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307" r:id="rId6"/>
    <p:sldId id="264" r:id="rId7"/>
    <p:sldId id="267" r:id="rId8"/>
    <p:sldId id="277" r:id="rId9"/>
    <p:sldId id="265" r:id="rId10"/>
    <p:sldId id="266" r:id="rId11"/>
    <p:sldId id="261" r:id="rId12"/>
    <p:sldId id="308" r:id="rId13"/>
    <p:sldId id="262" r:id="rId14"/>
    <p:sldId id="309" r:id="rId15"/>
    <p:sldId id="275" r:id="rId16"/>
    <p:sldId id="281" r:id="rId17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9"/>
    </p:embeddedFont>
    <p:embeddedFont>
      <p:font typeface="Marcellus" panose="020B0604020202020204" charset="0"/>
      <p:regular r:id="rId20"/>
    </p:embeddedFont>
    <p:embeddedFont>
      <p:font typeface="Quicksand" panose="020B0604020202020204" charset="0"/>
      <p:regular r:id="rId21"/>
      <p:bold r:id="rId22"/>
    </p:embeddedFont>
    <p:embeddedFont>
      <p:font typeface="Source Sans Pro" panose="020B050303040302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D9CBFF-D125-459A-ABA9-6AB42B24D636}">
  <a:tblStyle styleId="{21D9CBFF-D125-459A-ABA9-6AB42B24D63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g15d7bb2441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7" name="Google Shape;1887;g15d7bb2441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Google Shape;1901;g15d7bb24417_0_4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2" name="Google Shape;1902;g15d7bb24417_0_4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g15d7bb24417_0_6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2" name="Google Shape;1922;g15d7bb24417_0_6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Google Shape;1928;g15d7bb24417_0_7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9" name="Google Shape;1929;g15d7bb24417_0_7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4">
          <a:extLst>
            <a:ext uri="{FF2B5EF4-FFF2-40B4-BE49-F238E27FC236}">
              <a16:creationId xmlns:a16="http://schemas.microsoft.com/office/drawing/2014/main" id="{6922C269-A2A6-39E8-1C4A-8CDACB73E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g15d7bb24417_0_1134:notes">
            <a:extLst>
              <a:ext uri="{FF2B5EF4-FFF2-40B4-BE49-F238E27FC236}">
                <a16:creationId xmlns:a16="http://schemas.microsoft.com/office/drawing/2014/main" id="{902CE5DC-11DD-F4D0-AC56-4EA6B98A69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6" name="Google Shape;1936;g15d7bb24417_0_1134:notes">
            <a:extLst>
              <a:ext uri="{FF2B5EF4-FFF2-40B4-BE49-F238E27FC236}">
                <a16:creationId xmlns:a16="http://schemas.microsoft.com/office/drawing/2014/main" id="{112C3090-5000-23FC-E3BC-64846F77D7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44469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Google Shape;2050;g15e2087c7f2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1" name="Google Shape;2051;g15e2087c7f2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" name="Google Shape;2096;g15d6089be80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7" name="Google Shape;2097;g15d6089be80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5" name="Google Shape;2315;g15d6089be80_0_10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6" name="Google Shape;2316;g15d6089be80_0_10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g15d6089be8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7" name="Google Shape;2057;g15d6089be8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Google Shape;2061;g15d6089be80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2" name="Google Shape;2062;g15d6089be80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g15d7bb24417_0_1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6" name="Google Shape;1936;g15d7bb24417_0_1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8">
          <a:extLst>
            <a:ext uri="{FF2B5EF4-FFF2-40B4-BE49-F238E27FC236}">
              <a16:creationId xmlns:a16="http://schemas.microsoft.com/office/drawing/2014/main" id="{207600FA-F286-5BF2-3A27-A6EFD8078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g15e2087c7f2_0_4:notes">
            <a:extLst>
              <a:ext uri="{FF2B5EF4-FFF2-40B4-BE49-F238E27FC236}">
                <a16:creationId xmlns:a16="http://schemas.microsoft.com/office/drawing/2014/main" id="{434DCA0F-9473-91FC-223A-F603014181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0" name="Google Shape;1980;g15e2087c7f2_0_4:notes">
            <a:extLst>
              <a:ext uri="{FF2B5EF4-FFF2-40B4-BE49-F238E27FC236}">
                <a16:creationId xmlns:a16="http://schemas.microsoft.com/office/drawing/2014/main" id="{0F44FB6A-DCDB-80B5-367A-FEFF1EBE37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86748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g15e2087c7f2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0" name="Google Shape;1980;g15e2087c7f2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4">
          <a:extLst>
            <a:ext uri="{FF2B5EF4-FFF2-40B4-BE49-F238E27FC236}">
              <a16:creationId xmlns:a16="http://schemas.microsoft.com/office/drawing/2014/main" id="{6D372C3E-74DA-D763-5AD4-53D2FE289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g15d7bb24417_0_1134:notes">
            <a:extLst>
              <a:ext uri="{FF2B5EF4-FFF2-40B4-BE49-F238E27FC236}">
                <a16:creationId xmlns:a16="http://schemas.microsoft.com/office/drawing/2014/main" id="{9BED7354-04FF-8D4B-0864-89213A5216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6" name="Google Shape;1936;g15d7bb24417_0_1134:notes">
            <a:extLst>
              <a:ext uri="{FF2B5EF4-FFF2-40B4-BE49-F238E27FC236}">
                <a16:creationId xmlns:a16="http://schemas.microsoft.com/office/drawing/2014/main" id="{36922176-1D4F-5636-BB23-E40BD874AC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3110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g15d6089be80_0_8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7" name="Google Shape;2257;g15d6089be80_0_8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g15d6089be80_0_1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7" name="Google Shape;2477;g15d6089be80_0_1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04325" y="1221525"/>
            <a:ext cx="5263500" cy="200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500" b="0">
                <a:latin typeface="Marcellus"/>
                <a:ea typeface="Marcellus"/>
                <a:cs typeface="Marcellus"/>
                <a:sym typeface="Marcellu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04325" y="3512463"/>
            <a:ext cx="52635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13931" y="108"/>
            <a:ext cx="498605" cy="5198109"/>
            <a:chOff x="26406" y="-52705"/>
            <a:chExt cx="498605" cy="5198109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-2385939" y="2507515"/>
              <a:ext cx="5198109" cy="77670"/>
            </a:xfrm>
            <a:custGeom>
              <a:avLst/>
              <a:gdLst/>
              <a:ahLst/>
              <a:cxnLst/>
              <a:rect l="l" t="t" r="r" b="b"/>
              <a:pathLst>
                <a:path w="83487" h="2624" extrusionOk="0">
                  <a:moveTo>
                    <a:pt x="57972" y="1"/>
                  </a:moveTo>
                  <a:cubicBezTo>
                    <a:pt x="52757" y="1"/>
                    <a:pt x="46991" y="326"/>
                    <a:pt x="42256" y="835"/>
                  </a:cubicBezTo>
                  <a:cubicBezTo>
                    <a:pt x="41281" y="911"/>
                    <a:pt x="40296" y="940"/>
                    <a:pt x="39312" y="940"/>
                  </a:cubicBezTo>
                  <a:cubicBezTo>
                    <a:pt x="38433" y="940"/>
                    <a:pt x="37554" y="917"/>
                    <a:pt x="36683" y="883"/>
                  </a:cubicBezTo>
                  <a:cubicBezTo>
                    <a:pt x="33933" y="776"/>
                    <a:pt x="31195" y="526"/>
                    <a:pt x="28444" y="359"/>
                  </a:cubicBezTo>
                  <a:cubicBezTo>
                    <a:pt x="25503" y="169"/>
                    <a:pt x="22539" y="109"/>
                    <a:pt x="19586" y="38"/>
                  </a:cubicBezTo>
                  <a:cubicBezTo>
                    <a:pt x="18650" y="13"/>
                    <a:pt x="17684" y="2"/>
                    <a:pt x="16698" y="2"/>
                  </a:cubicBezTo>
                  <a:cubicBezTo>
                    <a:pt x="11424" y="2"/>
                    <a:pt x="5585" y="336"/>
                    <a:pt x="810" y="847"/>
                  </a:cubicBezTo>
                  <a:cubicBezTo>
                    <a:pt x="834" y="1550"/>
                    <a:pt x="0" y="1240"/>
                    <a:pt x="0" y="1943"/>
                  </a:cubicBezTo>
                  <a:cubicBezTo>
                    <a:pt x="12" y="2026"/>
                    <a:pt x="1262" y="2359"/>
                    <a:pt x="1274" y="2443"/>
                  </a:cubicBezTo>
                  <a:cubicBezTo>
                    <a:pt x="1742" y="2491"/>
                    <a:pt x="2194" y="2510"/>
                    <a:pt x="2631" y="2510"/>
                  </a:cubicBezTo>
                  <a:cubicBezTo>
                    <a:pt x="4100" y="2510"/>
                    <a:pt x="5412" y="2299"/>
                    <a:pt x="6661" y="2299"/>
                  </a:cubicBezTo>
                  <a:cubicBezTo>
                    <a:pt x="6687" y="2299"/>
                    <a:pt x="6713" y="2300"/>
                    <a:pt x="6739" y="2300"/>
                  </a:cubicBezTo>
                  <a:cubicBezTo>
                    <a:pt x="8323" y="2300"/>
                    <a:pt x="9894" y="2300"/>
                    <a:pt x="11478" y="2288"/>
                  </a:cubicBezTo>
                  <a:cubicBezTo>
                    <a:pt x="12270" y="2288"/>
                    <a:pt x="13064" y="2294"/>
                    <a:pt x="13858" y="2294"/>
                  </a:cubicBezTo>
                  <a:cubicBezTo>
                    <a:pt x="14651" y="2294"/>
                    <a:pt x="15443" y="2288"/>
                    <a:pt x="16229" y="2264"/>
                  </a:cubicBezTo>
                  <a:cubicBezTo>
                    <a:pt x="17489" y="2227"/>
                    <a:pt x="18752" y="2210"/>
                    <a:pt x="20015" y="2210"/>
                  </a:cubicBezTo>
                  <a:cubicBezTo>
                    <a:pt x="22042" y="2210"/>
                    <a:pt x="24069" y="2255"/>
                    <a:pt x="26087" y="2335"/>
                  </a:cubicBezTo>
                  <a:cubicBezTo>
                    <a:pt x="27730" y="2395"/>
                    <a:pt x="29361" y="2490"/>
                    <a:pt x="30992" y="2586"/>
                  </a:cubicBezTo>
                  <a:cubicBezTo>
                    <a:pt x="31484" y="2613"/>
                    <a:pt x="31980" y="2624"/>
                    <a:pt x="32478" y="2624"/>
                  </a:cubicBezTo>
                  <a:cubicBezTo>
                    <a:pt x="33473" y="2624"/>
                    <a:pt x="34473" y="2582"/>
                    <a:pt x="35457" y="2550"/>
                  </a:cubicBezTo>
                  <a:cubicBezTo>
                    <a:pt x="37222" y="2488"/>
                    <a:pt x="38988" y="2407"/>
                    <a:pt x="40753" y="2407"/>
                  </a:cubicBezTo>
                  <a:cubicBezTo>
                    <a:pt x="41381" y="2407"/>
                    <a:pt x="42009" y="2418"/>
                    <a:pt x="42637" y="2443"/>
                  </a:cubicBezTo>
                  <a:cubicBezTo>
                    <a:pt x="43099" y="2491"/>
                    <a:pt x="43546" y="2510"/>
                    <a:pt x="43979" y="2510"/>
                  </a:cubicBezTo>
                  <a:cubicBezTo>
                    <a:pt x="45433" y="2510"/>
                    <a:pt x="46736" y="2299"/>
                    <a:pt x="47976" y="2299"/>
                  </a:cubicBezTo>
                  <a:cubicBezTo>
                    <a:pt x="48002" y="2299"/>
                    <a:pt x="48028" y="2300"/>
                    <a:pt x="48054" y="2300"/>
                  </a:cubicBezTo>
                  <a:cubicBezTo>
                    <a:pt x="49637" y="2300"/>
                    <a:pt x="51221" y="2300"/>
                    <a:pt x="52805" y="2288"/>
                  </a:cubicBezTo>
                  <a:cubicBezTo>
                    <a:pt x="53703" y="2288"/>
                    <a:pt x="54608" y="2296"/>
                    <a:pt x="55513" y="2296"/>
                  </a:cubicBezTo>
                  <a:cubicBezTo>
                    <a:pt x="56192" y="2296"/>
                    <a:pt x="56870" y="2291"/>
                    <a:pt x="57543" y="2276"/>
                  </a:cubicBezTo>
                  <a:cubicBezTo>
                    <a:pt x="58830" y="2239"/>
                    <a:pt x="60118" y="2221"/>
                    <a:pt x="61407" y="2221"/>
                  </a:cubicBezTo>
                  <a:cubicBezTo>
                    <a:pt x="63410" y="2221"/>
                    <a:pt x="65414" y="2263"/>
                    <a:pt x="67413" y="2335"/>
                  </a:cubicBezTo>
                  <a:cubicBezTo>
                    <a:pt x="69045" y="2395"/>
                    <a:pt x="70676" y="2490"/>
                    <a:pt x="72307" y="2586"/>
                  </a:cubicBezTo>
                  <a:cubicBezTo>
                    <a:pt x="72799" y="2613"/>
                    <a:pt x="73295" y="2624"/>
                    <a:pt x="73793" y="2624"/>
                  </a:cubicBezTo>
                  <a:cubicBezTo>
                    <a:pt x="74787" y="2624"/>
                    <a:pt x="75788" y="2582"/>
                    <a:pt x="76772" y="2550"/>
                  </a:cubicBezTo>
                  <a:cubicBezTo>
                    <a:pt x="78554" y="2493"/>
                    <a:pt x="80336" y="2413"/>
                    <a:pt x="82118" y="2413"/>
                  </a:cubicBezTo>
                  <a:cubicBezTo>
                    <a:pt x="82575" y="2413"/>
                    <a:pt x="83031" y="2419"/>
                    <a:pt x="83487" y="2431"/>
                  </a:cubicBezTo>
                  <a:lnTo>
                    <a:pt x="83487" y="835"/>
                  </a:lnTo>
                  <a:cubicBezTo>
                    <a:pt x="82525" y="911"/>
                    <a:pt x="81556" y="940"/>
                    <a:pt x="80589" y="940"/>
                  </a:cubicBezTo>
                  <a:cubicBezTo>
                    <a:pt x="79726" y="940"/>
                    <a:pt x="78864" y="917"/>
                    <a:pt x="78010" y="883"/>
                  </a:cubicBezTo>
                  <a:lnTo>
                    <a:pt x="77998" y="883"/>
                  </a:lnTo>
                  <a:cubicBezTo>
                    <a:pt x="75248" y="776"/>
                    <a:pt x="72509" y="526"/>
                    <a:pt x="69759" y="359"/>
                  </a:cubicBezTo>
                  <a:cubicBezTo>
                    <a:pt x="66818" y="169"/>
                    <a:pt x="63854" y="109"/>
                    <a:pt x="60901" y="38"/>
                  </a:cubicBezTo>
                  <a:cubicBezTo>
                    <a:pt x="59952" y="13"/>
                    <a:pt x="58972" y="1"/>
                    <a:pt x="579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-2277146" y="2491763"/>
              <a:ext cx="5192194" cy="104754"/>
            </a:xfrm>
            <a:custGeom>
              <a:avLst/>
              <a:gdLst/>
              <a:ahLst/>
              <a:cxnLst/>
              <a:rect l="l" t="t" r="r" b="b"/>
              <a:pathLst>
                <a:path w="83392" h="3539" extrusionOk="0">
                  <a:moveTo>
                    <a:pt x="20540" y="0"/>
                  </a:moveTo>
                  <a:cubicBezTo>
                    <a:pt x="20258" y="0"/>
                    <a:pt x="19975" y="1"/>
                    <a:pt x="19694" y="3"/>
                  </a:cubicBezTo>
                  <a:cubicBezTo>
                    <a:pt x="18086" y="3"/>
                    <a:pt x="16467" y="51"/>
                    <a:pt x="14860" y="63"/>
                  </a:cubicBezTo>
                  <a:cubicBezTo>
                    <a:pt x="11245" y="73"/>
                    <a:pt x="6844" y="240"/>
                    <a:pt x="2975" y="240"/>
                  </a:cubicBezTo>
                  <a:cubicBezTo>
                    <a:pt x="2205" y="240"/>
                    <a:pt x="1456" y="233"/>
                    <a:pt x="739" y="218"/>
                  </a:cubicBezTo>
                  <a:lnTo>
                    <a:pt x="739" y="218"/>
                  </a:lnTo>
                  <a:cubicBezTo>
                    <a:pt x="846" y="1122"/>
                    <a:pt x="1" y="1599"/>
                    <a:pt x="36" y="2515"/>
                  </a:cubicBezTo>
                  <a:cubicBezTo>
                    <a:pt x="36" y="2623"/>
                    <a:pt x="1179" y="3397"/>
                    <a:pt x="1179" y="3504"/>
                  </a:cubicBezTo>
                  <a:cubicBezTo>
                    <a:pt x="1506" y="3528"/>
                    <a:pt x="1846" y="3539"/>
                    <a:pt x="2196" y="3539"/>
                  </a:cubicBezTo>
                  <a:cubicBezTo>
                    <a:pt x="4814" y="3539"/>
                    <a:pt x="7990" y="2940"/>
                    <a:pt x="10532" y="2940"/>
                  </a:cubicBezTo>
                  <a:cubicBezTo>
                    <a:pt x="10655" y="2940"/>
                    <a:pt x="10775" y="2941"/>
                    <a:pt x="10895" y="2944"/>
                  </a:cubicBezTo>
                  <a:cubicBezTo>
                    <a:pt x="13895" y="3027"/>
                    <a:pt x="16896" y="3170"/>
                    <a:pt x="19896" y="3218"/>
                  </a:cubicBezTo>
                  <a:cubicBezTo>
                    <a:pt x="20646" y="3230"/>
                    <a:pt x="21396" y="3239"/>
                    <a:pt x="22146" y="3239"/>
                  </a:cubicBezTo>
                  <a:cubicBezTo>
                    <a:pt x="22896" y="3239"/>
                    <a:pt x="23646" y="3230"/>
                    <a:pt x="24397" y="3206"/>
                  </a:cubicBezTo>
                  <a:cubicBezTo>
                    <a:pt x="25837" y="3170"/>
                    <a:pt x="27278" y="3087"/>
                    <a:pt x="28719" y="3039"/>
                  </a:cubicBezTo>
                  <a:cubicBezTo>
                    <a:pt x="30089" y="2994"/>
                    <a:pt x="31464" y="2960"/>
                    <a:pt x="32838" y="2960"/>
                  </a:cubicBezTo>
                  <a:cubicBezTo>
                    <a:pt x="34376" y="2960"/>
                    <a:pt x="35912" y="3003"/>
                    <a:pt x="37434" y="3123"/>
                  </a:cubicBezTo>
                  <a:cubicBezTo>
                    <a:pt x="39101" y="3254"/>
                    <a:pt x="40803" y="3456"/>
                    <a:pt x="42494" y="3492"/>
                  </a:cubicBezTo>
                  <a:cubicBezTo>
                    <a:pt x="42494" y="3492"/>
                    <a:pt x="42494" y="3504"/>
                    <a:pt x="42494" y="3504"/>
                  </a:cubicBezTo>
                  <a:cubicBezTo>
                    <a:pt x="42821" y="3528"/>
                    <a:pt x="43161" y="3539"/>
                    <a:pt x="43511" y="3539"/>
                  </a:cubicBezTo>
                  <a:cubicBezTo>
                    <a:pt x="46129" y="3539"/>
                    <a:pt x="49305" y="2940"/>
                    <a:pt x="51847" y="2940"/>
                  </a:cubicBezTo>
                  <a:cubicBezTo>
                    <a:pt x="51969" y="2940"/>
                    <a:pt x="52090" y="2941"/>
                    <a:pt x="52210" y="2944"/>
                  </a:cubicBezTo>
                  <a:cubicBezTo>
                    <a:pt x="55210" y="3027"/>
                    <a:pt x="58210" y="3170"/>
                    <a:pt x="61211" y="3218"/>
                  </a:cubicBezTo>
                  <a:cubicBezTo>
                    <a:pt x="61961" y="3230"/>
                    <a:pt x="62711" y="3239"/>
                    <a:pt x="63461" y="3239"/>
                  </a:cubicBezTo>
                  <a:cubicBezTo>
                    <a:pt x="64211" y="3239"/>
                    <a:pt x="64961" y="3230"/>
                    <a:pt x="65711" y="3206"/>
                  </a:cubicBezTo>
                  <a:cubicBezTo>
                    <a:pt x="67152" y="3170"/>
                    <a:pt x="68593" y="3087"/>
                    <a:pt x="70033" y="3039"/>
                  </a:cubicBezTo>
                  <a:cubicBezTo>
                    <a:pt x="71403" y="2994"/>
                    <a:pt x="72779" y="2960"/>
                    <a:pt x="74152" y="2960"/>
                  </a:cubicBezTo>
                  <a:cubicBezTo>
                    <a:pt x="75691" y="2960"/>
                    <a:pt x="77226" y="3003"/>
                    <a:pt x="78749" y="3123"/>
                  </a:cubicBezTo>
                  <a:cubicBezTo>
                    <a:pt x="80284" y="3254"/>
                    <a:pt x="81844" y="3432"/>
                    <a:pt x="83392" y="3492"/>
                  </a:cubicBezTo>
                  <a:lnTo>
                    <a:pt x="83392" y="218"/>
                  </a:lnTo>
                  <a:cubicBezTo>
                    <a:pt x="82902" y="202"/>
                    <a:pt x="82412" y="196"/>
                    <a:pt x="81921" y="196"/>
                  </a:cubicBezTo>
                  <a:cubicBezTo>
                    <a:pt x="79738" y="196"/>
                    <a:pt x="77545" y="324"/>
                    <a:pt x="75367" y="372"/>
                  </a:cubicBezTo>
                  <a:cubicBezTo>
                    <a:pt x="75023" y="380"/>
                    <a:pt x="74679" y="384"/>
                    <a:pt x="74335" y="384"/>
                  </a:cubicBezTo>
                  <a:cubicBezTo>
                    <a:pt x="71531" y="384"/>
                    <a:pt x="68750" y="148"/>
                    <a:pt x="65949" y="63"/>
                  </a:cubicBezTo>
                  <a:cubicBezTo>
                    <a:pt x="64588" y="23"/>
                    <a:pt x="63219" y="0"/>
                    <a:pt x="61855" y="0"/>
                  </a:cubicBezTo>
                  <a:cubicBezTo>
                    <a:pt x="61572" y="0"/>
                    <a:pt x="61290" y="1"/>
                    <a:pt x="61008" y="3"/>
                  </a:cubicBezTo>
                  <a:cubicBezTo>
                    <a:pt x="59401" y="3"/>
                    <a:pt x="57782" y="63"/>
                    <a:pt x="56174" y="63"/>
                  </a:cubicBezTo>
                  <a:cubicBezTo>
                    <a:pt x="52560" y="73"/>
                    <a:pt x="48167" y="240"/>
                    <a:pt x="44294" y="240"/>
                  </a:cubicBezTo>
                  <a:cubicBezTo>
                    <a:pt x="43523" y="240"/>
                    <a:pt x="42773" y="233"/>
                    <a:pt x="42054" y="218"/>
                  </a:cubicBezTo>
                  <a:cubicBezTo>
                    <a:pt x="41564" y="202"/>
                    <a:pt x="41074" y="196"/>
                    <a:pt x="40583" y="196"/>
                  </a:cubicBezTo>
                  <a:cubicBezTo>
                    <a:pt x="38404" y="196"/>
                    <a:pt x="36220" y="324"/>
                    <a:pt x="34053" y="372"/>
                  </a:cubicBezTo>
                  <a:cubicBezTo>
                    <a:pt x="33708" y="380"/>
                    <a:pt x="33364" y="384"/>
                    <a:pt x="33021" y="384"/>
                  </a:cubicBezTo>
                  <a:cubicBezTo>
                    <a:pt x="30216" y="384"/>
                    <a:pt x="27435" y="148"/>
                    <a:pt x="24635" y="63"/>
                  </a:cubicBezTo>
                  <a:cubicBezTo>
                    <a:pt x="23274" y="23"/>
                    <a:pt x="21904" y="0"/>
                    <a:pt x="205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-398081" y="3084003"/>
              <a:ext cx="1112755" cy="21075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601" y="1"/>
                  </a:moveTo>
                  <a:cubicBezTo>
                    <a:pt x="5731" y="1"/>
                    <a:pt x="2859" y="98"/>
                    <a:pt x="0" y="314"/>
                  </a:cubicBezTo>
                  <a:cubicBezTo>
                    <a:pt x="3215" y="481"/>
                    <a:pt x="6430" y="672"/>
                    <a:pt x="9656" y="707"/>
                  </a:cubicBezTo>
                  <a:cubicBezTo>
                    <a:pt x="9966" y="710"/>
                    <a:pt x="10277" y="712"/>
                    <a:pt x="10587" y="712"/>
                  </a:cubicBezTo>
                  <a:cubicBezTo>
                    <a:pt x="13010" y="712"/>
                    <a:pt x="15455" y="622"/>
                    <a:pt x="17872" y="326"/>
                  </a:cubicBezTo>
                  <a:cubicBezTo>
                    <a:pt x="17276" y="279"/>
                    <a:pt x="16669" y="243"/>
                    <a:pt x="16074" y="207"/>
                  </a:cubicBezTo>
                  <a:cubicBezTo>
                    <a:pt x="13592" y="74"/>
                    <a:pt x="11097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-2151584" y="2479324"/>
              <a:ext cx="5128438" cy="64380"/>
            </a:xfrm>
            <a:custGeom>
              <a:avLst/>
              <a:gdLst/>
              <a:ahLst/>
              <a:cxnLst/>
              <a:rect l="l" t="t" r="r" b="b"/>
              <a:pathLst>
                <a:path w="82368" h="2175" extrusionOk="0">
                  <a:moveTo>
                    <a:pt x="73179" y="1"/>
                  </a:moveTo>
                  <a:cubicBezTo>
                    <a:pt x="71470" y="1"/>
                    <a:pt x="69755" y="63"/>
                    <a:pt x="68057" y="133"/>
                  </a:cubicBezTo>
                  <a:cubicBezTo>
                    <a:pt x="66592" y="192"/>
                    <a:pt x="65140" y="264"/>
                    <a:pt x="63675" y="288"/>
                  </a:cubicBezTo>
                  <a:cubicBezTo>
                    <a:pt x="63256" y="294"/>
                    <a:pt x="62837" y="297"/>
                    <a:pt x="62418" y="297"/>
                  </a:cubicBezTo>
                  <a:cubicBezTo>
                    <a:pt x="61337" y="297"/>
                    <a:pt x="60256" y="278"/>
                    <a:pt x="59175" y="252"/>
                  </a:cubicBezTo>
                  <a:cubicBezTo>
                    <a:pt x="58456" y="235"/>
                    <a:pt x="57721" y="227"/>
                    <a:pt x="56973" y="227"/>
                  </a:cubicBezTo>
                  <a:cubicBezTo>
                    <a:pt x="52059" y="227"/>
                    <a:pt x="46601" y="553"/>
                    <a:pt x="41744" y="573"/>
                  </a:cubicBezTo>
                  <a:lnTo>
                    <a:pt x="41744" y="562"/>
                  </a:lnTo>
                  <a:cubicBezTo>
                    <a:pt x="39636" y="538"/>
                    <a:pt x="37517" y="252"/>
                    <a:pt x="35433" y="109"/>
                  </a:cubicBezTo>
                  <a:cubicBezTo>
                    <a:pt x="34281" y="33"/>
                    <a:pt x="33121" y="4"/>
                    <a:pt x="31959" y="4"/>
                  </a:cubicBezTo>
                  <a:cubicBezTo>
                    <a:pt x="30217" y="4"/>
                    <a:pt x="28471" y="69"/>
                    <a:pt x="26742" y="133"/>
                  </a:cubicBezTo>
                  <a:cubicBezTo>
                    <a:pt x="25289" y="192"/>
                    <a:pt x="23825" y="264"/>
                    <a:pt x="22372" y="288"/>
                  </a:cubicBezTo>
                  <a:cubicBezTo>
                    <a:pt x="21953" y="294"/>
                    <a:pt x="21534" y="297"/>
                    <a:pt x="21114" y="297"/>
                  </a:cubicBezTo>
                  <a:cubicBezTo>
                    <a:pt x="20030" y="297"/>
                    <a:pt x="18944" y="278"/>
                    <a:pt x="17872" y="252"/>
                  </a:cubicBezTo>
                  <a:cubicBezTo>
                    <a:pt x="17164" y="235"/>
                    <a:pt x="16441" y="228"/>
                    <a:pt x="15706" y="228"/>
                  </a:cubicBezTo>
                  <a:cubicBezTo>
                    <a:pt x="10625" y="228"/>
                    <a:pt x="4972" y="573"/>
                    <a:pt x="0" y="573"/>
                  </a:cubicBezTo>
                  <a:cubicBezTo>
                    <a:pt x="12" y="1038"/>
                    <a:pt x="215" y="1693"/>
                    <a:pt x="215" y="2157"/>
                  </a:cubicBezTo>
                  <a:cubicBezTo>
                    <a:pt x="673" y="2169"/>
                    <a:pt x="1133" y="2174"/>
                    <a:pt x="1595" y="2174"/>
                  </a:cubicBezTo>
                  <a:cubicBezTo>
                    <a:pt x="7038" y="2174"/>
                    <a:pt x="12664" y="1427"/>
                    <a:pt x="17945" y="1427"/>
                  </a:cubicBezTo>
                  <a:cubicBezTo>
                    <a:pt x="18621" y="1427"/>
                    <a:pt x="19292" y="1439"/>
                    <a:pt x="19955" y="1466"/>
                  </a:cubicBezTo>
                  <a:cubicBezTo>
                    <a:pt x="24277" y="1645"/>
                    <a:pt x="28564" y="2050"/>
                    <a:pt x="32897" y="2086"/>
                  </a:cubicBezTo>
                  <a:cubicBezTo>
                    <a:pt x="35779" y="2109"/>
                    <a:pt x="38660" y="2086"/>
                    <a:pt x="41529" y="2157"/>
                  </a:cubicBezTo>
                  <a:cubicBezTo>
                    <a:pt x="41988" y="2169"/>
                    <a:pt x="42448" y="2174"/>
                    <a:pt x="42909" y="2174"/>
                  </a:cubicBezTo>
                  <a:cubicBezTo>
                    <a:pt x="48353" y="2174"/>
                    <a:pt x="53979" y="1427"/>
                    <a:pt x="59259" y="1427"/>
                  </a:cubicBezTo>
                  <a:cubicBezTo>
                    <a:pt x="59936" y="1427"/>
                    <a:pt x="60606" y="1439"/>
                    <a:pt x="61270" y="1466"/>
                  </a:cubicBezTo>
                  <a:cubicBezTo>
                    <a:pt x="65592" y="1645"/>
                    <a:pt x="69878" y="2050"/>
                    <a:pt x="74212" y="2086"/>
                  </a:cubicBezTo>
                  <a:cubicBezTo>
                    <a:pt x="76927" y="2109"/>
                    <a:pt x="79653" y="2086"/>
                    <a:pt x="82368" y="2145"/>
                  </a:cubicBezTo>
                  <a:lnTo>
                    <a:pt x="82368" y="550"/>
                  </a:lnTo>
                  <a:cubicBezTo>
                    <a:pt x="80487" y="478"/>
                    <a:pt x="78606" y="240"/>
                    <a:pt x="76748" y="109"/>
                  </a:cubicBezTo>
                  <a:lnTo>
                    <a:pt x="76736" y="109"/>
                  </a:lnTo>
                  <a:cubicBezTo>
                    <a:pt x="75558" y="31"/>
                    <a:pt x="74370" y="1"/>
                    <a:pt x="73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-2088791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-5400000">
              <a:off x="-398112" y="511659"/>
              <a:ext cx="1112818" cy="21075"/>
            </a:xfrm>
            <a:custGeom>
              <a:avLst/>
              <a:gdLst/>
              <a:ahLst/>
              <a:cxnLst/>
              <a:rect l="l" t="t" r="r" b="b"/>
              <a:pathLst>
                <a:path w="17873" h="712" extrusionOk="0">
                  <a:moveTo>
                    <a:pt x="8601" y="1"/>
                  </a:moveTo>
                  <a:cubicBezTo>
                    <a:pt x="5732" y="1"/>
                    <a:pt x="2860" y="98"/>
                    <a:pt x="1" y="314"/>
                  </a:cubicBezTo>
                  <a:cubicBezTo>
                    <a:pt x="3216" y="481"/>
                    <a:pt x="6430" y="672"/>
                    <a:pt x="9657" y="707"/>
                  </a:cubicBezTo>
                  <a:cubicBezTo>
                    <a:pt x="9967" y="710"/>
                    <a:pt x="10277" y="712"/>
                    <a:pt x="10588" y="712"/>
                  </a:cubicBezTo>
                  <a:cubicBezTo>
                    <a:pt x="13011" y="712"/>
                    <a:pt x="15456" y="622"/>
                    <a:pt x="17872" y="326"/>
                  </a:cubicBezTo>
                  <a:cubicBezTo>
                    <a:pt x="17277" y="279"/>
                    <a:pt x="16670" y="243"/>
                    <a:pt x="16074" y="207"/>
                  </a:cubicBezTo>
                  <a:cubicBezTo>
                    <a:pt x="13593" y="74"/>
                    <a:pt x="11098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-2517866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6506318" y="86"/>
            <a:ext cx="2709009" cy="5143316"/>
            <a:chOff x="6506318" y="86"/>
            <a:chExt cx="2709009" cy="5143316"/>
          </a:xfrm>
        </p:grpSpPr>
        <p:sp>
          <p:nvSpPr>
            <p:cNvPr id="20" name="Google Shape;20;p2"/>
            <p:cNvSpPr/>
            <p:nvPr/>
          </p:nvSpPr>
          <p:spPr>
            <a:xfrm>
              <a:off x="7265182" y="86"/>
              <a:ext cx="1088868" cy="20390"/>
            </a:xfrm>
            <a:custGeom>
              <a:avLst/>
              <a:gdLst/>
              <a:ahLst/>
              <a:cxnLst/>
              <a:rect l="l" t="t" r="r" b="b"/>
              <a:pathLst>
                <a:path w="33672" h="635" extrusionOk="0">
                  <a:moveTo>
                    <a:pt x="1" y="0"/>
                  </a:moveTo>
                  <a:cubicBezTo>
                    <a:pt x="3763" y="202"/>
                    <a:pt x="7526" y="512"/>
                    <a:pt x="11312" y="548"/>
                  </a:cubicBezTo>
                  <a:cubicBezTo>
                    <a:pt x="14193" y="572"/>
                    <a:pt x="17074" y="536"/>
                    <a:pt x="19956" y="619"/>
                  </a:cubicBezTo>
                  <a:cubicBezTo>
                    <a:pt x="20392" y="629"/>
                    <a:pt x="20829" y="634"/>
                    <a:pt x="21268" y="634"/>
                  </a:cubicBezTo>
                  <a:cubicBezTo>
                    <a:pt x="25371" y="634"/>
                    <a:pt x="29584" y="215"/>
                    <a:pt x="33672" y="0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078341" y="100622"/>
              <a:ext cx="481311" cy="13518"/>
            </a:xfrm>
            <a:custGeom>
              <a:avLst/>
              <a:gdLst/>
              <a:ahLst/>
              <a:cxnLst/>
              <a:rect l="l" t="t" r="r" b="b"/>
              <a:pathLst>
                <a:path w="14884" h="421" extrusionOk="0">
                  <a:moveTo>
                    <a:pt x="13752" y="0"/>
                  </a:moveTo>
                  <a:cubicBezTo>
                    <a:pt x="9169" y="48"/>
                    <a:pt x="4585" y="131"/>
                    <a:pt x="1" y="238"/>
                  </a:cubicBezTo>
                  <a:cubicBezTo>
                    <a:pt x="1997" y="359"/>
                    <a:pt x="4001" y="420"/>
                    <a:pt x="6004" y="420"/>
                  </a:cubicBezTo>
                  <a:cubicBezTo>
                    <a:pt x="7370" y="420"/>
                    <a:pt x="8736" y="392"/>
                    <a:pt x="10097" y="334"/>
                  </a:cubicBezTo>
                  <a:cubicBezTo>
                    <a:pt x="11693" y="262"/>
                    <a:pt x="13288" y="155"/>
                    <a:pt x="148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293284" y="256933"/>
              <a:ext cx="577580" cy="22894"/>
            </a:xfrm>
            <a:custGeom>
              <a:avLst/>
              <a:gdLst/>
              <a:ahLst/>
              <a:cxnLst/>
              <a:rect l="l" t="t" r="r" b="b"/>
              <a:pathLst>
                <a:path w="17861" h="713" extrusionOk="0">
                  <a:moveTo>
                    <a:pt x="8582" y="1"/>
                  </a:moveTo>
                  <a:cubicBezTo>
                    <a:pt x="5719" y="1"/>
                    <a:pt x="2853" y="101"/>
                    <a:pt x="1" y="323"/>
                  </a:cubicBezTo>
                  <a:cubicBezTo>
                    <a:pt x="3216" y="490"/>
                    <a:pt x="6430" y="669"/>
                    <a:pt x="9645" y="704"/>
                  </a:cubicBezTo>
                  <a:cubicBezTo>
                    <a:pt x="10027" y="709"/>
                    <a:pt x="10408" y="712"/>
                    <a:pt x="10791" y="712"/>
                  </a:cubicBezTo>
                  <a:cubicBezTo>
                    <a:pt x="13152" y="712"/>
                    <a:pt x="15524" y="610"/>
                    <a:pt x="17860" y="323"/>
                  </a:cubicBezTo>
                  <a:cubicBezTo>
                    <a:pt x="17265" y="288"/>
                    <a:pt x="16670" y="252"/>
                    <a:pt x="16074" y="216"/>
                  </a:cubicBezTo>
                  <a:cubicBezTo>
                    <a:pt x="13586" y="77"/>
                    <a:pt x="11085" y="1"/>
                    <a:pt x="85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064113" y="659175"/>
              <a:ext cx="481311" cy="13904"/>
            </a:xfrm>
            <a:custGeom>
              <a:avLst/>
              <a:gdLst/>
              <a:ahLst/>
              <a:cxnLst/>
              <a:rect l="l" t="t" r="r" b="b"/>
              <a:pathLst>
                <a:path w="14884" h="433" extrusionOk="0">
                  <a:moveTo>
                    <a:pt x="14883" y="0"/>
                  </a:moveTo>
                  <a:cubicBezTo>
                    <a:pt x="14514" y="0"/>
                    <a:pt x="14133" y="0"/>
                    <a:pt x="13752" y="12"/>
                  </a:cubicBezTo>
                  <a:cubicBezTo>
                    <a:pt x="9168" y="48"/>
                    <a:pt x="4584" y="143"/>
                    <a:pt x="0" y="238"/>
                  </a:cubicBezTo>
                  <a:lnTo>
                    <a:pt x="0" y="250"/>
                  </a:lnTo>
                  <a:cubicBezTo>
                    <a:pt x="1996" y="371"/>
                    <a:pt x="4001" y="432"/>
                    <a:pt x="6004" y="432"/>
                  </a:cubicBezTo>
                  <a:cubicBezTo>
                    <a:pt x="7370" y="432"/>
                    <a:pt x="8735" y="404"/>
                    <a:pt x="10097" y="346"/>
                  </a:cubicBezTo>
                  <a:cubicBezTo>
                    <a:pt x="11692" y="274"/>
                    <a:pt x="13288" y="167"/>
                    <a:pt x="148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534420" y="693790"/>
              <a:ext cx="2680908" cy="41871"/>
            </a:xfrm>
            <a:custGeom>
              <a:avLst/>
              <a:gdLst/>
              <a:ahLst/>
              <a:cxnLst/>
              <a:rect l="l" t="t" r="r" b="b"/>
              <a:pathLst>
                <a:path w="82904" h="1304" extrusionOk="0">
                  <a:moveTo>
                    <a:pt x="21146" y="0"/>
                  </a:moveTo>
                  <a:cubicBezTo>
                    <a:pt x="20347" y="0"/>
                    <a:pt x="19549" y="13"/>
                    <a:pt x="18753" y="42"/>
                  </a:cubicBezTo>
                  <a:cubicBezTo>
                    <a:pt x="15900" y="141"/>
                    <a:pt x="13101" y="321"/>
                    <a:pt x="10275" y="321"/>
                  </a:cubicBezTo>
                  <a:cubicBezTo>
                    <a:pt x="9362" y="321"/>
                    <a:pt x="8447" y="302"/>
                    <a:pt x="7525" y="256"/>
                  </a:cubicBezTo>
                  <a:cubicBezTo>
                    <a:pt x="5918" y="172"/>
                    <a:pt x="4299" y="89"/>
                    <a:pt x="2668" y="89"/>
                  </a:cubicBezTo>
                  <a:cubicBezTo>
                    <a:pt x="2346" y="89"/>
                    <a:pt x="775" y="423"/>
                    <a:pt x="108" y="458"/>
                  </a:cubicBezTo>
                  <a:cubicBezTo>
                    <a:pt x="132" y="744"/>
                    <a:pt x="1" y="899"/>
                    <a:pt x="25" y="1196"/>
                  </a:cubicBezTo>
                  <a:cubicBezTo>
                    <a:pt x="150" y="1198"/>
                    <a:pt x="278" y="1198"/>
                    <a:pt x="408" y="1198"/>
                  </a:cubicBezTo>
                  <a:cubicBezTo>
                    <a:pt x="3139" y="1198"/>
                    <a:pt x="6699" y="970"/>
                    <a:pt x="9359" y="958"/>
                  </a:cubicBezTo>
                  <a:cubicBezTo>
                    <a:pt x="10901" y="952"/>
                    <a:pt x="12443" y="943"/>
                    <a:pt x="13985" y="943"/>
                  </a:cubicBezTo>
                  <a:cubicBezTo>
                    <a:pt x="15526" y="943"/>
                    <a:pt x="17068" y="952"/>
                    <a:pt x="18610" y="982"/>
                  </a:cubicBezTo>
                  <a:cubicBezTo>
                    <a:pt x="21658" y="1030"/>
                    <a:pt x="24706" y="1137"/>
                    <a:pt x="27754" y="1196"/>
                  </a:cubicBezTo>
                  <a:cubicBezTo>
                    <a:pt x="30254" y="1256"/>
                    <a:pt x="32758" y="1300"/>
                    <a:pt x="35261" y="1300"/>
                  </a:cubicBezTo>
                  <a:cubicBezTo>
                    <a:pt x="37288" y="1300"/>
                    <a:pt x="39315" y="1271"/>
                    <a:pt x="41339" y="1196"/>
                  </a:cubicBezTo>
                  <a:cubicBezTo>
                    <a:pt x="41465" y="1198"/>
                    <a:pt x="41593" y="1198"/>
                    <a:pt x="41723" y="1198"/>
                  </a:cubicBezTo>
                  <a:cubicBezTo>
                    <a:pt x="44454" y="1198"/>
                    <a:pt x="48014" y="970"/>
                    <a:pt x="50674" y="958"/>
                  </a:cubicBezTo>
                  <a:cubicBezTo>
                    <a:pt x="52216" y="952"/>
                    <a:pt x="53757" y="943"/>
                    <a:pt x="55299" y="943"/>
                  </a:cubicBezTo>
                  <a:cubicBezTo>
                    <a:pt x="56841" y="943"/>
                    <a:pt x="58383" y="952"/>
                    <a:pt x="59925" y="982"/>
                  </a:cubicBezTo>
                  <a:cubicBezTo>
                    <a:pt x="62973" y="1030"/>
                    <a:pt x="66021" y="1137"/>
                    <a:pt x="69069" y="1196"/>
                  </a:cubicBezTo>
                  <a:cubicBezTo>
                    <a:pt x="71595" y="1255"/>
                    <a:pt x="74125" y="1303"/>
                    <a:pt x="76654" y="1303"/>
                  </a:cubicBezTo>
                  <a:cubicBezTo>
                    <a:pt x="78738" y="1303"/>
                    <a:pt x="80822" y="1271"/>
                    <a:pt x="82904" y="1185"/>
                  </a:cubicBezTo>
                  <a:lnTo>
                    <a:pt x="82904" y="446"/>
                  </a:lnTo>
                  <a:cubicBezTo>
                    <a:pt x="81529" y="540"/>
                    <a:pt x="80149" y="577"/>
                    <a:pt x="78766" y="577"/>
                  </a:cubicBezTo>
                  <a:cubicBezTo>
                    <a:pt x="73330" y="577"/>
                    <a:pt x="67841" y="3"/>
                    <a:pt x="62398" y="3"/>
                  </a:cubicBezTo>
                  <a:cubicBezTo>
                    <a:pt x="61620" y="3"/>
                    <a:pt x="60843" y="15"/>
                    <a:pt x="60068" y="42"/>
                  </a:cubicBezTo>
                  <a:cubicBezTo>
                    <a:pt x="57215" y="141"/>
                    <a:pt x="54416" y="321"/>
                    <a:pt x="51590" y="321"/>
                  </a:cubicBezTo>
                  <a:cubicBezTo>
                    <a:pt x="50677" y="321"/>
                    <a:pt x="49761" y="302"/>
                    <a:pt x="48840" y="256"/>
                  </a:cubicBezTo>
                  <a:cubicBezTo>
                    <a:pt x="47233" y="172"/>
                    <a:pt x="45614" y="89"/>
                    <a:pt x="43982" y="89"/>
                  </a:cubicBezTo>
                  <a:cubicBezTo>
                    <a:pt x="43697" y="89"/>
                    <a:pt x="42411" y="363"/>
                    <a:pt x="41673" y="434"/>
                  </a:cubicBezTo>
                  <a:cubicBezTo>
                    <a:pt x="40263" y="534"/>
                    <a:pt x="38848" y="574"/>
                    <a:pt x="37428" y="574"/>
                  </a:cubicBezTo>
                  <a:cubicBezTo>
                    <a:pt x="32021" y="574"/>
                    <a:pt x="26559" y="0"/>
                    <a:pt x="211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515567" y="844546"/>
              <a:ext cx="2699761" cy="84257"/>
            </a:xfrm>
            <a:custGeom>
              <a:avLst/>
              <a:gdLst/>
              <a:ahLst/>
              <a:cxnLst/>
              <a:rect l="l" t="t" r="r" b="b"/>
              <a:pathLst>
                <a:path w="83487" h="2624" extrusionOk="0">
                  <a:moveTo>
                    <a:pt x="57972" y="1"/>
                  </a:moveTo>
                  <a:cubicBezTo>
                    <a:pt x="52757" y="1"/>
                    <a:pt x="46991" y="326"/>
                    <a:pt x="42256" y="835"/>
                  </a:cubicBezTo>
                  <a:cubicBezTo>
                    <a:pt x="41281" y="911"/>
                    <a:pt x="40296" y="940"/>
                    <a:pt x="39312" y="940"/>
                  </a:cubicBezTo>
                  <a:cubicBezTo>
                    <a:pt x="38433" y="940"/>
                    <a:pt x="37554" y="917"/>
                    <a:pt x="36683" y="883"/>
                  </a:cubicBezTo>
                  <a:cubicBezTo>
                    <a:pt x="33933" y="776"/>
                    <a:pt x="31195" y="526"/>
                    <a:pt x="28444" y="359"/>
                  </a:cubicBezTo>
                  <a:cubicBezTo>
                    <a:pt x="25503" y="169"/>
                    <a:pt x="22539" y="109"/>
                    <a:pt x="19586" y="38"/>
                  </a:cubicBezTo>
                  <a:cubicBezTo>
                    <a:pt x="18650" y="13"/>
                    <a:pt x="17684" y="2"/>
                    <a:pt x="16698" y="2"/>
                  </a:cubicBezTo>
                  <a:cubicBezTo>
                    <a:pt x="11424" y="2"/>
                    <a:pt x="5585" y="336"/>
                    <a:pt x="810" y="847"/>
                  </a:cubicBezTo>
                  <a:cubicBezTo>
                    <a:pt x="834" y="1550"/>
                    <a:pt x="0" y="1240"/>
                    <a:pt x="0" y="1943"/>
                  </a:cubicBezTo>
                  <a:cubicBezTo>
                    <a:pt x="12" y="2026"/>
                    <a:pt x="1262" y="2359"/>
                    <a:pt x="1274" y="2443"/>
                  </a:cubicBezTo>
                  <a:cubicBezTo>
                    <a:pt x="1742" y="2491"/>
                    <a:pt x="2194" y="2510"/>
                    <a:pt x="2631" y="2510"/>
                  </a:cubicBezTo>
                  <a:cubicBezTo>
                    <a:pt x="4100" y="2510"/>
                    <a:pt x="5412" y="2299"/>
                    <a:pt x="6661" y="2299"/>
                  </a:cubicBezTo>
                  <a:cubicBezTo>
                    <a:pt x="6687" y="2299"/>
                    <a:pt x="6713" y="2300"/>
                    <a:pt x="6739" y="2300"/>
                  </a:cubicBezTo>
                  <a:cubicBezTo>
                    <a:pt x="8323" y="2300"/>
                    <a:pt x="9894" y="2300"/>
                    <a:pt x="11478" y="2288"/>
                  </a:cubicBezTo>
                  <a:cubicBezTo>
                    <a:pt x="12270" y="2288"/>
                    <a:pt x="13064" y="2294"/>
                    <a:pt x="13858" y="2294"/>
                  </a:cubicBezTo>
                  <a:cubicBezTo>
                    <a:pt x="14651" y="2294"/>
                    <a:pt x="15443" y="2288"/>
                    <a:pt x="16229" y="2264"/>
                  </a:cubicBezTo>
                  <a:cubicBezTo>
                    <a:pt x="17489" y="2227"/>
                    <a:pt x="18752" y="2210"/>
                    <a:pt x="20015" y="2210"/>
                  </a:cubicBezTo>
                  <a:cubicBezTo>
                    <a:pt x="22042" y="2210"/>
                    <a:pt x="24069" y="2255"/>
                    <a:pt x="26087" y="2335"/>
                  </a:cubicBezTo>
                  <a:cubicBezTo>
                    <a:pt x="27730" y="2395"/>
                    <a:pt x="29361" y="2490"/>
                    <a:pt x="30992" y="2586"/>
                  </a:cubicBezTo>
                  <a:cubicBezTo>
                    <a:pt x="31484" y="2613"/>
                    <a:pt x="31980" y="2624"/>
                    <a:pt x="32478" y="2624"/>
                  </a:cubicBezTo>
                  <a:cubicBezTo>
                    <a:pt x="33473" y="2624"/>
                    <a:pt x="34473" y="2582"/>
                    <a:pt x="35457" y="2550"/>
                  </a:cubicBezTo>
                  <a:cubicBezTo>
                    <a:pt x="37222" y="2488"/>
                    <a:pt x="38988" y="2407"/>
                    <a:pt x="40753" y="2407"/>
                  </a:cubicBezTo>
                  <a:cubicBezTo>
                    <a:pt x="41381" y="2407"/>
                    <a:pt x="42009" y="2418"/>
                    <a:pt x="42637" y="2443"/>
                  </a:cubicBezTo>
                  <a:cubicBezTo>
                    <a:pt x="43099" y="2491"/>
                    <a:pt x="43546" y="2510"/>
                    <a:pt x="43979" y="2510"/>
                  </a:cubicBezTo>
                  <a:cubicBezTo>
                    <a:pt x="45433" y="2510"/>
                    <a:pt x="46736" y="2299"/>
                    <a:pt x="47976" y="2299"/>
                  </a:cubicBezTo>
                  <a:cubicBezTo>
                    <a:pt x="48002" y="2299"/>
                    <a:pt x="48028" y="2300"/>
                    <a:pt x="48054" y="2300"/>
                  </a:cubicBezTo>
                  <a:cubicBezTo>
                    <a:pt x="49637" y="2300"/>
                    <a:pt x="51221" y="2300"/>
                    <a:pt x="52805" y="2288"/>
                  </a:cubicBezTo>
                  <a:cubicBezTo>
                    <a:pt x="53703" y="2288"/>
                    <a:pt x="54608" y="2296"/>
                    <a:pt x="55513" y="2296"/>
                  </a:cubicBezTo>
                  <a:cubicBezTo>
                    <a:pt x="56192" y="2296"/>
                    <a:pt x="56870" y="2291"/>
                    <a:pt x="57543" y="2276"/>
                  </a:cubicBezTo>
                  <a:cubicBezTo>
                    <a:pt x="58830" y="2239"/>
                    <a:pt x="60118" y="2221"/>
                    <a:pt x="61407" y="2221"/>
                  </a:cubicBezTo>
                  <a:cubicBezTo>
                    <a:pt x="63410" y="2221"/>
                    <a:pt x="65414" y="2263"/>
                    <a:pt x="67413" y="2335"/>
                  </a:cubicBezTo>
                  <a:cubicBezTo>
                    <a:pt x="69045" y="2395"/>
                    <a:pt x="70676" y="2490"/>
                    <a:pt x="72307" y="2586"/>
                  </a:cubicBezTo>
                  <a:cubicBezTo>
                    <a:pt x="72799" y="2613"/>
                    <a:pt x="73295" y="2624"/>
                    <a:pt x="73793" y="2624"/>
                  </a:cubicBezTo>
                  <a:cubicBezTo>
                    <a:pt x="74787" y="2624"/>
                    <a:pt x="75788" y="2582"/>
                    <a:pt x="76772" y="2550"/>
                  </a:cubicBezTo>
                  <a:cubicBezTo>
                    <a:pt x="78554" y="2493"/>
                    <a:pt x="80336" y="2413"/>
                    <a:pt x="82118" y="2413"/>
                  </a:cubicBezTo>
                  <a:cubicBezTo>
                    <a:pt x="82575" y="2413"/>
                    <a:pt x="83031" y="2419"/>
                    <a:pt x="83487" y="2431"/>
                  </a:cubicBezTo>
                  <a:lnTo>
                    <a:pt x="83487" y="835"/>
                  </a:lnTo>
                  <a:cubicBezTo>
                    <a:pt x="82525" y="911"/>
                    <a:pt x="81556" y="940"/>
                    <a:pt x="80589" y="940"/>
                  </a:cubicBezTo>
                  <a:cubicBezTo>
                    <a:pt x="79726" y="940"/>
                    <a:pt x="78864" y="917"/>
                    <a:pt x="78010" y="883"/>
                  </a:cubicBezTo>
                  <a:lnTo>
                    <a:pt x="77998" y="883"/>
                  </a:lnTo>
                  <a:cubicBezTo>
                    <a:pt x="75248" y="776"/>
                    <a:pt x="72509" y="526"/>
                    <a:pt x="69759" y="359"/>
                  </a:cubicBezTo>
                  <a:cubicBezTo>
                    <a:pt x="66818" y="169"/>
                    <a:pt x="63854" y="109"/>
                    <a:pt x="60901" y="38"/>
                  </a:cubicBezTo>
                  <a:cubicBezTo>
                    <a:pt x="59952" y="13"/>
                    <a:pt x="58972" y="1"/>
                    <a:pt x="579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518251" y="944665"/>
              <a:ext cx="2696689" cy="113637"/>
            </a:xfrm>
            <a:custGeom>
              <a:avLst/>
              <a:gdLst/>
              <a:ahLst/>
              <a:cxnLst/>
              <a:rect l="l" t="t" r="r" b="b"/>
              <a:pathLst>
                <a:path w="83392" h="3539" extrusionOk="0">
                  <a:moveTo>
                    <a:pt x="20540" y="0"/>
                  </a:moveTo>
                  <a:cubicBezTo>
                    <a:pt x="20258" y="0"/>
                    <a:pt x="19975" y="1"/>
                    <a:pt x="19694" y="3"/>
                  </a:cubicBezTo>
                  <a:cubicBezTo>
                    <a:pt x="18086" y="3"/>
                    <a:pt x="16467" y="51"/>
                    <a:pt x="14860" y="63"/>
                  </a:cubicBezTo>
                  <a:cubicBezTo>
                    <a:pt x="11245" y="73"/>
                    <a:pt x="6844" y="240"/>
                    <a:pt x="2975" y="240"/>
                  </a:cubicBezTo>
                  <a:cubicBezTo>
                    <a:pt x="2205" y="240"/>
                    <a:pt x="1456" y="233"/>
                    <a:pt x="739" y="218"/>
                  </a:cubicBezTo>
                  <a:lnTo>
                    <a:pt x="739" y="218"/>
                  </a:lnTo>
                  <a:cubicBezTo>
                    <a:pt x="846" y="1122"/>
                    <a:pt x="1" y="1599"/>
                    <a:pt x="36" y="2515"/>
                  </a:cubicBezTo>
                  <a:cubicBezTo>
                    <a:pt x="36" y="2623"/>
                    <a:pt x="1179" y="3397"/>
                    <a:pt x="1179" y="3504"/>
                  </a:cubicBezTo>
                  <a:cubicBezTo>
                    <a:pt x="1506" y="3528"/>
                    <a:pt x="1846" y="3539"/>
                    <a:pt x="2196" y="3539"/>
                  </a:cubicBezTo>
                  <a:cubicBezTo>
                    <a:pt x="4814" y="3539"/>
                    <a:pt x="7990" y="2940"/>
                    <a:pt x="10532" y="2940"/>
                  </a:cubicBezTo>
                  <a:cubicBezTo>
                    <a:pt x="10655" y="2940"/>
                    <a:pt x="10775" y="2941"/>
                    <a:pt x="10895" y="2944"/>
                  </a:cubicBezTo>
                  <a:cubicBezTo>
                    <a:pt x="13895" y="3027"/>
                    <a:pt x="16896" y="3170"/>
                    <a:pt x="19896" y="3218"/>
                  </a:cubicBezTo>
                  <a:cubicBezTo>
                    <a:pt x="20646" y="3230"/>
                    <a:pt x="21396" y="3239"/>
                    <a:pt x="22146" y="3239"/>
                  </a:cubicBezTo>
                  <a:cubicBezTo>
                    <a:pt x="22896" y="3239"/>
                    <a:pt x="23646" y="3230"/>
                    <a:pt x="24397" y="3206"/>
                  </a:cubicBezTo>
                  <a:cubicBezTo>
                    <a:pt x="25837" y="3170"/>
                    <a:pt x="27278" y="3087"/>
                    <a:pt x="28719" y="3039"/>
                  </a:cubicBezTo>
                  <a:cubicBezTo>
                    <a:pt x="30089" y="2994"/>
                    <a:pt x="31464" y="2960"/>
                    <a:pt x="32838" y="2960"/>
                  </a:cubicBezTo>
                  <a:cubicBezTo>
                    <a:pt x="34376" y="2960"/>
                    <a:pt x="35912" y="3003"/>
                    <a:pt x="37434" y="3123"/>
                  </a:cubicBezTo>
                  <a:cubicBezTo>
                    <a:pt x="39101" y="3254"/>
                    <a:pt x="40803" y="3456"/>
                    <a:pt x="42494" y="3492"/>
                  </a:cubicBezTo>
                  <a:cubicBezTo>
                    <a:pt x="42494" y="3492"/>
                    <a:pt x="42494" y="3504"/>
                    <a:pt x="42494" y="3504"/>
                  </a:cubicBezTo>
                  <a:cubicBezTo>
                    <a:pt x="42821" y="3528"/>
                    <a:pt x="43161" y="3539"/>
                    <a:pt x="43511" y="3539"/>
                  </a:cubicBezTo>
                  <a:cubicBezTo>
                    <a:pt x="46129" y="3539"/>
                    <a:pt x="49305" y="2940"/>
                    <a:pt x="51847" y="2940"/>
                  </a:cubicBezTo>
                  <a:cubicBezTo>
                    <a:pt x="51969" y="2940"/>
                    <a:pt x="52090" y="2941"/>
                    <a:pt x="52210" y="2944"/>
                  </a:cubicBezTo>
                  <a:cubicBezTo>
                    <a:pt x="55210" y="3027"/>
                    <a:pt x="58210" y="3170"/>
                    <a:pt x="61211" y="3218"/>
                  </a:cubicBezTo>
                  <a:cubicBezTo>
                    <a:pt x="61961" y="3230"/>
                    <a:pt x="62711" y="3239"/>
                    <a:pt x="63461" y="3239"/>
                  </a:cubicBezTo>
                  <a:cubicBezTo>
                    <a:pt x="64211" y="3239"/>
                    <a:pt x="64961" y="3230"/>
                    <a:pt x="65711" y="3206"/>
                  </a:cubicBezTo>
                  <a:cubicBezTo>
                    <a:pt x="67152" y="3170"/>
                    <a:pt x="68593" y="3087"/>
                    <a:pt x="70033" y="3039"/>
                  </a:cubicBezTo>
                  <a:cubicBezTo>
                    <a:pt x="71403" y="2994"/>
                    <a:pt x="72779" y="2960"/>
                    <a:pt x="74152" y="2960"/>
                  </a:cubicBezTo>
                  <a:cubicBezTo>
                    <a:pt x="75691" y="2960"/>
                    <a:pt x="77226" y="3003"/>
                    <a:pt x="78749" y="3123"/>
                  </a:cubicBezTo>
                  <a:cubicBezTo>
                    <a:pt x="80284" y="3254"/>
                    <a:pt x="81844" y="3432"/>
                    <a:pt x="83392" y="3492"/>
                  </a:cubicBezTo>
                  <a:lnTo>
                    <a:pt x="83392" y="218"/>
                  </a:lnTo>
                  <a:cubicBezTo>
                    <a:pt x="82902" y="202"/>
                    <a:pt x="82412" y="196"/>
                    <a:pt x="81921" y="196"/>
                  </a:cubicBezTo>
                  <a:cubicBezTo>
                    <a:pt x="79738" y="196"/>
                    <a:pt x="77545" y="324"/>
                    <a:pt x="75367" y="372"/>
                  </a:cubicBezTo>
                  <a:cubicBezTo>
                    <a:pt x="75023" y="380"/>
                    <a:pt x="74679" y="384"/>
                    <a:pt x="74335" y="384"/>
                  </a:cubicBezTo>
                  <a:cubicBezTo>
                    <a:pt x="71531" y="384"/>
                    <a:pt x="68750" y="148"/>
                    <a:pt x="65949" y="63"/>
                  </a:cubicBezTo>
                  <a:cubicBezTo>
                    <a:pt x="64588" y="23"/>
                    <a:pt x="63219" y="0"/>
                    <a:pt x="61855" y="0"/>
                  </a:cubicBezTo>
                  <a:cubicBezTo>
                    <a:pt x="61572" y="0"/>
                    <a:pt x="61290" y="1"/>
                    <a:pt x="61008" y="3"/>
                  </a:cubicBezTo>
                  <a:cubicBezTo>
                    <a:pt x="59401" y="3"/>
                    <a:pt x="57782" y="63"/>
                    <a:pt x="56174" y="63"/>
                  </a:cubicBezTo>
                  <a:cubicBezTo>
                    <a:pt x="52560" y="73"/>
                    <a:pt x="48167" y="240"/>
                    <a:pt x="44294" y="240"/>
                  </a:cubicBezTo>
                  <a:cubicBezTo>
                    <a:pt x="43523" y="240"/>
                    <a:pt x="42773" y="233"/>
                    <a:pt x="42054" y="218"/>
                  </a:cubicBezTo>
                  <a:cubicBezTo>
                    <a:pt x="41564" y="202"/>
                    <a:pt x="41074" y="196"/>
                    <a:pt x="40583" y="196"/>
                  </a:cubicBezTo>
                  <a:cubicBezTo>
                    <a:pt x="38404" y="196"/>
                    <a:pt x="36220" y="324"/>
                    <a:pt x="34053" y="372"/>
                  </a:cubicBezTo>
                  <a:cubicBezTo>
                    <a:pt x="33708" y="380"/>
                    <a:pt x="33364" y="384"/>
                    <a:pt x="33021" y="384"/>
                  </a:cubicBezTo>
                  <a:cubicBezTo>
                    <a:pt x="30216" y="384"/>
                    <a:pt x="27435" y="148"/>
                    <a:pt x="24635" y="63"/>
                  </a:cubicBezTo>
                  <a:cubicBezTo>
                    <a:pt x="23274" y="23"/>
                    <a:pt x="21904" y="0"/>
                    <a:pt x="20540" y="0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7291764" y="815776"/>
              <a:ext cx="577936" cy="22862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601" y="1"/>
                  </a:moveTo>
                  <a:cubicBezTo>
                    <a:pt x="5731" y="1"/>
                    <a:pt x="2859" y="98"/>
                    <a:pt x="0" y="314"/>
                  </a:cubicBezTo>
                  <a:cubicBezTo>
                    <a:pt x="3215" y="481"/>
                    <a:pt x="6430" y="672"/>
                    <a:pt x="9656" y="707"/>
                  </a:cubicBezTo>
                  <a:cubicBezTo>
                    <a:pt x="9966" y="710"/>
                    <a:pt x="10277" y="712"/>
                    <a:pt x="10587" y="712"/>
                  </a:cubicBezTo>
                  <a:cubicBezTo>
                    <a:pt x="13010" y="712"/>
                    <a:pt x="15455" y="622"/>
                    <a:pt x="17872" y="326"/>
                  </a:cubicBezTo>
                  <a:cubicBezTo>
                    <a:pt x="17276" y="279"/>
                    <a:pt x="16669" y="243"/>
                    <a:pt x="16074" y="207"/>
                  </a:cubicBezTo>
                  <a:cubicBezTo>
                    <a:pt x="13592" y="74"/>
                    <a:pt x="11097" y="1"/>
                    <a:pt x="8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539044" y="753226"/>
              <a:ext cx="2676284" cy="56578"/>
            </a:xfrm>
            <a:custGeom>
              <a:avLst/>
              <a:gdLst/>
              <a:ahLst/>
              <a:cxnLst/>
              <a:rect l="l" t="t" r="r" b="b"/>
              <a:pathLst>
                <a:path w="82761" h="1762" extrusionOk="0">
                  <a:moveTo>
                    <a:pt x="56437" y="1"/>
                  </a:moveTo>
                  <a:cubicBezTo>
                    <a:pt x="50871" y="1"/>
                    <a:pt x="43056" y="156"/>
                    <a:pt x="41411" y="238"/>
                  </a:cubicBezTo>
                  <a:cubicBezTo>
                    <a:pt x="39517" y="322"/>
                    <a:pt x="37636" y="346"/>
                    <a:pt x="35743" y="357"/>
                  </a:cubicBezTo>
                  <a:cubicBezTo>
                    <a:pt x="32707" y="357"/>
                    <a:pt x="29659" y="298"/>
                    <a:pt x="26623" y="226"/>
                  </a:cubicBezTo>
                  <a:cubicBezTo>
                    <a:pt x="23575" y="155"/>
                    <a:pt x="20515" y="48"/>
                    <a:pt x="17455" y="12"/>
                  </a:cubicBezTo>
                  <a:cubicBezTo>
                    <a:pt x="16770" y="5"/>
                    <a:pt x="16010" y="1"/>
                    <a:pt x="15202" y="1"/>
                  </a:cubicBezTo>
                  <a:cubicBezTo>
                    <a:pt x="9523" y="1"/>
                    <a:pt x="1449" y="167"/>
                    <a:pt x="1" y="250"/>
                  </a:cubicBezTo>
                  <a:cubicBezTo>
                    <a:pt x="36" y="738"/>
                    <a:pt x="489" y="1096"/>
                    <a:pt x="513" y="1596"/>
                  </a:cubicBezTo>
                  <a:cubicBezTo>
                    <a:pt x="1086" y="1717"/>
                    <a:pt x="1747" y="1759"/>
                    <a:pt x="2448" y="1759"/>
                  </a:cubicBezTo>
                  <a:cubicBezTo>
                    <a:pt x="4059" y="1759"/>
                    <a:pt x="5886" y="1536"/>
                    <a:pt x="7374" y="1536"/>
                  </a:cubicBezTo>
                  <a:cubicBezTo>
                    <a:pt x="7401" y="1536"/>
                    <a:pt x="7427" y="1536"/>
                    <a:pt x="7454" y="1536"/>
                  </a:cubicBezTo>
                  <a:cubicBezTo>
                    <a:pt x="11300" y="1560"/>
                    <a:pt x="15133" y="1560"/>
                    <a:pt x="18967" y="1560"/>
                  </a:cubicBezTo>
                  <a:cubicBezTo>
                    <a:pt x="21896" y="1560"/>
                    <a:pt x="24789" y="1417"/>
                    <a:pt x="27706" y="1274"/>
                  </a:cubicBezTo>
                  <a:cubicBezTo>
                    <a:pt x="29962" y="1159"/>
                    <a:pt x="32218" y="1057"/>
                    <a:pt x="34479" y="1057"/>
                  </a:cubicBezTo>
                  <a:cubicBezTo>
                    <a:pt x="35249" y="1057"/>
                    <a:pt x="36020" y="1068"/>
                    <a:pt x="36791" y="1096"/>
                  </a:cubicBezTo>
                  <a:cubicBezTo>
                    <a:pt x="38470" y="1143"/>
                    <a:pt x="40184" y="1286"/>
                    <a:pt x="41827" y="1584"/>
                  </a:cubicBezTo>
                  <a:lnTo>
                    <a:pt x="41827" y="1596"/>
                  </a:lnTo>
                  <a:cubicBezTo>
                    <a:pt x="42409" y="1719"/>
                    <a:pt x="43080" y="1761"/>
                    <a:pt x="43792" y="1761"/>
                  </a:cubicBezTo>
                  <a:cubicBezTo>
                    <a:pt x="45425" y="1761"/>
                    <a:pt x="47276" y="1536"/>
                    <a:pt x="48769" y="1536"/>
                  </a:cubicBezTo>
                  <a:cubicBezTo>
                    <a:pt x="52614" y="1560"/>
                    <a:pt x="56448" y="1560"/>
                    <a:pt x="60282" y="1560"/>
                  </a:cubicBezTo>
                  <a:cubicBezTo>
                    <a:pt x="63211" y="1560"/>
                    <a:pt x="66104" y="1417"/>
                    <a:pt x="69021" y="1274"/>
                  </a:cubicBezTo>
                  <a:cubicBezTo>
                    <a:pt x="71277" y="1159"/>
                    <a:pt x="73533" y="1057"/>
                    <a:pt x="75794" y="1057"/>
                  </a:cubicBezTo>
                  <a:cubicBezTo>
                    <a:pt x="76564" y="1057"/>
                    <a:pt x="77334" y="1068"/>
                    <a:pt x="78106" y="1096"/>
                  </a:cubicBezTo>
                  <a:cubicBezTo>
                    <a:pt x="79653" y="1143"/>
                    <a:pt x="81237" y="1262"/>
                    <a:pt x="82761" y="1524"/>
                  </a:cubicBezTo>
                  <a:lnTo>
                    <a:pt x="82761" y="238"/>
                  </a:lnTo>
                  <a:cubicBezTo>
                    <a:pt x="80856" y="322"/>
                    <a:pt x="78963" y="346"/>
                    <a:pt x="77058" y="357"/>
                  </a:cubicBezTo>
                  <a:cubicBezTo>
                    <a:pt x="74022" y="357"/>
                    <a:pt x="70974" y="298"/>
                    <a:pt x="67938" y="226"/>
                  </a:cubicBezTo>
                  <a:cubicBezTo>
                    <a:pt x="64890" y="155"/>
                    <a:pt x="61830" y="48"/>
                    <a:pt x="58770" y="12"/>
                  </a:cubicBezTo>
                  <a:cubicBezTo>
                    <a:pt x="58062" y="4"/>
                    <a:pt x="57275" y="1"/>
                    <a:pt x="56437" y="1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551753" y="1068193"/>
              <a:ext cx="2663575" cy="69839"/>
            </a:xfrm>
            <a:custGeom>
              <a:avLst/>
              <a:gdLst/>
              <a:ahLst/>
              <a:cxnLst/>
              <a:rect l="l" t="t" r="r" b="b"/>
              <a:pathLst>
                <a:path w="82368" h="2175" extrusionOk="0">
                  <a:moveTo>
                    <a:pt x="73179" y="1"/>
                  </a:moveTo>
                  <a:cubicBezTo>
                    <a:pt x="71470" y="1"/>
                    <a:pt x="69755" y="63"/>
                    <a:pt x="68057" y="133"/>
                  </a:cubicBezTo>
                  <a:cubicBezTo>
                    <a:pt x="66592" y="192"/>
                    <a:pt x="65140" y="264"/>
                    <a:pt x="63675" y="288"/>
                  </a:cubicBezTo>
                  <a:cubicBezTo>
                    <a:pt x="63256" y="294"/>
                    <a:pt x="62837" y="297"/>
                    <a:pt x="62418" y="297"/>
                  </a:cubicBezTo>
                  <a:cubicBezTo>
                    <a:pt x="61337" y="297"/>
                    <a:pt x="60256" y="278"/>
                    <a:pt x="59175" y="252"/>
                  </a:cubicBezTo>
                  <a:cubicBezTo>
                    <a:pt x="58456" y="235"/>
                    <a:pt x="57721" y="227"/>
                    <a:pt x="56973" y="227"/>
                  </a:cubicBezTo>
                  <a:cubicBezTo>
                    <a:pt x="52059" y="227"/>
                    <a:pt x="46601" y="553"/>
                    <a:pt x="41744" y="573"/>
                  </a:cubicBezTo>
                  <a:lnTo>
                    <a:pt x="41744" y="562"/>
                  </a:lnTo>
                  <a:cubicBezTo>
                    <a:pt x="39636" y="538"/>
                    <a:pt x="37517" y="252"/>
                    <a:pt x="35433" y="109"/>
                  </a:cubicBezTo>
                  <a:cubicBezTo>
                    <a:pt x="34281" y="33"/>
                    <a:pt x="33121" y="4"/>
                    <a:pt x="31959" y="4"/>
                  </a:cubicBezTo>
                  <a:cubicBezTo>
                    <a:pt x="30217" y="4"/>
                    <a:pt x="28471" y="69"/>
                    <a:pt x="26742" y="133"/>
                  </a:cubicBezTo>
                  <a:cubicBezTo>
                    <a:pt x="25289" y="192"/>
                    <a:pt x="23825" y="264"/>
                    <a:pt x="22372" y="288"/>
                  </a:cubicBezTo>
                  <a:cubicBezTo>
                    <a:pt x="21953" y="294"/>
                    <a:pt x="21534" y="297"/>
                    <a:pt x="21114" y="297"/>
                  </a:cubicBezTo>
                  <a:cubicBezTo>
                    <a:pt x="20030" y="297"/>
                    <a:pt x="18944" y="278"/>
                    <a:pt x="17872" y="252"/>
                  </a:cubicBezTo>
                  <a:cubicBezTo>
                    <a:pt x="17164" y="235"/>
                    <a:pt x="16441" y="228"/>
                    <a:pt x="15706" y="228"/>
                  </a:cubicBezTo>
                  <a:cubicBezTo>
                    <a:pt x="10625" y="228"/>
                    <a:pt x="4972" y="573"/>
                    <a:pt x="0" y="573"/>
                  </a:cubicBezTo>
                  <a:cubicBezTo>
                    <a:pt x="12" y="1038"/>
                    <a:pt x="215" y="1693"/>
                    <a:pt x="215" y="2157"/>
                  </a:cubicBezTo>
                  <a:cubicBezTo>
                    <a:pt x="673" y="2169"/>
                    <a:pt x="1133" y="2174"/>
                    <a:pt x="1595" y="2174"/>
                  </a:cubicBezTo>
                  <a:cubicBezTo>
                    <a:pt x="7038" y="2174"/>
                    <a:pt x="12664" y="1427"/>
                    <a:pt x="17945" y="1427"/>
                  </a:cubicBezTo>
                  <a:cubicBezTo>
                    <a:pt x="18621" y="1427"/>
                    <a:pt x="19292" y="1439"/>
                    <a:pt x="19955" y="1466"/>
                  </a:cubicBezTo>
                  <a:cubicBezTo>
                    <a:pt x="24277" y="1645"/>
                    <a:pt x="28564" y="2050"/>
                    <a:pt x="32897" y="2086"/>
                  </a:cubicBezTo>
                  <a:cubicBezTo>
                    <a:pt x="35779" y="2109"/>
                    <a:pt x="38660" y="2086"/>
                    <a:pt x="41529" y="2157"/>
                  </a:cubicBezTo>
                  <a:cubicBezTo>
                    <a:pt x="41988" y="2169"/>
                    <a:pt x="42448" y="2174"/>
                    <a:pt x="42909" y="2174"/>
                  </a:cubicBezTo>
                  <a:cubicBezTo>
                    <a:pt x="48353" y="2174"/>
                    <a:pt x="53979" y="1427"/>
                    <a:pt x="59259" y="1427"/>
                  </a:cubicBezTo>
                  <a:cubicBezTo>
                    <a:pt x="59936" y="1427"/>
                    <a:pt x="60606" y="1439"/>
                    <a:pt x="61270" y="1466"/>
                  </a:cubicBezTo>
                  <a:cubicBezTo>
                    <a:pt x="65592" y="1645"/>
                    <a:pt x="69878" y="2050"/>
                    <a:pt x="74212" y="2086"/>
                  </a:cubicBezTo>
                  <a:cubicBezTo>
                    <a:pt x="76927" y="2109"/>
                    <a:pt x="79653" y="2086"/>
                    <a:pt x="82368" y="2145"/>
                  </a:cubicBezTo>
                  <a:lnTo>
                    <a:pt x="82368" y="550"/>
                  </a:lnTo>
                  <a:cubicBezTo>
                    <a:pt x="80487" y="478"/>
                    <a:pt x="78606" y="240"/>
                    <a:pt x="76748" y="109"/>
                  </a:cubicBezTo>
                  <a:lnTo>
                    <a:pt x="76736" y="109"/>
                  </a:lnTo>
                  <a:cubicBezTo>
                    <a:pt x="75558" y="31"/>
                    <a:pt x="74370" y="1"/>
                    <a:pt x="73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535972" y="1149591"/>
              <a:ext cx="2678968" cy="75426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627755" y="815776"/>
              <a:ext cx="577968" cy="22862"/>
            </a:xfrm>
            <a:custGeom>
              <a:avLst/>
              <a:gdLst/>
              <a:ahLst/>
              <a:cxnLst/>
              <a:rect l="l" t="t" r="r" b="b"/>
              <a:pathLst>
                <a:path w="17873" h="712" extrusionOk="0">
                  <a:moveTo>
                    <a:pt x="8601" y="1"/>
                  </a:moveTo>
                  <a:cubicBezTo>
                    <a:pt x="5732" y="1"/>
                    <a:pt x="2860" y="98"/>
                    <a:pt x="1" y="314"/>
                  </a:cubicBezTo>
                  <a:cubicBezTo>
                    <a:pt x="3216" y="481"/>
                    <a:pt x="6430" y="672"/>
                    <a:pt x="9657" y="707"/>
                  </a:cubicBezTo>
                  <a:cubicBezTo>
                    <a:pt x="9967" y="710"/>
                    <a:pt x="10277" y="712"/>
                    <a:pt x="10588" y="712"/>
                  </a:cubicBezTo>
                  <a:cubicBezTo>
                    <a:pt x="13011" y="712"/>
                    <a:pt x="15456" y="622"/>
                    <a:pt x="17872" y="326"/>
                  </a:cubicBezTo>
                  <a:cubicBezTo>
                    <a:pt x="17277" y="279"/>
                    <a:pt x="16670" y="243"/>
                    <a:pt x="16074" y="207"/>
                  </a:cubicBezTo>
                  <a:cubicBezTo>
                    <a:pt x="13593" y="74"/>
                    <a:pt x="11098" y="1"/>
                    <a:pt x="8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062561" y="1218114"/>
              <a:ext cx="481699" cy="13518"/>
            </a:xfrm>
            <a:custGeom>
              <a:avLst/>
              <a:gdLst/>
              <a:ahLst/>
              <a:cxnLst/>
              <a:rect l="l" t="t" r="r" b="b"/>
              <a:pathLst>
                <a:path w="14896" h="421" extrusionOk="0">
                  <a:moveTo>
                    <a:pt x="13764" y="0"/>
                  </a:moveTo>
                  <a:cubicBezTo>
                    <a:pt x="9180" y="48"/>
                    <a:pt x="4585" y="131"/>
                    <a:pt x="1" y="238"/>
                  </a:cubicBezTo>
                  <a:cubicBezTo>
                    <a:pt x="2004" y="359"/>
                    <a:pt x="4007" y="420"/>
                    <a:pt x="6010" y="420"/>
                  </a:cubicBezTo>
                  <a:cubicBezTo>
                    <a:pt x="7377" y="420"/>
                    <a:pt x="8743" y="392"/>
                    <a:pt x="10109" y="334"/>
                  </a:cubicBezTo>
                  <a:cubicBezTo>
                    <a:pt x="11704" y="274"/>
                    <a:pt x="13300" y="155"/>
                    <a:pt x="148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532900" y="1252697"/>
              <a:ext cx="2682428" cy="41904"/>
            </a:xfrm>
            <a:custGeom>
              <a:avLst/>
              <a:gdLst/>
              <a:ahLst/>
              <a:cxnLst/>
              <a:rect l="l" t="t" r="r" b="b"/>
              <a:pathLst>
                <a:path w="82951" h="1305" extrusionOk="0">
                  <a:moveTo>
                    <a:pt x="21178" y="1"/>
                  </a:moveTo>
                  <a:cubicBezTo>
                    <a:pt x="20372" y="1"/>
                    <a:pt x="19568" y="14"/>
                    <a:pt x="18764" y="42"/>
                  </a:cubicBezTo>
                  <a:cubicBezTo>
                    <a:pt x="15911" y="141"/>
                    <a:pt x="13113" y="322"/>
                    <a:pt x="10286" y="322"/>
                  </a:cubicBezTo>
                  <a:cubicBezTo>
                    <a:pt x="9374" y="322"/>
                    <a:pt x="8458" y="303"/>
                    <a:pt x="7537" y="257"/>
                  </a:cubicBezTo>
                  <a:cubicBezTo>
                    <a:pt x="5917" y="173"/>
                    <a:pt x="4298" y="90"/>
                    <a:pt x="2679" y="90"/>
                  </a:cubicBezTo>
                  <a:cubicBezTo>
                    <a:pt x="2346" y="90"/>
                    <a:pt x="786" y="423"/>
                    <a:pt x="119" y="447"/>
                  </a:cubicBezTo>
                  <a:cubicBezTo>
                    <a:pt x="143" y="745"/>
                    <a:pt x="0" y="900"/>
                    <a:pt x="24" y="1197"/>
                  </a:cubicBezTo>
                  <a:cubicBezTo>
                    <a:pt x="150" y="1198"/>
                    <a:pt x="279" y="1199"/>
                    <a:pt x="409" y="1199"/>
                  </a:cubicBezTo>
                  <a:cubicBezTo>
                    <a:pt x="3151" y="1199"/>
                    <a:pt x="6710" y="971"/>
                    <a:pt x="9358" y="959"/>
                  </a:cubicBezTo>
                  <a:cubicBezTo>
                    <a:pt x="10900" y="947"/>
                    <a:pt x="12445" y="938"/>
                    <a:pt x="13990" y="938"/>
                  </a:cubicBezTo>
                  <a:cubicBezTo>
                    <a:pt x="15535" y="938"/>
                    <a:pt x="17080" y="947"/>
                    <a:pt x="18621" y="971"/>
                  </a:cubicBezTo>
                  <a:cubicBezTo>
                    <a:pt x="21669" y="1031"/>
                    <a:pt x="24717" y="1138"/>
                    <a:pt x="27765" y="1197"/>
                  </a:cubicBezTo>
                  <a:cubicBezTo>
                    <a:pt x="30265" y="1257"/>
                    <a:pt x="32769" y="1301"/>
                    <a:pt x="35270" y="1301"/>
                  </a:cubicBezTo>
                  <a:cubicBezTo>
                    <a:pt x="37296" y="1301"/>
                    <a:pt x="39319" y="1272"/>
                    <a:pt x="41339" y="1197"/>
                  </a:cubicBezTo>
                  <a:cubicBezTo>
                    <a:pt x="41465" y="1198"/>
                    <a:pt x="41594" y="1199"/>
                    <a:pt x="41724" y="1199"/>
                  </a:cubicBezTo>
                  <a:cubicBezTo>
                    <a:pt x="44465" y="1199"/>
                    <a:pt x="48025" y="971"/>
                    <a:pt x="50673" y="959"/>
                  </a:cubicBezTo>
                  <a:cubicBezTo>
                    <a:pt x="52215" y="947"/>
                    <a:pt x="53760" y="938"/>
                    <a:pt x="55305" y="938"/>
                  </a:cubicBezTo>
                  <a:cubicBezTo>
                    <a:pt x="56849" y="938"/>
                    <a:pt x="58394" y="947"/>
                    <a:pt x="59936" y="971"/>
                  </a:cubicBezTo>
                  <a:cubicBezTo>
                    <a:pt x="62984" y="1031"/>
                    <a:pt x="66032" y="1138"/>
                    <a:pt x="69080" y="1197"/>
                  </a:cubicBezTo>
                  <a:cubicBezTo>
                    <a:pt x="71613" y="1256"/>
                    <a:pt x="74149" y="1304"/>
                    <a:pt x="76685" y="1304"/>
                  </a:cubicBezTo>
                  <a:cubicBezTo>
                    <a:pt x="78774" y="1304"/>
                    <a:pt x="80864" y="1271"/>
                    <a:pt x="82951" y="1185"/>
                  </a:cubicBezTo>
                  <a:lnTo>
                    <a:pt x="82951" y="435"/>
                  </a:lnTo>
                  <a:cubicBezTo>
                    <a:pt x="81558" y="532"/>
                    <a:pt x="80159" y="570"/>
                    <a:pt x="78757" y="570"/>
                  </a:cubicBezTo>
                  <a:cubicBezTo>
                    <a:pt x="73352" y="570"/>
                    <a:pt x="67891" y="1"/>
                    <a:pt x="62486" y="1"/>
                  </a:cubicBezTo>
                  <a:cubicBezTo>
                    <a:pt x="61682" y="1"/>
                    <a:pt x="60880" y="14"/>
                    <a:pt x="60079" y="42"/>
                  </a:cubicBezTo>
                  <a:cubicBezTo>
                    <a:pt x="57211" y="142"/>
                    <a:pt x="54398" y="317"/>
                    <a:pt x="51556" y="317"/>
                  </a:cubicBezTo>
                  <a:cubicBezTo>
                    <a:pt x="50658" y="317"/>
                    <a:pt x="49758" y="300"/>
                    <a:pt x="48851" y="257"/>
                  </a:cubicBezTo>
                  <a:cubicBezTo>
                    <a:pt x="47232" y="173"/>
                    <a:pt x="45613" y="90"/>
                    <a:pt x="43994" y="90"/>
                  </a:cubicBezTo>
                  <a:cubicBezTo>
                    <a:pt x="43696" y="90"/>
                    <a:pt x="42422" y="352"/>
                    <a:pt x="41672" y="435"/>
                  </a:cubicBezTo>
                  <a:cubicBezTo>
                    <a:pt x="40277" y="532"/>
                    <a:pt x="38876" y="570"/>
                    <a:pt x="37472" y="570"/>
                  </a:cubicBezTo>
                  <a:cubicBezTo>
                    <a:pt x="32061" y="570"/>
                    <a:pt x="26597" y="1"/>
                    <a:pt x="21178" y="1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6514015" y="1403485"/>
              <a:ext cx="2701313" cy="84000"/>
            </a:xfrm>
            <a:custGeom>
              <a:avLst/>
              <a:gdLst/>
              <a:ahLst/>
              <a:cxnLst/>
              <a:rect l="l" t="t" r="r" b="b"/>
              <a:pathLst>
                <a:path w="83535" h="2616" extrusionOk="0">
                  <a:moveTo>
                    <a:pt x="57977" y="1"/>
                  </a:moveTo>
                  <a:cubicBezTo>
                    <a:pt x="52762" y="1"/>
                    <a:pt x="46991" y="324"/>
                    <a:pt x="42268" y="823"/>
                  </a:cubicBezTo>
                  <a:cubicBezTo>
                    <a:pt x="41293" y="899"/>
                    <a:pt x="40308" y="928"/>
                    <a:pt x="39324" y="928"/>
                  </a:cubicBezTo>
                  <a:cubicBezTo>
                    <a:pt x="38445" y="928"/>
                    <a:pt x="37566" y="905"/>
                    <a:pt x="36696" y="871"/>
                  </a:cubicBezTo>
                  <a:cubicBezTo>
                    <a:pt x="33933" y="764"/>
                    <a:pt x="31195" y="526"/>
                    <a:pt x="28445" y="347"/>
                  </a:cubicBezTo>
                  <a:cubicBezTo>
                    <a:pt x="25504" y="168"/>
                    <a:pt x="22551" y="109"/>
                    <a:pt x="19598" y="37"/>
                  </a:cubicBezTo>
                  <a:cubicBezTo>
                    <a:pt x="18661" y="13"/>
                    <a:pt x="17692" y="1"/>
                    <a:pt x="16704" y="1"/>
                  </a:cubicBezTo>
                  <a:cubicBezTo>
                    <a:pt x="11429" y="1"/>
                    <a:pt x="5585" y="334"/>
                    <a:pt x="822" y="835"/>
                  </a:cubicBezTo>
                  <a:cubicBezTo>
                    <a:pt x="834" y="1538"/>
                    <a:pt x="1" y="1240"/>
                    <a:pt x="1" y="1942"/>
                  </a:cubicBezTo>
                  <a:cubicBezTo>
                    <a:pt x="13" y="2014"/>
                    <a:pt x="1275" y="2359"/>
                    <a:pt x="1287" y="2443"/>
                  </a:cubicBezTo>
                  <a:cubicBezTo>
                    <a:pt x="1753" y="2491"/>
                    <a:pt x="2202" y="2509"/>
                    <a:pt x="2637" y="2509"/>
                  </a:cubicBezTo>
                  <a:cubicBezTo>
                    <a:pt x="4136" y="2509"/>
                    <a:pt x="5466" y="2288"/>
                    <a:pt x="6740" y="2288"/>
                  </a:cubicBezTo>
                  <a:cubicBezTo>
                    <a:pt x="7267" y="2292"/>
                    <a:pt x="7795" y="2293"/>
                    <a:pt x="8323" y="2293"/>
                  </a:cubicBezTo>
                  <a:cubicBezTo>
                    <a:pt x="9379" y="2293"/>
                    <a:pt x="10435" y="2288"/>
                    <a:pt x="11490" y="2288"/>
                  </a:cubicBezTo>
                  <a:cubicBezTo>
                    <a:pt x="11744" y="2286"/>
                    <a:pt x="11998" y="2285"/>
                    <a:pt x="12252" y="2285"/>
                  </a:cubicBezTo>
                  <a:cubicBezTo>
                    <a:pt x="12896" y="2285"/>
                    <a:pt x="13540" y="2290"/>
                    <a:pt x="14183" y="2290"/>
                  </a:cubicBezTo>
                  <a:cubicBezTo>
                    <a:pt x="14869" y="2290"/>
                    <a:pt x="15555" y="2285"/>
                    <a:pt x="16241" y="2264"/>
                  </a:cubicBezTo>
                  <a:cubicBezTo>
                    <a:pt x="17527" y="2227"/>
                    <a:pt x="18814" y="2209"/>
                    <a:pt x="20100" y="2209"/>
                  </a:cubicBezTo>
                  <a:cubicBezTo>
                    <a:pt x="22100" y="2209"/>
                    <a:pt x="24100" y="2251"/>
                    <a:pt x="26099" y="2323"/>
                  </a:cubicBezTo>
                  <a:cubicBezTo>
                    <a:pt x="27730" y="2395"/>
                    <a:pt x="29361" y="2490"/>
                    <a:pt x="30993" y="2573"/>
                  </a:cubicBezTo>
                  <a:cubicBezTo>
                    <a:pt x="31533" y="2604"/>
                    <a:pt x="32075" y="2615"/>
                    <a:pt x="32617" y="2615"/>
                  </a:cubicBezTo>
                  <a:cubicBezTo>
                    <a:pt x="33569" y="2615"/>
                    <a:pt x="34521" y="2580"/>
                    <a:pt x="35469" y="2550"/>
                  </a:cubicBezTo>
                  <a:cubicBezTo>
                    <a:pt x="37226" y="2488"/>
                    <a:pt x="38995" y="2407"/>
                    <a:pt x="40759" y="2407"/>
                  </a:cubicBezTo>
                  <a:cubicBezTo>
                    <a:pt x="41386" y="2407"/>
                    <a:pt x="42012" y="2418"/>
                    <a:pt x="42637" y="2443"/>
                  </a:cubicBezTo>
                  <a:cubicBezTo>
                    <a:pt x="43102" y="2491"/>
                    <a:pt x="43550" y="2510"/>
                    <a:pt x="43984" y="2510"/>
                  </a:cubicBezTo>
                  <a:cubicBezTo>
                    <a:pt x="45441" y="2510"/>
                    <a:pt x="46737" y="2299"/>
                    <a:pt x="47976" y="2299"/>
                  </a:cubicBezTo>
                  <a:cubicBezTo>
                    <a:pt x="48002" y="2299"/>
                    <a:pt x="48028" y="2299"/>
                    <a:pt x="48054" y="2300"/>
                  </a:cubicBezTo>
                  <a:cubicBezTo>
                    <a:pt x="49638" y="2300"/>
                    <a:pt x="51221" y="2300"/>
                    <a:pt x="52805" y="2288"/>
                  </a:cubicBezTo>
                  <a:cubicBezTo>
                    <a:pt x="53059" y="2286"/>
                    <a:pt x="53313" y="2285"/>
                    <a:pt x="53567" y="2285"/>
                  </a:cubicBezTo>
                  <a:cubicBezTo>
                    <a:pt x="54210" y="2285"/>
                    <a:pt x="54854" y="2290"/>
                    <a:pt x="55498" y="2290"/>
                  </a:cubicBezTo>
                  <a:cubicBezTo>
                    <a:pt x="56184" y="2290"/>
                    <a:pt x="56870" y="2285"/>
                    <a:pt x="57555" y="2264"/>
                  </a:cubicBezTo>
                  <a:cubicBezTo>
                    <a:pt x="58816" y="2227"/>
                    <a:pt x="60077" y="2210"/>
                    <a:pt x="61338" y="2210"/>
                  </a:cubicBezTo>
                  <a:cubicBezTo>
                    <a:pt x="63363" y="2210"/>
                    <a:pt x="65389" y="2255"/>
                    <a:pt x="67414" y="2335"/>
                  </a:cubicBezTo>
                  <a:cubicBezTo>
                    <a:pt x="69045" y="2395"/>
                    <a:pt x="70676" y="2490"/>
                    <a:pt x="72319" y="2573"/>
                  </a:cubicBezTo>
                  <a:cubicBezTo>
                    <a:pt x="72855" y="2604"/>
                    <a:pt x="73396" y="2615"/>
                    <a:pt x="73938" y="2615"/>
                  </a:cubicBezTo>
                  <a:cubicBezTo>
                    <a:pt x="74889" y="2615"/>
                    <a:pt x="75844" y="2580"/>
                    <a:pt x="76784" y="2550"/>
                  </a:cubicBezTo>
                  <a:cubicBezTo>
                    <a:pt x="78508" y="2486"/>
                    <a:pt x="80245" y="2407"/>
                    <a:pt x="81981" y="2407"/>
                  </a:cubicBezTo>
                  <a:cubicBezTo>
                    <a:pt x="82499" y="2407"/>
                    <a:pt x="83017" y="2414"/>
                    <a:pt x="83535" y="2431"/>
                  </a:cubicBezTo>
                  <a:lnTo>
                    <a:pt x="83535" y="835"/>
                  </a:lnTo>
                  <a:cubicBezTo>
                    <a:pt x="82591" y="903"/>
                    <a:pt x="81641" y="929"/>
                    <a:pt x="80691" y="929"/>
                  </a:cubicBezTo>
                  <a:cubicBezTo>
                    <a:pt x="79795" y="929"/>
                    <a:pt x="78900" y="906"/>
                    <a:pt x="78010" y="871"/>
                  </a:cubicBezTo>
                  <a:cubicBezTo>
                    <a:pt x="75248" y="764"/>
                    <a:pt x="72510" y="526"/>
                    <a:pt x="69771" y="347"/>
                  </a:cubicBezTo>
                  <a:cubicBezTo>
                    <a:pt x="66830" y="168"/>
                    <a:pt x="63866" y="109"/>
                    <a:pt x="60913" y="37"/>
                  </a:cubicBezTo>
                  <a:cubicBezTo>
                    <a:pt x="59963" y="13"/>
                    <a:pt x="58980" y="1"/>
                    <a:pt x="57977" y="1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6517087" y="1503315"/>
              <a:ext cx="2698241" cy="113926"/>
            </a:xfrm>
            <a:custGeom>
              <a:avLst/>
              <a:gdLst/>
              <a:ahLst/>
              <a:cxnLst/>
              <a:rect l="l" t="t" r="r" b="b"/>
              <a:pathLst>
                <a:path w="83440" h="3548" extrusionOk="0">
                  <a:moveTo>
                    <a:pt x="19694" y="0"/>
                  </a:moveTo>
                  <a:cubicBezTo>
                    <a:pt x="18075" y="12"/>
                    <a:pt x="16467" y="60"/>
                    <a:pt x="14848" y="60"/>
                  </a:cubicBezTo>
                  <a:cubicBezTo>
                    <a:pt x="11286" y="70"/>
                    <a:pt x="6947" y="241"/>
                    <a:pt x="3105" y="241"/>
                  </a:cubicBezTo>
                  <a:cubicBezTo>
                    <a:pt x="2285" y="241"/>
                    <a:pt x="1489" y="233"/>
                    <a:pt x="727" y="215"/>
                  </a:cubicBezTo>
                  <a:lnTo>
                    <a:pt x="727" y="215"/>
                  </a:lnTo>
                  <a:cubicBezTo>
                    <a:pt x="846" y="1131"/>
                    <a:pt x="1" y="1608"/>
                    <a:pt x="37" y="2524"/>
                  </a:cubicBezTo>
                  <a:cubicBezTo>
                    <a:pt x="37" y="2632"/>
                    <a:pt x="1168" y="3405"/>
                    <a:pt x="1168" y="3501"/>
                  </a:cubicBezTo>
                  <a:cubicBezTo>
                    <a:pt x="1508" y="3527"/>
                    <a:pt x="1862" y="3539"/>
                    <a:pt x="2227" y="3539"/>
                  </a:cubicBezTo>
                  <a:cubicBezTo>
                    <a:pt x="4825" y="3539"/>
                    <a:pt x="7949" y="2947"/>
                    <a:pt x="10478" y="2947"/>
                  </a:cubicBezTo>
                  <a:cubicBezTo>
                    <a:pt x="10619" y="2947"/>
                    <a:pt x="10758" y="2949"/>
                    <a:pt x="10895" y="2953"/>
                  </a:cubicBezTo>
                  <a:cubicBezTo>
                    <a:pt x="13896" y="3024"/>
                    <a:pt x="16884" y="3167"/>
                    <a:pt x="19896" y="3227"/>
                  </a:cubicBezTo>
                  <a:cubicBezTo>
                    <a:pt x="20571" y="3238"/>
                    <a:pt x="21245" y="3243"/>
                    <a:pt x="21919" y="3243"/>
                  </a:cubicBezTo>
                  <a:cubicBezTo>
                    <a:pt x="22745" y="3243"/>
                    <a:pt x="23571" y="3235"/>
                    <a:pt x="24397" y="3215"/>
                  </a:cubicBezTo>
                  <a:cubicBezTo>
                    <a:pt x="25837" y="3167"/>
                    <a:pt x="27278" y="3096"/>
                    <a:pt x="28719" y="3036"/>
                  </a:cubicBezTo>
                  <a:cubicBezTo>
                    <a:pt x="30059" y="2992"/>
                    <a:pt x="31407" y="2958"/>
                    <a:pt x="32755" y="2958"/>
                  </a:cubicBezTo>
                  <a:cubicBezTo>
                    <a:pt x="34316" y="2958"/>
                    <a:pt x="35876" y="3004"/>
                    <a:pt x="37422" y="3132"/>
                  </a:cubicBezTo>
                  <a:cubicBezTo>
                    <a:pt x="39101" y="3263"/>
                    <a:pt x="40792" y="3465"/>
                    <a:pt x="42482" y="3501"/>
                  </a:cubicBezTo>
                  <a:cubicBezTo>
                    <a:pt x="42482" y="3501"/>
                    <a:pt x="42482" y="3501"/>
                    <a:pt x="42482" y="3513"/>
                  </a:cubicBezTo>
                  <a:cubicBezTo>
                    <a:pt x="42807" y="3537"/>
                    <a:pt x="43144" y="3547"/>
                    <a:pt x="43490" y="3547"/>
                  </a:cubicBezTo>
                  <a:cubicBezTo>
                    <a:pt x="46099" y="3547"/>
                    <a:pt x="49247" y="2947"/>
                    <a:pt x="51792" y="2947"/>
                  </a:cubicBezTo>
                  <a:cubicBezTo>
                    <a:pt x="51934" y="2947"/>
                    <a:pt x="52073" y="2949"/>
                    <a:pt x="52210" y="2953"/>
                  </a:cubicBezTo>
                  <a:cubicBezTo>
                    <a:pt x="55210" y="3024"/>
                    <a:pt x="58199" y="3179"/>
                    <a:pt x="61211" y="3227"/>
                  </a:cubicBezTo>
                  <a:cubicBezTo>
                    <a:pt x="61885" y="3238"/>
                    <a:pt x="62560" y="3243"/>
                    <a:pt x="63234" y="3243"/>
                  </a:cubicBezTo>
                  <a:cubicBezTo>
                    <a:pt x="64060" y="3243"/>
                    <a:pt x="64886" y="3235"/>
                    <a:pt x="65712" y="3215"/>
                  </a:cubicBezTo>
                  <a:cubicBezTo>
                    <a:pt x="67152" y="3167"/>
                    <a:pt x="68593" y="3096"/>
                    <a:pt x="70033" y="3048"/>
                  </a:cubicBezTo>
                  <a:cubicBezTo>
                    <a:pt x="71404" y="2998"/>
                    <a:pt x="72782" y="2960"/>
                    <a:pt x="74160" y="2960"/>
                  </a:cubicBezTo>
                  <a:cubicBezTo>
                    <a:pt x="75691" y="2960"/>
                    <a:pt x="77220" y="3006"/>
                    <a:pt x="78737" y="3132"/>
                  </a:cubicBezTo>
                  <a:cubicBezTo>
                    <a:pt x="80297" y="3251"/>
                    <a:pt x="81868" y="3441"/>
                    <a:pt x="83440" y="3489"/>
                  </a:cubicBezTo>
                  <a:lnTo>
                    <a:pt x="83440" y="226"/>
                  </a:lnTo>
                  <a:cubicBezTo>
                    <a:pt x="82917" y="208"/>
                    <a:pt x="82395" y="200"/>
                    <a:pt x="81871" y="200"/>
                  </a:cubicBezTo>
                  <a:cubicBezTo>
                    <a:pt x="79700" y="200"/>
                    <a:pt x="77524" y="333"/>
                    <a:pt x="75356" y="381"/>
                  </a:cubicBezTo>
                  <a:cubicBezTo>
                    <a:pt x="75013" y="389"/>
                    <a:pt x="74670" y="393"/>
                    <a:pt x="74327" y="393"/>
                  </a:cubicBezTo>
                  <a:cubicBezTo>
                    <a:pt x="71531" y="393"/>
                    <a:pt x="68750" y="157"/>
                    <a:pt x="65950" y="72"/>
                  </a:cubicBezTo>
                  <a:cubicBezTo>
                    <a:pt x="64307" y="24"/>
                    <a:pt x="62652" y="0"/>
                    <a:pt x="61009" y="0"/>
                  </a:cubicBezTo>
                  <a:cubicBezTo>
                    <a:pt x="59389" y="12"/>
                    <a:pt x="57782" y="60"/>
                    <a:pt x="56175" y="60"/>
                  </a:cubicBezTo>
                  <a:cubicBezTo>
                    <a:pt x="52602" y="70"/>
                    <a:pt x="48262" y="241"/>
                    <a:pt x="44419" y="241"/>
                  </a:cubicBezTo>
                  <a:cubicBezTo>
                    <a:pt x="43600" y="241"/>
                    <a:pt x="42804" y="233"/>
                    <a:pt x="42042" y="215"/>
                  </a:cubicBezTo>
                  <a:cubicBezTo>
                    <a:pt x="41611" y="203"/>
                    <a:pt x="41179" y="198"/>
                    <a:pt x="40747" y="198"/>
                  </a:cubicBezTo>
                  <a:cubicBezTo>
                    <a:pt x="38518" y="198"/>
                    <a:pt x="36275" y="331"/>
                    <a:pt x="34041" y="381"/>
                  </a:cubicBezTo>
                  <a:cubicBezTo>
                    <a:pt x="33698" y="389"/>
                    <a:pt x="33355" y="393"/>
                    <a:pt x="33013" y="393"/>
                  </a:cubicBezTo>
                  <a:cubicBezTo>
                    <a:pt x="30216" y="393"/>
                    <a:pt x="27435" y="157"/>
                    <a:pt x="24635" y="72"/>
                  </a:cubicBezTo>
                  <a:cubicBezTo>
                    <a:pt x="22992" y="24"/>
                    <a:pt x="21337" y="0"/>
                    <a:pt x="19694" y="0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7290600" y="1374426"/>
              <a:ext cx="577548" cy="22894"/>
            </a:xfrm>
            <a:custGeom>
              <a:avLst/>
              <a:gdLst/>
              <a:ahLst/>
              <a:cxnLst/>
              <a:rect l="l" t="t" r="r" b="b"/>
              <a:pathLst>
                <a:path w="17860" h="713" extrusionOk="0">
                  <a:moveTo>
                    <a:pt x="8582" y="1"/>
                  </a:moveTo>
                  <a:cubicBezTo>
                    <a:pt x="5719" y="1"/>
                    <a:pt x="2853" y="101"/>
                    <a:pt x="1" y="323"/>
                  </a:cubicBezTo>
                  <a:cubicBezTo>
                    <a:pt x="3215" y="490"/>
                    <a:pt x="6430" y="669"/>
                    <a:pt x="9645" y="704"/>
                  </a:cubicBezTo>
                  <a:cubicBezTo>
                    <a:pt x="10056" y="710"/>
                    <a:pt x="10469" y="713"/>
                    <a:pt x="10881" y="713"/>
                  </a:cubicBezTo>
                  <a:cubicBezTo>
                    <a:pt x="13213" y="713"/>
                    <a:pt x="15553" y="619"/>
                    <a:pt x="17860" y="335"/>
                  </a:cubicBezTo>
                  <a:cubicBezTo>
                    <a:pt x="17265" y="288"/>
                    <a:pt x="16669" y="252"/>
                    <a:pt x="16074" y="216"/>
                  </a:cubicBezTo>
                  <a:cubicBezTo>
                    <a:pt x="13586" y="77"/>
                    <a:pt x="11085" y="1"/>
                    <a:pt x="85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6537880" y="1311811"/>
              <a:ext cx="2677448" cy="56706"/>
            </a:xfrm>
            <a:custGeom>
              <a:avLst/>
              <a:gdLst/>
              <a:ahLst/>
              <a:cxnLst/>
              <a:rect l="l" t="t" r="r" b="b"/>
              <a:pathLst>
                <a:path w="82797" h="1766" extrusionOk="0">
                  <a:moveTo>
                    <a:pt x="15198" y="0"/>
                  </a:moveTo>
                  <a:cubicBezTo>
                    <a:pt x="9511" y="0"/>
                    <a:pt x="1439" y="166"/>
                    <a:pt x="1" y="249"/>
                  </a:cubicBezTo>
                  <a:cubicBezTo>
                    <a:pt x="25" y="749"/>
                    <a:pt x="489" y="1107"/>
                    <a:pt x="501" y="1595"/>
                  </a:cubicBezTo>
                  <a:cubicBezTo>
                    <a:pt x="1090" y="1722"/>
                    <a:pt x="1767" y="1766"/>
                    <a:pt x="2485" y="1766"/>
                  </a:cubicBezTo>
                  <a:cubicBezTo>
                    <a:pt x="4087" y="1766"/>
                    <a:pt x="5892" y="1547"/>
                    <a:pt x="7374" y="1547"/>
                  </a:cubicBezTo>
                  <a:cubicBezTo>
                    <a:pt x="7401" y="1547"/>
                    <a:pt x="7427" y="1547"/>
                    <a:pt x="7454" y="1547"/>
                  </a:cubicBezTo>
                  <a:cubicBezTo>
                    <a:pt x="11288" y="1559"/>
                    <a:pt x="15134" y="1559"/>
                    <a:pt x="18968" y="1559"/>
                  </a:cubicBezTo>
                  <a:cubicBezTo>
                    <a:pt x="21885" y="1559"/>
                    <a:pt x="24790" y="1428"/>
                    <a:pt x="27695" y="1273"/>
                  </a:cubicBezTo>
                  <a:cubicBezTo>
                    <a:pt x="29951" y="1158"/>
                    <a:pt x="32213" y="1056"/>
                    <a:pt x="34473" y="1056"/>
                  </a:cubicBezTo>
                  <a:cubicBezTo>
                    <a:pt x="35242" y="1056"/>
                    <a:pt x="36011" y="1067"/>
                    <a:pt x="36779" y="1095"/>
                  </a:cubicBezTo>
                  <a:cubicBezTo>
                    <a:pt x="38470" y="1154"/>
                    <a:pt x="40173" y="1285"/>
                    <a:pt x="41816" y="1595"/>
                  </a:cubicBezTo>
                  <a:cubicBezTo>
                    <a:pt x="42405" y="1722"/>
                    <a:pt x="43082" y="1766"/>
                    <a:pt x="43800" y="1766"/>
                  </a:cubicBezTo>
                  <a:cubicBezTo>
                    <a:pt x="45402" y="1766"/>
                    <a:pt x="47206" y="1547"/>
                    <a:pt x="48688" y="1547"/>
                  </a:cubicBezTo>
                  <a:cubicBezTo>
                    <a:pt x="48715" y="1547"/>
                    <a:pt x="48742" y="1547"/>
                    <a:pt x="48769" y="1547"/>
                  </a:cubicBezTo>
                  <a:cubicBezTo>
                    <a:pt x="52603" y="1559"/>
                    <a:pt x="56448" y="1559"/>
                    <a:pt x="60282" y="1559"/>
                  </a:cubicBezTo>
                  <a:cubicBezTo>
                    <a:pt x="63199" y="1559"/>
                    <a:pt x="66104" y="1428"/>
                    <a:pt x="69009" y="1285"/>
                  </a:cubicBezTo>
                  <a:cubicBezTo>
                    <a:pt x="71322" y="1167"/>
                    <a:pt x="73642" y="1062"/>
                    <a:pt x="75958" y="1062"/>
                  </a:cubicBezTo>
                  <a:cubicBezTo>
                    <a:pt x="76670" y="1062"/>
                    <a:pt x="77382" y="1072"/>
                    <a:pt x="78094" y="1095"/>
                  </a:cubicBezTo>
                  <a:cubicBezTo>
                    <a:pt x="79666" y="1154"/>
                    <a:pt x="81261" y="1273"/>
                    <a:pt x="82797" y="1535"/>
                  </a:cubicBezTo>
                  <a:lnTo>
                    <a:pt x="82797" y="249"/>
                  </a:lnTo>
                  <a:cubicBezTo>
                    <a:pt x="80880" y="321"/>
                    <a:pt x="78963" y="356"/>
                    <a:pt x="77058" y="356"/>
                  </a:cubicBezTo>
                  <a:cubicBezTo>
                    <a:pt x="76832" y="357"/>
                    <a:pt x="76606" y="358"/>
                    <a:pt x="76380" y="358"/>
                  </a:cubicBezTo>
                  <a:cubicBezTo>
                    <a:pt x="73560" y="358"/>
                    <a:pt x="70749" y="292"/>
                    <a:pt x="67938" y="225"/>
                  </a:cubicBezTo>
                  <a:cubicBezTo>
                    <a:pt x="64878" y="166"/>
                    <a:pt x="61830" y="47"/>
                    <a:pt x="58770" y="11"/>
                  </a:cubicBezTo>
                  <a:cubicBezTo>
                    <a:pt x="58095" y="4"/>
                    <a:pt x="57349" y="0"/>
                    <a:pt x="56555" y="0"/>
                  </a:cubicBezTo>
                  <a:cubicBezTo>
                    <a:pt x="50976" y="0"/>
                    <a:pt x="43067" y="166"/>
                    <a:pt x="41399" y="249"/>
                  </a:cubicBezTo>
                  <a:cubicBezTo>
                    <a:pt x="39518" y="321"/>
                    <a:pt x="37625" y="356"/>
                    <a:pt x="35743" y="356"/>
                  </a:cubicBezTo>
                  <a:cubicBezTo>
                    <a:pt x="35517" y="357"/>
                    <a:pt x="35291" y="358"/>
                    <a:pt x="35065" y="358"/>
                  </a:cubicBezTo>
                  <a:cubicBezTo>
                    <a:pt x="32245" y="358"/>
                    <a:pt x="29434" y="292"/>
                    <a:pt x="26623" y="225"/>
                  </a:cubicBezTo>
                  <a:cubicBezTo>
                    <a:pt x="23563" y="166"/>
                    <a:pt x="20515" y="47"/>
                    <a:pt x="17455" y="11"/>
                  </a:cubicBezTo>
                  <a:cubicBezTo>
                    <a:pt x="16769" y="4"/>
                    <a:pt x="16008" y="0"/>
                    <a:pt x="15198" y="0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6550588" y="1627131"/>
              <a:ext cx="2664739" cy="69807"/>
            </a:xfrm>
            <a:custGeom>
              <a:avLst/>
              <a:gdLst/>
              <a:ahLst/>
              <a:cxnLst/>
              <a:rect l="l" t="t" r="r" b="b"/>
              <a:pathLst>
                <a:path w="82404" h="2174" extrusionOk="0">
                  <a:moveTo>
                    <a:pt x="31865" y="1"/>
                  </a:moveTo>
                  <a:cubicBezTo>
                    <a:pt x="30155" y="1"/>
                    <a:pt x="28440" y="63"/>
                    <a:pt x="26742" y="133"/>
                  </a:cubicBezTo>
                  <a:cubicBezTo>
                    <a:pt x="25278" y="180"/>
                    <a:pt x="23825" y="264"/>
                    <a:pt x="22361" y="288"/>
                  </a:cubicBezTo>
                  <a:cubicBezTo>
                    <a:pt x="21986" y="291"/>
                    <a:pt x="21611" y="292"/>
                    <a:pt x="21236" y="292"/>
                  </a:cubicBezTo>
                  <a:cubicBezTo>
                    <a:pt x="20110" y="292"/>
                    <a:pt x="18985" y="279"/>
                    <a:pt x="17860" y="252"/>
                  </a:cubicBezTo>
                  <a:cubicBezTo>
                    <a:pt x="17116" y="233"/>
                    <a:pt x="16353" y="225"/>
                    <a:pt x="15578" y="225"/>
                  </a:cubicBezTo>
                  <a:cubicBezTo>
                    <a:pt x="10536" y="225"/>
                    <a:pt x="4933" y="573"/>
                    <a:pt x="1" y="573"/>
                  </a:cubicBezTo>
                  <a:cubicBezTo>
                    <a:pt x="13" y="1038"/>
                    <a:pt x="215" y="1693"/>
                    <a:pt x="215" y="2157"/>
                  </a:cubicBezTo>
                  <a:cubicBezTo>
                    <a:pt x="673" y="2169"/>
                    <a:pt x="1134" y="2174"/>
                    <a:pt x="1595" y="2174"/>
                  </a:cubicBezTo>
                  <a:cubicBezTo>
                    <a:pt x="7039" y="2174"/>
                    <a:pt x="12665" y="1426"/>
                    <a:pt x="17945" y="1426"/>
                  </a:cubicBezTo>
                  <a:cubicBezTo>
                    <a:pt x="18621" y="1426"/>
                    <a:pt x="19292" y="1439"/>
                    <a:pt x="19956" y="1466"/>
                  </a:cubicBezTo>
                  <a:cubicBezTo>
                    <a:pt x="24266" y="1645"/>
                    <a:pt x="28564" y="2050"/>
                    <a:pt x="32886" y="2085"/>
                  </a:cubicBezTo>
                  <a:cubicBezTo>
                    <a:pt x="35767" y="2109"/>
                    <a:pt x="38648" y="2074"/>
                    <a:pt x="41530" y="2157"/>
                  </a:cubicBezTo>
                  <a:cubicBezTo>
                    <a:pt x="41988" y="2169"/>
                    <a:pt x="42448" y="2174"/>
                    <a:pt x="42910" y="2174"/>
                  </a:cubicBezTo>
                  <a:cubicBezTo>
                    <a:pt x="48353" y="2174"/>
                    <a:pt x="53979" y="1426"/>
                    <a:pt x="59260" y="1426"/>
                  </a:cubicBezTo>
                  <a:cubicBezTo>
                    <a:pt x="59936" y="1426"/>
                    <a:pt x="60607" y="1439"/>
                    <a:pt x="61270" y="1466"/>
                  </a:cubicBezTo>
                  <a:cubicBezTo>
                    <a:pt x="65580" y="1633"/>
                    <a:pt x="69879" y="2050"/>
                    <a:pt x="74201" y="2085"/>
                  </a:cubicBezTo>
                  <a:cubicBezTo>
                    <a:pt x="76939" y="2109"/>
                    <a:pt x="79677" y="2085"/>
                    <a:pt x="82404" y="2145"/>
                  </a:cubicBezTo>
                  <a:lnTo>
                    <a:pt x="82404" y="550"/>
                  </a:lnTo>
                  <a:cubicBezTo>
                    <a:pt x="80511" y="478"/>
                    <a:pt x="78606" y="240"/>
                    <a:pt x="76737" y="109"/>
                  </a:cubicBezTo>
                  <a:cubicBezTo>
                    <a:pt x="75553" y="31"/>
                    <a:pt x="74362" y="1"/>
                    <a:pt x="73171" y="1"/>
                  </a:cubicBezTo>
                  <a:cubicBezTo>
                    <a:pt x="71460" y="1"/>
                    <a:pt x="69748" y="63"/>
                    <a:pt x="68057" y="133"/>
                  </a:cubicBezTo>
                  <a:cubicBezTo>
                    <a:pt x="66592" y="180"/>
                    <a:pt x="65140" y="264"/>
                    <a:pt x="63675" y="288"/>
                  </a:cubicBezTo>
                  <a:cubicBezTo>
                    <a:pt x="63300" y="291"/>
                    <a:pt x="62925" y="292"/>
                    <a:pt x="62550" y="292"/>
                  </a:cubicBezTo>
                  <a:cubicBezTo>
                    <a:pt x="61425" y="292"/>
                    <a:pt x="60300" y="279"/>
                    <a:pt x="59175" y="252"/>
                  </a:cubicBezTo>
                  <a:cubicBezTo>
                    <a:pt x="58453" y="235"/>
                    <a:pt x="57716" y="227"/>
                    <a:pt x="56965" y="227"/>
                  </a:cubicBezTo>
                  <a:cubicBezTo>
                    <a:pt x="52044" y="227"/>
                    <a:pt x="46589" y="551"/>
                    <a:pt x="41744" y="561"/>
                  </a:cubicBezTo>
                  <a:cubicBezTo>
                    <a:pt x="39637" y="538"/>
                    <a:pt x="37505" y="252"/>
                    <a:pt x="35422" y="109"/>
                  </a:cubicBezTo>
                  <a:cubicBezTo>
                    <a:pt x="34244" y="31"/>
                    <a:pt x="33055" y="1"/>
                    <a:pt x="318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6534420" y="1708434"/>
              <a:ext cx="2680520" cy="75137"/>
            </a:xfrm>
            <a:custGeom>
              <a:avLst/>
              <a:gdLst/>
              <a:ahLst/>
              <a:cxnLst/>
              <a:rect l="l" t="t" r="r" b="b"/>
              <a:pathLst>
                <a:path w="82892" h="2340" extrusionOk="0">
                  <a:moveTo>
                    <a:pt x="18170" y="1"/>
                  </a:moveTo>
                  <a:cubicBezTo>
                    <a:pt x="12415" y="1"/>
                    <a:pt x="5916" y="720"/>
                    <a:pt x="252" y="720"/>
                  </a:cubicBezTo>
                  <a:cubicBezTo>
                    <a:pt x="212" y="720"/>
                    <a:pt x="172" y="720"/>
                    <a:pt x="132" y="720"/>
                  </a:cubicBezTo>
                  <a:lnTo>
                    <a:pt x="132" y="720"/>
                  </a:lnTo>
                  <a:cubicBezTo>
                    <a:pt x="167" y="1304"/>
                    <a:pt x="1" y="1756"/>
                    <a:pt x="36" y="2340"/>
                  </a:cubicBezTo>
                  <a:cubicBezTo>
                    <a:pt x="1484" y="2340"/>
                    <a:pt x="2132" y="1934"/>
                    <a:pt x="2364" y="1934"/>
                  </a:cubicBezTo>
                  <a:cubicBezTo>
                    <a:pt x="2370" y="1934"/>
                    <a:pt x="2376" y="1934"/>
                    <a:pt x="2382" y="1935"/>
                  </a:cubicBezTo>
                  <a:cubicBezTo>
                    <a:pt x="4108" y="1637"/>
                    <a:pt x="5906" y="1506"/>
                    <a:pt x="7609" y="1447"/>
                  </a:cubicBezTo>
                  <a:cubicBezTo>
                    <a:pt x="8604" y="1404"/>
                    <a:pt x="9601" y="1386"/>
                    <a:pt x="10599" y="1386"/>
                  </a:cubicBezTo>
                  <a:cubicBezTo>
                    <a:pt x="13266" y="1386"/>
                    <a:pt x="15938" y="1517"/>
                    <a:pt x="18598" y="1673"/>
                  </a:cubicBezTo>
                  <a:cubicBezTo>
                    <a:pt x="20408" y="1768"/>
                    <a:pt x="22218" y="1887"/>
                    <a:pt x="24028" y="2006"/>
                  </a:cubicBezTo>
                  <a:cubicBezTo>
                    <a:pt x="24827" y="1993"/>
                    <a:pt x="25625" y="1987"/>
                    <a:pt x="26424" y="1987"/>
                  </a:cubicBezTo>
                  <a:cubicBezTo>
                    <a:pt x="31406" y="1987"/>
                    <a:pt x="36374" y="2216"/>
                    <a:pt x="41351" y="2340"/>
                  </a:cubicBezTo>
                  <a:lnTo>
                    <a:pt x="41482" y="2340"/>
                  </a:lnTo>
                  <a:cubicBezTo>
                    <a:pt x="42835" y="2316"/>
                    <a:pt x="43458" y="1934"/>
                    <a:pt x="43678" y="1934"/>
                  </a:cubicBezTo>
                  <a:cubicBezTo>
                    <a:pt x="43685" y="1934"/>
                    <a:pt x="43691" y="1934"/>
                    <a:pt x="43697" y="1935"/>
                  </a:cubicBezTo>
                  <a:cubicBezTo>
                    <a:pt x="45411" y="1637"/>
                    <a:pt x="47221" y="1506"/>
                    <a:pt x="48912" y="1447"/>
                  </a:cubicBezTo>
                  <a:cubicBezTo>
                    <a:pt x="49917" y="1404"/>
                    <a:pt x="50923" y="1386"/>
                    <a:pt x="51929" y="1386"/>
                  </a:cubicBezTo>
                  <a:cubicBezTo>
                    <a:pt x="54594" y="1386"/>
                    <a:pt x="57260" y="1514"/>
                    <a:pt x="59913" y="1661"/>
                  </a:cubicBezTo>
                  <a:cubicBezTo>
                    <a:pt x="61723" y="1768"/>
                    <a:pt x="63532" y="1887"/>
                    <a:pt x="65342" y="2006"/>
                  </a:cubicBezTo>
                  <a:cubicBezTo>
                    <a:pt x="66146" y="1993"/>
                    <a:pt x="66950" y="1987"/>
                    <a:pt x="67753" y="1987"/>
                  </a:cubicBezTo>
                  <a:cubicBezTo>
                    <a:pt x="72766" y="1987"/>
                    <a:pt x="77765" y="2216"/>
                    <a:pt x="82773" y="2340"/>
                  </a:cubicBezTo>
                  <a:cubicBezTo>
                    <a:pt x="82821" y="2340"/>
                    <a:pt x="82856" y="2328"/>
                    <a:pt x="82892" y="2328"/>
                  </a:cubicBezTo>
                  <a:lnTo>
                    <a:pt x="82892" y="720"/>
                  </a:lnTo>
                  <a:cubicBezTo>
                    <a:pt x="79844" y="649"/>
                    <a:pt x="76784" y="696"/>
                    <a:pt x="73724" y="649"/>
                  </a:cubicBezTo>
                  <a:cubicBezTo>
                    <a:pt x="69807" y="589"/>
                    <a:pt x="65914" y="220"/>
                    <a:pt x="62008" y="54"/>
                  </a:cubicBezTo>
                  <a:cubicBezTo>
                    <a:pt x="61208" y="19"/>
                    <a:pt x="60387" y="4"/>
                    <a:pt x="59550" y="4"/>
                  </a:cubicBezTo>
                  <a:cubicBezTo>
                    <a:pt x="53800" y="4"/>
                    <a:pt x="47300" y="720"/>
                    <a:pt x="41625" y="720"/>
                  </a:cubicBezTo>
                  <a:cubicBezTo>
                    <a:pt x="38553" y="649"/>
                    <a:pt x="35481" y="696"/>
                    <a:pt x="32410" y="649"/>
                  </a:cubicBezTo>
                  <a:cubicBezTo>
                    <a:pt x="28492" y="589"/>
                    <a:pt x="24599" y="220"/>
                    <a:pt x="20694" y="54"/>
                  </a:cubicBezTo>
                  <a:cubicBezTo>
                    <a:pt x="19873" y="17"/>
                    <a:pt x="19030" y="1"/>
                    <a:pt x="18170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626624" y="1374426"/>
              <a:ext cx="577548" cy="22894"/>
            </a:xfrm>
            <a:custGeom>
              <a:avLst/>
              <a:gdLst/>
              <a:ahLst/>
              <a:cxnLst/>
              <a:rect l="l" t="t" r="r" b="b"/>
              <a:pathLst>
                <a:path w="17860" h="713" extrusionOk="0">
                  <a:moveTo>
                    <a:pt x="8582" y="1"/>
                  </a:moveTo>
                  <a:cubicBezTo>
                    <a:pt x="5719" y="1"/>
                    <a:pt x="2853" y="101"/>
                    <a:pt x="0" y="323"/>
                  </a:cubicBezTo>
                  <a:cubicBezTo>
                    <a:pt x="3215" y="490"/>
                    <a:pt x="6430" y="669"/>
                    <a:pt x="9644" y="704"/>
                  </a:cubicBezTo>
                  <a:cubicBezTo>
                    <a:pt x="10056" y="710"/>
                    <a:pt x="10468" y="713"/>
                    <a:pt x="10881" y="713"/>
                  </a:cubicBezTo>
                  <a:cubicBezTo>
                    <a:pt x="13212" y="713"/>
                    <a:pt x="15553" y="619"/>
                    <a:pt x="17860" y="335"/>
                  </a:cubicBezTo>
                  <a:cubicBezTo>
                    <a:pt x="17264" y="288"/>
                    <a:pt x="16669" y="252"/>
                    <a:pt x="16074" y="216"/>
                  </a:cubicBezTo>
                  <a:cubicBezTo>
                    <a:pt x="13586" y="77"/>
                    <a:pt x="11085" y="1"/>
                    <a:pt x="85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8061396" y="1777053"/>
              <a:ext cx="481699" cy="13518"/>
            </a:xfrm>
            <a:custGeom>
              <a:avLst/>
              <a:gdLst/>
              <a:ahLst/>
              <a:cxnLst/>
              <a:rect l="l" t="t" r="r" b="b"/>
              <a:pathLst>
                <a:path w="14896" h="421" extrusionOk="0">
                  <a:moveTo>
                    <a:pt x="13753" y="0"/>
                  </a:moveTo>
                  <a:cubicBezTo>
                    <a:pt x="9169" y="48"/>
                    <a:pt x="4585" y="131"/>
                    <a:pt x="1" y="238"/>
                  </a:cubicBezTo>
                  <a:cubicBezTo>
                    <a:pt x="1997" y="359"/>
                    <a:pt x="4002" y="420"/>
                    <a:pt x="6005" y="420"/>
                  </a:cubicBezTo>
                  <a:cubicBezTo>
                    <a:pt x="7371" y="420"/>
                    <a:pt x="8736" y="391"/>
                    <a:pt x="10097" y="334"/>
                  </a:cubicBezTo>
                  <a:cubicBezTo>
                    <a:pt x="11693" y="262"/>
                    <a:pt x="13300" y="155"/>
                    <a:pt x="14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531736" y="1811378"/>
              <a:ext cx="2683592" cy="41871"/>
            </a:xfrm>
            <a:custGeom>
              <a:avLst/>
              <a:gdLst/>
              <a:ahLst/>
              <a:cxnLst/>
              <a:rect l="l" t="t" r="r" b="b"/>
              <a:pathLst>
                <a:path w="82987" h="1304" extrusionOk="0">
                  <a:moveTo>
                    <a:pt x="21071" y="0"/>
                  </a:moveTo>
                  <a:cubicBezTo>
                    <a:pt x="20297" y="0"/>
                    <a:pt x="19524" y="12"/>
                    <a:pt x="18753" y="38"/>
                  </a:cubicBezTo>
                  <a:cubicBezTo>
                    <a:pt x="15922" y="146"/>
                    <a:pt x="13145" y="320"/>
                    <a:pt x="10341" y="320"/>
                  </a:cubicBezTo>
                  <a:cubicBezTo>
                    <a:pt x="9406" y="320"/>
                    <a:pt x="8469" y="300"/>
                    <a:pt x="7525" y="253"/>
                  </a:cubicBezTo>
                  <a:cubicBezTo>
                    <a:pt x="5918" y="181"/>
                    <a:pt x="4299" y="98"/>
                    <a:pt x="2667" y="98"/>
                  </a:cubicBezTo>
                  <a:cubicBezTo>
                    <a:pt x="2346" y="98"/>
                    <a:pt x="774" y="431"/>
                    <a:pt x="108" y="455"/>
                  </a:cubicBezTo>
                  <a:cubicBezTo>
                    <a:pt x="131" y="753"/>
                    <a:pt x="0" y="908"/>
                    <a:pt x="24" y="1193"/>
                  </a:cubicBezTo>
                  <a:cubicBezTo>
                    <a:pt x="209" y="1196"/>
                    <a:pt x="398" y="1197"/>
                    <a:pt x="591" y="1197"/>
                  </a:cubicBezTo>
                  <a:cubicBezTo>
                    <a:pt x="3296" y="1197"/>
                    <a:pt x="6758" y="978"/>
                    <a:pt x="9359" y="967"/>
                  </a:cubicBezTo>
                  <a:cubicBezTo>
                    <a:pt x="10901" y="955"/>
                    <a:pt x="12442" y="946"/>
                    <a:pt x="13984" y="946"/>
                  </a:cubicBezTo>
                  <a:cubicBezTo>
                    <a:pt x="15526" y="946"/>
                    <a:pt x="17068" y="955"/>
                    <a:pt x="18610" y="979"/>
                  </a:cubicBezTo>
                  <a:cubicBezTo>
                    <a:pt x="21658" y="1027"/>
                    <a:pt x="24706" y="1134"/>
                    <a:pt x="27754" y="1205"/>
                  </a:cubicBezTo>
                  <a:cubicBezTo>
                    <a:pt x="30252" y="1258"/>
                    <a:pt x="32753" y="1303"/>
                    <a:pt x="35254" y="1303"/>
                  </a:cubicBezTo>
                  <a:cubicBezTo>
                    <a:pt x="37284" y="1303"/>
                    <a:pt x="39312" y="1273"/>
                    <a:pt x="41339" y="1193"/>
                  </a:cubicBezTo>
                  <a:cubicBezTo>
                    <a:pt x="41524" y="1196"/>
                    <a:pt x="41713" y="1197"/>
                    <a:pt x="41906" y="1197"/>
                  </a:cubicBezTo>
                  <a:cubicBezTo>
                    <a:pt x="44611" y="1197"/>
                    <a:pt x="48073" y="978"/>
                    <a:pt x="50673" y="967"/>
                  </a:cubicBezTo>
                  <a:cubicBezTo>
                    <a:pt x="52215" y="955"/>
                    <a:pt x="53757" y="946"/>
                    <a:pt x="55300" y="946"/>
                  </a:cubicBezTo>
                  <a:cubicBezTo>
                    <a:pt x="56844" y="946"/>
                    <a:pt x="58389" y="955"/>
                    <a:pt x="59936" y="979"/>
                  </a:cubicBezTo>
                  <a:cubicBezTo>
                    <a:pt x="62984" y="1027"/>
                    <a:pt x="66032" y="1134"/>
                    <a:pt x="69080" y="1205"/>
                  </a:cubicBezTo>
                  <a:cubicBezTo>
                    <a:pt x="71631" y="1258"/>
                    <a:pt x="74192" y="1303"/>
                    <a:pt x="76755" y="1303"/>
                  </a:cubicBezTo>
                  <a:cubicBezTo>
                    <a:pt x="78833" y="1303"/>
                    <a:pt x="80912" y="1273"/>
                    <a:pt x="82987" y="1193"/>
                  </a:cubicBezTo>
                  <a:lnTo>
                    <a:pt x="82987" y="443"/>
                  </a:lnTo>
                  <a:cubicBezTo>
                    <a:pt x="81592" y="540"/>
                    <a:pt x="80191" y="578"/>
                    <a:pt x="78786" y="578"/>
                  </a:cubicBezTo>
                  <a:cubicBezTo>
                    <a:pt x="73372" y="578"/>
                    <a:pt x="67902" y="9"/>
                    <a:pt x="62482" y="9"/>
                  </a:cubicBezTo>
                  <a:cubicBezTo>
                    <a:pt x="61676" y="9"/>
                    <a:pt x="60871" y="21"/>
                    <a:pt x="60067" y="50"/>
                  </a:cubicBezTo>
                  <a:lnTo>
                    <a:pt x="60067" y="38"/>
                  </a:lnTo>
                  <a:cubicBezTo>
                    <a:pt x="57237" y="146"/>
                    <a:pt x="54460" y="320"/>
                    <a:pt x="51656" y="320"/>
                  </a:cubicBezTo>
                  <a:cubicBezTo>
                    <a:pt x="50721" y="320"/>
                    <a:pt x="49783" y="300"/>
                    <a:pt x="48840" y="253"/>
                  </a:cubicBezTo>
                  <a:cubicBezTo>
                    <a:pt x="47232" y="181"/>
                    <a:pt x="45613" y="98"/>
                    <a:pt x="43982" y="86"/>
                  </a:cubicBezTo>
                  <a:cubicBezTo>
                    <a:pt x="43696" y="86"/>
                    <a:pt x="42410" y="360"/>
                    <a:pt x="41672" y="431"/>
                  </a:cubicBezTo>
                  <a:cubicBezTo>
                    <a:pt x="40252" y="532"/>
                    <a:pt x="38826" y="572"/>
                    <a:pt x="37396" y="572"/>
                  </a:cubicBezTo>
                  <a:cubicBezTo>
                    <a:pt x="31975" y="572"/>
                    <a:pt x="26497" y="0"/>
                    <a:pt x="210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6512851" y="1962071"/>
              <a:ext cx="2702477" cy="84321"/>
            </a:xfrm>
            <a:custGeom>
              <a:avLst/>
              <a:gdLst/>
              <a:ahLst/>
              <a:cxnLst/>
              <a:rect l="l" t="t" r="r" b="b"/>
              <a:pathLst>
                <a:path w="83571" h="2626" extrusionOk="0">
                  <a:moveTo>
                    <a:pt x="16703" y="0"/>
                  </a:moveTo>
                  <a:cubicBezTo>
                    <a:pt x="11434" y="0"/>
                    <a:pt x="5587" y="335"/>
                    <a:pt x="822" y="846"/>
                  </a:cubicBezTo>
                  <a:cubicBezTo>
                    <a:pt x="834" y="1549"/>
                    <a:pt x="1" y="1251"/>
                    <a:pt x="1" y="1941"/>
                  </a:cubicBezTo>
                  <a:cubicBezTo>
                    <a:pt x="13" y="2025"/>
                    <a:pt x="1275" y="2370"/>
                    <a:pt x="1275" y="2442"/>
                  </a:cubicBezTo>
                  <a:cubicBezTo>
                    <a:pt x="1761" y="2495"/>
                    <a:pt x="2229" y="2515"/>
                    <a:pt x="2682" y="2515"/>
                  </a:cubicBezTo>
                  <a:cubicBezTo>
                    <a:pt x="4162" y="2515"/>
                    <a:pt x="5482" y="2299"/>
                    <a:pt x="6740" y="2299"/>
                  </a:cubicBezTo>
                  <a:cubicBezTo>
                    <a:pt x="8323" y="2299"/>
                    <a:pt x="9907" y="2299"/>
                    <a:pt x="11490" y="2287"/>
                  </a:cubicBezTo>
                  <a:cubicBezTo>
                    <a:pt x="12433" y="2287"/>
                    <a:pt x="13385" y="2300"/>
                    <a:pt x="14335" y="2300"/>
                  </a:cubicBezTo>
                  <a:cubicBezTo>
                    <a:pt x="14968" y="2300"/>
                    <a:pt x="15601" y="2294"/>
                    <a:pt x="16229" y="2275"/>
                  </a:cubicBezTo>
                  <a:cubicBezTo>
                    <a:pt x="17516" y="2238"/>
                    <a:pt x="18804" y="2220"/>
                    <a:pt x="20093" y="2220"/>
                  </a:cubicBezTo>
                  <a:cubicBezTo>
                    <a:pt x="22096" y="2220"/>
                    <a:pt x="24100" y="2262"/>
                    <a:pt x="26099" y="2334"/>
                  </a:cubicBezTo>
                  <a:cubicBezTo>
                    <a:pt x="27731" y="2394"/>
                    <a:pt x="29362" y="2489"/>
                    <a:pt x="30993" y="2584"/>
                  </a:cubicBezTo>
                  <a:cubicBezTo>
                    <a:pt x="31485" y="2612"/>
                    <a:pt x="31981" y="2623"/>
                    <a:pt x="32479" y="2623"/>
                  </a:cubicBezTo>
                  <a:cubicBezTo>
                    <a:pt x="33473" y="2623"/>
                    <a:pt x="34474" y="2580"/>
                    <a:pt x="35458" y="2549"/>
                  </a:cubicBezTo>
                  <a:cubicBezTo>
                    <a:pt x="37216" y="2496"/>
                    <a:pt x="38975" y="2418"/>
                    <a:pt x="40733" y="2418"/>
                  </a:cubicBezTo>
                  <a:cubicBezTo>
                    <a:pt x="41368" y="2418"/>
                    <a:pt x="42003" y="2428"/>
                    <a:pt x="42637" y="2453"/>
                  </a:cubicBezTo>
                  <a:cubicBezTo>
                    <a:pt x="43089" y="2498"/>
                    <a:pt x="43526" y="2516"/>
                    <a:pt x="43951" y="2516"/>
                  </a:cubicBezTo>
                  <a:cubicBezTo>
                    <a:pt x="45447" y="2516"/>
                    <a:pt x="46784" y="2299"/>
                    <a:pt x="48055" y="2299"/>
                  </a:cubicBezTo>
                  <a:cubicBezTo>
                    <a:pt x="48582" y="2303"/>
                    <a:pt x="49110" y="2304"/>
                    <a:pt x="49638" y="2304"/>
                  </a:cubicBezTo>
                  <a:cubicBezTo>
                    <a:pt x="50694" y="2304"/>
                    <a:pt x="51749" y="2299"/>
                    <a:pt x="52805" y="2299"/>
                  </a:cubicBezTo>
                  <a:cubicBezTo>
                    <a:pt x="53057" y="2297"/>
                    <a:pt x="53310" y="2296"/>
                    <a:pt x="53563" y="2296"/>
                  </a:cubicBezTo>
                  <a:cubicBezTo>
                    <a:pt x="54205" y="2296"/>
                    <a:pt x="54849" y="2300"/>
                    <a:pt x="55495" y="2300"/>
                  </a:cubicBezTo>
                  <a:cubicBezTo>
                    <a:pt x="56182" y="2300"/>
                    <a:pt x="56870" y="2295"/>
                    <a:pt x="57556" y="2275"/>
                  </a:cubicBezTo>
                  <a:cubicBezTo>
                    <a:pt x="58842" y="2238"/>
                    <a:pt x="60129" y="2220"/>
                    <a:pt x="61415" y="2220"/>
                  </a:cubicBezTo>
                  <a:cubicBezTo>
                    <a:pt x="63415" y="2220"/>
                    <a:pt x="65415" y="2262"/>
                    <a:pt x="67414" y="2334"/>
                  </a:cubicBezTo>
                  <a:cubicBezTo>
                    <a:pt x="69045" y="2394"/>
                    <a:pt x="70676" y="2489"/>
                    <a:pt x="72308" y="2584"/>
                  </a:cubicBezTo>
                  <a:cubicBezTo>
                    <a:pt x="72831" y="2614"/>
                    <a:pt x="73359" y="2626"/>
                    <a:pt x="73888" y="2626"/>
                  </a:cubicBezTo>
                  <a:cubicBezTo>
                    <a:pt x="74852" y="2626"/>
                    <a:pt x="75819" y="2587"/>
                    <a:pt x="76772" y="2549"/>
                  </a:cubicBezTo>
                  <a:cubicBezTo>
                    <a:pt x="78509" y="2494"/>
                    <a:pt x="80252" y="2418"/>
                    <a:pt x="81992" y="2418"/>
                  </a:cubicBezTo>
                  <a:cubicBezTo>
                    <a:pt x="82519" y="2418"/>
                    <a:pt x="83045" y="2425"/>
                    <a:pt x="83571" y="2442"/>
                  </a:cubicBezTo>
                  <a:lnTo>
                    <a:pt x="83571" y="834"/>
                  </a:lnTo>
                  <a:cubicBezTo>
                    <a:pt x="82596" y="910"/>
                    <a:pt x="81611" y="939"/>
                    <a:pt x="80629" y="939"/>
                  </a:cubicBezTo>
                  <a:cubicBezTo>
                    <a:pt x="79751" y="939"/>
                    <a:pt x="78876" y="916"/>
                    <a:pt x="78011" y="882"/>
                  </a:cubicBezTo>
                  <a:cubicBezTo>
                    <a:pt x="75248" y="775"/>
                    <a:pt x="72510" y="525"/>
                    <a:pt x="69760" y="358"/>
                  </a:cubicBezTo>
                  <a:cubicBezTo>
                    <a:pt x="66819" y="167"/>
                    <a:pt x="63854" y="120"/>
                    <a:pt x="60913" y="36"/>
                  </a:cubicBezTo>
                  <a:cubicBezTo>
                    <a:pt x="60016" y="15"/>
                    <a:pt x="59091" y="4"/>
                    <a:pt x="58147" y="4"/>
                  </a:cubicBezTo>
                  <a:cubicBezTo>
                    <a:pt x="52881" y="4"/>
                    <a:pt x="47042" y="329"/>
                    <a:pt x="42256" y="834"/>
                  </a:cubicBezTo>
                  <a:cubicBezTo>
                    <a:pt x="41281" y="910"/>
                    <a:pt x="40297" y="939"/>
                    <a:pt x="39314" y="939"/>
                  </a:cubicBezTo>
                  <a:cubicBezTo>
                    <a:pt x="38437" y="939"/>
                    <a:pt x="37561" y="916"/>
                    <a:pt x="36696" y="882"/>
                  </a:cubicBezTo>
                  <a:cubicBezTo>
                    <a:pt x="33934" y="775"/>
                    <a:pt x="31195" y="525"/>
                    <a:pt x="28445" y="358"/>
                  </a:cubicBezTo>
                  <a:cubicBezTo>
                    <a:pt x="25504" y="167"/>
                    <a:pt x="22539" y="120"/>
                    <a:pt x="19587" y="36"/>
                  </a:cubicBezTo>
                  <a:cubicBezTo>
                    <a:pt x="18653" y="12"/>
                    <a:pt x="17688" y="0"/>
                    <a:pt x="167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6515567" y="2062158"/>
              <a:ext cx="2699373" cy="113734"/>
            </a:xfrm>
            <a:custGeom>
              <a:avLst/>
              <a:gdLst/>
              <a:ahLst/>
              <a:cxnLst/>
              <a:rect l="l" t="t" r="r" b="b"/>
              <a:pathLst>
                <a:path w="83475" h="3542" extrusionOk="0">
                  <a:moveTo>
                    <a:pt x="20516" y="0"/>
                  </a:moveTo>
                  <a:cubicBezTo>
                    <a:pt x="20241" y="0"/>
                    <a:pt x="19967" y="1"/>
                    <a:pt x="19693" y="3"/>
                  </a:cubicBezTo>
                  <a:cubicBezTo>
                    <a:pt x="18086" y="3"/>
                    <a:pt x="16467" y="63"/>
                    <a:pt x="14859" y="63"/>
                  </a:cubicBezTo>
                  <a:cubicBezTo>
                    <a:pt x="11287" y="73"/>
                    <a:pt x="6954" y="244"/>
                    <a:pt x="3115" y="244"/>
                  </a:cubicBezTo>
                  <a:cubicBezTo>
                    <a:pt x="2296" y="244"/>
                    <a:pt x="1500" y="236"/>
                    <a:pt x="738" y="217"/>
                  </a:cubicBezTo>
                  <a:lnTo>
                    <a:pt x="738" y="217"/>
                  </a:lnTo>
                  <a:cubicBezTo>
                    <a:pt x="846" y="1122"/>
                    <a:pt x="0" y="1599"/>
                    <a:pt x="36" y="2515"/>
                  </a:cubicBezTo>
                  <a:cubicBezTo>
                    <a:pt x="36" y="2623"/>
                    <a:pt x="1179" y="3396"/>
                    <a:pt x="1179" y="3504"/>
                  </a:cubicBezTo>
                  <a:cubicBezTo>
                    <a:pt x="1519" y="3530"/>
                    <a:pt x="1873" y="3542"/>
                    <a:pt x="2237" y="3542"/>
                  </a:cubicBezTo>
                  <a:cubicBezTo>
                    <a:pt x="4855" y="3542"/>
                    <a:pt x="8007" y="2940"/>
                    <a:pt x="10537" y="2940"/>
                  </a:cubicBezTo>
                  <a:cubicBezTo>
                    <a:pt x="10657" y="2940"/>
                    <a:pt x="10777" y="2941"/>
                    <a:pt x="10895" y="2944"/>
                  </a:cubicBezTo>
                  <a:cubicBezTo>
                    <a:pt x="13895" y="3027"/>
                    <a:pt x="16895" y="3170"/>
                    <a:pt x="19896" y="3218"/>
                  </a:cubicBezTo>
                  <a:cubicBezTo>
                    <a:pt x="20592" y="3234"/>
                    <a:pt x="21288" y="3243"/>
                    <a:pt x="21984" y="3243"/>
                  </a:cubicBezTo>
                  <a:cubicBezTo>
                    <a:pt x="22788" y="3243"/>
                    <a:pt x="23592" y="3231"/>
                    <a:pt x="24396" y="3206"/>
                  </a:cubicBezTo>
                  <a:cubicBezTo>
                    <a:pt x="25837" y="3170"/>
                    <a:pt x="27278" y="3087"/>
                    <a:pt x="28730" y="3039"/>
                  </a:cubicBezTo>
                  <a:cubicBezTo>
                    <a:pt x="30095" y="2994"/>
                    <a:pt x="31467" y="2960"/>
                    <a:pt x="32839" y="2960"/>
                  </a:cubicBezTo>
                  <a:cubicBezTo>
                    <a:pt x="34376" y="2960"/>
                    <a:pt x="35911" y="3003"/>
                    <a:pt x="37434" y="3123"/>
                  </a:cubicBezTo>
                  <a:cubicBezTo>
                    <a:pt x="39100" y="3265"/>
                    <a:pt x="40803" y="3456"/>
                    <a:pt x="42494" y="3504"/>
                  </a:cubicBezTo>
                  <a:cubicBezTo>
                    <a:pt x="42834" y="3530"/>
                    <a:pt x="43188" y="3542"/>
                    <a:pt x="43552" y="3542"/>
                  </a:cubicBezTo>
                  <a:cubicBezTo>
                    <a:pt x="46170" y="3542"/>
                    <a:pt x="49321" y="2940"/>
                    <a:pt x="51851" y="2940"/>
                  </a:cubicBezTo>
                  <a:cubicBezTo>
                    <a:pt x="51972" y="2940"/>
                    <a:pt x="52091" y="2941"/>
                    <a:pt x="52209" y="2944"/>
                  </a:cubicBezTo>
                  <a:cubicBezTo>
                    <a:pt x="55210" y="3027"/>
                    <a:pt x="58210" y="3170"/>
                    <a:pt x="61210" y="3230"/>
                  </a:cubicBezTo>
                  <a:cubicBezTo>
                    <a:pt x="61832" y="3240"/>
                    <a:pt x="62453" y="3245"/>
                    <a:pt x="63075" y="3245"/>
                  </a:cubicBezTo>
                  <a:cubicBezTo>
                    <a:pt x="63953" y="3245"/>
                    <a:pt x="64832" y="3234"/>
                    <a:pt x="65711" y="3206"/>
                  </a:cubicBezTo>
                  <a:cubicBezTo>
                    <a:pt x="67152" y="3170"/>
                    <a:pt x="68592" y="3087"/>
                    <a:pt x="70045" y="3039"/>
                  </a:cubicBezTo>
                  <a:cubicBezTo>
                    <a:pt x="71409" y="2994"/>
                    <a:pt x="72782" y="2960"/>
                    <a:pt x="74154" y="2960"/>
                  </a:cubicBezTo>
                  <a:cubicBezTo>
                    <a:pt x="75690" y="2960"/>
                    <a:pt x="77226" y="3003"/>
                    <a:pt x="78748" y="3123"/>
                  </a:cubicBezTo>
                  <a:cubicBezTo>
                    <a:pt x="80308" y="3254"/>
                    <a:pt x="81903" y="3432"/>
                    <a:pt x="83475" y="3492"/>
                  </a:cubicBezTo>
                  <a:lnTo>
                    <a:pt x="83475" y="229"/>
                  </a:lnTo>
                  <a:cubicBezTo>
                    <a:pt x="82953" y="211"/>
                    <a:pt x="82429" y="203"/>
                    <a:pt x="81904" y="203"/>
                  </a:cubicBezTo>
                  <a:cubicBezTo>
                    <a:pt x="79727" y="203"/>
                    <a:pt x="77535" y="336"/>
                    <a:pt x="75367" y="384"/>
                  </a:cubicBezTo>
                  <a:cubicBezTo>
                    <a:pt x="75074" y="390"/>
                    <a:pt x="74782" y="392"/>
                    <a:pt x="74489" y="392"/>
                  </a:cubicBezTo>
                  <a:cubicBezTo>
                    <a:pt x="71641" y="392"/>
                    <a:pt x="68800" y="150"/>
                    <a:pt x="65949" y="75"/>
                  </a:cubicBezTo>
                  <a:cubicBezTo>
                    <a:pt x="64306" y="27"/>
                    <a:pt x="62663" y="3"/>
                    <a:pt x="61008" y="3"/>
                  </a:cubicBezTo>
                  <a:cubicBezTo>
                    <a:pt x="59401" y="3"/>
                    <a:pt x="57793" y="63"/>
                    <a:pt x="56174" y="63"/>
                  </a:cubicBezTo>
                  <a:cubicBezTo>
                    <a:pt x="52602" y="73"/>
                    <a:pt x="48269" y="244"/>
                    <a:pt x="44430" y="244"/>
                  </a:cubicBezTo>
                  <a:cubicBezTo>
                    <a:pt x="43611" y="244"/>
                    <a:pt x="42815" y="236"/>
                    <a:pt x="42053" y="217"/>
                  </a:cubicBezTo>
                  <a:cubicBezTo>
                    <a:pt x="41563" y="202"/>
                    <a:pt x="41073" y="196"/>
                    <a:pt x="40583" y="196"/>
                  </a:cubicBezTo>
                  <a:cubicBezTo>
                    <a:pt x="38403" y="196"/>
                    <a:pt x="36220" y="324"/>
                    <a:pt x="34052" y="372"/>
                  </a:cubicBezTo>
                  <a:cubicBezTo>
                    <a:pt x="33707" y="380"/>
                    <a:pt x="33362" y="384"/>
                    <a:pt x="33018" y="384"/>
                  </a:cubicBezTo>
                  <a:cubicBezTo>
                    <a:pt x="30214" y="384"/>
                    <a:pt x="27434" y="149"/>
                    <a:pt x="24634" y="75"/>
                  </a:cubicBezTo>
                  <a:cubicBezTo>
                    <a:pt x="23265" y="25"/>
                    <a:pt x="21888" y="0"/>
                    <a:pt x="20516" y="0"/>
                  </a:cubicBezTo>
                  <a:close/>
                </a:path>
              </a:pathLst>
            </a:custGeom>
            <a:solidFill>
              <a:srgbClr val="E29B9C"/>
            </a:solidFill>
            <a:ln w="9525" cap="flat" cmpd="sng">
              <a:solidFill>
                <a:srgbClr val="B7D7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7289048" y="1933332"/>
              <a:ext cx="577968" cy="22798"/>
            </a:xfrm>
            <a:custGeom>
              <a:avLst/>
              <a:gdLst/>
              <a:ahLst/>
              <a:cxnLst/>
              <a:rect l="l" t="t" r="r" b="b"/>
              <a:pathLst>
                <a:path w="17873" h="710" extrusionOk="0">
                  <a:moveTo>
                    <a:pt x="8522" y="0"/>
                  </a:moveTo>
                  <a:cubicBezTo>
                    <a:pt x="5679" y="0"/>
                    <a:pt x="2833" y="98"/>
                    <a:pt x="1" y="312"/>
                  </a:cubicBezTo>
                  <a:cubicBezTo>
                    <a:pt x="3216" y="479"/>
                    <a:pt x="6442" y="670"/>
                    <a:pt x="9657" y="705"/>
                  </a:cubicBezTo>
                  <a:cubicBezTo>
                    <a:pt x="9968" y="708"/>
                    <a:pt x="10280" y="709"/>
                    <a:pt x="10591" y="709"/>
                  </a:cubicBezTo>
                  <a:cubicBezTo>
                    <a:pt x="13020" y="709"/>
                    <a:pt x="15456" y="620"/>
                    <a:pt x="17872" y="324"/>
                  </a:cubicBezTo>
                  <a:cubicBezTo>
                    <a:pt x="17277" y="289"/>
                    <a:pt x="16682" y="241"/>
                    <a:pt x="16074" y="217"/>
                  </a:cubicBezTo>
                  <a:cubicBezTo>
                    <a:pt x="13566" y="77"/>
                    <a:pt x="11045" y="0"/>
                    <a:pt x="8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536748" y="1870718"/>
              <a:ext cx="2678580" cy="56578"/>
            </a:xfrm>
            <a:custGeom>
              <a:avLst/>
              <a:gdLst/>
              <a:ahLst/>
              <a:cxnLst/>
              <a:rect l="l" t="t" r="r" b="b"/>
              <a:pathLst>
                <a:path w="82832" h="1762" extrusionOk="0">
                  <a:moveTo>
                    <a:pt x="56443" y="1"/>
                  </a:moveTo>
                  <a:cubicBezTo>
                    <a:pt x="50870" y="1"/>
                    <a:pt x="43055" y="157"/>
                    <a:pt x="41398" y="250"/>
                  </a:cubicBezTo>
                  <a:cubicBezTo>
                    <a:pt x="39517" y="322"/>
                    <a:pt x="37624" y="345"/>
                    <a:pt x="35731" y="357"/>
                  </a:cubicBezTo>
                  <a:cubicBezTo>
                    <a:pt x="32695" y="357"/>
                    <a:pt x="29659" y="298"/>
                    <a:pt x="26611" y="226"/>
                  </a:cubicBezTo>
                  <a:cubicBezTo>
                    <a:pt x="23563" y="155"/>
                    <a:pt x="20503" y="48"/>
                    <a:pt x="17455" y="12"/>
                  </a:cubicBezTo>
                  <a:cubicBezTo>
                    <a:pt x="16768" y="5"/>
                    <a:pt x="16007" y="1"/>
                    <a:pt x="15198" y="1"/>
                  </a:cubicBezTo>
                  <a:cubicBezTo>
                    <a:pt x="9511" y="1"/>
                    <a:pt x="1439" y="167"/>
                    <a:pt x="0" y="250"/>
                  </a:cubicBezTo>
                  <a:cubicBezTo>
                    <a:pt x="24" y="738"/>
                    <a:pt x="488" y="1096"/>
                    <a:pt x="500" y="1596"/>
                  </a:cubicBezTo>
                  <a:cubicBezTo>
                    <a:pt x="1082" y="1718"/>
                    <a:pt x="1753" y="1761"/>
                    <a:pt x="2465" y="1761"/>
                  </a:cubicBezTo>
                  <a:cubicBezTo>
                    <a:pt x="4100" y="1761"/>
                    <a:pt x="5953" y="1536"/>
                    <a:pt x="7453" y="1536"/>
                  </a:cubicBezTo>
                  <a:cubicBezTo>
                    <a:pt x="11287" y="1560"/>
                    <a:pt x="15121" y="1560"/>
                    <a:pt x="18955" y="1560"/>
                  </a:cubicBezTo>
                  <a:cubicBezTo>
                    <a:pt x="21884" y="1560"/>
                    <a:pt x="24777" y="1429"/>
                    <a:pt x="27694" y="1274"/>
                  </a:cubicBezTo>
                  <a:cubicBezTo>
                    <a:pt x="29950" y="1159"/>
                    <a:pt x="32206" y="1056"/>
                    <a:pt x="34467" y="1056"/>
                  </a:cubicBezTo>
                  <a:cubicBezTo>
                    <a:pt x="35237" y="1056"/>
                    <a:pt x="36007" y="1068"/>
                    <a:pt x="36779" y="1096"/>
                  </a:cubicBezTo>
                  <a:cubicBezTo>
                    <a:pt x="38457" y="1155"/>
                    <a:pt x="40172" y="1286"/>
                    <a:pt x="41815" y="1584"/>
                  </a:cubicBezTo>
                  <a:lnTo>
                    <a:pt x="41815" y="1596"/>
                  </a:lnTo>
                  <a:cubicBezTo>
                    <a:pt x="42397" y="1718"/>
                    <a:pt x="43068" y="1761"/>
                    <a:pt x="43780" y="1761"/>
                  </a:cubicBezTo>
                  <a:cubicBezTo>
                    <a:pt x="45414" y="1761"/>
                    <a:pt x="47267" y="1536"/>
                    <a:pt x="48768" y="1536"/>
                  </a:cubicBezTo>
                  <a:cubicBezTo>
                    <a:pt x="52602" y="1560"/>
                    <a:pt x="56436" y="1560"/>
                    <a:pt x="60270" y="1560"/>
                  </a:cubicBezTo>
                  <a:cubicBezTo>
                    <a:pt x="63199" y="1560"/>
                    <a:pt x="66092" y="1429"/>
                    <a:pt x="69009" y="1274"/>
                  </a:cubicBezTo>
                  <a:cubicBezTo>
                    <a:pt x="71265" y="1159"/>
                    <a:pt x="73521" y="1056"/>
                    <a:pt x="75781" y="1056"/>
                  </a:cubicBezTo>
                  <a:cubicBezTo>
                    <a:pt x="76551" y="1056"/>
                    <a:pt x="77322" y="1068"/>
                    <a:pt x="78093" y="1096"/>
                  </a:cubicBezTo>
                  <a:cubicBezTo>
                    <a:pt x="79677" y="1155"/>
                    <a:pt x="81284" y="1274"/>
                    <a:pt x="82832" y="1536"/>
                  </a:cubicBezTo>
                  <a:lnTo>
                    <a:pt x="82832" y="238"/>
                  </a:lnTo>
                  <a:cubicBezTo>
                    <a:pt x="80903" y="322"/>
                    <a:pt x="78974" y="357"/>
                    <a:pt x="77045" y="357"/>
                  </a:cubicBezTo>
                  <a:cubicBezTo>
                    <a:pt x="74009" y="357"/>
                    <a:pt x="70973" y="298"/>
                    <a:pt x="67925" y="226"/>
                  </a:cubicBezTo>
                  <a:cubicBezTo>
                    <a:pt x="64877" y="155"/>
                    <a:pt x="61817" y="48"/>
                    <a:pt x="58769" y="12"/>
                  </a:cubicBezTo>
                  <a:cubicBezTo>
                    <a:pt x="58063" y="4"/>
                    <a:pt x="57278" y="1"/>
                    <a:pt x="564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6549457" y="2185877"/>
              <a:ext cx="2665871" cy="69936"/>
            </a:xfrm>
            <a:custGeom>
              <a:avLst/>
              <a:gdLst/>
              <a:ahLst/>
              <a:cxnLst/>
              <a:rect l="l" t="t" r="r" b="b"/>
              <a:pathLst>
                <a:path w="82439" h="2178" extrusionOk="0">
                  <a:moveTo>
                    <a:pt x="73160" y="1"/>
                  </a:moveTo>
                  <a:cubicBezTo>
                    <a:pt x="71451" y="1"/>
                    <a:pt x="69739" y="64"/>
                    <a:pt x="68044" y="127"/>
                  </a:cubicBezTo>
                  <a:cubicBezTo>
                    <a:pt x="66592" y="186"/>
                    <a:pt x="65127" y="258"/>
                    <a:pt x="63675" y="282"/>
                  </a:cubicBezTo>
                  <a:cubicBezTo>
                    <a:pt x="63256" y="288"/>
                    <a:pt x="62837" y="291"/>
                    <a:pt x="62418" y="291"/>
                  </a:cubicBezTo>
                  <a:cubicBezTo>
                    <a:pt x="61337" y="291"/>
                    <a:pt x="60255" y="272"/>
                    <a:pt x="59174" y="246"/>
                  </a:cubicBezTo>
                  <a:cubicBezTo>
                    <a:pt x="58454" y="229"/>
                    <a:pt x="57718" y="221"/>
                    <a:pt x="56969" y="221"/>
                  </a:cubicBezTo>
                  <a:cubicBezTo>
                    <a:pt x="52047" y="221"/>
                    <a:pt x="46590" y="547"/>
                    <a:pt x="41743" y="567"/>
                  </a:cubicBezTo>
                  <a:cubicBezTo>
                    <a:pt x="39624" y="544"/>
                    <a:pt x="37505" y="246"/>
                    <a:pt x="35421" y="115"/>
                  </a:cubicBezTo>
                  <a:cubicBezTo>
                    <a:pt x="34221" y="36"/>
                    <a:pt x="33013" y="6"/>
                    <a:pt x="31804" y="6"/>
                  </a:cubicBezTo>
                  <a:cubicBezTo>
                    <a:pt x="30109" y="6"/>
                    <a:pt x="28411" y="64"/>
                    <a:pt x="26730" y="127"/>
                  </a:cubicBezTo>
                  <a:cubicBezTo>
                    <a:pt x="25277" y="186"/>
                    <a:pt x="23813" y="270"/>
                    <a:pt x="22360" y="282"/>
                  </a:cubicBezTo>
                  <a:cubicBezTo>
                    <a:pt x="21829" y="290"/>
                    <a:pt x="21297" y="294"/>
                    <a:pt x="20766" y="294"/>
                  </a:cubicBezTo>
                  <a:cubicBezTo>
                    <a:pt x="19797" y="294"/>
                    <a:pt x="18828" y="281"/>
                    <a:pt x="17859" y="258"/>
                  </a:cubicBezTo>
                  <a:cubicBezTo>
                    <a:pt x="17096" y="238"/>
                    <a:pt x="16315" y="230"/>
                    <a:pt x="15520" y="230"/>
                  </a:cubicBezTo>
                  <a:cubicBezTo>
                    <a:pt x="10485" y="230"/>
                    <a:pt x="4905" y="567"/>
                    <a:pt x="0" y="567"/>
                  </a:cubicBezTo>
                  <a:cubicBezTo>
                    <a:pt x="0" y="1032"/>
                    <a:pt x="202" y="1698"/>
                    <a:pt x="214" y="2163"/>
                  </a:cubicBezTo>
                  <a:cubicBezTo>
                    <a:pt x="642" y="2173"/>
                    <a:pt x="1071" y="2178"/>
                    <a:pt x="1501" y="2178"/>
                  </a:cubicBezTo>
                  <a:cubicBezTo>
                    <a:pt x="6973" y="2178"/>
                    <a:pt x="12625" y="1420"/>
                    <a:pt x="17934" y="1420"/>
                  </a:cubicBezTo>
                  <a:cubicBezTo>
                    <a:pt x="18610" y="1420"/>
                    <a:pt x="19280" y="1433"/>
                    <a:pt x="19943" y="1460"/>
                  </a:cubicBezTo>
                  <a:cubicBezTo>
                    <a:pt x="24265" y="1639"/>
                    <a:pt x="28551" y="2044"/>
                    <a:pt x="32885" y="2079"/>
                  </a:cubicBezTo>
                  <a:cubicBezTo>
                    <a:pt x="35766" y="2115"/>
                    <a:pt x="38648" y="2079"/>
                    <a:pt x="41529" y="2151"/>
                  </a:cubicBezTo>
                  <a:lnTo>
                    <a:pt x="41529" y="2163"/>
                  </a:lnTo>
                  <a:cubicBezTo>
                    <a:pt x="41957" y="2173"/>
                    <a:pt x="42386" y="2178"/>
                    <a:pt x="42816" y="2178"/>
                  </a:cubicBezTo>
                  <a:cubicBezTo>
                    <a:pt x="48288" y="2178"/>
                    <a:pt x="53940" y="1420"/>
                    <a:pt x="59249" y="1420"/>
                  </a:cubicBezTo>
                  <a:cubicBezTo>
                    <a:pt x="59924" y="1420"/>
                    <a:pt x="60594" y="1433"/>
                    <a:pt x="61258" y="1460"/>
                  </a:cubicBezTo>
                  <a:cubicBezTo>
                    <a:pt x="65580" y="1639"/>
                    <a:pt x="69866" y="2044"/>
                    <a:pt x="74200" y="2079"/>
                  </a:cubicBezTo>
                  <a:cubicBezTo>
                    <a:pt x="76950" y="2103"/>
                    <a:pt x="79689" y="2079"/>
                    <a:pt x="82439" y="2139"/>
                  </a:cubicBezTo>
                  <a:lnTo>
                    <a:pt x="82439" y="544"/>
                  </a:lnTo>
                  <a:cubicBezTo>
                    <a:pt x="80534" y="484"/>
                    <a:pt x="78617" y="234"/>
                    <a:pt x="76736" y="115"/>
                  </a:cubicBezTo>
                  <a:cubicBezTo>
                    <a:pt x="75550" y="32"/>
                    <a:pt x="74356" y="1"/>
                    <a:pt x="73160" y="1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533256" y="2267084"/>
              <a:ext cx="2681684" cy="75426"/>
            </a:xfrm>
            <a:custGeom>
              <a:avLst/>
              <a:gdLst/>
              <a:ahLst/>
              <a:cxnLst/>
              <a:rect l="l" t="t" r="r" b="b"/>
              <a:pathLst>
                <a:path w="82928" h="2349" extrusionOk="0">
                  <a:moveTo>
                    <a:pt x="59552" y="1"/>
                  </a:moveTo>
                  <a:cubicBezTo>
                    <a:pt x="53799" y="1"/>
                    <a:pt x="47290" y="719"/>
                    <a:pt x="41625" y="729"/>
                  </a:cubicBezTo>
                  <a:cubicBezTo>
                    <a:pt x="38553" y="658"/>
                    <a:pt x="35482" y="705"/>
                    <a:pt x="32398" y="658"/>
                  </a:cubicBezTo>
                  <a:cubicBezTo>
                    <a:pt x="28481" y="586"/>
                    <a:pt x="24599" y="229"/>
                    <a:pt x="20694" y="51"/>
                  </a:cubicBezTo>
                  <a:cubicBezTo>
                    <a:pt x="19903" y="16"/>
                    <a:pt x="19091" y="2"/>
                    <a:pt x="18264" y="2"/>
                  </a:cubicBezTo>
                  <a:cubicBezTo>
                    <a:pt x="12484" y="2"/>
                    <a:pt x="5936" y="729"/>
                    <a:pt x="241" y="729"/>
                  </a:cubicBezTo>
                  <a:cubicBezTo>
                    <a:pt x="200" y="729"/>
                    <a:pt x="160" y="729"/>
                    <a:pt x="120" y="729"/>
                  </a:cubicBezTo>
                  <a:lnTo>
                    <a:pt x="120" y="729"/>
                  </a:lnTo>
                  <a:cubicBezTo>
                    <a:pt x="168" y="1313"/>
                    <a:pt x="1" y="1765"/>
                    <a:pt x="37" y="2348"/>
                  </a:cubicBezTo>
                  <a:cubicBezTo>
                    <a:pt x="1473" y="2348"/>
                    <a:pt x="2132" y="1943"/>
                    <a:pt x="2364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7" y="1634"/>
                    <a:pt x="5895" y="1515"/>
                    <a:pt x="7597" y="1444"/>
                  </a:cubicBezTo>
                  <a:cubicBezTo>
                    <a:pt x="8554" y="1406"/>
                    <a:pt x="9511" y="1390"/>
                    <a:pt x="10469" y="1390"/>
                  </a:cubicBezTo>
                  <a:cubicBezTo>
                    <a:pt x="13182" y="1390"/>
                    <a:pt x="15897" y="1520"/>
                    <a:pt x="18599" y="1670"/>
                  </a:cubicBezTo>
                  <a:cubicBezTo>
                    <a:pt x="20408" y="1777"/>
                    <a:pt x="22218" y="1896"/>
                    <a:pt x="24028" y="2015"/>
                  </a:cubicBezTo>
                  <a:cubicBezTo>
                    <a:pt x="24880" y="1999"/>
                    <a:pt x="25733" y="1992"/>
                    <a:pt x="26584" y="1992"/>
                  </a:cubicBezTo>
                  <a:cubicBezTo>
                    <a:pt x="31513" y="1992"/>
                    <a:pt x="36428" y="2227"/>
                    <a:pt x="41351" y="2348"/>
                  </a:cubicBezTo>
                  <a:lnTo>
                    <a:pt x="41470" y="2348"/>
                  </a:lnTo>
                  <a:cubicBezTo>
                    <a:pt x="42824" y="2325"/>
                    <a:pt x="43447" y="1943"/>
                    <a:pt x="43678" y="1943"/>
                  </a:cubicBezTo>
                  <a:cubicBezTo>
                    <a:pt x="43684" y="1943"/>
                    <a:pt x="43691" y="1943"/>
                    <a:pt x="43697" y="1944"/>
                  </a:cubicBezTo>
                  <a:cubicBezTo>
                    <a:pt x="45411" y="1634"/>
                    <a:pt x="47209" y="1515"/>
                    <a:pt x="48912" y="1444"/>
                  </a:cubicBezTo>
                  <a:cubicBezTo>
                    <a:pt x="49869" y="1406"/>
                    <a:pt x="50826" y="1390"/>
                    <a:pt x="51784" y="1390"/>
                  </a:cubicBezTo>
                  <a:cubicBezTo>
                    <a:pt x="54497" y="1390"/>
                    <a:pt x="57212" y="1520"/>
                    <a:pt x="59913" y="1670"/>
                  </a:cubicBezTo>
                  <a:cubicBezTo>
                    <a:pt x="61723" y="1777"/>
                    <a:pt x="63533" y="1896"/>
                    <a:pt x="65342" y="2003"/>
                  </a:cubicBezTo>
                  <a:cubicBezTo>
                    <a:pt x="66121" y="1990"/>
                    <a:pt x="66898" y="1985"/>
                    <a:pt x="67676" y="1985"/>
                  </a:cubicBezTo>
                  <a:cubicBezTo>
                    <a:pt x="72715" y="1985"/>
                    <a:pt x="77740" y="2225"/>
                    <a:pt x="82773" y="2348"/>
                  </a:cubicBezTo>
                  <a:cubicBezTo>
                    <a:pt x="82821" y="2337"/>
                    <a:pt x="82880" y="2337"/>
                    <a:pt x="82928" y="2325"/>
                  </a:cubicBezTo>
                  <a:lnTo>
                    <a:pt x="82928" y="717"/>
                  </a:lnTo>
                  <a:cubicBezTo>
                    <a:pt x="79868" y="646"/>
                    <a:pt x="76784" y="705"/>
                    <a:pt x="73713" y="646"/>
                  </a:cubicBezTo>
                  <a:lnTo>
                    <a:pt x="73713" y="646"/>
                  </a:lnTo>
                  <a:lnTo>
                    <a:pt x="73724" y="658"/>
                  </a:lnTo>
                  <a:cubicBezTo>
                    <a:pt x="69795" y="586"/>
                    <a:pt x="65914" y="229"/>
                    <a:pt x="62009" y="51"/>
                  </a:cubicBezTo>
                  <a:cubicBezTo>
                    <a:pt x="61209" y="16"/>
                    <a:pt x="60388" y="1"/>
                    <a:pt x="595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8625071" y="1933332"/>
              <a:ext cx="577936" cy="22798"/>
            </a:xfrm>
            <a:custGeom>
              <a:avLst/>
              <a:gdLst/>
              <a:ahLst/>
              <a:cxnLst/>
              <a:rect l="l" t="t" r="r" b="b"/>
              <a:pathLst>
                <a:path w="17872" h="710" extrusionOk="0">
                  <a:moveTo>
                    <a:pt x="8522" y="0"/>
                  </a:moveTo>
                  <a:cubicBezTo>
                    <a:pt x="5679" y="0"/>
                    <a:pt x="2833" y="98"/>
                    <a:pt x="1" y="312"/>
                  </a:cubicBezTo>
                  <a:cubicBezTo>
                    <a:pt x="3215" y="479"/>
                    <a:pt x="6442" y="670"/>
                    <a:pt x="9657" y="705"/>
                  </a:cubicBezTo>
                  <a:cubicBezTo>
                    <a:pt x="9967" y="708"/>
                    <a:pt x="10277" y="709"/>
                    <a:pt x="10588" y="709"/>
                  </a:cubicBezTo>
                  <a:cubicBezTo>
                    <a:pt x="13011" y="709"/>
                    <a:pt x="15455" y="620"/>
                    <a:pt x="17872" y="324"/>
                  </a:cubicBezTo>
                  <a:cubicBezTo>
                    <a:pt x="17277" y="289"/>
                    <a:pt x="16681" y="241"/>
                    <a:pt x="16074" y="217"/>
                  </a:cubicBezTo>
                  <a:cubicBezTo>
                    <a:pt x="13566" y="77"/>
                    <a:pt x="11045" y="0"/>
                    <a:pt x="8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8059877" y="2335606"/>
              <a:ext cx="481667" cy="13679"/>
            </a:xfrm>
            <a:custGeom>
              <a:avLst/>
              <a:gdLst/>
              <a:ahLst/>
              <a:cxnLst/>
              <a:rect l="l" t="t" r="r" b="b"/>
              <a:pathLst>
                <a:path w="14895" h="426" extrusionOk="0">
                  <a:moveTo>
                    <a:pt x="14895" y="0"/>
                  </a:moveTo>
                  <a:cubicBezTo>
                    <a:pt x="14514" y="0"/>
                    <a:pt x="14145" y="0"/>
                    <a:pt x="13764" y="12"/>
                  </a:cubicBezTo>
                  <a:cubicBezTo>
                    <a:pt x="9180" y="48"/>
                    <a:pt x="4596" y="143"/>
                    <a:pt x="0" y="238"/>
                  </a:cubicBezTo>
                  <a:cubicBezTo>
                    <a:pt x="2018" y="359"/>
                    <a:pt x="4035" y="425"/>
                    <a:pt x="6052" y="425"/>
                  </a:cubicBezTo>
                  <a:cubicBezTo>
                    <a:pt x="7404" y="425"/>
                    <a:pt x="8757" y="396"/>
                    <a:pt x="10109" y="334"/>
                  </a:cubicBezTo>
                  <a:lnTo>
                    <a:pt x="10109" y="345"/>
                  </a:lnTo>
                  <a:cubicBezTo>
                    <a:pt x="11704" y="274"/>
                    <a:pt x="13300" y="167"/>
                    <a:pt x="148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6530572" y="2370221"/>
              <a:ext cx="2684756" cy="41839"/>
            </a:xfrm>
            <a:custGeom>
              <a:avLst/>
              <a:gdLst/>
              <a:ahLst/>
              <a:cxnLst/>
              <a:rect l="l" t="t" r="r" b="b"/>
              <a:pathLst>
                <a:path w="83023" h="1303" extrusionOk="0">
                  <a:moveTo>
                    <a:pt x="21146" y="0"/>
                  </a:moveTo>
                  <a:cubicBezTo>
                    <a:pt x="20347" y="0"/>
                    <a:pt x="19549" y="13"/>
                    <a:pt x="18753" y="41"/>
                  </a:cubicBezTo>
                  <a:cubicBezTo>
                    <a:pt x="15900" y="140"/>
                    <a:pt x="13101" y="321"/>
                    <a:pt x="10275" y="321"/>
                  </a:cubicBezTo>
                  <a:cubicBezTo>
                    <a:pt x="9362" y="321"/>
                    <a:pt x="8447" y="302"/>
                    <a:pt x="7525" y="256"/>
                  </a:cubicBezTo>
                  <a:cubicBezTo>
                    <a:pt x="5906" y="172"/>
                    <a:pt x="4287" y="89"/>
                    <a:pt x="2668" y="89"/>
                  </a:cubicBezTo>
                  <a:cubicBezTo>
                    <a:pt x="2334" y="89"/>
                    <a:pt x="775" y="422"/>
                    <a:pt x="108" y="458"/>
                  </a:cubicBezTo>
                  <a:cubicBezTo>
                    <a:pt x="132" y="744"/>
                    <a:pt x="1" y="899"/>
                    <a:pt x="13" y="1196"/>
                  </a:cubicBezTo>
                  <a:cubicBezTo>
                    <a:pt x="139" y="1197"/>
                    <a:pt x="268" y="1198"/>
                    <a:pt x="398" y="1198"/>
                  </a:cubicBezTo>
                  <a:cubicBezTo>
                    <a:pt x="3139" y="1198"/>
                    <a:pt x="6699" y="969"/>
                    <a:pt x="9347" y="958"/>
                  </a:cubicBezTo>
                  <a:cubicBezTo>
                    <a:pt x="10889" y="952"/>
                    <a:pt x="12434" y="943"/>
                    <a:pt x="13979" y="943"/>
                  </a:cubicBezTo>
                  <a:cubicBezTo>
                    <a:pt x="15523" y="943"/>
                    <a:pt x="17068" y="952"/>
                    <a:pt x="18610" y="982"/>
                  </a:cubicBezTo>
                  <a:cubicBezTo>
                    <a:pt x="21658" y="1030"/>
                    <a:pt x="24706" y="1137"/>
                    <a:pt x="27754" y="1196"/>
                  </a:cubicBezTo>
                  <a:cubicBezTo>
                    <a:pt x="30254" y="1255"/>
                    <a:pt x="32758" y="1300"/>
                    <a:pt x="35259" y="1300"/>
                  </a:cubicBezTo>
                  <a:cubicBezTo>
                    <a:pt x="37284" y="1300"/>
                    <a:pt x="39308" y="1271"/>
                    <a:pt x="41327" y="1196"/>
                  </a:cubicBezTo>
                  <a:cubicBezTo>
                    <a:pt x="41454" y="1197"/>
                    <a:pt x="41582" y="1198"/>
                    <a:pt x="41713" y="1198"/>
                  </a:cubicBezTo>
                  <a:cubicBezTo>
                    <a:pt x="44454" y="1198"/>
                    <a:pt x="48014" y="969"/>
                    <a:pt x="50662" y="958"/>
                  </a:cubicBezTo>
                  <a:cubicBezTo>
                    <a:pt x="52204" y="952"/>
                    <a:pt x="53748" y="943"/>
                    <a:pt x="55293" y="943"/>
                  </a:cubicBezTo>
                  <a:cubicBezTo>
                    <a:pt x="56838" y="943"/>
                    <a:pt x="58383" y="952"/>
                    <a:pt x="59925" y="982"/>
                  </a:cubicBezTo>
                  <a:cubicBezTo>
                    <a:pt x="62973" y="1030"/>
                    <a:pt x="66021" y="1137"/>
                    <a:pt x="69069" y="1196"/>
                  </a:cubicBezTo>
                  <a:cubicBezTo>
                    <a:pt x="71614" y="1255"/>
                    <a:pt x="74167" y="1303"/>
                    <a:pt x="76719" y="1303"/>
                  </a:cubicBezTo>
                  <a:cubicBezTo>
                    <a:pt x="78823" y="1303"/>
                    <a:pt x="80925" y="1270"/>
                    <a:pt x="83023" y="1184"/>
                  </a:cubicBezTo>
                  <a:lnTo>
                    <a:pt x="83023" y="434"/>
                  </a:lnTo>
                  <a:cubicBezTo>
                    <a:pt x="81609" y="534"/>
                    <a:pt x="80190" y="573"/>
                    <a:pt x="78768" y="573"/>
                  </a:cubicBezTo>
                  <a:cubicBezTo>
                    <a:pt x="73349" y="573"/>
                    <a:pt x="67884" y="0"/>
                    <a:pt x="62464" y="0"/>
                  </a:cubicBezTo>
                  <a:cubicBezTo>
                    <a:pt x="61664" y="0"/>
                    <a:pt x="60865" y="13"/>
                    <a:pt x="60068" y="41"/>
                  </a:cubicBezTo>
                  <a:cubicBezTo>
                    <a:pt x="57215" y="140"/>
                    <a:pt x="54416" y="321"/>
                    <a:pt x="51590" y="321"/>
                  </a:cubicBezTo>
                  <a:cubicBezTo>
                    <a:pt x="50677" y="321"/>
                    <a:pt x="49761" y="302"/>
                    <a:pt x="48840" y="256"/>
                  </a:cubicBezTo>
                  <a:cubicBezTo>
                    <a:pt x="47221" y="172"/>
                    <a:pt x="45602" y="89"/>
                    <a:pt x="43982" y="89"/>
                  </a:cubicBezTo>
                  <a:cubicBezTo>
                    <a:pt x="43685" y="89"/>
                    <a:pt x="42411" y="363"/>
                    <a:pt x="41661" y="434"/>
                  </a:cubicBezTo>
                  <a:cubicBezTo>
                    <a:pt x="40251" y="534"/>
                    <a:pt x="38836" y="573"/>
                    <a:pt x="37417" y="573"/>
                  </a:cubicBezTo>
                  <a:cubicBezTo>
                    <a:pt x="32013" y="573"/>
                    <a:pt x="26557" y="0"/>
                    <a:pt x="21146" y="0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6511719" y="2520977"/>
              <a:ext cx="2703609" cy="84257"/>
            </a:xfrm>
            <a:custGeom>
              <a:avLst/>
              <a:gdLst/>
              <a:ahLst/>
              <a:cxnLst/>
              <a:rect l="l" t="t" r="r" b="b"/>
              <a:pathLst>
                <a:path w="83606" h="2624" extrusionOk="0">
                  <a:moveTo>
                    <a:pt x="57965" y="0"/>
                  </a:moveTo>
                  <a:cubicBezTo>
                    <a:pt x="52749" y="0"/>
                    <a:pt x="46979" y="324"/>
                    <a:pt x="42256" y="823"/>
                  </a:cubicBezTo>
                  <a:cubicBezTo>
                    <a:pt x="41258" y="907"/>
                    <a:pt x="40250" y="938"/>
                    <a:pt x="39244" y="938"/>
                  </a:cubicBezTo>
                  <a:cubicBezTo>
                    <a:pt x="38387" y="938"/>
                    <a:pt x="37532" y="916"/>
                    <a:pt x="36683" y="883"/>
                  </a:cubicBezTo>
                  <a:cubicBezTo>
                    <a:pt x="33933" y="776"/>
                    <a:pt x="31195" y="526"/>
                    <a:pt x="28444" y="347"/>
                  </a:cubicBezTo>
                  <a:cubicBezTo>
                    <a:pt x="25503" y="168"/>
                    <a:pt x="22539" y="109"/>
                    <a:pt x="19586" y="37"/>
                  </a:cubicBezTo>
                  <a:cubicBezTo>
                    <a:pt x="18650" y="13"/>
                    <a:pt x="17684" y="1"/>
                    <a:pt x="16697" y="1"/>
                  </a:cubicBezTo>
                  <a:cubicBezTo>
                    <a:pt x="11421" y="1"/>
                    <a:pt x="5575" y="335"/>
                    <a:pt x="810" y="847"/>
                  </a:cubicBezTo>
                  <a:cubicBezTo>
                    <a:pt x="822" y="1538"/>
                    <a:pt x="0" y="1240"/>
                    <a:pt x="0" y="1942"/>
                  </a:cubicBezTo>
                  <a:cubicBezTo>
                    <a:pt x="12" y="2026"/>
                    <a:pt x="1262" y="2359"/>
                    <a:pt x="1274" y="2442"/>
                  </a:cubicBezTo>
                  <a:cubicBezTo>
                    <a:pt x="1742" y="2491"/>
                    <a:pt x="2193" y="2509"/>
                    <a:pt x="2631" y="2509"/>
                  </a:cubicBezTo>
                  <a:cubicBezTo>
                    <a:pt x="4099" y="2509"/>
                    <a:pt x="5409" y="2299"/>
                    <a:pt x="6649" y="2299"/>
                  </a:cubicBezTo>
                  <a:cubicBezTo>
                    <a:pt x="6675" y="2299"/>
                    <a:pt x="6701" y="2299"/>
                    <a:pt x="6727" y="2300"/>
                  </a:cubicBezTo>
                  <a:cubicBezTo>
                    <a:pt x="8311" y="2300"/>
                    <a:pt x="9894" y="2300"/>
                    <a:pt x="11478" y="2288"/>
                  </a:cubicBezTo>
                  <a:cubicBezTo>
                    <a:pt x="11732" y="2286"/>
                    <a:pt x="11986" y="2285"/>
                    <a:pt x="12240" y="2285"/>
                  </a:cubicBezTo>
                  <a:cubicBezTo>
                    <a:pt x="12883" y="2285"/>
                    <a:pt x="13527" y="2289"/>
                    <a:pt x="14171" y="2289"/>
                  </a:cubicBezTo>
                  <a:cubicBezTo>
                    <a:pt x="14857" y="2289"/>
                    <a:pt x="15543" y="2284"/>
                    <a:pt x="16228" y="2264"/>
                  </a:cubicBezTo>
                  <a:cubicBezTo>
                    <a:pt x="17489" y="2227"/>
                    <a:pt x="18750" y="2210"/>
                    <a:pt x="20011" y="2210"/>
                  </a:cubicBezTo>
                  <a:cubicBezTo>
                    <a:pt x="22036" y="2210"/>
                    <a:pt x="24062" y="2255"/>
                    <a:pt x="26087" y="2335"/>
                  </a:cubicBezTo>
                  <a:cubicBezTo>
                    <a:pt x="27730" y="2395"/>
                    <a:pt x="29361" y="2490"/>
                    <a:pt x="30992" y="2585"/>
                  </a:cubicBezTo>
                  <a:cubicBezTo>
                    <a:pt x="31484" y="2613"/>
                    <a:pt x="31980" y="2624"/>
                    <a:pt x="32478" y="2624"/>
                  </a:cubicBezTo>
                  <a:cubicBezTo>
                    <a:pt x="33473" y="2624"/>
                    <a:pt x="34473" y="2581"/>
                    <a:pt x="35457" y="2550"/>
                  </a:cubicBezTo>
                  <a:cubicBezTo>
                    <a:pt x="37213" y="2488"/>
                    <a:pt x="38983" y="2407"/>
                    <a:pt x="40746" y="2407"/>
                  </a:cubicBezTo>
                  <a:cubicBezTo>
                    <a:pt x="41373" y="2407"/>
                    <a:pt x="42000" y="2417"/>
                    <a:pt x="42625" y="2442"/>
                  </a:cubicBezTo>
                  <a:cubicBezTo>
                    <a:pt x="43090" y="2491"/>
                    <a:pt x="43539" y="2509"/>
                    <a:pt x="43973" y="2509"/>
                  </a:cubicBezTo>
                  <a:cubicBezTo>
                    <a:pt x="45433" y="2509"/>
                    <a:pt x="46736" y="2299"/>
                    <a:pt x="47976" y="2299"/>
                  </a:cubicBezTo>
                  <a:cubicBezTo>
                    <a:pt x="48002" y="2299"/>
                    <a:pt x="48028" y="2299"/>
                    <a:pt x="48054" y="2300"/>
                  </a:cubicBezTo>
                  <a:cubicBezTo>
                    <a:pt x="49637" y="2300"/>
                    <a:pt x="51209" y="2300"/>
                    <a:pt x="52793" y="2288"/>
                  </a:cubicBezTo>
                  <a:cubicBezTo>
                    <a:pt x="53584" y="2288"/>
                    <a:pt x="54379" y="2294"/>
                    <a:pt x="55172" y="2294"/>
                  </a:cubicBezTo>
                  <a:cubicBezTo>
                    <a:pt x="55966" y="2294"/>
                    <a:pt x="56757" y="2288"/>
                    <a:pt x="57543" y="2264"/>
                  </a:cubicBezTo>
                  <a:cubicBezTo>
                    <a:pt x="58804" y="2227"/>
                    <a:pt x="60067" y="2210"/>
                    <a:pt x="61329" y="2210"/>
                  </a:cubicBezTo>
                  <a:cubicBezTo>
                    <a:pt x="63357" y="2210"/>
                    <a:pt x="65384" y="2255"/>
                    <a:pt x="67402" y="2335"/>
                  </a:cubicBezTo>
                  <a:cubicBezTo>
                    <a:pt x="69045" y="2395"/>
                    <a:pt x="70676" y="2490"/>
                    <a:pt x="72307" y="2585"/>
                  </a:cubicBezTo>
                  <a:cubicBezTo>
                    <a:pt x="72799" y="2613"/>
                    <a:pt x="73295" y="2624"/>
                    <a:pt x="73793" y="2624"/>
                  </a:cubicBezTo>
                  <a:cubicBezTo>
                    <a:pt x="74787" y="2624"/>
                    <a:pt x="75787" y="2581"/>
                    <a:pt x="76772" y="2550"/>
                  </a:cubicBezTo>
                  <a:cubicBezTo>
                    <a:pt x="78553" y="2494"/>
                    <a:pt x="80341" y="2408"/>
                    <a:pt x="82125" y="2408"/>
                  </a:cubicBezTo>
                  <a:cubicBezTo>
                    <a:pt x="82619" y="2408"/>
                    <a:pt x="83113" y="2415"/>
                    <a:pt x="83606" y="2431"/>
                  </a:cubicBezTo>
                  <a:lnTo>
                    <a:pt x="83606" y="823"/>
                  </a:lnTo>
                  <a:cubicBezTo>
                    <a:pt x="82602" y="907"/>
                    <a:pt x="81588" y="938"/>
                    <a:pt x="80575" y="938"/>
                  </a:cubicBezTo>
                  <a:cubicBezTo>
                    <a:pt x="79713" y="938"/>
                    <a:pt x="78852" y="916"/>
                    <a:pt x="77998" y="883"/>
                  </a:cubicBezTo>
                  <a:cubicBezTo>
                    <a:pt x="75248" y="776"/>
                    <a:pt x="72509" y="526"/>
                    <a:pt x="69759" y="347"/>
                  </a:cubicBezTo>
                  <a:cubicBezTo>
                    <a:pt x="66818" y="168"/>
                    <a:pt x="63853" y="109"/>
                    <a:pt x="60901" y="37"/>
                  </a:cubicBezTo>
                  <a:cubicBezTo>
                    <a:pt x="59950" y="12"/>
                    <a:pt x="58968" y="0"/>
                    <a:pt x="579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6514403" y="2620807"/>
              <a:ext cx="2700925" cy="113926"/>
            </a:xfrm>
            <a:custGeom>
              <a:avLst/>
              <a:gdLst/>
              <a:ahLst/>
              <a:cxnLst/>
              <a:rect l="l" t="t" r="r" b="b"/>
              <a:pathLst>
                <a:path w="83523" h="3548" extrusionOk="0">
                  <a:moveTo>
                    <a:pt x="19694" y="0"/>
                  </a:moveTo>
                  <a:cubicBezTo>
                    <a:pt x="18074" y="12"/>
                    <a:pt x="16467" y="60"/>
                    <a:pt x="14860" y="60"/>
                  </a:cubicBezTo>
                  <a:cubicBezTo>
                    <a:pt x="11287" y="70"/>
                    <a:pt x="6947" y="241"/>
                    <a:pt x="3104" y="241"/>
                  </a:cubicBezTo>
                  <a:cubicBezTo>
                    <a:pt x="2285" y="241"/>
                    <a:pt x="1488" y="233"/>
                    <a:pt x="727" y="214"/>
                  </a:cubicBezTo>
                  <a:lnTo>
                    <a:pt x="727" y="214"/>
                  </a:lnTo>
                  <a:cubicBezTo>
                    <a:pt x="846" y="1131"/>
                    <a:pt x="1" y="1608"/>
                    <a:pt x="36" y="2524"/>
                  </a:cubicBezTo>
                  <a:cubicBezTo>
                    <a:pt x="36" y="2631"/>
                    <a:pt x="1167" y="3405"/>
                    <a:pt x="1179" y="3513"/>
                  </a:cubicBezTo>
                  <a:cubicBezTo>
                    <a:pt x="1503" y="3536"/>
                    <a:pt x="1838" y="3547"/>
                    <a:pt x="2183" y="3547"/>
                  </a:cubicBezTo>
                  <a:cubicBezTo>
                    <a:pt x="4784" y="3547"/>
                    <a:pt x="7932" y="2947"/>
                    <a:pt x="10477" y="2947"/>
                  </a:cubicBezTo>
                  <a:cubicBezTo>
                    <a:pt x="10618" y="2947"/>
                    <a:pt x="10758" y="2949"/>
                    <a:pt x="10895" y="2953"/>
                  </a:cubicBezTo>
                  <a:cubicBezTo>
                    <a:pt x="13895" y="3024"/>
                    <a:pt x="16896" y="3179"/>
                    <a:pt x="19896" y="3227"/>
                  </a:cubicBezTo>
                  <a:cubicBezTo>
                    <a:pt x="20570" y="3237"/>
                    <a:pt x="21245" y="3243"/>
                    <a:pt x="21919" y="3243"/>
                  </a:cubicBezTo>
                  <a:cubicBezTo>
                    <a:pt x="22745" y="3243"/>
                    <a:pt x="23571" y="3235"/>
                    <a:pt x="24396" y="3215"/>
                  </a:cubicBezTo>
                  <a:cubicBezTo>
                    <a:pt x="25837" y="3167"/>
                    <a:pt x="27278" y="3096"/>
                    <a:pt x="28718" y="3048"/>
                  </a:cubicBezTo>
                  <a:cubicBezTo>
                    <a:pt x="30089" y="2997"/>
                    <a:pt x="31467" y="2960"/>
                    <a:pt x="32846" y="2960"/>
                  </a:cubicBezTo>
                  <a:cubicBezTo>
                    <a:pt x="34378" y="2960"/>
                    <a:pt x="35911" y="3006"/>
                    <a:pt x="37434" y="3132"/>
                  </a:cubicBezTo>
                  <a:cubicBezTo>
                    <a:pt x="39101" y="3262"/>
                    <a:pt x="40791" y="3465"/>
                    <a:pt x="42482" y="3501"/>
                  </a:cubicBezTo>
                  <a:cubicBezTo>
                    <a:pt x="42482" y="3501"/>
                    <a:pt x="42494" y="3513"/>
                    <a:pt x="42494" y="3513"/>
                  </a:cubicBezTo>
                  <a:cubicBezTo>
                    <a:pt x="42821" y="3537"/>
                    <a:pt x="43161" y="3547"/>
                    <a:pt x="43510" y="3547"/>
                  </a:cubicBezTo>
                  <a:cubicBezTo>
                    <a:pt x="46127" y="3547"/>
                    <a:pt x="49295" y="2949"/>
                    <a:pt x="51845" y="2949"/>
                  </a:cubicBezTo>
                  <a:cubicBezTo>
                    <a:pt x="51968" y="2949"/>
                    <a:pt x="52090" y="2950"/>
                    <a:pt x="52209" y="2953"/>
                  </a:cubicBezTo>
                  <a:cubicBezTo>
                    <a:pt x="55210" y="3024"/>
                    <a:pt x="58210" y="3179"/>
                    <a:pt x="61211" y="3227"/>
                  </a:cubicBezTo>
                  <a:cubicBezTo>
                    <a:pt x="61885" y="3237"/>
                    <a:pt x="62559" y="3243"/>
                    <a:pt x="63234" y="3243"/>
                  </a:cubicBezTo>
                  <a:cubicBezTo>
                    <a:pt x="64059" y="3243"/>
                    <a:pt x="64885" y="3235"/>
                    <a:pt x="65711" y="3215"/>
                  </a:cubicBezTo>
                  <a:cubicBezTo>
                    <a:pt x="67152" y="3179"/>
                    <a:pt x="68592" y="3096"/>
                    <a:pt x="70033" y="3048"/>
                  </a:cubicBezTo>
                  <a:cubicBezTo>
                    <a:pt x="71404" y="2997"/>
                    <a:pt x="72782" y="2960"/>
                    <a:pt x="74161" y="2960"/>
                  </a:cubicBezTo>
                  <a:cubicBezTo>
                    <a:pt x="75693" y="2960"/>
                    <a:pt x="77226" y="3006"/>
                    <a:pt x="78749" y="3132"/>
                  </a:cubicBezTo>
                  <a:cubicBezTo>
                    <a:pt x="80320" y="3262"/>
                    <a:pt x="81916" y="3441"/>
                    <a:pt x="83523" y="3501"/>
                  </a:cubicBezTo>
                  <a:lnTo>
                    <a:pt x="83523" y="226"/>
                  </a:lnTo>
                  <a:cubicBezTo>
                    <a:pt x="82996" y="208"/>
                    <a:pt x="82468" y="200"/>
                    <a:pt x="81940" y="200"/>
                  </a:cubicBezTo>
                  <a:cubicBezTo>
                    <a:pt x="79746" y="200"/>
                    <a:pt x="77545" y="333"/>
                    <a:pt x="75367" y="381"/>
                  </a:cubicBezTo>
                  <a:cubicBezTo>
                    <a:pt x="75023" y="389"/>
                    <a:pt x="74679" y="393"/>
                    <a:pt x="74335" y="393"/>
                  </a:cubicBezTo>
                  <a:cubicBezTo>
                    <a:pt x="71531" y="393"/>
                    <a:pt x="68750" y="156"/>
                    <a:pt x="65949" y="72"/>
                  </a:cubicBezTo>
                  <a:cubicBezTo>
                    <a:pt x="64306" y="24"/>
                    <a:pt x="62651" y="0"/>
                    <a:pt x="61008" y="0"/>
                  </a:cubicBezTo>
                  <a:cubicBezTo>
                    <a:pt x="59389" y="12"/>
                    <a:pt x="57782" y="60"/>
                    <a:pt x="56174" y="72"/>
                  </a:cubicBezTo>
                  <a:cubicBezTo>
                    <a:pt x="52605" y="72"/>
                    <a:pt x="48269" y="241"/>
                    <a:pt x="44429" y="241"/>
                  </a:cubicBezTo>
                  <a:cubicBezTo>
                    <a:pt x="43606" y="241"/>
                    <a:pt x="42806" y="233"/>
                    <a:pt x="42042" y="214"/>
                  </a:cubicBezTo>
                  <a:cubicBezTo>
                    <a:pt x="41611" y="203"/>
                    <a:pt x="41179" y="198"/>
                    <a:pt x="40747" y="198"/>
                  </a:cubicBezTo>
                  <a:cubicBezTo>
                    <a:pt x="38518" y="198"/>
                    <a:pt x="36277" y="331"/>
                    <a:pt x="34052" y="381"/>
                  </a:cubicBezTo>
                  <a:cubicBezTo>
                    <a:pt x="33708" y="389"/>
                    <a:pt x="33364" y="393"/>
                    <a:pt x="33021" y="393"/>
                  </a:cubicBezTo>
                  <a:cubicBezTo>
                    <a:pt x="30216" y="393"/>
                    <a:pt x="27435" y="156"/>
                    <a:pt x="24635" y="72"/>
                  </a:cubicBezTo>
                  <a:cubicBezTo>
                    <a:pt x="22992" y="24"/>
                    <a:pt x="21337" y="0"/>
                    <a:pt x="19694" y="0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7287916" y="2492046"/>
              <a:ext cx="577548" cy="23023"/>
            </a:xfrm>
            <a:custGeom>
              <a:avLst/>
              <a:gdLst/>
              <a:ahLst/>
              <a:cxnLst/>
              <a:rect l="l" t="t" r="r" b="b"/>
              <a:pathLst>
                <a:path w="17860" h="717" extrusionOk="0">
                  <a:moveTo>
                    <a:pt x="8659" y="1"/>
                  </a:moveTo>
                  <a:cubicBezTo>
                    <a:pt x="5770" y="1"/>
                    <a:pt x="2878" y="101"/>
                    <a:pt x="0" y="319"/>
                  </a:cubicBezTo>
                  <a:cubicBezTo>
                    <a:pt x="3215" y="486"/>
                    <a:pt x="6430" y="676"/>
                    <a:pt x="9656" y="712"/>
                  </a:cubicBezTo>
                  <a:cubicBezTo>
                    <a:pt x="9966" y="715"/>
                    <a:pt x="10277" y="716"/>
                    <a:pt x="10587" y="716"/>
                  </a:cubicBezTo>
                  <a:cubicBezTo>
                    <a:pt x="13010" y="716"/>
                    <a:pt x="15454" y="627"/>
                    <a:pt x="17860" y="331"/>
                  </a:cubicBezTo>
                  <a:cubicBezTo>
                    <a:pt x="17264" y="284"/>
                    <a:pt x="16669" y="248"/>
                    <a:pt x="16074" y="212"/>
                  </a:cubicBezTo>
                  <a:cubicBezTo>
                    <a:pt x="13611" y="75"/>
                    <a:pt x="11136" y="1"/>
                    <a:pt x="86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6535196" y="2429657"/>
              <a:ext cx="2680132" cy="56481"/>
            </a:xfrm>
            <a:custGeom>
              <a:avLst/>
              <a:gdLst/>
              <a:ahLst/>
              <a:cxnLst/>
              <a:rect l="l" t="t" r="r" b="b"/>
              <a:pathLst>
                <a:path w="82880" h="1759" extrusionOk="0">
                  <a:moveTo>
                    <a:pt x="56433" y="1"/>
                  </a:moveTo>
                  <a:cubicBezTo>
                    <a:pt x="50862" y="1"/>
                    <a:pt x="43056" y="155"/>
                    <a:pt x="41410" y="238"/>
                  </a:cubicBezTo>
                  <a:cubicBezTo>
                    <a:pt x="39517" y="310"/>
                    <a:pt x="37624" y="345"/>
                    <a:pt x="35743" y="357"/>
                  </a:cubicBezTo>
                  <a:cubicBezTo>
                    <a:pt x="32695" y="357"/>
                    <a:pt x="29659" y="298"/>
                    <a:pt x="26623" y="226"/>
                  </a:cubicBezTo>
                  <a:cubicBezTo>
                    <a:pt x="23563" y="155"/>
                    <a:pt x="20515" y="48"/>
                    <a:pt x="17455" y="12"/>
                  </a:cubicBezTo>
                  <a:cubicBezTo>
                    <a:pt x="16770" y="5"/>
                    <a:pt x="16010" y="1"/>
                    <a:pt x="15202" y="1"/>
                  </a:cubicBezTo>
                  <a:cubicBezTo>
                    <a:pt x="9520" y="1"/>
                    <a:pt x="1439" y="167"/>
                    <a:pt x="1" y="250"/>
                  </a:cubicBezTo>
                  <a:cubicBezTo>
                    <a:pt x="24" y="738"/>
                    <a:pt x="489" y="1095"/>
                    <a:pt x="512" y="1584"/>
                  </a:cubicBezTo>
                  <a:cubicBezTo>
                    <a:pt x="1098" y="1711"/>
                    <a:pt x="1773" y="1755"/>
                    <a:pt x="2489" y="1755"/>
                  </a:cubicBezTo>
                  <a:cubicBezTo>
                    <a:pt x="4087" y="1755"/>
                    <a:pt x="5891" y="1536"/>
                    <a:pt x="7373" y="1536"/>
                  </a:cubicBezTo>
                  <a:cubicBezTo>
                    <a:pt x="7400" y="1536"/>
                    <a:pt x="7427" y="1536"/>
                    <a:pt x="7454" y="1536"/>
                  </a:cubicBezTo>
                  <a:cubicBezTo>
                    <a:pt x="11288" y="1548"/>
                    <a:pt x="15133" y="1560"/>
                    <a:pt x="18967" y="1560"/>
                  </a:cubicBezTo>
                  <a:cubicBezTo>
                    <a:pt x="21884" y="1560"/>
                    <a:pt x="24789" y="1417"/>
                    <a:pt x="27706" y="1274"/>
                  </a:cubicBezTo>
                  <a:cubicBezTo>
                    <a:pt x="30010" y="1156"/>
                    <a:pt x="32327" y="1051"/>
                    <a:pt x="34648" y="1051"/>
                  </a:cubicBezTo>
                  <a:cubicBezTo>
                    <a:pt x="35362" y="1051"/>
                    <a:pt x="36076" y="1061"/>
                    <a:pt x="36791" y="1084"/>
                  </a:cubicBezTo>
                  <a:cubicBezTo>
                    <a:pt x="38470" y="1143"/>
                    <a:pt x="40184" y="1286"/>
                    <a:pt x="41827" y="1584"/>
                  </a:cubicBezTo>
                  <a:lnTo>
                    <a:pt x="41827" y="1595"/>
                  </a:lnTo>
                  <a:cubicBezTo>
                    <a:pt x="42401" y="1717"/>
                    <a:pt x="43060" y="1759"/>
                    <a:pt x="43760" y="1759"/>
                  </a:cubicBezTo>
                  <a:cubicBezTo>
                    <a:pt x="45369" y="1759"/>
                    <a:pt x="47193" y="1536"/>
                    <a:pt x="48688" y="1536"/>
                  </a:cubicBezTo>
                  <a:cubicBezTo>
                    <a:pt x="48715" y="1536"/>
                    <a:pt x="48742" y="1536"/>
                    <a:pt x="48769" y="1536"/>
                  </a:cubicBezTo>
                  <a:cubicBezTo>
                    <a:pt x="52602" y="1548"/>
                    <a:pt x="56448" y="1560"/>
                    <a:pt x="60282" y="1560"/>
                  </a:cubicBezTo>
                  <a:cubicBezTo>
                    <a:pt x="63199" y="1560"/>
                    <a:pt x="66104" y="1417"/>
                    <a:pt x="69021" y="1274"/>
                  </a:cubicBezTo>
                  <a:cubicBezTo>
                    <a:pt x="71268" y="1159"/>
                    <a:pt x="73528" y="1056"/>
                    <a:pt x="75792" y="1056"/>
                  </a:cubicBezTo>
                  <a:cubicBezTo>
                    <a:pt x="76563" y="1056"/>
                    <a:pt x="77334" y="1068"/>
                    <a:pt x="78106" y="1095"/>
                  </a:cubicBezTo>
                  <a:cubicBezTo>
                    <a:pt x="79689" y="1143"/>
                    <a:pt x="81308" y="1274"/>
                    <a:pt x="82880" y="1536"/>
                  </a:cubicBezTo>
                  <a:lnTo>
                    <a:pt x="82880" y="238"/>
                  </a:lnTo>
                  <a:cubicBezTo>
                    <a:pt x="80939" y="310"/>
                    <a:pt x="78998" y="345"/>
                    <a:pt x="77058" y="357"/>
                  </a:cubicBezTo>
                  <a:cubicBezTo>
                    <a:pt x="74010" y="357"/>
                    <a:pt x="70974" y="298"/>
                    <a:pt x="67938" y="226"/>
                  </a:cubicBezTo>
                  <a:cubicBezTo>
                    <a:pt x="64878" y="155"/>
                    <a:pt x="61830" y="48"/>
                    <a:pt x="58770" y="12"/>
                  </a:cubicBezTo>
                  <a:cubicBezTo>
                    <a:pt x="58061" y="4"/>
                    <a:pt x="57272" y="1"/>
                    <a:pt x="56433" y="1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6547904" y="2744624"/>
              <a:ext cx="2667423" cy="69807"/>
            </a:xfrm>
            <a:custGeom>
              <a:avLst/>
              <a:gdLst/>
              <a:ahLst/>
              <a:cxnLst/>
              <a:rect l="l" t="t" r="r" b="b"/>
              <a:pathLst>
                <a:path w="82487" h="2174" extrusionOk="0">
                  <a:moveTo>
                    <a:pt x="31864" y="1"/>
                  </a:moveTo>
                  <a:cubicBezTo>
                    <a:pt x="30155" y="1"/>
                    <a:pt x="28440" y="63"/>
                    <a:pt x="26742" y="133"/>
                  </a:cubicBezTo>
                  <a:cubicBezTo>
                    <a:pt x="25277" y="192"/>
                    <a:pt x="23825" y="264"/>
                    <a:pt x="22360" y="288"/>
                  </a:cubicBezTo>
                  <a:cubicBezTo>
                    <a:pt x="21941" y="294"/>
                    <a:pt x="21523" y="297"/>
                    <a:pt x="21104" y="297"/>
                  </a:cubicBezTo>
                  <a:cubicBezTo>
                    <a:pt x="20022" y="297"/>
                    <a:pt x="18941" y="278"/>
                    <a:pt x="17860" y="252"/>
                  </a:cubicBezTo>
                  <a:cubicBezTo>
                    <a:pt x="17154" y="235"/>
                    <a:pt x="16432" y="228"/>
                    <a:pt x="15698" y="228"/>
                  </a:cubicBezTo>
                  <a:cubicBezTo>
                    <a:pt x="10625" y="228"/>
                    <a:pt x="4972" y="573"/>
                    <a:pt x="0" y="573"/>
                  </a:cubicBezTo>
                  <a:cubicBezTo>
                    <a:pt x="12" y="1038"/>
                    <a:pt x="215" y="1692"/>
                    <a:pt x="215" y="2157"/>
                  </a:cubicBezTo>
                  <a:cubicBezTo>
                    <a:pt x="673" y="2168"/>
                    <a:pt x="1133" y="2174"/>
                    <a:pt x="1595" y="2174"/>
                  </a:cubicBezTo>
                  <a:cubicBezTo>
                    <a:pt x="7038" y="2174"/>
                    <a:pt x="12664" y="1426"/>
                    <a:pt x="17945" y="1426"/>
                  </a:cubicBezTo>
                  <a:cubicBezTo>
                    <a:pt x="18621" y="1426"/>
                    <a:pt x="19291" y="1439"/>
                    <a:pt x="19955" y="1466"/>
                  </a:cubicBezTo>
                  <a:cubicBezTo>
                    <a:pt x="24265" y="1645"/>
                    <a:pt x="28564" y="2050"/>
                    <a:pt x="32897" y="2085"/>
                  </a:cubicBezTo>
                  <a:cubicBezTo>
                    <a:pt x="35767" y="2109"/>
                    <a:pt x="38660" y="2085"/>
                    <a:pt x="41529" y="2157"/>
                  </a:cubicBezTo>
                  <a:cubicBezTo>
                    <a:pt x="41988" y="2168"/>
                    <a:pt x="42448" y="2174"/>
                    <a:pt x="42909" y="2174"/>
                  </a:cubicBezTo>
                  <a:cubicBezTo>
                    <a:pt x="48353" y="2174"/>
                    <a:pt x="53979" y="1426"/>
                    <a:pt x="59259" y="1426"/>
                  </a:cubicBezTo>
                  <a:cubicBezTo>
                    <a:pt x="59936" y="1426"/>
                    <a:pt x="60606" y="1439"/>
                    <a:pt x="61270" y="1466"/>
                  </a:cubicBezTo>
                  <a:cubicBezTo>
                    <a:pt x="65580" y="1645"/>
                    <a:pt x="69878" y="2050"/>
                    <a:pt x="74200" y="2085"/>
                  </a:cubicBezTo>
                  <a:cubicBezTo>
                    <a:pt x="76962" y="2109"/>
                    <a:pt x="79725" y="2085"/>
                    <a:pt x="82487" y="2145"/>
                  </a:cubicBezTo>
                  <a:lnTo>
                    <a:pt x="82487" y="549"/>
                  </a:lnTo>
                  <a:cubicBezTo>
                    <a:pt x="80558" y="490"/>
                    <a:pt x="78629" y="240"/>
                    <a:pt x="76736" y="109"/>
                  </a:cubicBezTo>
                  <a:cubicBezTo>
                    <a:pt x="75558" y="31"/>
                    <a:pt x="74370" y="1"/>
                    <a:pt x="73179" y="1"/>
                  </a:cubicBezTo>
                  <a:cubicBezTo>
                    <a:pt x="71470" y="1"/>
                    <a:pt x="69755" y="63"/>
                    <a:pt x="68057" y="133"/>
                  </a:cubicBezTo>
                  <a:cubicBezTo>
                    <a:pt x="66592" y="180"/>
                    <a:pt x="65140" y="264"/>
                    <a:pt x="63675" y="288"/>
                  </a:cubicBezTo>
                  <a:cubicBezTo>
                    <a:pt x="63300" y="291"/>
                    <a:pt x="62925" y="292"/>
                    <a:pt x="62550" y="292"/>
                  </a:cubicBezTo>
                  <a:cubicBezTo>
                    <a:pt x="61425" y="292"/>
                    <a:pt x="60300" y="279"/>
                    <a:pt x="59174" y="252"/>
                  </a:cubicBezTo>
                  <a:cubicBezTo>
                    <a:pt x="58456" y="235"/>
                    <a:pt x="57721" y="227"/>
                    <a:pt x="56973" y="227"/>
                  </a:cubicBezTo>
                  <a:cubicBezTo>
                    <a:pt x="52056" y="227"/>
                    <a:pt x="46590" y="553"/>
                    <a:pt x="41744" y="573"/>
                  </a:cubicBezTo>
                  <a:lnTo>
                    <a:pt x="41744" y="561"/>
                  </a:lnTo>
                  <a:cubicBezTo>
                    <a:pt x="39636" y="538"/>
                    <a:pt x="37517" y="252"/>
                    <a:pt x="35422" y="109"/>
                  </a:cubicBezTo>
                  <a:cubicBezTo>
                    <a:pt x="34243" y="31"/>
                    <a:pt x="33055" y="1"/>
                    <a:pt x="318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6531736" y="2826022"/>
              <a:ext cx="2683204" cy="75426"/>
            </a:xfrm>
            <a:custGeom>
              <a:avLst/>
              <a:gdLst/>
              <a:ahLst/>
              <a:cxnLst/>
              <a:rect l="l" t="t" r="r" b="b"/>
              <a:pathLst>
                <a:path w="82975" h="2349" extrusionOk="0">
                  <a:moveTo>
                    <a:pt x="59550" y="0"/>
                  </a:moveTo>
                  <a:cubicBezTo>
                    <a:pt x="53800" y="0"/>
                    <a:pt x="47299" y="717"/>
                    <a:pt x="41625" y="717"/>
                  </a:cubicBezTo>
                  <a:cubicBezTo>
                    <a:pt x="38565" y="646"/>
                    <a:pt x="35481" y="693"/>
                    <a:pt x="32409" y="646"/>
                  </a:cubicBezTo>
                  <a:cubicBezTo>
                    <a:pt x="28492" y="586"/>
                    <a:pt x="24611" y="217"/>
                    <a:pt x="20693" y="50"/>
                  </a:cubicBezTo>
                  <a:cubicBezTo>
                    <a:pt x="19894" y="16"/>
                    <a:pt x="19073" y="1"/>
                    <a:pt x="18237" y="1"/>
                  </a:cubicBezTo>
                  <a:cubicBezTo>
                    <a:pt x="12466" y="1"/>
                    <a:pt x="5939" y="717"/>
                    <a:pt x="253" y="717"/>
                  </a:cubicBezTo>
                  <a:cubicBezTo>
                    <a:pt x="213" y="717"/>
                    <a:pt x="172" y="717"/>
                    <a:pt x="131" y="717"/>
                  </a:cubicBezTo>
                  <a:lnTo>
                    <a:pt x="131" y="717"/>
                  </a:lnTo>
                  <a:cubicBezTo>
                    <a:pt x="167" y="1313"/>
                    <a:pt x="0" y="1753"/>
                    <a:pt x="48" y="2348"/>
                  </a:cubicBezTo>
                  <a:cubicBezTo>
                    <a:pt x="1504" y="2348"/>
                    <a:pt x="2161" y="1931"/>
                    <a:pt x="2384" y="1931"/>
                  </a:cubicBezTo>
                  <a:cubicBezTo>
                    <a:pt x="2388" y="1931"/>
                    <a:pt x="2391" y="1931"/>
                    <a:pt x="2394" y="1932"/>
                  </a:cubicBezTo>
                  <a:cubicBezTo>
                    <a:pt x="4108" y="1634"/>
                    <a:pt x="5906" y="1515"/>
                    <a:pt x="7608" y="1443"/>
                  </a:cubicBezTo>
                  <a:cubicBezTo>
                    <a:pt x="8562" y="1406"/>
                    <a:pt x="9518" y="1390"/>
                    <a:pt x="10475" y="1390"/>
                  </a:cubicBezTo>
                  <a:cubicBezTo>
                    <a:pt x="13186" y="1390"/>
                    <a:pt x="15905" y="1520"/>
                    <a:pt x="18598" y="1670"/>
                  </a:cubicBezTo>
                  <a:cubicBezTo>
                    <a:pt x="20420" y="1765"/>
                    <a:pt x="22217" y="1884"/>
                    <a:pt x="24027" y="2003"/>
                  </a:cubicBezTo>
                  <a:cubicBezTo>
                    <a:pt x="24826" y="1990"/>
                    <a:pt x="25625" y="1984"/>
                    <a:pt x="26423" y="1984"/>
                  </a:cubicBezTo>
                  <a:cubicBezTo>
                    <a:pt x="31406" y="1984"/>
                    <a:pt x="36375" y="2213"/>
                    <a:pt x="41363" y="2336"/>
                  </a:cubicBezTo>
                  <a:lnTo>
                    <a:pt x="41363" y="2348"/>
                  </a:lnTo>
                  <a:lnTo>
                    <a:pt x="41470" y="2348"/>
                  </a:lnTo>
                  <a:cubicBezTo>
                    <a:pt x="41470" y="2348"/>
                    <a:pt x="41482" y="2336"/>
                    <a:pt x="41482" y="2336"/>
                  </a:cubicBezTo>
                  <a:cubicBezTo>
                    <a:pt x="42855" y="2325"/>
                    <a:pt x="43476" y="1931"/>
                    <a:pt x="43699" y="1931"/>
                  </a:cubicBezTo>
                  <a:cubicBezTo>
                    <a:pt x="43702" y="1931"/>
                    <a:pt x="43705" y="1931"/>
                    <a:pt x="43708" y="1932"/>
                  </a:cubicBezTo>
                  <a:cubicBezTo>
                    <a:pt x="45423" y="1634"/>
                    <a:pt x="47221" y="1503"/>
                    <a:pt x="48923" y="1443"/>
                  </a:cubicBezTo>
                  <a:cubicBezTo>
                    <a:pt x="49919" y="1401"/>
                    <a:pt x="50916" y="1383"/>
                    <a:pt x="51914" y="1383"/>
                  </a:cubicBezTo>
                  <a:cubicBezTo>
                    <a:pt x="54580" y="1383"/>
                    <a:pt x="57253" y="1514"/>
                    <a:pt x="59913" y="1670"/>
                  </a:cubicBezTo>
                  <a:cubicBezTo>
                    <a:pt x="61722" y="1765"/>
                    <a:pt x="63532" y="1884"/>
                    <a:pt x="65342" y="2003"/>
                  </a:cubicBezTo>
                  <a:cubicBezTo>
                    <a:pt x="66144" y="1990"/>
                    <a:pt x="66945" y="1984"/>
                    <a:pt x="67747" y="1984"/>
                  </a:cubicBezTo>
                  <a:cubicBezTo>
                    <a:pt x="72762" y="1984"/>
                    <a:pt x="77763" y="2215"/>
                    <a:pt x="82773" y="2348"/>
                  </a:cubicBezTo>
                  <a:cubicBezTo>
                    <a:pt x="82844" y="2336"/>
                    <a:pt x="82915" y="2325"/>
                    <a:pt x="82975" y="2313"/>
                  </a:cubicBezTo>
                  <a:lnTo>
                    <a:pt x="82975" y="717"/>
                  </a:lnTo>
                  <a:cubicBezTo>
                    <a:pt x="79891" y="646"/>
                    <a:pt x="76808" y="693"/>
                    <a:pt x="73724" y="646"/>
                  </a:cubicBezTo>
                  <a:cubicBezTo>
                    <a:pt x="69807" y="586"/>
                    <a:pt x="65925" y="217"/>
                    <a:pt x="62008" y="50"/>
                  </a:cubicBezTo>
                  <a:cubicBezTo>
                    <a:pt x="61208" y="16"/>
                    <a:pt x="60387" y="0"/>
                    <a:pt x="595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8623907" y="2492046"/>
              <a:ext cx="577580" cy="23023"/>
            </a:xfrm>
            <a:custGeom>
              <a:avLst/>
              <a:gdLst/>
              <a:ahLst/>
              <a:cxnLst/>
              <a:rect l="l" t="t" r="r" b="b"/>
              <a:pathLst>
                <a:path w="17861" h="717" extrusionOk="0">
                  <a:moveTo>
                    <a:pt x="8660" y="1"/>
                  </a:moveTo>
                  <a:cubicBezTo>
                    <a:pt x="5771" y="1"/>
                    <a:pt x="2879" y="101"/>
                    <a:pt x="1" y="319"/>
                  </a:cubicBezTo>
                  <a:cubicBezTo>
                    <a:pt x="3216" y="486"/>
                    <a:pt x="6430" y="676"/>
                    <a:pt x="9657" y="712"/>
                  </a:cubicBezTo>
                  <a:cubicBezTo>
                    <a:pt x="9967" y="715"/>
                    <a:pt x="10277" y="716"/>
                    <a:pt x="10588" y="716"/>
                  </a:cubicBezTo>
                  <a:cubicBezTo>
                    <a:pt x="13011" y="716"/>
                    <a:pt x="15454" y="627"/>
                    <a:pt x="17860" y="331"/>
                  </a:cubicBezTo>
                  <a:cubicBezTo>
                    <a:pt x="17265" y="284"/>
                    <a:pt x="16670" y="248"/>
                    <a:pt x="16074" y="212"/>
                  </a:cubicBezTo>
                  <a:cubicBezTo>
                    <a:pt x="13612" y="75"/>
                    <a:pt x="11137" y="1"/>
                    <a:pt x="86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8058712" y="2894545"/>
              <a:ext cx="481699" cy="13486"/>
            </a:xfrm>
            <a:custGeom>
              <a:avLst/>
              <a:gdLst/>
              <a:ahLst/>
              <a:cxnLst/>
              <a:rect l="l" t="t" r="r" b="b"/>
              <a:pathLst>
                <a:path w="14896" h="420" extrusionOk="0">
                  <a:moveTo>
                    <a:pt x="13764" y="0"/>
                  </a:moveTo>
                  <a:cubicBezTo>
                    <a:pt x="9168" y="48"/>
                    <a:pt x="4584" y="131"/>
                    <a:pt x="1" y="238"/>
                  </a:cubicBezTo>
                  <a:cubicBezTo>
                    <a:pt x="2004" y="358"/>
                    <a:pt x="4007" y="420"/>
                    <a:pt x="6010" y="420"/>
                  </a:cubicBezTo>
                  <a:cubicBezTo>
                    <a:pt x="7376" y="420"/>
                    <a:pt x="8743" y="391"/>
                    <a:pt x="10109" y="333"/>
                  </a:cubicBezTo>
                  <a:cubicBezTo>
                    <a:pt x="11704" y="262"/>
                    <a:pt x="13300" y="155"/>
                    <a:pt x="148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529052" y="2929128"/>
              <a:ext cx="2686276" cy="41679"/>
            </a:xfrm>
            <a:custGeom>
              <a:avLst/>
              <a:gdLst/>
              <a:ahLst/>
              <a:cxnLst/>
              <a:rect l="l" t="t" r="r" b="b"/>
              <a:pathLst>
                <a:path w="83070" h="1298" extrusionOk="0">
                  <a:moveTo>
                    <a:pt x="21168" y="1"/>
                  </a:moveTo>
                  <a:cubicBezTo>
                    <a:pt x="20362" y="1"/>
                    <a:pt x="19556" y="13"/>
                    <a:pt x="18752" y="42"/>
                  </a:cubicBezTo>
                  <a:cubicBezTo>
                    <a:pt x="15884" y="142"/>
                    <a:pt x="13078" y="317"/>
                    <a:pt x="10240" y="317"/>
                  </a:cubicBezTo>
                  <a:cubicBezTo>
                    <a:pt x="9343" y="317"/>
                    <a:pt x="8443" y="299"/>
                    <a:pt x="7537" y="257"/>
                  </a:cubicBezTo>
                  <a:cubicBezTo>
                    <a:pt x="5917" y="173"/>
                    <a:pt x="4298" y="90"/>
                    <a:pt x="2679" y="90"/>
                  </a:cubicBezTo>
                  <a:cubicBezTo>
                    <a:pt x="2346" y="90"/>
                    <a:pt x="786" y="423"/>
                    <a:pt x="107" y="447"/>
                  </a:cubicBezTo>
                  <a:cubicBezTo>
                    <a:pt x="143" y="745"/>
                    <a:pt x="0" y="899"/>
                    <a:pt x="24" y="1197"/>
                  </a:cubicBezTo>
                  <a:cubicBezTo>
                    <a:pt x="150" y="1198"/>
                    <a:pt x="278" y="1199"/>
                    <a:pt x="408" y="1199"/>
                  </a:cubicBezTo>
                  <a:cubicBezTo>
                    <a:pt x="3139" y="1199"/>
                    <a:pt x="6699" y="970"/>
                    <a:pt x="9358" y="959"/>
                  </a:cubicBezTo>
                  <a:cubicBezTo>
                    <a:pt x="10900" y="947"/>
                    <a:pt x="12442" y="938"/>
                    <a:pt x="13985" y="938"/>
                  </a:cubicBezTo>
                  <a:cubicBezTo>
                    <a:pt x="15529" y="938"/>
                    <a:pt x="17074" y="947"/>
                    <a:pt x="18621" y="971"/>
                  </a:cubicBezTo>
                  <a:cubicBezTo>
                    <a:pt x="21669" y="1019"/>
                    <a:pt x="24717" y="1126"/>
                    <a:pt x="27765" y="1197"/>
                  </a:cubicBezTo>
                  <a:cubicBezTo>
                    <a:pt x="30321" y="1251"/>
                    <a:pt x="32876" y="1297"/>
                    <a:pt x="35431" y="1297"/>
                  </a:cubicBezTo>
                  <a:cubicBezTo>
                    <a:pt x="37400" y="1297"/>
                    <a:pt x="39369" y="1270"/>
                    <a:pt x="41339" y="1197"/>
                  </a:cubicBezTo>
                  <a:cubicBezTo>
                    <a:pt x="41464" y="1198"/>
                    <a:pt x="41592" y="1199"/>
                    <a:pt x="41722" y="1199"/>
                  </a:cubicBezTo>
                  <a:cubicBezTo>
                    <a:pt x="44453" y="1199"/>
                    <a:pt x="48013" y="970"/>
                    <a:pt x="50673" y="959"/>
                  </a:cubicBezTo>
                  <a:cubicBezTo>
                    <a:pt x="52215" y="947"/>
                    <a:pt x="53757" y="938"/>
                    <a:pt x="55300" y="938"/>
                  </a:cubicBezTo>
                  <a:cubicBezTo>
                    <a:pt x="56843" y="938"/>
                    <a:pt x="58388" y="947"/>
                    <a:pt x="59936" y="971"/>
                  </a:cubicBezTo>
                  <a:cubicBezTo>
                    <a:pt x="62984" y="1019"/>
                    <a:pt x="66032" y="1126"/>
                    <a:pt x="69080" y="1197"/>
                  </a:cubicBezTo>
                  <a:cubicBezTo>
                    <a:pt x="71545" y="1254"/>
                    <a:pt x="74016" y="1297"/>
                    <a:pt x="76487" y="1297"/>
                  </a:cubicBezTo>
                  <a:cubicBezTo>
                    <a:pt x="78683" y="1297"/>
                    <a:pt x="80879" y="1263"/>
                    <a:pt x="83070" y="1173"/>
                  </a:cubicBezTo>
                  <a:lnTo>
                    <a:pt x="83070" y="423"/>
                  </a:lnTo>
                  <a:cubicBezTo>
                    <a:pt x="81627" y="527"/>
                    <a:pt x="80180" y="568"/>
                    <a:pt x="78729" y="568"/>
                  </a:cubicBezTo>
                  <a:cubicBezTo>
                    <a:pt x="73328" y="568"/>
                    <a:pt x="67882" y="1"/>
                    <a:pt x="62480" y="1"/>
                  </a:cubicBezTo>
                  <a:cubicBezTo>
                    <a:pt x="61679" y="1"/>
                    <a:pt x="60878" y="14"/>
                    <a:pt x="60079" y="42"/>
                  </a:cubicBezTo>
                  <a:lnTo>
                    <a:pt x="60067" y="42"/>
                  </a:lnTo>
                  <a:cubicBezTo>
                    <a:pt x="57199" y="142"/>
                    <a:pt x="54393" y="317"/>
                    <a:pt x="51554" y="317"/>
                  </a:cubicBezTo>
                  <a:cubicBezTo>
                    <a:pt x="50658" y="317"/>
                    <a:pt x="49758" y="299"/>
                    <a:pt x="48851" y="257"/>
                  </a:cubicBezTo>
                  <a:cubicBezTo>
                    <a:pt x="47232" y="173"/>
                    <a:pt x="45613" y="90"/>
                    <a:pt x="43994" y="90"/>
                  </a:cubicBezTo>
                  <a:cubicBezTo>
                    <a:pt x="43696" y="90"/>
                    <a:pt x="42422" y="352"/>
                    <a:pt x="41672" y="423"/>
                  </a:cubicBezTo>
                  <a:cubicBezTo>
                    <a:pt x="40250" y="524"/>
                    <a:pt x="38823" y="564"/>
                    <a:pt x="37391" y="564"/>
                  </a:cubicBezTo>
                  <a:cubicBezTo>
                    <a:pt x="32004" y="564"/>
                    <a:pt x="26561" y="1"/>
                    <a:pt x="211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6510167" y="3079691"/>
              <a:ext cx="2705161" cy="84192"/>
            </a:xfrm>
            <a:custGeom>
              <a:avLst/>
              <a:gdLst/>
              <a:ahLst/>
              <a:cxnLst/>
              <a:rect l="l" t="t" r="r" b="b"/>
              <a:pathLst>
                <a:path w="83654" h="2622" extrusionOk="0">
                  <a:moveTo>
                    <a:pt x="58147" y="0"/>
                  </a:moveTo>
                  <a:cubicBezTo>
                    <a:pt x="52881" y="0"/>
                    <a:pt x="47042" y="325"/>
                    <a:pt x="42256" y="830"/>
                  </a:cubicBezTo>
                  <a:cubicBezTo>
                    <a:pt x="41281" y="906"/>
                    <a:pt x="40300" y="935"/>
                    <a:pt x="39319" y="935"/>
                  </a:cubicBezTo>
                  <a:cubicBezTo>
                    <a:pt x="38442" y="935"/>
                    <a:pt x="37566" y="911"/>
                    <a:pt x="36696" y="878"/>
                  </a:cubicBezTo>
                  <a:cubicBezTo>
                    <a:pt x="33933" y="771"/>
                    <a:pt x="31195" y="521"/>
                    <a:pt x="28445" y="354"/>
                  </a:cubicBezTo>
                  <a:cubicBezTo>
                    <a:pt x="25504" y="175"/>
                    <a:pt x="22539" y="116"/>
                    <a:pt x="19598" y="32"/>
                  </a:cubicBezTo>
                  <a:cubicBezTo>
                    <a:pt x="18697" y="11"/>
                    <a:pt x="17768" y="0"/>
                    <a:pt x="16819" y="0"/>
                  </a:cubicBezTo>
                  <a:cubicBezTo>
                    <a:pt x="11514" y="0"/>
                    <a:pt x="5620" y="327"/>
                    <a:pt x="822" y="842"/>
                  </a:cubicBezTo>
                  <a:cubicBezTo>
                    <a:pt x="834" y="1544"/>
                    <a:pt x="1" y="1247"/>
                    <a:pt x="1" y="1949"/>
                  </a:cubicBezTo>
                  <a:cubicBezTo>
                    <a:pt x="13" y="2021"/>
                    <a:pt x="1275" y="2366"/>
                    <a:pt x="1286" y="2437"/>
                  </a:cubicBezTo>
                  <a:cubicBezTo>
                    <a:pt x="1770" y="2490"/>
                    <a:pt x="2236" y="2511"/>
                    <a:pt x="2687" y="2511"/>
                  </a:cubicBezTo>
                  <a:cubicBezTo>
                    <a:pt x="4161" y="2511"/>
                    <a:pt x="5482" y="2295"/>
                    <a:pt x="6740" y="2295"/>
                  </a:cubicBezTo>
                  <a:cubicBezTo>
                    <a:pt x="7267" y="2299"/>
                    <a:pt x="7795" y="2300"/>
                    <a:pt x="8323" y="2300"/>
                  </a:cubicBezTo>
                  <a:cubicBezTo>
                    <a:pt x="9379" y="2300"/>
                    <a:pt x="10434" y="2295"/>
                    <a:pt x="11490" y="2295"/>
                  </a:cubicBezTo>
                  <a:cubicBezTo>
                    <a:pt x="11742" y="2293"/>
                    <a:pt x="11995" y="2292"/>
                    <a:pt x="12248" y="2292"/>
                  </a:cubicBezTo>
                  <a:cubicBezTo>
                    <a:pt x="12890" y="2292"/>
                    <a:pt x="13534" y="2296"/>
                    <a:pt x="14180" y="2296"/>
                  </a:cubicBezTo>
                  <a:cubicBezTo>
                    <a:pt x="14867" y="2296"/>
                    <a:pt x="15555" y="2291"/>
                    <a:pt x="16241" y="2271"/>
                  </a:cubicBezTo>
                  <a:cubicBezTo>
                    <a:pt x="17527" y="2233"/>
                    <a:pt x="18814" y="2216"/>
                    <a:pt x="20100" y="2216"/>
                  </a:cubicBezTo>
                  <a:cubicBezTo>
                    <a:pt x="22100" y="2216"/>
                    <a:pt x="24100" y="2258"/>
                    <a:pt x="26099" y="2330"/>
                  </a:cubicBezTo>
                  <a:cubicBezTo>
                    <a:pt x="27730" y="2390"/>
                    <a:pt x="29361" y="2497"/>
                    <a:pt x="30993" y="2580"/>
                  </a:cubicBezTo>
                  <a:cubicBezTo>
                    <a:pt x="31529" y="2611"/>
                    <a:pt x="32069" y="2622"/>
                    <a:pt x="32611" y="2622"/>
                  </a:cubicBezTo>
                  <a:cubicBezTo>
                    <a:pt x="33562" y="2622"/>
                    <a:pt x="34517" y="2587"/>
                    <a:pt x="35457" y="2556"/>
                  </a:cubicBezTo>
                  <a:cubicBezTo>
                    <a:pt x="37223" y="2495"/>
                    <a:pt x="38988" y="2414"/>
                    <a:pt x="40753" y="2414"/>
                  </a:cubicBezTo>
                  <a:cubicBezTo>
                    <a:pt x="41381" y="2414"/>
                    <a:pt x="42009" y="2424"/>
                    <a:pt x="42637" y="2449"/>
                  </a:cubicBezTo>
                  <a:cubicBezTo>
                    <a:pt x="43089" y="2494"/>
                    <a:pt x="43526" y="2511"/>
                    <a:pt x="43950" y="2511"/>
                  </a:cubicBezTo>
                  <a:cubicBezTo>
                    <a:pt x="45447" y="2511"/>
                    <a:pt x="46783" y="2295"/>
                    <a:pt x="48054" y="2295"/>
                  </a:cubicBezTo>
                  <a:cubicBezTo>
                    <a:pt x="48582" y="2299"/>
                    <a:pt x="49110" y="2300"/>
                    <a:pt x="49638" y="2300"/>
                  </a:cubicBezTo>
                  <a:cubicBezTo>
                    <a:pt x="50693" y="2300"/>
                    <a:pt x="51749" y="2295"/>
                    <a:pt x="52805" y="2295"/>
                  </a:cubicBezTo>
                  <a:cubicBezTo>
                    <a:pt x="53059" y="2293"/>
                    <a:pt x="53313" y="2292"/>
                    <a:pt x="53567" y="2292"/>
                  </a:cubicBezTo>
                  <a:cubicBezTo>
                    <a:pt x="54210" y="2292"/>
                    <a:pt x="54854" y="2296"/>
                    <a:pt x="55498" y="2296"/>
                  </a:cubicBezTo>
                  <a:cubicBezTo>
                    <a:pt x="56184" y="2296"/>
                    <a:pt x="56870" y="2291"/>
                    <a:pt x="57555" y="2271"/>
                  </a:cubicBezTo>
                  <a:cubicBezTo>
                    <a:pt x="58842" y="2233"/>
                    <a:pt x="60128" y="2216"/>
                    <a:pt x="61415" y="2216"/>
                  </a:cubicBezTo>
                  <a:cubicBezTo>
                    <a:pt x="63415" y="2216"/>
                    <a:pt x="65414" y="2258"/>
                    <a:pt x="67414" y="2330"/>
                  </a:cubicBezTo>
                  <a:cubicBezTo>
                    <a:pt x="69045" y="2402"/>
                    <a:pt x="70676" y="2497"/>
                    <a:pt x="72307" y="2580"/>
                  </a:cubicBezTo>
                  <a:cubicBezTo>
                    <a:pt x="72848" y="2611"/>
                    <a:pt x="73390" y="2622"/>
                    <a:pt x="73932" y="2622"/>
                  </a:cubicBezTo>
                  <a:cubicBezTo>
                    <a:pt x="74883" y="2622"/>
                    <a:pt x="75836" y="2587"/>
                    <a:pt x="76784" y="2556"/>
                  </a:cubicBezTo>
                  <a:cubicBezTo>
                    <a:pt x="78535" y="2492"/>
                    <a:pt x="80307" y="2414"/>
                    <a:pt x="82074" y="2414"/>
                  </a:cubicBezTo>
                  <a:cubicBezTo>
                    <a:pt x="82601" y="2414"/>
                    <a:pt x="83128" y="2421"/>
                    <a:pt x="83654" y="2437"/>
                  </a:cubicBezTo>
                  <a:lnTo>
                    <a:pt x="83654" y="830"/>
                  </a:lnTo>
                  <a:cubicBezTo>
                    <a:pt x="82667" y="906"/>
                    <a:pt x="81669" y="935"/>
                    <a:pt x="80672" y="935"/>
                  </a:cubicBezTo>
                  <a:cubicBezTo>
                    <a:pt x="79782" y="935"/>
                    <a:pt x="78892" y="911"/>
                    <a:pt x="78010" y="878"/>
                  </a:cubicBezTo>
                  <a:cubicBezTo>
                    <a:pt x="75248" y="771"/>
                    <a:pt x="72510" y="521"/>
                    <a:pt x="69759" y="354"/>
                  </a:cubicBezTo>
                  <a:cubicBezTo>
                    <a:pt x="66818" y="175"/>
                    <a:pt x="63854" y="116"/>
                    <a:pt x="60913" y="32"/>
                  </a:cubicBezTo>
                  <a:cubicBezTo>
                    <a:pt x="60015" y="11"/>
                    <a:pt x="59090" y="0"/>
                    <a:pt x="58147" y="0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6513239" y="3179746"/>
              <a:ext cx="2702089" cy="113637"/>
            </a:xfrm>
            <a:custGeom>
              <a:avLst/>
              <a:gdLst/>
              <a:ahLst/>
              <a:cxnLst/>
              <a:rect l="l" t="t" r="r" b="b"/>
              <a:pathLst>
                <a:path w="83559" h="3539" extrusionOk="0">
                  <a:moveTo>
                    <a:pt x="19682" y="0"/>
                  </a:moveTo>
                  <a:cubicBezTo>
                    <a:pt x="18075" y="0"/>
                    <a:pt x="16467" y="60"/>
                    <a:pt x="14848" y="60"/>
                  </a:cubicBezTo>
                  <a:cubicBezTo>
                    <a:pt x="11276" y="69"/>
                    <a:pt x="6943" y="241"/>
                    <a:pt x="3104" y="241"/>
                  </a:cubicBezTo>
                  <a:cubicBezTo>
                    <a:pt x="2285" y="241"/>
                    <a:pt x="1489" y="233"/>
                    <a:pt x="727" y="214"/>
                  </a:cubicBezTo>
                  <a:lnTo>
                    <a:pt x="727" y="214"/>
                  </a:lnTo>
                  <a:cubicBezTo>
                    <a:pt x="846" y="1131"/>
                    <a:pt x="1" y="1607"/>
                    <a:pt x="25" y="2524"/>
                  </a:cubicBezTo>
                  <a:cubicBezTo>
                    <a:pt x="37" y="2619"/>
                    <a:pt x="1168" y="3393"/>
                    <a:pt x="1168" y="3501"/>
                  </a:cubicBezTo>
                  <a:cubicBezTo>
                    <a:pt x="1508" y="3527"/>
                    <a:pt x="1862" y="3539"/>
                    <a:pt x="2226" y="3539"/>
                  </a:cubicBezTo>
                  <a:cubicBezTo>
                    <a:pt x="4844" y="3539"/>
                    <a:pt x="7995" y="2937"/>
                    <a:pt x="10525" y="2937"/>
                  </a:cubicBezTo>
                  <a:cubicBezTo>
                    <a:pt x="10646" y="2937"/>
                    <a:pt x="10765" y="2938"/>
                    <a:pt x="10883" y="2941"/>
                  </a:cubicBezTo>
                  <a:cubicBezTo>
                    <a:pt x="13884" y="3024"/>
                    <a:pt x="16884" y="3167"/>
                    <a:pt x="19884" y="3227"/>
                  </a:cubicBezTo>
                  <a:cubicBezTo>
                    <a:pt x="20506" y="3237"/>
                    <a:pt x="21127" y="3242"/>
                    <a:pt x="21748" y="3242"/>
                  </a:cubicBezTo>
                  <a:cubicBezTo>
                    <a:pt x="22627" y="3242"/>
                    <a:pt x="23506" y="3231"/>
                    <a:pt x="24385" y="3203"/>
                  </a:cubicBezTo>
                  <a:cubicBezTo>
                    <a:pt x="25837" y="3167"/>
                    <a:pt x="27278" y="3084"/>
                    <a:pt x="28719" y="3036"/>
                  </a:cubicBezTo>
                  <a:cubicBezTo>
                    <a:pt x="30083" y="2991"/>
                    <a:pt x="31456" y="2957"/>
                    <a:pt x="32828" y="2957"/>
                  </a:cubicBezTo>
                  <a:cubicBezTo>
                    <a:pt x="34364" y="2957"/>
                    <a:pt x="35900" y="3000"/>
                    <a:pt x="37422" y="3120"/>
                  </a:cubicBezTo>
                  <a:cubicBezTo>
                    <a:pt x="39101" y="3262"/>
                    <a:pt x="40792" y="3453"/>
                    <a:pt x="42482" y="3501"/>
                  </a:cubicBezTo>
                  <a:cubicBezTo>
                    <a:pt x="42823" y="3527"/>
                    <a:pt x="43177" y="3539"/>
                    <a:pt x="43541" y="3539"/>
                  </a:cubicBezTo>
                  <a:cubicBezTo>
                    <a:pt x="46140" y="3539"/>
                    <a:pt x="49262" y="2947"/>
                    <a:pt x="51782" y="2947"/>
                  </a:cubicBezTo>
                  <a:cubicBezTo>
                    <a:pt x="51923" y="2947"/>
                    <a:pt x="52061" y="2949"/>
                    <a:pt x="52198" y="2953"/>
                  </a:cubicBezTo>
                  <a:cubicBezTo>
                    <a:pt x="55198" y="3024"/>
                    <a:pt x="58199" y="3167"/>
                    <a:pt x="61199" y="3227"/>
                  </a:cubicBezTo>
                  <a:cubicBezTo>
                    <a:pt x="61873" y="3237"/>
                    <a:pt x="62548" y="3243"/>
                    <a:pt x="63222" y="3243"/>
                  </a:cubicBezTo>
                  <a:cubicBezTo>
                    <a:pt x="64048" y="3243"/>
                    <a:pt x="64874" y="3234"/>
                    <a:pt x="65700" y="3215"/>
                  </a:cubicBezTo>
                  <a:cubicBezTo>
                    <a:pt x="67152" y="3167"/>
                    <a:pt x="68593" y="3084"/>
                    <a:pt x="70033" y="3036"/>
                  </a:cubicBezTo>
                  <a:cubicBezTo>
                    <a:pt x="71374" y="2992"/>
                    <a:pt x="72722" y="2958"/>
                    <a:pt x="74070" y="2958"/>
                  </a:cubicBezTo>
                  <a:cubicBezTo>
                    <a:pt x="75631" y="2958"/>
                    <a:pt x="77191" y="3004"/>
                    <a:pt x="78737" y="3131"/>
                  </a:cubicBezTo>
                  <a:cubicBezTo>
                    <a:pt x="80332" y="3250"/>
                    <a:pt x="81940" y="3441"/>
                    <a:pt x="83559" y="3489"/>
                  </a:cubicBezTo>
                  <a:lnTo>
                    <a:pt x="83559" y="226"/>
                  </a:lnTo>
                  <a:cubicBezTo>
                    <a:pt x="83030" y="208"/>
                    <a:pt x="82499" y="200"/>
                    <a:pt x="81968" y="200"/>
                  </a:cubicBezTo>
                  <a:cubicBezTo>
                    <a:pt x="79765" y="200"/>
                    <a:pt x="77553" y="333"/>
                    <a:pt x="75356" y="381"/>
                  </a:cubicBezTo>
                  <a:cubicBezTo>
                    <a:pt x="75012" y="389"/>
                    <a:pt x="74670" y="392"/>
                    <a:pt x="74327" y="392"/>
                  </a:cubicBezTo>
                  <a:cubicBezTo>
                    <a:pt x="71529" y="392"/>
                    <a:pt x="68739" y="156"/>
                    <a:pt x="65950" y="72"/>
                  </a:cubicBezTo>
                  <a:cubicBezTo>
                    <a:pt x="64295" y="24"/>
                    <a:pt x="62652" y="0"/>
                    <a:pt x="60997" y="0"/>
                  </a:cubicBezTo>
                  <a:cubicBezTo>
                    <a:pt x="59389" y="0"/>
                    <a:pt x="57782" y="60"/>
                    <a:pt x="56163" y="60"/>
                  </a:cubicBezTo>
                  <a:cubicBezTo>
                    <a:pt x="52590" y="69"/>
                    <a:pt x="48258" y="241"/>
                    <a:pt x="44418" y="241"/>
                  </a:cubicBezTo>
                  <a:cubicBezTo>
                    <a:pt x="43600" y="241"/>
                    <a:pt x="42803" y="233"/>
                    <a:pt x="42042" y="214"/>
                  </a:cubicBezTo>
                  <a:cubicBezTo>
                    <a:pt x="41576" y="200"/>
                    <a:pt x="41109" y="194"/>
                    <a:pt x="40643" y="194"/>
                  </a:cubicBezTo>
                  <a:cubicBezTo>
                    <a:pt x="38439" y="194"/>
                    <a:pt x="36232" y="332"/>
                    <a:pt x="34041" y="381"/>
                  </a:cubicBezTo>
                  <a:cubicBezTo>
                    <a:pt x="33748" y="387"/>
                    <a:pt x="33456" y="389"/>
                    <a:pt x="33163" y="389"/>
                  </a:cubicBezTo>
                  <a:cubicBezTo>
                    <a:pt x="30315" y="389"/>
                    <a:pt x="27475" y="147"/>
                    <a:pt x="24635" y="72"/>
                  </a:cubicBezTo>
                  <a:cubicBezTo>
                    <a:pt x="22980" y="24"/>
                    <a:pt x="21337" y="0"/>
                    <a:pt x="196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7286364" y="3050857"/>
              <a:ext cx="577936" cy="22862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589" y="0"/>
                  </a:moveTo>
                  <a:cubicBezTo>
                    <a:pt x="5722" y="0"/>
                    <a:pt x="2853" y="101"/>
                    <a:pt x="1" y="323"/>
                  </a:cubicBezTo>
                  <a:cubicBezTo>
                    <a:pt x="3215" y="490"/>
                    <a:pt x="6442" y="668"/>
                    <a:pt x="9657" y="704"/>
                  </a:cubicBezTo>
                  <a:cubicBezTo>
                    <a:pt x="10038" y="709"/>
                    <a:pt x="10420" y="712"/>
                    <a:pt x="10802" y="712"/>
                  </a:cubicBezTo>
                  <a:cubicBezTo>
                    <a:pt x="13161" y="712"/>
                    <a:pt x="15525" y="610"/>
                    <a:pt x="17872" y="323"/>
                  </a:cubicBezTo>
                  <a:cubicBezTo>
                    <a:pt x="17277" y="287"/>
                    <a:pt x="16681" y="252"/>
                    <a:pt x="16086" y="216"/>
                  </a:cubicBezTo>
                  <a:cubicBezTo>
                    <a:pt x="13598" y="77"/>
                    <a:pt x="11094" y="0"/>
                    <a:pt x="85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6534032" y="2988242"/>
              <a:ext cx="2681296" cy="56706"/>
            </a:xfrm>
            <a:custGeom>
              <a:avLst/>
              <a:gdLst/>
              <a:ahLst/>
              <a:cxnLst/>
              <a:rect l="l" t="t" r="r" b="b"/>
              <a:pathLst>
                <a:path w="82916" h="1766" extrusionOk="0">
                  <a:moveTo>
                    <a:pt x="15198" y="0"/>
                  </a:moveTo>
                  <a:cubicBezTo>
                    <a:pt x="9511" y="0"/>
                    <a:pt x="1439" y="166"/>
                    <a:pt x="1" y="249"/>
                  </a:cubicBezTo>
                  <a:cubicBezTo>
                    <a:pt x="25" y="749"/>
                    <a:pt x="489" y="1106"/>
                    <a:pt x="501" y="1594"/>
                  </a:cubicBezTo>
                  <a:cubicBezTo>
                    <a:pt x="1086" y="1722"/>
                    <a:pt x="1762" y="1766"/>
                    <a:pt x="2480" y="1766"/>
                  </a:cubicBezTo>
                  <a:cubicBezTo>
                    <a:pt x="4081" y="1766"/>
                    <a:pt x="5892" y="1547"/>
                    <a:pt x="7374" y="1547"/>
                  </a:cubicBezTo>
                  <a:cubicBezTo>
                    <a:pt x="7400" y="1547"/>
                    <a:pt x="7427" y="1547"/>
                    <a:pt x="7454" y="1547"/>
                  </a:cubicBezTo>
                  <a:cubicBezTo>
                    <a:pt x="11288" y="1559"/>
                    <a:pt x="15122" y="1559"/>
                    <a:pt x="18967" y="1559"/>
                  </a:cubicBezTo>
                  <a:cubicBezTo>
                    <a:pt x="21884" y="1559"/>
                    <a:pt x="24778" y="1428"/>
                    <a:pt x="27695" y="1273"/>
                  </a:cubicBezTo>
                  <a:cubicBezTo>
                    <a:pt x="29951" y="1158"/>
                    <a:pt x="32213" y="1055"/>
                    <a:pt x="34472" y="1055"/>
                  </a:cubicBezTo>
                  <a:cubicBezTo>
                    <a:pt x="35242" y="1055"/>
                    <a:pt x="36011" y="1067"/>
                    <a:pt x="36779" y="1094"/>
                  </a:cubicBezTo>
                  <a:cubicBezTo>
                    <a:pt x="38458" y="1154"/>
                    <a:pt x="40172" y="1285"/>
                    <a:pt x="41816" y="1583"/>
                  </a:cubicBezTo>
                  <a:lnTo>
                    <a:pt x="41816" y="1594"/>
                  </a:lnTo>
                  <a:cubicBezTo>
                    <a:pt x="42401" y="1722"/>
                    <a:pt x="43077" y="1766"/>
                    <a:pt x="43794" y="1766"/>
                  </a:cubicBezTo>
                  <a:cubicBezTo>
                    <a:pt x="45396" y="1766"/>
                    <a:pt x="47206" y="1547"/>
                    <a:pt x="48688" y="1547"/>
                  </a:cubicBezTo>
                  <a:cubicBezTo>
                    <a:pt x="48715" y="1547"/>
                    <a:pt x="48742" y="1547"/>
                    <a:pt x="48769" y="1547"/>
                  </a:cubicBezTo>
                  <a:cubicBezTo>
                    <a:pt x="52603" y="1559"/>
                    <a:pt x="56436" y="1559"/>
                    <a:pt x="60282" y="1559"/>
                  </a:cubicBezTo>
                  <a:cubicBezTo>
                    <a:pt x="63199" y="1559"/>
                    <a:pt x="66092" y="1428"/>
                    <a:pt x="69009" y="1273"/>
                  </a:cubicBezTo>
                  <a:cubicBezTo>
                    <a:pt x="71265" y="1158"/>
                    <a:pt x="73528" y="1055"/>
                    <a:pt x="75787" y="1055"/>
                  </a:cubicBezTo>
                  <a:cubicBezTo>
                    <a:pt x="76557" y="1055"/>
                    <a:pt x="77326" y="1067"/>
                    <a:pt x="78094" y="1094"/>
                  </a:cubicBezTo>
                  <a:cubicBezTo>
                    <a:pt x="79701" y="1154"/>
                    <a:pt x="81332" y="1273"/>
                    <a:pt x="82916" y="1547"/>
                  </a:cubicBezTo>
                  <a:lnTo>
                    <a:pt x="82916" y="237"/>
                  </a:lnTo>
                  <a:cubicBezTo>
                    <a:pt x="80963" y="321"/>
                    <a:pt x="79011" y="356"/>
                    <a:pt x="77058" y="356"/>
                  </a:cubicBezTo>
                  <a:lnTo>
                    <a:pt x="77046" y="356"/>
                  </a:lnTo>
                  <a:cubicBezTo>
                    <a:pt x="76821" y="357"/>
                    <a:pt x="76596" y="358"/>
                    <a:pt x="76370" y="358"/>
                  </a:cubicBezTo>
                  <a:cubicBezTo>
                    <a:pt x="73560" y="358"/>
                    <a:pt x="70749" y="291"/>
                    <a:pt x="67938" y="225"/>
                  </a:cubicBezTo>
                  <a:cubicBezTo>
                    <a:pt x="64878" y="166"/>
                    <a:pt x="61818" y="47"/>
                    <a:pt x="58770" y="11"/>
                  </a:cubicBezTo>
                  <a:cubicBezTo>
                    <a:pt x="58095" y="4"/>
                    <a:pt x="57349" y="0"/>
                    <a:pt x="56555" y="0"/>
                  </a:cubicBezTo>
                  <a:cubicBezTo>
                    <a:pt x="50976" y="0"/>
                    <a:pt x="43067" y="166"/>
                    <a:pt x="41399" y="249"/>
                  </a:cubicBezTo>
                  <a:cubicBezTo>
                    <a:pt x="39518" y="321"/>
                    <a:pt x="37625" y="356"/>
                    <a:pt x="35731" y="356"/>
                  </a:cubicBezTo>
                  <a:cubicBezTo>
                    <a:pt x="35506" y="357"/>
                    <a:pt x="35281" y="358"/>
                    <a:pt x="35056" y="358"/>
                  </a:cubicBezTo>
                  <a:cubicBezTo>
                    <a:pt x="32245" y="358"/>
                    <a:pt x="29434" y="291"/>
                    <a:pt x="26623" y="225"/>
                  </a:cubicBezTo>
                  <a:cubicBezTo>
                    <a:pt x="23563" y="154"/>
                    <a:pt x="20503" y="47"/>
                    <a:pt x="17455" y="11"/>
                  </a:cubicBezTo>
                  <a:cubicBezTo>
                    <a:pt x="16769" y="4"/>
                    <a:pt x="16008" y="0"/>
                    <a:pt x="15198" y="0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6546740" y="3303530"/>
              <a:ext cx="2668588" cy="69775"/>
            </a:xfrm>
            <a:custGeom>
              <a:avLst/>
              <a:gdLst/>
              <a:ahLst/>
              <a:cxnLst/>
              <a:rect l="l" t="t" r="r" b="b"/>
              <a:pathLst>
                <a:path w="82523" h="2173" extrusionOk="0">
                  <a:moveTo>
                    <a:pt x="73119" y="1"/>
                  </a:moveTo>
                  <a:cubicBezTo>
                    <a:pt x="71424" y="1"/>
                    <a:pt x="69726" y="59"/>
                    <a:pt x="68045" y="122"/>
                  </a:cubicBezTo>
                  <a:cubicBezTo>
                    <a:pt x="66592" y="181"/>
                    <a:pt x="65128" y="265"/>
                    <a:pt x="63675" y="277"/>
                  </a:cubicBezTo>
                  <a:cubicBezTo>
                    <a:pt x="63144" y="285"/>
                    <a:pt x="62612" y="289"/>
                    <a:pt x="62081" y="289"/>
                  </a:cubicBezTo>
                  <a:cubicBezTo>
                    <a:pt x="61112" y="289"/>
                    <a:pt x="60144" y="276"/>
                    <a:pt x="59175" y="253"/>
                  </a:cubicBezTo>
                  <a:cubicBezTo>
                    <a:pt x="58453" y="235"/>
                    <a:pt x="57716" y="228"/>
                    <a:pt x="56965" y="228"/>
                  </a:cubicBezTo>
                  <a:cubicBezTo>
                    <a:pt x="52044" y="228"/>
                    <a:pt x="46589" y="552"/>
                    <a:pt x="41744" y="562"/>
                  </a:cubicBezTo>
                  <a:cubicBezTo>
                    <a:pt x="39625" y="538"/>
                    <a:pt x="37505" y="253"/>
                    <a:pt x="35422" y="110"/>
                  </a:cubicBezTo>
                  <a:cubicBezTo>
                    <a:pt x="34239" y="32"/>
                    <a:pt x="33048" y="2"/>
                    <a:pt x="31855" y="2"/>
                  </a:cubicBezTo>
                  <a:cubicBezTo>
                    <a:pt x="30143" y="2"/>
                    <a:pt x="28428" y="63"/>
                    <a:pt x="26730" y="134"/>
                  </a:cubicBezTo>
                  <a:cubicBezTo>
                    <a:pt x="25278" y="181"/>
                    <a:pt x="23825" y="265"/>
                    <a:pt x="22361" y="288"/>
                  </a:cubicBezTo>
                  <a:cubicBezTo>
                    <a:pt x="21986" y="291"/>
                    <a:pt x="21611" y="293"/>
                    <a:pt x="21235" y="293"/>
                  </a:cubicBezTo>
                  <a:cubicBezTo>
                    <a:pt x="20110" y="293"/>
                    <a:pt x="18985" y="280"/>
                    <a:pt x="17860" y="253"/>
                  </a:cubicBezTo>
                  <a:cubicBezTo>
                    <a:pt x="17116" y="234"/>
                    <a:pt x="16353" y="225"/>
                    <a:pt x="15577" y="225"/>
                  </a:cubicBezTo>
                  <a:cubicBezTo>
                    <a:pt x="10533" y="225"/>
                    <a:pt x="4923" y="574"/>
                    <a:pt x="1" y="574"/>
                  </a:cubicBezTo>
                  <a:cubicBezTo>
                    <a:pt x="1" y="1039"/>
                    <a:pt x="203" y="1693"/>
                    <a:pt x="215" y="2158"/>
                  </a:cubicBezTo>
                  <a:cubicBezTo>
                    <a:pt x="647" y="2168"/>
                    <a:pt x="1080" y="2173"/>
                    <a:pt x="1515" y="2173"/>
                  </a:cubicBezTo>
                  <a:cubicBezTo>
                    <a:pt x="6976" y="2173"/>
                    <a:pt x="12616" y="1427"/>
                    <a:pt x="17915" y="1427"/>
                  </a:cubicBezTo>
                  <a:cubicBezTo>
                    <a:pt x="18597" y="1427"/>
                    <a:pt x="19274" y="1439"/>
                    <a:pt x="19944" y="1467"/>
                  </a:cubicBezTo>
                  <a:cubicBezTo>
                    <a:pt x="24266" y="1646"/>
                    <a:pt x="28552" y="2039"/>
                    <a:pt x="32886" y="2086"/>
                  </a:cubicBezTo>
                  <a:cubicBezTo>
                    <a:pt x="35767" y="2110"/>
                    <a:pt x="38648" y="2074"/>
                    <a:pt x="41530" y="2146"/>
                  </a:cubicBezTo>
                  <a:lnTo>
                    <a:pt x="41530" y="2158"/>
                  </a:lnTo>
                  <a:cubicBezTo>
                    <a:pt x="41961" y="2168"/>
                    <a:pt x="42395" y="2173"/>
                    <a:pt x="42829" y="2173"/>
                  </a:cubicBezTo>
                  <a:cubicBezTo>
                    <a:pt x="48319" y="2173"/>
                    <a:pt x="53990" y="1418"/>
                    <a:pt x="59314" y="1418"/>
                  </a:cubicBezTo>
                  <a:cubicBezTo>
                    <a:pt x="59967" y="1418"/>
                    <a:pt x="60616" y="1430"/>
                    <a:pt x="61258" y="1455"/>
                  </a:cubicBezTo>
                  <a:cubicBezTo>
                    <a:pt x="65580" y="1634"/>
                    <a:pt x="69867" y="2039"/>
                    <a:pt x="74200" y="2074"/>
                  </a:cubicBezTo>
                  <a:cubicBezTo>
                    <a:pt x="76975" y="2098"/>
                    <a:pt x="79749" y="2074"/>
                    <a:pt x="82523" y="2146"/>
                  </a:cubicBezTo>
                  <a:lnTo>
                    <a:pt x="82523" y="550"/>
                  </a:lnTo>
                  <a:cubicBezTo>
                    <a:pt x="80582" y="479"/>
                    <a:pt x="78641" y="229"/>
                    <a:pt x="76736" y="110"/>
                  </a:cubicBezTo>
                  <a:cubicBezTo>
                    <a:pt x="75537" y="31"/>
                    <a:pt x="74329" y="1"/>
                    <a:pt x="73119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6530572" y="3384865"/>
              <a:ext cx="2684368" cy="75137"/>
            </a:xfrm>
            <a:custGeom>
              <a:avLst/>
              <a:gdLst/>
              <a:ahLst/>
              <a:cxnLst/>
              <a:rect l="l" t="t" r="r" b="b"/>
              <a:pathLst>
                <a:path w="83011" h="2340" extrusionOk="0">
                  <a:moveTo>
                    <a:pt x="18170" y="0"/>
                  </a:moveTo>
                  <a:cubicBezTo>
                    <a:pt x="12413" y="0"/>
                    <a:pt x="5906" y="720"/>
                    <a:pt x="252" y="720"/>
                  </a:cubicBezTo>
                  <a:cubicBezTo>
                    <a:pt x="212" y="720"/>
                    <a:pt x="172" y="720"/>
                    <a:pt x="132" y="720"/>
                  </a:cubicBezTo>
                  <a:lnTo>
                    <a:pt x="132" y="720"/>
                  </a:lnTo>
                  <a:cubicBezTo>
                    <a:pt x="167" y="1303"/>
                    <a:pt x="1" y="1756"/>
                    <a:pt x="36" y="2339"/>
                  </a:cubicBezTo>
                  <a:cubicBezTo>
                    <a:pt x="1484" y="2339"/>
                    <a:pt x="2132" y="1934"/>
                    <a:pt x="2364" y="1934"/>
                  </a:cubicBezTo>
                  <a:cubicBezTo>
                    <a:pt x="2370" y="1934"/>
                    <a:pt x="2376" y="1934"/>
                    <a:pt x="2382" y="1935"/>
                  </a:cubicBezTo>
                  <a:cubicBezTo>
                    <a:pt x="4096" y="1637"/>
                    <a:pt x="5894" y="1506"/>
                    <a:pt x="7597" y="1434"/>
                  </a:cubicBezTo>
                  <a:cubicBezTo>
                    <a:pt x="8553" y="1397"/>
                    <a:pt x="9511" y="1381"/>
                    <a:pt x="10469" y="1381"/>
                  </a:cubicBezTo>
                  <a:cubicBezTo>
                    <a:pt x="13182" y="1381"/>
                    <a:pt x="15897" y="1511"/>
                    <a:pt x="18598" y="1661"/>
                  </a:cubicBezTo>
                  <a:cubicBezTo>
                    <a:pt x="20408" y="1768"/>
                    <a:pt x="22218" y="1887"/>
                    <a:pt x="24027" y="2006"/>
                  </a:cubicBezTo>
                  <a:cubicBezTo>
                    <a:pt x="24827" y="1993"/>
                    <a:pt x="25625" y="1987"/>
                    <a:pt x="26424" y="1987"/>
                  </a:cubicBezTo>
                  <a:cubicBezTo>
                    <a:pt x="31406" y="1987"/>
                    <a:pt x="36374" y="2216"/>
                    <a:pt x="41351" y="2339"/>
                  </a:cubicBezTo>
                  <a:lnTo>
                    <a:pt x="41470" y="2339"/>
                  </a:lnTo>
                  <a:cubicBezTo>
                    <a:pt x="42823" y="2316"/>
                    <a:pt x="43446" y="1934"/>
                    <a:pt x="43677" y="1934"/>
                  </a:cubicBezTo>
                  <a:cubicBezTo>
                    <a:pt x="43684" y="1934"/>
                    <a:pt x="43690" y="1934"/>
                    <a:pt x="43697" y="1935"/>
                  </a:cubicBezTo>
                  <a:cubicBezTo>
                    <a:pt x="45411" y="1625"/>
                    <a:pt x="47209" y="1506"/>
                    <a:pt x="48912" y="1434"/>
                  </a:cubicBezTo>
                  <a:cubicBezTo>
                    <a:pt x="49868" y="1397"/>
                    <a:pt x="50826" y="1381"/>
                    <a:pt x="51783" y="1381"/>
                  </a:cubicBezTo>
                  <a:cubicBezTo>
                    <a:pt x="54497" y="1381"/>
                    <a:pt x="57211" y="1511"/>
                    <a:pt x="59913" y="1661"/>
                  </a:cubicBezTo>
                  <a:cubicBezTo>
                    <a:pt x="61723" y="1768"/>
                    <a:pt x="63532" y="1887"/>
                    <a:pt x="65342" y="2006"/>
                  </a:cubicBezTo>
                  <a:cubicBezTo>
                    <a:pt x="66146" y="1993"/>
                    <a:pt x="66950" y="1987"/>
                    <a:pt x="67753" y="1987"/>
                  </a:cubicBezTo>
                  <a:cubicBezTo>
                    <a:pt x="72766" y="1987"/>
                    <a:pt x="77765" y="2216"/>
                    <a:pt x="82773" y="2339"/>
                  </a:cubicBezTo>
                  <a:cubicBezTo>
                    <a:pt x="82856" y="2327"/>
                    <a:pt x="82940" y="2316"/>
                    <a:pt x="83011" y="2316"/>
                  </a:cubicBezTo>
                  <a:lnTo>
                    <a:pt x="83011" y="720"/>
                  </a:lnTo>
                  <a:cubicBezTo>
                    <a:pt x="79915" y="649"/>
                    <a:pt x="76820" y="696"/>
                    <a:pt x="73724" y="649"/>
                  </a:cubicBezTo>
                  <a:cubicBezTo>
                    <a:pt x="69807" y="589"/>
                    <a:pt x="65914" y="220"/>
                    <a:pt x="62008" y="53"/>
                  </a:cubicBezTo>
                  <a:cubicBezTo>
                    <a:pt x="61200" y="18"/>
                    <a:pt x="60370" y="3"/>
                    <a:pt x="59523" y="3"/>
                  </a:cubicBezTo>
                  <a:cubicBezTo>
                    <a:pt x="53778" y="3"/>
                    <a:pt x="47281" y="710"/>
                    <a:pt x="41625" y="720"/>
                  </a:cubicBezTo>
                  <a:cubicBezTo>
                    <a:pt x="38553" y="649"/>
                    <a:pt x="35481" y="696"/>
                    <a:pt x="32409" y="649"/>
                  </a:cubicBezTo>
                  <a:cubicBezTo>
                    <a:pt x="28492" y="589"/>
                    <a:pt x="24599" y="220"/>
                    <a:pt x="20694" y="53"/>
                  </a:cubicBezTo>
                  <a:cubicBezTo>
                    <a:pt x="19873" y="16"/>
                    <a:pt x="19030" y="0"/>
                    <a:pt x="181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8622387" y="3050857"/>
              <a:ext cx="577936" cy="22862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588" y="0"/>
                  </a:moveTo>
                  <a:cubicBezTo>
                    <a:pt x="5722" y="0"/>
                    <a:pt x="2853" y="101"/>
                    <a:pt x="0" y="323"/>
                  </a:cubicBezTo>
                  <a:cubicBezTo>
                    <a:pt x="3227" y="490"/>
                    <a:pt x="6442" y="668"/>
                    <a:pt x="9656" y="704"/>
                  </a:cubicBezTo>
                  <a:cubicBezTo>
                    <a:pt x="10038" y="709"/>
                    <a:pt x="10420" y="712"/>
                    <a:pt x="10801" y="712"/>
                  </a:cubicBezTo>
                  <a:cubicBezTo>
                    <a:pt x="13161" y="712"/>
                    <a:pt x="15525" y="610"/>
                    <a:pt x="17872" y="323"/>
                  </a:cubicBezTo>
                  <a:cubicBezTo>
                    <a:pt x="17276" y="287"/>
                    <a:pt x="16681" y="252"/>
                    <a:pt x="16086" y="216"/>
                  </a:cubicBezTo>
                  <a:cubicBezTo>
                    <a:pt x="13598" y="77"/>
                    <a:pt x="11094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8057548" y="3453099"/>
              <a:ext cx="481311" cy="13872"/>
            </a:xfrm>
            <a:custGeom>
              <a:avLst/>
              <a:gdLst/>
              <a:ahLst/>
              <a:cxnLst/>
              <a:rect l="l" t="t" r="r" b="b"/>
              <a:pathLst>
                <a:path w="14884" h="432" extrusionOk="0">
                  <a:moveTo>
                    <a:pt x="14884" y="0"/>
                  </a:moveTo>
                  <a:lnTo>
                    <a:pt x="14884" y="0"/>
                  </a:lnTo>
                  <a:cubicBezTo>
                    <a:pt x="14515" y="12"/>
                    <a:pt x="14134" y="12"/>
                    <a:pt x="13753" y="12"/>
                  </a:cubicBezTo>
                  <a:cubicBezTo>
                    <a:pt x="9169" y="60"/>
                    <a:pt x="4585" y="143"/>
                    <a:pt x="1" y="250"/>
                  </a:cubicBezTo>
                  <a:cubicBezTo>
                    <a:pt x="1997" y="370"/>
                    <a:pt x="4002" y="432"/>
                    <a:pt x="6004" y="432"/>
                  </a:cubicBezTo>
                  <a:cubicBezTo>
                    <a:pt x="7371" y="432"/>
                    <a:pt x="8736" y="403"/>
                    <a:pt x="10097" y="345"/>
                  </a:cubicBezTo>
                  <a:cubicBezTo>
                    <a:pt x="11693" y="274"/>
                    <a:pt x="13288" y="167"/>
                    <a:pt x="148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6527888" y="3487713"/>
              <a:ext cx="2687440" cy="41936"/>
            </a:xfrm>
            <a:custGeom>
              <a:avLst/>
              <a:gdLst/>
              <a:ahLst/>
              <a:cxnLst/>
              <a:rect l="l" t="t" r="r" b="b"/>
              <a:pathLst>
                <a:path w="83106" h="1306" extrusionOk="0">
                  <a:moveTo>
                    <a:pt x="21146" y="0"/>
                  </a:moveTo>
                  <a:cubicBezTo>
                    <a:pt x="20347" y="0"/>
                    <a:pt x="19549" y="13"/>
                    <a:pt x="18753" y="41"/>
                  </a:cubicBezTo>
                  <a:cubicBezTo>
                    <a:pt x="15900" y="140"/>
                    <a:pt x="13101" y="321"/>
                    <a:pt x="10274" y="321"/>
                  </a:cubicBezTo>
                  <a:cubicBezTo>
                    <a:pt x="9362" y="321"/>
                    <a:pt x="8446" y="302"/>
                    <a:pt x="7525" y="256"/>
                  </a:cubicBezTo>
                  <a:cubicBezTo>
                    <a:pt x="5918" y="184"/>
                    <a:pt x="4287" y="101"/>
                    <a:pt x="2667" y="89"/>
                  </a:cubicBezTo>
                  <a:cubicBezTo>
                    <a:pt x="2346" y="89"/>
                    <a:pt x="774" y="434"/>
                    <a:pt x="107" y="458"/>
                  </a:cubicBezTo>
                  <a:cubicBezTo>
                    <a:pt x="131" y="744"/>
                    <a:pt x="0" y="898"/>
                    <a:pt x="24" y="1196"/>
                  </a:cubicBezTo>
                  <a:cubicBezTo>
                    <a:pt x="208" y="1198"/>
                    <a:pt x="397" y="1200"/>
                    <a:pt x="590" y="1200"/>
                  </a:cubicBezTo>
                  <a:cubicBezTo>
                    <a:pt x="3295" y="1200"/>
                    <a:pt x="6757" y="980"/>
                    <a:pt x="9347" y="958"/>
                  </a:cubicBezTo>
                  <a:cubicBezTo>
                    <a:pt x="10731" y="953"/>
                    <a:pt x="12113" y="947"/>
                    <a:pt x="13494" y="947"/>
                  </a:cubicBezTo>
                  <a:cubicBezTo>
                    <a:pt x="15200" y="947"/>
                    <a:pt x="16905" y="955"/>
                    <a:pt x="18610" y="982"/>
                  </a:cubicBezTo>
                  <a:cubicBezTo>
                    <a:pt x="21658" y="1029"/>
                    <a:pt x="24706" y="1137"/>
                    <a:pt x="27754" y="1208"/>
                  </a:cubicBezTo>
                  <a:cubicBezTo>
                    <a:pt x="30252" y="1261"/>
                    <a:pt x="32753" y="1306"/>
                    <a:pt x="35254" y="1306"/>
                  </a:cubicBezTo>
                  <a:cubicBezTo>
                    <a:pt x="37284" y="1306"/>
                    <a:pt x="39312" y="1276"/>
                    <a:pt x="41339" y="1196"/>
                  </a:cubicBezTo>
                  <a:cubicBezTo>
                    <a:pt x="41523" y="1198"/>
                    <a:pt x="41712" y="1200"/>
                    <a:pt x="41905" y="1200"/>
                  </a:cubicBezTo>
                  <a:cubicBezTo>
                    <a:pt x="44610" y="1200"/>
                    <a:pt x="48072" y="980"/>
                    <a:pt x="50661" y="958"/>
                  </a:cubicBezTo>
                  <a:cubicBezTo>
                    <a:pt x="52046" y="953"/>
                    <a:pt x="53428" y="947"/>
                    <a:pt x="54809" y="947"/>
                  </a:cubicBezTo>
                  <a:cubicBezTo>
                    <a:pt x="56515" y="947"/>
                    <a:pt x="58220" y="955"/>
                    <a:pt x="59924" y="982"/>
                  </a:cubicBezTo>
                  <a:cubicBezTo>
                    <a:pt x="62972" y="1029"/>
                    <a:pt x="66020" y="1137"/>
                    <a:pt x="69068" y="1208"/>
                  </a:cubicBezTo>
                  <a:cubicBezTo>
                    <a:pt x="71597" y="1259"/>
                    <a:pt x="74128" y="1304"/>
                    <a:pt x="76658" y="1304"/>
                  </a:cubicBezTo>
                  <a:cubicBezTo>
                    <a:pt x="78810" y="1304"/>
                    <a:pt x="80960" y="1272"/>
                    <a:pt x="83106" y="1184"/>
                  </a:cubicBezTo>
                  <a:lnTo>
                    <a:pt x="83106" y="684"/>
                  </a:lnTo>
                  <a:cubicBezTo>
                    <a:pt x="83094" y="601"/>
                    <a:pt x="83082" y="517"/>
                    <a:pt x="83082" y="434"/>
                  </a:cubicBezTo>
                  <a:cubicBezTo>
                    <a:pt x="81652" y="537"/>
                    <a:pt x="80216" y="578"/>
                    <a:pt x="78776" y="578"/>
                  </a:cubicBezTo>
                  <a:cubicBezTo>
                    <a:pt x="73354" y="578"/>
                    <a:pt x="67879" y="0"/>
                    <a:pt x="62450" y="0"/>
                  </a:cubicBezTo>
                  <a:cubicBezTo>
                    <a:pt x="61655" y="0"/>
                    <a:pt x="60860" y="13"/>
                    <a:pt x="60067" y="41"/>
                  </a:cubicBezTo>
                  <a:cubicBezTo>
                    <a:pt x="57214" y="140"/>
                    <a:pt x="54416" y="321"/>
                    <a:pt x="51589" y="321"/>
                  </a:cubicBezTo>
                  <a:cubicBezTo>
                    <a:pt x="50677" y="321"/>
                    <a:pt x="49761" y="302"/>
                    <a:pt x="48840" y="256"/>
                  </a:cubicBezTo>
                  <a:cubicBezTo>
                    <a:pt x="47232" y="172"/>
                    <a:pt x="45601" y="89"/>
                    <a:pt x="43982" y="89"/>
                  </a:cubicBezTo>
                  <a:cubicBezTo>
                    <a:pt x="43696" y="89"/>
                    <a:pt x="42410" y="363"/>
                    <a:pt x="41672" y="434"/>
                  </a:cubicBezTo>
                  <a:cubicBezTo>
                    <a:pt x="40263" y="534"/>
                    <a:pt x="38847" y="573"/>
                    <a:pt x="37428" y="573"/>
                  </a:cubicBezTo>
                  <a:cubicBezTo>
                    <a:pt x="32021" y="573"/>
                    <a:pt x="26558" y="0"/>
                    <a:pt x="211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6509002" y="3638502"/>
              <a:ext cx="2706325" cy="84225"/>
            </a:xfrm>
            <a:custGeom>
              <a:avLst/>
              <a:gdLst/>
              <a:ahLst/>
              <a:cxnLst/>
              <a:rect l="l" t="t" r="r" b="b"/>
              <a:pathLst>
                <a:path w="83690" h="2623" extrusionOk="0">
                  <a:moveTo>
                    <a:pt x="58030" y="0"/>
                  </a:moveTo>
                  <a:cubicBezTo>
                    <a:pt x="52797" y="0"/>
                    <a:pt x="46999" y="333"/>
                    <a:pt x="42256" y="834"/>
                  </a:cubicBezTo>
                  <a:cubicBezTo>
                    <a:pt x="41281" y="909"/>
                    <a:pt x="40297" y="938"/>
                    <a:pt x="39312" y="938"/>
                  </a:cubicBezTo>
                  <a:cubicBezTo>
                    <a:pt x="38433" y="938"/>
                    <a:pt x="37555" y="915"/>
                    <a:pt x="36684" y="882"/>
                  </a:cubicBezTo>
                  <a:cubicBezTo>
                    <a:pt x="33934" y="774"/>
                    <a:pt x="31195" y="524"/>
                    <a:pt x="28445" y="358"/>
                  </a:cubicBezTo>
                  <a:cubicBezTo>
                    <a:pt x="25504" y="167"/>
                    <a:pt x="22539" y="108"/>
                    <a:pt x="19587" y="36"/>
                  </a:cubicBezTo>
                  <a:cubicBezTo>
                    <a:pt x="18651" y="12"/>
                    <a:pt x="17685" y="0"/>
                    <a:pt x="16699" y="0"/>
                  </a:cubicBezTo>
                  <a:cubicBezTo>
                    <a:pt x="11425" y="0"/>
                    <a:pt x="5585" y="334"/>
                    <a:pt x="811" y="846"/>
                  </a:cubicBezTo>
                  <a:cubicBezTo>
                    <a:pt x="822" y="1548"/>
                    <a:pt x="1" y="1239"/>
                    <a:pt x="1" y="1941"/>
                  </a:cubicBezTo>
                  <a:cubicBezTo>
                    <a:pt x="13" y="2025"/>
                    <a:pt x="1263" y="2358"/>
                    <a:pt x="1275" y="2441"/>
                  </a:cubicBezTo>
                  <a:cubicBezTo>
                    <a:pt x="1753" y="2491"/>
                    <a:pt x="2214" y="2510"/>
                    <a:pt x="2660" y="2510"/>
                  </a:cubicBezTo>
                  <a:cubicBezTo>
                    <a:pt x="4149" y="2510"/>
                    <a:pt x="5476" y="2298"/>
                    <a:pt x="6740" y="2298"/>
                  </a:cubicBezTo>
                  <a:cubicBezTo>
                    <a:pt x="8311" y="2298"/>
                    <a:pt x="9895" y="2298"/>
                    <a:pt x="11479" y="2287"/>
                  </a:cubicBezTo>
                  <a:cubicBezTo>
                    <a:pt x="12383" y="2287"/>
                    <a:pt x="13292" y="2294"/>
                    <a:pt x="14198" y="2294"/>
                  </a:cubicBezTo>
                  <a:cubicBezTo>
                    <a:pt x="14878" y="2294"/>
                    <a:pt x="15556" y="2290"/>
                    <a:pt x="16229" y="2275"/>
                  </a:cubicBezTo>
                  <a:cubicBezTo>
                    <a:pt x="17516" y="2237"/>
                    <a:pt x="18802" y="2220"/>
                    <a:pt x="20089" y="2220"/>
                  </a:cubicBezTo>
                  <a:cubicBezTo>
                    <a:pt x="22088" y="2220"/>
                    <a:pt x="24088" y="2262"/>
                    <a:pt x="26087" y="2334"/>
                  </a:cubicBezTo>
                  <a:cubicBezTo>
                    <a:pt x="27731" y="2394"/>
                    <a:pt x="29362" y="2489"/>
                    <a:pt x="30993" y="2584"/>
                  </a:cubicBezTo>
                  <a:cubicBezTo>
                    <a:pt x="31485" y="2612"/>
                    <a:pt x="31981" y="2623"/>
                    <a:pt x="32478" y="2623"/>
                  </a:cubicBezTo>
                  <a:cubicBezTo>
                    <a:pt x="33473" y="2623"/>
                    <a:pt x="34473" y="2580"/>
                    <a:pt x="35458" y="2548"/>
                  </a:cubicBezTo>
                  <a:cubicBezTo>
                    <a:pt x="37214" y="2487"/>
                    <a:pt x="38984" y="2406"/>
                    <a:pt x="40747" y="2406"/>
                  </a:cubicBezTo>
                  <a:cubicBezTo>
                    <a:pt x="41374" y="2406"/>
                    <a:pt x="42000" y="2416"/>
                    <a:pt x="42625" y="2441"/>
                  </a:cubicBezTo>
                  <a:cubicBezTo>
                    <a:pt x="43101" y="2491"/>
                    <a:pt x="43559" y="2510"/>
                    <a:pt x="44003" y="2510"/>
                  </a:cubicBezTo>
                  <a:cubicBezTo>
                    <a:pt x="45482" y="2510"/>
                    <a:pt x="46800" y="2298"/>
                    <a:pt x="48055" y="2298"/>
                  </a:cubicBezTo>
                  <a:cubicBezTo>
                    <a:pt x="49638" y="2298"/>
                    <a:pt x="51222" y="2298"/>
                    <a:pt x="52805" y="2287"/>
                  </a:cubicBezTo>
                  <a:cubicBezTo>
                    <a:pt x="53748" y="2287"/>
                    <a:pt x="54700" y="2299"/>
                    <a:pt x="55649" y="2299"/>
                  </a:cubicBezTo>
                  <a:cubicBezTo>
                    <a:pt x="56283" y="2299"/>
                    <a:pt x="56915" y="2294"/>
                    <a:pt x="57544" y="2275"/>
                  </a:cubicBezTo>
                  <a:cubicBezTo>
                    <a:pt x="58830" y="2237"/>
                    <a:pt x="60119" y="2220"/>
                    <a:pt x="61407" y="2220"/>
                  </a:cubicBezTo>
                  <a:cubicBezTo>
                    <a:pt x="63409" y="2220"/>
                    <a:pt x="65410" y="2262"/>
                    <a:pt x="67402" y="2334"/>
                  </a:cubicBezTo>
                  <a:cubicBezTo>
                    <a:pt x="69045" y="2394"/>
                    <a:pt x="70676" y="2489"/>
                    <a:pt x="72308" y="2584"/>
                  </a:cubicBezTo>
                  <a:cubicBezTo>
                    <a:pt x="72800" y="2612"/>
                    <a:pt x="73296" y="2623"/>
                    <a:pt x="73793" y="2623"/>
                  </a:cubicBezTo>
                  <a:cubicBezTo>
                    <a:pt x="74788" y="2623"/>
                    <a:pt x="75788" y="2580"/>
                    <a:pt x="76772" y="2548"/>
                  </a:cubicBezTo>
                  <a:cubicBezTo>
                    <a:pt x="78514" y="2494"/>
                    <a:pt x="80269" y="2413"/>
                    <a:pt x="82018" y="2413"/>
                  </a:cubicBezTo>
                  <a:cubicBezTo>
                    <a:pt x="82576" y="2413"/>
                    <a:pt x="83134" y="2421"/>
                    <a:pt x="83690" y="2441"/>
                  </a:cubicBezTo>
                  <a:lnTo>
                    <a:pt x="83690" y="822"/>
                  </a:lnTo>
                  <a:cubicBezTo>
                    <a:pt x="82673" y="906"/>
                    <a:pt x="81646" y="937"/>
                    <a:pt x="80620" y="937"/>
                  </a:cubicBezTo>
                  <a:cubicBezTo>
                    <a:pt x="79747" y="937"/>
                    <a:pt x="78875" y="914"/>
                    <a:pt x="78011" y="882"/>
                  </a:cubicBezTo>
                  <a:lnTo>
                    <a:pt x="77999" y="882"/>
                  </a:lnTo>
                  <a:cubicBezTo>
                    <a:pt x="75248" y="774"/>
                    <a:pt x="72510" y="524"/>
                    <a:pt x="69760" y="358"/>
                  </a:cubicBezTo>
                  <a:cubicBezTo>
                    <a:pt x="66819" y="167"/>
                    <a:pt x="63854" y="108"/>
                    <a:pt x="60901" y="36"/>
                  </a:cubicBezTo>
                  <a:cubicBezTo>
                    <a:pt x="59971" y="12"/>
                    <a:pt x="59011" y="0"/>
                    <a:pt x="58030" y="0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6511719" y="3738556"/>
              <a:ext cx="2703221" cy="113669"/>
            </a:xfrm>
            <a:custGeom>
              <a:avLst/>
              <a:gdLst/>
              <a:ahLst/>
              <a:cxnLst/>
              <a:rect l="l" t="t" r="r" b="b"/>
              <a:pathLst>
                <a:path w="83594" h="3540" extrusionOk="0">
                  <a:moveTo>
                    <a:pt x="20540" y="1"/>
                  </a:moveTo>
                  <a:cubicBezTo>
                    <a:pt x="20257" y="1"/>
                    <a:pt x="19975" y="2"/>
                    <a:pt x="19693" y="4"/>
                  </a:cubicBezTo>
                  <a:cubicBezTo>
                    <a:pt x="18086" y="4"/>
                    <a:pt x="16467" y="52"/>
                    <a:pt x="14859" y="64"/>
                  </a:cubicBezTo>
                  <a:cubicBezTo>
                    <a:pt x="11245" y="73"/>
                    <a:pt x="6843" y="241"/>
                    <a:pt x="2968" y="241"/>
                  </a:cubicBezTo>
                  <a:cubicBezTo>
                    <a:pt x="2196" y="241"/>
                    <a:pt x="1446" y="234"/>
                    <a:pt x="727" y="218"/>
                  </a:cubicBezTo>
                  <a:lnTo>
                    <a:pt x="727" y="218"/>
                  </a:lnTo>
                  <a:cubicBezTo>
                    <a:pt x="846" y="1123"/>
                    <a:pt x="0" y="1599"/>
                    <a:pt x="36" y="2516"/>
                  </a:cubicBezTo>
                  <a:cubicBezTo>
                    <a:pt x="36" y="2623"/>
                    <a:pt x="1167" y="3397"/>
                    <a:pt x="1179" y="3504"/>
                  </a:cubicBezTo>
                  <a:cubicBezTo>
                    <a:pt x="1506" y="3529"/>
                    <a:pt x="1846" y="3539"/>
                    <a:pt x="2196" y="3539"/>
                  </a:cubicBezTo>
                  <a:cubicBezTo>
                    <a:pt x="4814" y="3539"/>
                    <a:pt x="7989" y="2941"/>
                    <a:pt x="10532" y="2941"/>
                  </a:cubicBezTo>
                  <a:cubicBezTo>
                    <a:pt x="10654" y="2941"/>
                    <a:pt x="10775" y="2942"/>
                    <a:pt x="10894" y="2945"/>
                  </a:cubicBezTo>
                  <a:cubicBezTo>
                    <a:pt x="13895" y="3028"/>
                    <a:pt x="16895" y="3171"/>
                    <a:pt x="19896" y="3219"/>
                  </a:cubicBezTo>
                  <a:cubicBezTo>
                    <a:pt x="20646" y="3231"/>
                    <a:pt x="21396" y="3239"/>
                    <a:pt x="22146" y="3239"/>
                  </a:cubicBezTo>
                  <a:cubicBezTo>
                    <a:pt x="22896" y="3239"/>
                    <a:pt x="23646" y="3231"/>
                    <a:pt x="24396" y="3207"/>
                  </a:cubicBezTo>
                  <a:cubicBezTo>
                    <a:pt x="25837" y="3171"/>
                    <a:pt x="27277" y="3088"/>
                    <a:pt x="28718" y="3040"/>
                  </a:cubicBezTo>
                  <a:cubicBezTo>
                    <a:pt x="30083" y="2995"/>
                    <a:pt x="31455" y="2961"/>
                    <a:pt x="32828" y="2961"/>
                  </a:cubicBezTo>
                  <a:cubicBezTo>
                    <a:pt x="34366" y="2961"/>
                    <a:pt x="35905" y="3004"/>
                    <a:pt x="37433" y="3123"/>
                  </a:cubicBezTo>
                  <a:cubicBezTo>
                    <a:pt x="39100" y="3254"/>
                    <a:pt x="40791" y="3457"/>
                    <a:pt x="42482" y="3493"/>
                  </a:cubicBezTo>
                  <a:cubicBezTo>
                    <a:pt x="42482" y="3493"/>
                    <a:pt x="42494" y="3504"/>
                    <a:pt x="42494" y="3504"/>
                  </a:cubicBezTo>
                  <a:cubicBezTo>
                    <a:pt x="42821" y="3529"/>
                    <a:pt x="43161" y="3539"/>
                    <a:pt x="43510" y="3539"/>
                  </a:cubicBezTo>
                  <a:cubicBezTo>
                    <a:pt x="46129" y="3539"/>
                    <a:pt x="49304" y="2941"/>
                    <a:pt x="51846" y="2941"/>
                  </a:cubicBezTo>
                  <a:cubicBezTo>
                    <a:pt x="51969" y="2941"/>
                    <a:pt x="52090" y="2942"/>
                    <a:pt x="52209" y="2945"/>
                  </a:cubicBezTo>
                  <a:cubicBezTo>
                    <a:pt x="55210" y="3028"/>
                    <a:pt x="58210" y="3171"/>
                    <a:pt x="61210" y="3219"/>
                  </a:cubicBezTo>
                  <a:cubicBezTo>
                    <a:pt x="61960" y="3231"/>
                    <a:pt x="62710" y="3239"/>
                    <a:pt x="63461" y="3239"/>
                  </a:cubicBezTo>
                  <a:cubicBezTo>
                    <a:pt x="64211" y="3239"/>
                    <a:pt x="64961" y="3231"/>
                    <a:pt x="65711" y="3207"/>
                  </a:cubicBezTo>
                  <a:cubicBezTo>
                    <a:pt x="67151" y="3171"/>
                    <a:pt x="68592" y="3088"/>
                    <a:pt x="70033" y="3040"/>
                  </a:cubicBezTo>
                  <a:cubicBezTo>
                    <a:pt x="71397" y="2995"/>
                    <a:pt x="72770" y="2961"/>
                    <a:pt x="74143" y="2961"/>
                  </a:cubicBezTo>
                  <a:cubicBezTo>
                    <a:pt x="75681" y="2961"/>
                    <a:pt x="77220" y="3004"/>
                    <a:pt x="78748" y="3123"/>
                  </a:cubicBezTo>
                  <a:cubicBezTo>
                    <a:pt x="80356" y="3254"/>
                    <a:pt x="81975" y="3445"/>
                    <a:pt x="83594" y="3493"/>
                  </a:cubicBezTo>
                  <a:lnTo>
                    <a:pt x="83594" y="230"/>
                  </a:lnTo>
                  <a:cubicBezTo>
                    <a:pt x="83012" y="207"/>
                    <a:pt x="82430" y="198"/>
                    <a:pt x="81847" y="198"/>
                  </a:cubicBezTo>
                  <a:cubicBezTo>
                    <a:pt x="79687" y="198"/>
                    <a:pt x="77523" y="326"/>
                    <a:pt x="75367" y="373"/>
                  </a:cubicBezTo>
                  <a:cubicBezTo>
                    <a:pt x="75022" y="381"/>
                    <a:pt x="74677" y="384"/>
                    <a:pt x="74333" y="384"/>
                  </a:cubicBezTo>
                  <a:cubicBezTo>
                    <a:pt x="71529" y="384"/>
                    <a:pt x="68748" y="150"/>
                    <a:pt x="65949" y="75"/>
                  </a:cubicBezTo>
                  <a:cubicBezTo>
                    <a:pt x="64580" y="26"/>
                    <a:pt x="63202" y="1"/>
                    <a:pt x="61830" y="1"/>
                  </a:cubicBezTo>
                  <a:cubicBezTo>
                    <a:pt x="61556" y="1"/>
                    <a:pt x="61282" y="2"/>
                    <a:pt x="61008" y="4"/>
                  </a:cubicBezTo>
                  <a:cubicBezTo>
                    <a:pt x="59401" y="4"/>
                    <a:pt x="57781" y="64"/>
                    <a:pt x="56174" y="64"/>
                  </a:cubicBezTo>
                  <a:cubicBezTo>
                    <a:pt x="52602" y="73"/>
                    <a:pt x="48261" y="245"/>
                    <a:pt x="44425" y="245"/>
                  </a:cubicBezTo>
                  <a:cubicBezTo>
                    <a:pt x="43607" y="245"/>
                    <a:pt x="42813" y="237"/>
                    <a:pt x="42053" y="218"/>
                  </a:cubicBezTo>
                  <a:cubicBezTo>
                    <a:pt x="41563" y="203"/>
                    <a:pt x="41073" y="197"/>
                    <a:pt x="40583" y="197"/>
                  </a:cubicBezTo>
                  <a:cubicBezTo>
                    <a:pt x="38403" y="197"/>
                    <a:pt x="36220" y="324"/>
                    <a:pt x="34052" y="373"/>
                  </a:cubicBezTo>
                  <a:cubicBezTo>
                    <a:pt x="33708" y="381"/>
                    <a:pt x="33364" y="384"/>
                    <a:pt x="33020" y="384"/>
                  </a:cubicBezTo>
                  <a:cubicBezTo>
                    <a:pt x="30216" y="384"/>
                    <a:pt x="27434" y="148"/>
                    <a:pt x="24634" y="64"/>
                  </a:cubicBezTo>
                  <a:cubicBezTo>
                    <a:pt x="23273" y="24"/>
                    <a:pt x="21904" y="1"/>
                    <a:pt x="205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7285199" y="3609699"/>
              <a:ext cx="577968" cy="22862"/>
            </a:xfrm>
            <a:custGeom>
              <a:avLst/>
              <a:gdLst/>
              <a:ahLst/>
              <a:cxnLst/>
              <a:rect l="l" t="t" r="r" b="b"/>
              <a:pathLst>
                <a:path w="17873" h="712" extrusionOk="0">
                  <a:moveTo>
                    <a:pt x="8601" y="0"/>
                  </a:moveTo>
                  <a:cubicBezTo>
                    <a:pt x="5732" y="0"/>
                    <a:pt x="2860" y="98"/>
                    <a:pt x="1" y="314"/>
                  </a:cubicBezTo>
                  <a:cubicBezTo>
                    <a:pt x="3216" y="481"/>
                    <a:pt x="6430" y="671"/>
                    <a:pt x="9657" y="707"/>
                  </a:cubicBezTo>
                  <a:cubicBezTo>
                    <a:pt x="9967" y="710"/>
                    <a:pt x="10277" y="711"/>
                    <a:pt x="10588" y="711"/>
                  </a:cubicBezTo>
                  <a:cubicBezTo>
                    <a:pt x="13011" y="711"/>
                    <a:pt x="15456" y="622"/>
                    <a:pt x="17872" y="326"/>
                  </a:cubicBezTo>
                  <a:cubicBezTo>
                    <a:pt x="17265" y="290"/>
                    <a:pt x="16670" y="243"/>
                    <a:pt x="16074" y="207"/>
                  </a:cubicBezTo>
                  <a:cubicBezTo>
                    <a:pt x="13593" y="74"/>
                    <a:pt x="11098" y="0"/>
                    <a:pt x="8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6532512" y="3547149"/>
              <a:ext cx="2682816" cy="56578"/>
            </a:xfrm>
            <a:custGeom>
              <a:avLst/>
              <a:gdLst/>
              <a:ahLst/>
              <a:cxnLst/>
              <a:rect l="l" t="t" r="r" b="b"/>
              <a:pathLst>
                <a:path w="82963" h="1762" extrusionOk="0">
                  <a:moveTo>
                    <a:pt x="56437" y="1"/>
                  </a:moveTo>
                  <a:cubicBezTo>
                    <a:pt x="50870" y="1"/>
                    <a:pt x="43055" y="155"/>
                    <a:pt x="41410" y="238"/>
                  </a:cubicBezTo>
                  <a:cubicBezTo>
                    <a:pt x="39517" y="321"/>
                    <a:pt x="37636" y="345"/>
                    <a:pt x="35743" y="357"/>
                  </a:cubicBezTo>
                  <a:cubicBezTo>
                    <a:pt x="32707" y="357"/>
                    <a:pt x="29659" y="298"/>
                    <a:pt x="26623" y="226"/>
                  </a:cubicBezTo>
                  <a:cubicBezTo>
                    <a:pt x="23575" y="155"/>
                    <a:pt x="20515" y="48"/>
                    <a:pt x="17455" y="12"/>
                  </a:cubicBezTo>
                  <a:cubicBezTo>
                    <a:pt x="16770" y="4"/>
                    <a:pt x="16010" y="1"/>
                    <a:pt x="15202" y="1"/>
                  </a:cubicBezTo>
                  <a:cubicBezTo>
                    <a:pt x="9522" y="1"/>
                    <a:pt x="1449" y="167"/>
                    <a:pt x="0" y="250"/>
                  </a:cubicBezTo>
                  <a:cubicBezTo>
                    <a:pt x="36" y="738"/>
                    <a:pt x="488" y="1095"/>
                    <a:pt x="512" y="1595"/>
                  </a:cubicBezTo>
                  <a:cubicBezTo>
                    <a:pt x="1086" y="1717"/>
                    <a:pt x="1746" y="1759"/>
                    <a:pt x="2447" y="1759"/>
                  </a:cubicBezTo>
                  <a:cubicBezTo>
                    <a:pt x="4059" y="1759"/>
                    <a:pt x="5886" y="1536"/>
                    <a:pt x="7373" y="1536"/>
                  </a:cubicBezTo>
                  <a:cubicBezTo>
                    <a:pt x="7400" y="1536"/>
                    <a:pt x="7427" y="1536"/>
                    <a:pt x="7453" y="1536"/>
                  </a:cubicBezTo>
                  <a:cubicBezTo>
                    <a:pt x="11299" y="1560"/>
                    <a:pt x="15133" y="1560"/>
                    <a:pt x="18967" y="1560"/>
                  </a:cubicBezTo>
                  <a:cubicBezTo>
                    <a:pt x="21896" y="1560"/>
                    <a:pt x="24789" y="1417"/>
                    <a:pt x="27706" y="1274"/>
                  </a:cubicBezTo>
                  <a:cubicBezTo>
                    <a:pt x="29962" y="1158"/>
                    <a:pt x="32218" y="1056"/>
                    <a:pt x="34479" y="1056"/>
                  </a:cubicBezTo>
                  <a:cubicBezTo>
                    <a:pt x="35249" y="1056"/>
                    <a:pt x="36019" y="1068"/>
                    <a:pt x="36790" y="1095"/>
                  </a:cubicBezTo>
                  <a:cubicBezTo>
                    <a:pt x="38469" y="1155"/>
                    <a:pt x="40184" y="1286"/>
                    <a:pt x="41827" y="1583"/>
                  </a:cubicBezTo>
                  <a:lnTo>
                    <a:pt x="41827" y="1595"/>
                  </a:lnTo>
                  <a:cubicBezTo>
                    <a:pt x="42409" y="1718"/>
                    <a:pt x="43080" y="1761"/>
                    <a:pt x="43792" y="1761"/>
                  </a:cubicBezTo>
                  <a:cubicBezTo>
                    <a:pt x="45425" y="1761"/>
                    <a:pt x="47276" y="1536"/>
                    <a:pt x="48768" y="1536"/>
                  </a:cubicBezTo>
                  <a:cubicBezTo>
                    <a:pt x="52614" y="1560"/>
                    <a:pt x="56448" y="1560"/>
                    <a:pt x="60282" y="1560"/>
                  </a:cubicBezTo>
                  <a:cubicBezTo>
                    <a:pt x="63210" y="1560"/>
                    <a:pt x="66104" y="1429"/>
                    <a:pt x="69021" y="1274"/>
                  </a:cubicBezTo>
                  <a:cubicBezTo>
                    <a:pt x="71277" y="1158"/>
                    <a:pt x="73533" y="1056"/>
                    <a:pt x="75793" y="1056"/>
                  </a:cubicBezTo>
                  <a:cubicBezTo>
                    <a:pt x="76563" y="1056"/>
                    <a:pt x="77334" y="1068"/>
                    <a:pt x="78105" y="1095"/>
                  </a:cubicBezTo>
                  <a:cubicBezTo>
                    <a:pt x="79724" y="1143"/>
                    <a:pt x="81367" y="1274"/>
                    <a:pt x="82963" y="1560"/>
                  </a:cubicBezTo>
                  <a:lnTo>
                    <a:pt x="82963" y="238"/>
                  </a:lnTo>
                  <a:cubicBezTo>
                    <a:pt x="80998" y="321"/>
                    <a:pt x="79022" y="357"/>
                    <a:pt x="77057" y="357"/>
                  </a:cubicBezTo>
                  <a:cubicBezTo>
                    <a:pt x="74021" y="357"/>
                    <a:pt x="70973" y="298"/>
                    <a:pt x="67937" y="226"/>
                  </a:cubicBezTo>
                  <a:cubicBezTo>
                    <a:pt x="64889" y="155"/>
                    <a:pt x="61829" y="48"/>
                    <a:pt x="58769" y="12"/>
                  </a:cubicBezTo>
                  <a:cubicBezTo>
                    <a:pt x="58062" y="4"/>
                    <a:pt x="57275" y="1"/>
                    <a:pt x="564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6545220" y="3862244"/>
              <a:ext cx="2670107" cy="70000"/>
            </a:xfrm>
            <a:custGeom>
              <a:avLst/>
              <a:gdLst/>
              <a:ahLst/>
              <a:cxnLst/>
              <a:rect l="l" t="t" r="r" b="b"/>
              <a:pathLst>
                <a:path w="82570" h="2180" extrusionOk="0">
                  <a:moveTo>
                    <a:pt x="73271" y="0"/>
                  </a:moveTo>
                  <a:cubicBezTo>
                    <a:pt x="71531" y="0"/>
                    <a:pt x="69785" y="64"/>
                    <a:pt x="68056" y="129"/>
                  </a:cubicBezTo>
                  <a:cubicBezTo>
                    <a:pt x="66592" y="188"/>
                    <a:pt x="65139" y="260"/>
                    <a:pt x="63675" y="283"/>
                  </a:cubicBezTo>
                  <a:cubicBezTo>
                    <a:pt x="63256" y="290"/>
                    <a:pt x="62837" y="293"/>
                    <a:pt x="62418" y="293"/>
                  </a:cubicBezTo>
                  <a:cubicBezTo>
                    <a:pt x="61337" y="293"/>
                    <a:pt x="60255" y="273"/>
                    <a:pt x="59174" y="248"/>
                  </a:cubicBezTo>
                  <a:cubicBezTo>
                    <a:pt x="58456" y="230"/>
                    <a:pt x="57721" y="223"/>
                    <a:pt x="56973" y="223"/>
                  </a:cubicBezTo>
                  <a:cubicBezTo>
                    <a:pt x="52058" y="223"/>
                    <a:pt x="46600" y="549"/>
                    <a:pt x="41743" y="569"/>
                  </a:cubicBezTo>
                  <a:lnTo>
                    <a:pt x="41743" y="557"/>
                  </a:lnTo>
                  <a:cubicBezTo>
                    <a:pt x="39636" y="533"/>
                    <a:pt x="37517" y="248"/>
                    <a:pt x="35421" y="117"/>
                  </a:cubicBezTo>
                  <a:cubicBezTo>
                    <a:pt x="34240" y="33"/>
                    <a:pt x="33049" y="3"/>
                    <a:pt x="31855" y="3"/>
                  </a:cubicBezTo>
                  <a:cubicBezTo>
                    <a:pt x="30148" y="3"/>
                    <a:pt x="28437" y="66"/>
                    <a:pt x="26742" y="129"/>
                  </a:cubicBezTo>
                  <a:cubicBezTo>
                    <a:pt x="25277" y="188"/>
                    <a:pt x="23824" y="260"/>
                    <a:pt x="22360" y="283"/>
                  </a:cubicBezTo>
                  <a:cubicBezTo>
                    <a:pt x="21941" y="290"/>
                    <a:pt x="21522" y="293"/>
                    <a:pt x="21103" y="293"/>
                  </a:cubicBezTo>
                  <a:cubicBezTo>
                    <a:pt x="20022" y="293"/>
                    <a:pt x="18941" y="273"/>
                    <a:pt x="17859" y="248"/>
                  </a:cubicBezTo>
                  <a:cubicBezTo>
                    <a:pt x="17153" y="231"/>
                    <a:pt x="16431" y="224"/>
                    <a:pt x="15697" y="224"/>
                  </a:cubicBezTo>
                  <a:cubicBezTo>
                    <a:pt x="10625" y="224"/>
                    <a:pt x="4972" y="569"/>
                    <a:pt x="0" y="569"/>
                  </a:cubicBezTo>
                  <a:cubicBezTo>
                    <a:pt x="12" y="1034"/>
                    <a:pt x="214" y="1688"/>
                    <a:pt x="214" y="2165"/>
                  </a:cubicBezTo>
                  <a:cubicBezTo>
                    <a:pt x="642" y="2175"/>
                    <a:pt x="1071" y="2179"/>
                    <a:pt x="1501" y="2179"/>
                  </a:cubicBezTo>
                  <a:cubicBezTo>
                    <a:pt x="6974" y="2179"/>
                    <a:pt x="12635" y="1422"/>
                    <a:pt x="17945" y="1422"/>
                  </a:cubicBezTo>
                  <a:cubicBezTo>
                    <a:pt x="18621" y="1422"/>
                    <a:pt x="19292" y="1435"/>
                    <a:pt x="19955" y="1462"/>
                  </a:cubicBezTo>
                  <a:cubicBezTo>
                    <a:pt x="24277" y="1641"/>
                    <a:pt x="28563" y="2046"/>
                    <a:pt x="32897" y="2081"/>
                  </a:cubicBezTo>
                  <a:cubicBezTo>
                    <a:pt x="35778" y="2105"/>
                    <a:pt x="38660" y="2081"/>
                    <a:pt x="41529" y="2153"/>
                  </a:cubicBezTo>
                  <a:cubicBezTo>
                    <a:pt x="41987" y="2164"/>
                    <a:pt x="42448" y="2170"/>
                    <a:pt x="42909" y="2170"/>
                  </a:cubicBezTo>
                  <a:cubicBezTo>
                    <a:pt x="48353" y="2170"/>
                    <a:pt x="53979" y="1422"/>
                    <a:pt x="59259" y="1422"/>
                  </a:cubicBezTo>
                  <a:cubicBezTo>
                    <a:pt x="59935" y="1422"/>
                    <a:pt x="60606" y="1434"/>
                    <a:pt x="61270" y="1462"/>
                  </a:cubicBezTo>
                  <a:cubicBezTo>
                    <a:pt x="65592" y="1641"/>
                    <a:pt x="69878" y="2046"/>
                    <a:pt x="74212" y="2081"/>
                  </a:cubicBezTo>
                  <a:cubicBezTo>
                    <a:pt x="76998" y="2105"/>
                    <a:pt x="79784" y="2081"/>
                    <a:pt x="82570" y="2141"/>
                  </a:cubicBezTo>
                  <a:lnTo>
                    <a:pt x="82570" y="545"/>
                  </a:lnTo>
                  <a:cubicBezTo>
                    <a:pt x="80617" y="486"/>
                    <a:pt x="78665" y="236"/>
                    <a:pt x="76736" y="105"/>
                  </a:cubicBezTo>
                  <a:cubicBezTo>
                    <a:pt x="75588" y="29"/>
                    <a:pt x="74431" y="0"/>
                    <a:pt x="73271" y="0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6529407" y="3943515"/>
              <a:ext cx="2685532" cy="75426"/>
            </a:xfrm>
            <a:custGeom>
              <a:avLst/>
              <a:gdLst/>
              <a:ahLst/>
              <a:cxnLst/>
              <a:rect l="l" t="t" r="r" b="b"/>
              <a:pathLst>
                <a:path w="83047" h="2349" extrusionOk="0">
                  <a:moveTo>
                    <a:pt x="59540" y="0"/>
                  </a:moveTo>
                  <a:cubicBezTo>
                    <a:pt x="53790" y="0"/>
                    <a:pt x="47289" y="719"/>
                    <a:pt x="41613" y="729"/>
                  </a:cubicBezTo>
                  <a:cubicBezTo>
                    <a:pt x="38553" y="658"/>
                    <a:pt x="35470" y="705"/>
                    <a:pt x="32398" y="658"/>
                  </a:cubicBezTo>
                  <a:cubicBezTo>
                    <a:pt x="28481" y="586"/>
                    <a:pt x="24599" y="229"/>
                    <a:pt x="20682" y="50"/>
                  </a:cubicBezTo>
                  <a:cubicBezTo>
                    <a:pt x="19891" y="16"/>
                    <a:pt x="19080" y="1"/>
                    <a:pt x="18253" y="1"/>
                  </a:cubicBezTo>
                  <a:cubicBezTo>
                    <a:pt x="12474" y="1"/>
                    <a:pt x="5936" y="729"/>
                    <a:pt x="241" y="729"/>
                  </a:cubicBezTo>
                  <a:cubicBezTo>
                    <a:pt x="200" y="729"/>
                    <a:pt x="160" y="729"/>
                    <a:pt x="120" y="729"/>
                  </a:cubicBezTo>
                  <a:lnTo>
                    <a:pt x="120" y="729"/>
                  </a:lnTo>
                  <a:cubicBezTo>
                    <a:pt x="168" y="1312"/>
                    <a:pt x="1" y="1765"/>
                    <a:pt x="37" y="2348"/>
                  </a:cubicBezTo>
                  <a:cubicBezTo>
                    <a:pt x="1473" y="2348"/>
                    <a:pt x="2132" y="1942"/>
                    <a:pt x="2364" y="1942"/>
                  </a:cubicBezTo>
                  <a:cubicBezTo>
                    <a:pt x="2370" y="1942"/>
                    <a:pt x="2376" y="1943"/>
                    <a:pt x="2382" y="1943"/>
                  </a:cubicBezTo>
                  <a:cubicBezTo>
                    <a:pt x="4097" y="1634"/>
                    <a:pt x="5895" y="1515"/>
                    <a:pt x="7597" y="1443"/>
                  </a:cubicBezTo>
                  <a:cubicBezTo>
                    <a:pt x="8554" y="1406"/>
                    <a:pt x="9511" y="1390"/>
                    <a:pt x="10469" y="1390"/>
                  </a:cubicBezTo>
                  <a:cubicBezTo>
                    <a:pt x="13181" y="1390"/>
                    <a:pt x="15894" y="1520"/>
                    <a:pt x="18587" y="1670"/>
                  </a:cubicBezTo>
                  <a:cubicBezTo>
                    <a:pt x="20408" y="1777"/>
                    <a:pt x="22218" y="1884"/>
                    <a:pt x="24028" y="2003"/>
                  </a:cubicBezTo>
                  <a:cubicBezTo>
                    <a:pt x="24823" y="1990"/>
                    <a:pt x="25619" y="1984"/>
                    <a:pt x="26414" y="1984"/>
                  </a:cubicBezTo>
                  <a:cubicBezTo>
                    <a:pt x="31393" y="1984"/>
                    <a:pt x="36372" y="2215"/>
                    <a:pt x="41351" y="2348"/>
                  </a:cubicBezTo>
                  <a:lnTo>
                    <a:pt x="41470" y="2348"/>
                  </a:lnTo>
                  <a:cubicBezTo>
                    <a:pt x="42824" y="2325"/>
                    <a:pt x="43447" y="1942"/>
                    <a:pt x="43677" y="1942"/>
                  </a:cubicBezTo>
                  <a:cubicBezTo>
                    <a:pt x="43684" y="1942"/>
                    <a:pt x="43691" y="1943"/>
                    <a:pt x="43697" y="1943"/>
                  </a:cubicBezTo>
                  <a:cubicBezTo>
                    <a:pt x="45411" y="1634"/>
                    <a:pt x="47209" y="1515"/>
                    <a:pt x="48912" y="1443"/>
                  </a:cubicBezTo>
                  <a:cubicBezTo>
                    <a:pt x="49865" y="1406"/>
                    <a:pt x="50821" y="1390"/>
                    <a:pt x="51778" y="1390"/>
                  </a:cubicBezTo>
                  <a:cubicBezTo>
                    <a:pt x="54489" y="1390"/>
                    <a:pt x="57208" y="1520"/>
                    <a:pt x="59901" y="1670"/>
                  </a:cubicBezTo>
                  <a:cubicBezTo>
                    <a:pt x="61723" y="1777"/>
                    <a:pt x="63533" y="1884"/>
                    <a:pt x="65342" y="2003"/>
                  </a:cubicBezTo>
                  <a:cubicBezTo>
                    <a:pt x="66119" y="1990"/>
                    <a:pt x="66896" y="1985"/>
                    <a:pt x="67672" y="1985"/>
                  </a:cubicBezTo>
                  <a:cubicBezTo>
                    <a:pt x="72706" y="1985"/>
                    <a:pt x="77740" y="2224"/>
                    <a:pt x="82773" y="2348"/>
                  </a:cubicBezTo>
                  <a:cubicBezTo>
                    <a:pt x="82868" y="2336"/>
                    <a:pt x="82964" y="2324"/>
                    <a:pt x="83047" y="2313"/>
                  </a:cubicBezTo>
                  <a:lnTo>
                    <a:pt x="83047" y="729"/>
                  </a:lnTo>
                  <a:cubicBezTo>
                    <a:pt x="79939" y="646"/>
                    <a:pt x="76832" y="705"/>
                    <a:pt x="73713" y="646"/>
                  </a:cubicBezTo>
                  <a:lnTo>
                    <a:pt x="73713" y="658"/>
                  </a:lnTo>
                  <a:cubicBezTo>
                    <a:pt x="69795" y="586"/>
                    <a:pt x="65914" y="229"/>
                    <a:pt x="61997" y="50"/>
                  </a:cubicBezTo>
                  <a:cubicBezTo>
                    <a:pt x="61197" y="16"/>
                    <a:pt x="60377" y="0"/>
                    <a:pt x="595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8621223" y="3609699"/>
              <a:ext cx="577936" cy="22862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601" y="0"/>
                  </a:moveTo>
                  <a:cubicBezTo>
                    <a:pt x="5731" y="0"/>
                    <a:pt x="2859" y="98"/>
                    <a:pt x="1" y="314"/>
                  </a:cubicBezTo>
                  <a:cubicBezTo>
                    <a:pt x="3215" y="481"/>
                    <a:pt x="6430" y="671"/>
                    <a:pt x="9657" y="707"/>
                  </a:cubicBezTo>
                  <a:cubicBezTo>
                    <a:pt x="9967" y="710"/>
                    <a:pt x="10277" y="711"/>
                    <a:pt x="10588" y="711"/>
                  </a:cubicBezTo>
                  <a:cubicBezTo>
                    <a:pt x="13011" y="711"/>
                    <a:pt x="15455" y="622"/>
                    <a:pt x="17872" y="326"/>
                  </a:cubicBezTo>
                  <a:cubicBezTo>
                    <a:pt x="17265" y="290"/>
                    <a:pt x="16669" y="243"/>
                    <a:pt x="16074" y="207"/>
                  </a:cubicBezTo>
                  <a:cubicBezTo>
                    <a:pt x="13592" y="74"/>
                    <a:pt x="11098" y="0"/>
                    <a:pt x="8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8056028" y="4012005"/>
              <a:ext cx="481667" cy="13518"/>
            </a:xfrm>
            <a:custGeom>
              <a:avLst/>
              <a:gdLst/>
              <a:ahLst/>
              <a:cxnLst/>
              <a:rect l="l" t="t" r="r" b="b"/>
              <a:pathLst>
                <a:path w="14895" h="421" extrusionOk="0">
                  <a:moveTo>
                    <a:pt x="14895" y="1"/>
                  </a:moveTo>
                  <a:cubicBezTo>
                    <a:pt x="14514" y="1"/>
                    <a:pt x="14133" y="1"/>
                    <a:pt x="13764" y="13"/>
                  </a:cubicBezTo>
                  <a:cubicBezTo>
                    <a:pt x="9168" y="49"/>
                    <a:pt x="4584" y="144"/>
                    <a:pt x="0" y="239"/>
                  </a:cubicBezTo>
                  <a:cubicBezTo>
                    <a:pt x="2003" y="359"/>
                    <a:pt x="4007" y="421"/>
                    <a:pt x="6010" y="421"/>
                  </a:cubicBezTo>
                  <a:cubicBezTo>
                    <a:pt x="7376" y="421"/>
                    <a:pt x="8742" y="392"/>
                    <a:pt x="10109" y="334"/>
                  </a:cubicBezTo>
                  <a:cubicBezTo>
                    <a:pt x="11704" y="275"/>
                    <a:pt x="13299" y="168"/>
                    <a:pt x="14895" y="1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6526335" y="4046620"/>
              <a:ext cx="2688992" cy="41871"/>
            </a:xfrm>
            <a:custGeom>
              <a:avLst/>
              <a:gdLst/>
              <a:ahLst/>
              <a:cxnLst/>
              <a:rect l="l" t="t" r="r" b="b"/>
              <a:pathLst>
                <a:path w="83154" h="1304" extrusionOk="0">
                  <a:moveTo>
                    <a:pt x="62481" y="1"/>
                  </a:moveTo>
                  <a:cubicBezTo>
                    <a:pt x="61680" y="1"/>
                    <a:pt x="60879" y="13"/>
                    <a:pt x="60080" y="42"/>
                  </a:cubicBezTo>
                  <a:cubicBezTo>
                    <a:pt x="57227" y="141"/>
                    <a:pt x="54428" y="322"/>
                    <a:pt x="51601" y="322"/>
                  </a:cubicBezTo>
                  <a:cubicBezTo>
                    <a:pt x="50689" y="322"/>
                    <a:pt x="49773" y="303"/>
                    <a:pt x="48852" y="256"/>
                  </a:cubicBezTo>
                  <a:cubicBezTo>
                    <a:pt x="47233" y="173"/>
                    <a:pt x="45614" y="90"/>
                    <a:pt x="43994" y="90"/>
                  </a:cubicBezTo>
                  <a:cubicBezTo>
                    <a:pt x="43697" y="90"/>
                    <a:pt x="42423" y="352"/>
                    <a:pt x="41673" y="435"/>
                  </a:cubicBezTo>
                  <a:cubicBezTo>
                    <a:pt x="40263" y="535"/>
                    <a:pt x="38848" y="574"/>
                    <a:pt x="37428" y="574"/>
                  </a:cubicBezTo>
                  <a:cubicBezTo>
                    <a:pt x="32022" y="574"/>
                    <a:pt x="26560" y="1"/>
                    <a:pt x="21155" y="1"/>
                  </a:cubicBezTo>
                  <a:cubicBezTo>
                    <a:pt x="20357" y="1"/>
                    <a:pt x="19560" y="13"/>
                    <a:pt x="18765" y="42"/>
                  </a:cubicBezTo>
                  <a:cubicBezTo>
                    <a:pt x="15912" y="141"/>
                    <a:pt x="13113" y="322"/>
                    <a:pt x="10287" y="322"/>
                  </a:cubicBezTo>
                  <a:cubicBezTo>
                    <a:pt x="9374" y="322"/>
                    <a:pt x="8459" y="303"/>
                    <a:pt x="7537" y="256"/>
                  </a:cubicBezTo>
                  <a:cubicBezTo>
                    <a:pt x="5918" y="173"/>
                    <a:pt x="4299" y="90"/>
                    <a:pt x="2680" y="90"/>
                  </a:cubicBezTo>
                  <a:cubicBezTo>
                    <a:pt x="2346" y="90"/>
                    <a:pt x="786" y="423"/>
                    <a:pt x="120" y="447"/>
                  </a:cubicBezTo>
                  <a:cubicBezTo>
                    <a:pt x="144" y="745"/>
                    <a:pt x="1" y="899"/>
                    <a:pt x="24" y="1197"/>
                  </a:cubicBezTo>
                  <a:cubicBezTo>
                    <a:pt x="150" y="1198"/>
                    <a:pt x="278" y="1199"/>
                    <a:pt x="408" y="1199"/>
                  </a:cubicBezTo>
                  <a:cubicBezTo>
                    <a:pt x="3139" y="1199"/>
                    <a:pt x="6699" y="970"/>
                    <a:pt x="9359" y="959"/>
                  </a:cubicBezTo>
                  <a:cubicBezTo>
                    <a:pt x="10901" y="953"/>
                    <a:pt x="12443" y="944"/>
                    <a:pt x="13986" y="944"/>
                  </a:cubicBezTo>
                  <a:cubicBezTo>
                    <a:pt x="15529" y="944"/>
                    <a:pt x="17074" y="953"/>
                    <a:pt x="18622" y="983"/>
                  </a:cubicBezTo>
                  <a:cubicBezTo>
                    <a:pt x="21670" y="1030"/>
                    <a:pt x="24718" y="1137"/>
                    <a:pt x="27766" y="1197"/>
                  </a:cubicBezTo>
                  <a:cubicBezTo>
                    <a:pt x="30266" y="1256"/>
                    <a:pt x="32770" y="1301"/>
                    <a:pt x="35271" y="1301"/>
                  </a:cubicBezTo>
                  <a:cubicBezTo>
                    <a:pt x="37296" y="1301"/>
                    <a:pt x="39320" y="1272"/>
                    <a:pt x="41339" y="1197"/>
                  </a:cubicBezTo>
                  <a:cubicBezTo>
                    <a:pt x="41466" y="1198"/>
                    <a:pt x="41594" y="1199"/>
                    <a:pt x="41725" y="1199"/>
                  </a:cubicBezTo>
                  <a:cubicBezTo>
                    <a:pt x="44466" y="1199"/>
                    <a:pt x="48025" y="970"/>
                    <a:pt x="50674" y="959"/>
                  </a:cubicBezTo>
                  <a:cubicBezTo>
                    <a:pt x="52216" y="953"/>
                    <a:pt x="53760" y="944"/>
                    <a:pt x="55305" y="944"/>
                  </a:cubicBezTo>
                  <a:cubicBezTo>
                    <a:pt x="56850" y="944"/>
                    <a:pt x="58395" y="953"/>
                    <a:pt x="59937" y="983"/>
                  </a:cubicBezTo>
                  <a:cubicBezTo>
                    <a:pt x="62985" y="1030"/>
                    <a:pt x="66033" y="1137"/>
                    <a:pt x="69081" y="1197"/>
                  </a:cubicBezTo>
                  <a:cubicBezTo>
                    <a:pt x="71646" y="1256"/>
                    <a:pt x="74218" y="1304"/>
                    <a:pt x="76792" y="1304"/>
                  </a:cubicBezTo>
                  <a:cubicBezTo>
                    <a:pt x="78913" y="1304"/>
                    <a:pt x="81035" y="1271"/>
                    <a:pt x="83154" y="1185"/>
                  </a:cubicBezTo>
                  <a:lnTo>
                    <a:pt x="83154" y="1126"/>
                  </a:lnTo>
                  <a:cubicBezTo>
                    <a:pt x="83130" y="899"/>
                    <a:pt x="83106" y="661"/>
                    <a:pt x="83082" y="423"/>
                  </a:cubicBezTo>
                  <a:cubicBezTo>
                    <a:pt x="81640" y="527"/>
                    <a:pt x="80192" y="568"/>
                    <a:pt x="78740" y="568"/>
                  </a:cubicBezTo>
                  <a:cubicBezTo>
                    <a:pt x="73337" y="568"/>
                    <a:pt x="67884" y="1"/>
                    <a:pt x="624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6507483" y="4197408"/>
              <a:ext cx="2707845" cy="84257"/>
            </a:xfrm>
            <a:custGeom>
              <a:avLst/>
              <a:gdLst/>
              <a:ahLst/>
              <a:cxnLst/>
              <a:rect l="l" t="t" r="r" b="b"/>
              <a:pathLst>
                <a:path w="83737" h="2624" extrusionOk="0">
                  <a:moveTo>
                    <a:pt x="57977" y="0"/>
                  </a:moveTo>
                  <a:cubicBezTo>
                    <a:pt x="52761" y="0"/>
                    <a:pt x="46991" y="324"/>
                    <a:pt x="42267" y="823"/>
                  </a:cubicBezTo>
                  <a:cubicBezTo>
                    <a:pt x="41286" y="898"/>
                    <a:pt x="40302" y="927"/>
                    <a:pt x="39319" y="927"/>
                  </a:cubicBezTo>
                  <a:cubicBezTo>
                    <a:pt x="38442" y="927"/>
                    <a:pt x="37566" y="904"/>
                    <a:pt x="36695" y="871"/>
                  </a:cubicBezTo>
                  <a:cubicBezTo>
                    <a:pt x="33933" y="775"/>
                    <a:pt x="31195" y="525"/>
                    <a:pt x="28444" y="347"/>
                  </a:cubicBezTo>
                  <a:cubicBezTo>
                    <a:pt x="25503" y="168"/>
                    <a:pt x="22551" y="109"/>
                    <a:pt x="19598" y="37"/>
                  </a:cubicBezTo>
                  <a:cubicBezTo>
                    <a:pt x="18660" y="13"/>
                    <a:pt x="17692" y="1"/>
                    <a:pt x="16703" y="1"/>
                  </a:cubicBezTo>
                  <a:cubicBezTo>
                    <a:pt x="11428" y="1"/>
                    <a:pt x="5585" y="334"/>
                    <a:pt x="822" y="835"/>
                  </a:cubicBezTo>
                  <a:cubicBezTo>
                    <a:pt x="834" y="1537"/>
                    <a:pt x="0" y="1240"/>
                    <a:pt x="0" y="1942"/>
                  </a:cubicBezTo>
                  <a:cubicBezTo>
                    <a:pt x="12" y="2014"/>
                    <a:pt x="1274" y="2359"/>
                    <a:pt x="1286" y="2442"/>
                  </a:cubicBezTo>
                  <a:cubicBezTo>
                    <a:pt x="1754" y="2491"/>
                    <a:pt x="2205" y="2509"/>
                    <a:pt x="2641" y="2509"/>
                  </a:cubicBezTo>
                  <a:cubicBezTo>
                    <a:pt x="4107" y="2509"/>
                    <a:pt x="5412" y="2299"/>
                    <a:pt x="6661" y="2299"/>
                  </a:cubicBezTo>
                  <a:cubicBezTo>
                    <a:pt x="6687" y="2299"/>
                    <a:pt x="6713" y="2299"/>
                    <a:pt x="6739" y="2299"/>
                  </a:cubicBezTo>
                  <a:cubicBezTo>
                    <a:pt x="8323" y="2299"/>
                    <a:pt x="9906" y="2299"/>
                    <a:pt x="11490" y="2287"/>
                  </a:cubicBezTo>
                  <a:cubicBezTo>
                    <a:pt x="11744" y="2286"/>
                    <a:pt x="11998" y="2285"/>
                    <a:pt x="12252" y="2285"/>
                  </a:cubicBezTo>
                  <a:cubicBezTo>
                    <a:pt x="12895" y="2285"/>
                    <a:pt x="13539" y="2289"/>
                    <a:pt x="14183" y="2289"/>
                  </a:cubicBezTo>
                  <a:cubicBezTo>
                    <a:pt x="14869" y="2289"/>
                    <a:pt x="15555" y="2284"/>
                    <a:pt x="16240" y="2264"/>
                  </a:cubicBezTo>
                  <a:cubicBezTo>
                    <a:pt x="17501" y="2227"/>
                    <a:pt x="18762" y="2210"/>
                    <a:pt x="20023" y="2210"/>
                  </a:cubicBezTo>
                  <a:cubicBezTo>
                    <a:pt x="22048" y="2210"/>
                    <a:pt x="24074" y="2254"/>
                    <a:pt x="26099" y="2335"/>
                  </a:cubicBezTo>
                  <a:cubicBezTo>
                    <a:pt x="27730" y="2395"/>
                    <a:pt x="29361" y="2490"/>
                    <a:pt x="30992" y="2573"/>
                  </a:cubicBezTo>
                  <a:cubicBezTo>
                    <a:pt x="31533" y="2603"/>
                    <a:pt x="32074" y="2615"/>
                    <a:pt x="32617" y="2615"/>
                  </a:cubicBezTo>
                  <a:cubicBezTo>
                    <a:pt x="33568" y="2615"/>
                    <a:pt x="34521" y="2580"/>
                    <a:pt x="35469" y="2549"/>
                  </a:cubicBezTo>
                  <a:cubicBezTo>
                    <a:pt x="37225" y="2488"/>
                    <a:pt x="38995" y="2407"/>
                    <a:pt x="40758" y="2407"/>
                  </a:cubicBezTo>
                  <a:cubicBezTo>
                    <a:pt x="41385" y="2407"/>
                    <a:pt x="42012" y="2417"/>
                    <a:pt x="42637" y="2442"/>
                  </a:cubicBezTo>
                  <a:cubicBezTo>
                    <a:pt x="43102" y="2491"/>
                    <a:pt x="43550" y="2509"/>
                    <a:pt x="43984" y="2509"/>
                  </a:cubicBezTo>
                  <a:cubicBezTo>
                    <a:pt x="45441" y="2509"/>
                    <a:pt x="46737" y="2299"/>
                    <a:pt x="47976" y="2299"/>
                  </a:cubicBezTo>
                  <a:cubicBezTo>
                    <a:pt x="48002" y="2299"/>
                    <a:pt x="48028" y="2299"/>
                    <a:pt x="48054" y="2299"/>
                  </a:cubicBezTo>
                  <a:cubicBezTo>
                    <a:pt x="49637" y="2299"/>
                    <a:pt x="51221" y="2299"/>
                    <a:pt x="52804" y="2287"/>
                  </a:cubicBezTo>
                  <a:cubicBezTo>
                    <a:pt x="53058" y="2286"/>
                    <a:pt x="53312" y="2285"/>
                    <a:pt x="53566" y="2285"/>
                  </a:cubicBezTo>
                  <a:cubicBezTo>
                    <a:pt x="54210" y="2285"/>
                    <a:pt x="54854" y="2289"/>
                    <a:pt x="55498" y="2289"/>
                  </a:cubicBezTo>
                  <a:cubicBezTo>
                    <a:pt x="56183" y="2289"/>
                    <a:pt x="56869" y="2284"/>
                    <a:pt x="57555" y="2264"/>
                  </a:cubicBezTo>
                  <a:cubicBezTo>
                    <a:pt x="58816" y="2227"/>
                    <a:pt x="60077" y="2210"/>
                    <a:pt x="61338" y="2210"/>
                  </a:cubicBezTo>
                  <a:cubicBezTo>
                    <a:pt x="63363" y="2210"/>
                    <a:pt x="65388" y="2254"/>
                    <a:pt x="67413" y="2335"/>
                  </a:cubicBezTo>
                  <a:cubicBezTo>
                    <a:pt x="69045" y="2395"/>
                    <a:pt x="70676" y="2490"/>
                    <a:pt x="72319" y="2585"/>
                  </a:cubicBezTo>
                  <a:cubicBezTo>
                    <a:pt x="72811" y="2613"/>
                    <a:pt x="73307" y="2623"/>
                    <a:pt x="73804" y="2623"/>
                  </a:cubicBezTo>
                  <a:cubicBezTo>
                    <a:pt x="74799" y="2623"/>
                    <a:pt x="75799" y="2581"/>
                    <a:pt x="76784" y="2549"/>
                  </a:cubicBezTo>
                  <a:cubicBezTo>
                    <a:pt x="78503" y="2487"/>
                    <a:pt x="80236" y="2412"/>
                    <a:pt x="81963" y="2412"/>
                  </a:cubicBezTo>
                  <a:cubicBezTo>
                    <a:pt x="82555" y="2412"/>
                    <a:pt x="83147" y="2421"/>
                    <a:pt x="83737" y="2442"/>
                  </a:cubicBezTo>
                  <a:lnTo>
                    <a:pt x="83737" y="811"/>
                  </a:lnTo>
                  <a:cubicBezTo>
                    <a:pt x="82693" y="903"/>
                    <a:pt x="81634" y="937"/>
                    <a:pt x="80577" y="937"/>
                  </a:cubicBezTo>
                  <a:cubicBezTo>
                    <a:pt x="79717" y="937"/>
                    <a:pt x="78859" y="915"/>
                    <a:pt x="78010" y="883"/>
                  </a:cubicBezTo>
                  <a:lnTo>
                    <a:pt x="78010" y="871"/>
                  </a:lnTo>
                  <a:cubicBezTo>
                    <a:pt x="75248" y="775"/>
                    <a:pt x="72509" y="525"/>
                    <a:pt x="69759" y="347"/>
                  </a:cubicBezTo>
                  <a:cubicBezTo>
                    <a:pt x="66818" y="168"/>
                    <a:pt x="63865" y="109"/>
                    <a:pt x="60913" y="37"/>
                  </a:cubicBezTo>
                  <a:cubicBezTo>
                    <a:pt x="59962" y="12"/>
                    <a:pt x="58980" y="0"/>
                    <a:pt x="579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6510555" y="4297206"/>
              <a:ext cx="2704773" cy="113926"/>
            </a:xfrm>
            <a:custGeom>
              <a:avLst/>
              <a:gdLst/>
              <a:ahLst/>
              <a:cxnLst/>
              <a:rect l="l" t="t" r="r" b="b"/>
              <a:pathLst>
                <a:path w="83642" h="3548" extrusionOk="0">
                  <a:moveTo>
                    <a:pt x="19693" y="1"/>
                  </a:moveTo>
                  <a:cubicBezTo>
                    <a:pt x="18074" y="13"/>
                    <a:pt x="16467" y="61"/>
                    <a:pt x="14848" y="61"/>
                  </a:cubicBezTo>
                  <a:cubicBezTo>
                    <a:pt x="11285" y="70"/>
                    <a:pt x="6946" y="242"/>
                    <a:pt x="3104" y="242"/>
                  </a:cubicBezTo>
                  <a:cubicBezTo>
                    <a:pt x="2285" y="242"/>
                    <a:pt x="1488" y="234"/>
                    <a:pt x="727" y="215"/>
                  </a:cubicBezTo>
                  <a:lnTo>
                    <a:pt x="727" y="215"/>
                  </a:lnTo>
                  <a:cubicBezTo>
                    <a:pt x="846" y="1132"/>
                    <a:pt x="1" y="1608"/>
                    <a:pt x="36" y="2525"/>
                  </a:cubicBezTo>
                  <a:cubicBezTo>
                    <a:pt x="36" y="2632"/>
                    <a:pt x="1167" y="3406"/>
                    <a:pt x="1167" y="3501"/>
                  </a:cubicBezTo>
                  <a:cubicBezTo>
                    <a:pt x="1508" y="3528"/>
                    <a:pt x="1862" y="3540"/>
                    <a:pt x="2226" y="3540"/>
                  </a:cubicBezTo>
                  <a:cubicBezTo>
                    <a:pt x="4824" y="3540"/>
                    <a:pt x="7947" y="2948"/>
                    <a:pt x="10467" y="2948"/>
                  </a:cubicBezTo>
                  <a:cubicBezTo>
                    <a:pt x="10608" y="2948"/>
                    <a:pt x="10746" y="2950"/>
                    <a:pt x="10883" y="2954"/>
                  </a:cubicBezTo>
                  <a:cubicBezTo>
                    <a:pt x="13895" y="3025"/>
                    <a:pt x="16884" y="3168"/>
                    <a:pt x="19884" y="3228"/>
                  </a:cubicBezTo>
                  <a:cubicBezTo>
                    <a:pt x="20558" y="3238"/>
                    <a:pt x="21235" y="3244"/>
                    <a:pt x="21911" y="3244"/>
                  </a:cubicBezTo>
                  <a:cubicBezTo>
                    <a:pt x="22739" y="3244"/>
                    <a:pt x="23565" y="3235"/>
                    <a:pt x="24385" y="3216"/>
                  </a:cubicBezTo>
                  <a:cubicBezTo>
                    <a:pt x="25837" y="3168"/>
                    <a:pt x="27278" y="3097"/>
                    <a:pt x="28718" y="3037"/>
                  </a:cubicBezTo>
                  <a:cubicBezTo>
                    <a:pt x="30059" y="2993"/>
                    <a:pt x="31407" y="2959"/>
                    <a:pt x="32755" y="2959"/>
                  </a:cubicBezTo>
                  <a:cubicBezTo>
                    <a:pt x="34315" y="2959"/>
                    <a:pt x="35876" y="3005"/>
                    <a:pt x="37422" y="3132"/>
                  </a:cubicBezTo>
                  <a:cubicBezTo>
                    <a:pt x="39101" y="3263"/>
                    <a:pt x="40791" y="3466"/>
                    <a:pt x="42482" y="3501"/>
                  </a:cubicBezTo>
                  <a:cubicBezTo>
                    <a:pt x="42482" y="3501"/>
                    <a:pt x="42482" y="3501"/>
                    <a:pt x="42482" y="3513"/>
                  </a:cubicBezTo>
                  <a:cubicBezTo>
                    <a:pt x="42807" y="3537"/>
                    <a:pt x="43143" y="3548"/>
                    <a:pt x="43490" y="3548"/>
                  </a:cubicBezTo>
                  <a:cubicBezTo>
                    <a:pt x="46098" y="3548"/>
                    <a:pt x="49245" y="2948"/>
                    <a:pt x="51782" y="2948"/>
                  </a:cubicBezTo>
                  <a:cubicBezTo>
                    <a:pt x="51922" y="2948"/>
                    <a:pt x="52061" y="2950"/>
                    <a:pt x="52198" y="2954"/>
                  </a:cubicBezTo>
                  <a:cubicBezTo>
                    <a:pt x="55210" y="3025"/>
                    <a:pt x="58198" y="3180"/>
                    <a:pt x="61199" y="3228"/>
                  </a:cubicBezTo>
                  <a:cubicBezTo>
                    <a:pt x="61873" y="3238"/>
                    <a:pt x="62550" y="3244"/>
                    <a:pt x="63226" y="3244"/>
                  </a:cubicBezTo>
                  <a:cubicBezTo>
                    <a:pt x="64053" y="3244"/>
                    <a:pt x="64880" y="3235"/>
                    <a:pt x="65699" y="3216"/>
                  </a:cubicBezTo>
                  <a:cubicBezTo>
                    <a:pt x="67152" y="3168"/>
                    <a:pt x="68592" y="3097"/>
                    <a:pt x="70033" y="3049"/>
                  </a:cubicBezTo>
                  <a:cubicBezTo>
                    <a:pt x="71404" y="2998"/>
                    <a:pt x="72782" y="2961"/>
                    <a:pt x="74160" y="2961"/>
                  </a:cubicBezTo>
                  <a:cubicBezTo>
                    <a:pt x="75690" y="2961"/>
                    <a:pt x="77220" y="3007"/>
                    <a:pt x="78737" y="3132"/>
                  </a:cubicBezTo>
                  <a:cubicBezTo>
                    <a:pt x="80356" y="3263"/>
                    <a:pt x="81999" y="3454"/>
                    <a:pt x="83642" y="3501"/>
                  </a:cubicBezTo>
                  <a:lnTo>
                    <a:pt x="83642" y="227"/>
                  </a:lnTo>
                  <a:cubicBezTo>
                    <a:pt x="83106" y="209"/>
                    <a:pt x="82569" y="201"/>
                    <a:pt x="82032" y="201"/>
                  </a:cubicBezTo>
                  <a:cubicBezTo>
                    <a:pt x="79803" y="201"/>
                    <a:pt x="77572" y="334"/>
                    <a:pt x="75355" y="382"/>
                  </a:cubicBezTo>
                  <a:cubicBezTo>
                    <a:pt x="75012" y="390"/>
                    <a:pt x="74669" y="393"/>
                    <a:pt x="74327" y="393"/>
                  </a:cubicBezTo>
                  <a:cubicBezTo>
                    <a:pt x="71531" y="393"/>
                    <a:pt x="68749" y="157"/>
                    <a:pt x="65949" y="72"/>
                  </a:cubicBezTo>
                  <a:cubicBezTo>
                    <a:pt x="64294" y="25"/>
                    <a:pt x="62651" y="1"/>
                    <a:pt x="61008" y="1"/>
                  </a:cubicBezTo>
                  <a:cubicBezTo>
                    <a:pt x="59389" y="13"/>
                    <a:pt x="57782" y="61"/>
                    <a:pt x="56162" y="61"/>
                  </a:cubicBezTo>
                  <a:cubicBezTo>
                    <a:pt x="52600" y="70"/>
                    <a:pt x="48261" y="242"/>
                    <a:pt x="44419" y="242"/>
                  </a:cubicBezTo>
                  <a:cubicBezTo>
                    <a:pt x="43600" y="242"/>
                    <a:pt x="42803" y="234"/>
                    <a:pt x="42041" y="215"/>
                  </a:cubicBezTo>
                  <a:cubicBezTo>
                    <a:pt x="41609" y="204"/>
                    <a:pt x="41176" y="199"/>
                    <a:pt x="40743" y="199"/>
                  </a:cubicBezTo>
                  <a:cubicBezTo>
                    <a:pt x="38509" y="199"/>
                    <a:pt x="36275" y="332"/>
                    <a:pt x="34040" y="382"/>
                  </a:cubicBezTo>
                  <a:cubicBezTo>
                    <a:pt x="33697" y="390"/>
                    <a:pt x="33355" y="393"/>
                    <a:pt x="33012" y="393"/>
                  </a:cubicBezTo>
                  <a:cubicBezTo>
                    <a:pt x="30214" y="393"/>
                    <a:pt x="27424" y="157"/>
                    <a:pt x="24635" y="72"/>
                  </a:cubicBezTo>
                  <a:cubicBezTo>
                    <a:pt x="22980" y="25"/>
                    <a:pt x="21337" y="1"/>
                    <a:pt x="19693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7284068" y="4168477"/>
              <a:ext cx="577548" cy="23023"/>
            </a:xfrm>
            <a:custGeom>
              <a:avLst/>
              <a:gdLst/>
              <a:ahLst/>
              <a:cxnLst/>
              <a:rect l="l" t="t" r="r" b="b"/>
              <a:pathLst>
                <a:path w="17860" h="717" extrusionOk="0">
                  <a:moveTo>
                    <a:pt x="8659" y="1"/>
                  </a:moveTo>
                  <a:cubicBezTo>
                    <a:pt x="5770" y="1"/>
                    <a:pt x="2878" y="101"/>
                    <a:pt x="0" y="319"/>
                  </a:cubicBezTo>
                  <a:cubicBezTo>
                    <a:pt x="3215" y="486"/>
                    <a:pt x="6430" y="676"/>
                    <a:pt x="9644" y="712"/>
                  </a:cubicBezTo>
                  <a:cubicBezTo>
                    <a:pt x="9956" y="715"/>
                    <a:pt x="10267" y="716"/>
                    <a:pt x="10579" y="716"/>
                  </a:cubicBezTo>
                  <a:cubicBezTo>
                    <a:pt x="13010" y="716"/>
                    <a:pt x="15454" y="626"/>
                    <a:pt x="17860" y="331"/>
                  </a:cubicBezTo>
                  <a:cubicBezTo>
                    <a:pt x="17264" y="283"/>
                    <a:pt x="16669" y="248"/>
                    <a:pt x="16074" y="212"/>
                  </a:cubicBezTo>
                  <a:cubicBezTo>
                    <a:pt x="13611" y="74"/>
                    <a:pt x="11136" y="1"/>
                    <a:pt x="86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6531348" y="4105959"/>
              <a:ext cx="2683980" cy="56481"/>
            </a:xfrm>
            <a:custGeom>
              <a:avLst/>
              <a:gdLst/>
              <a:ahLst/>
              <a:cxnLst/>
              <a:rect l="l" t="t" r="r" b="b"/>
              <a:pathLst>
                <a:path w="82999" h="1759" extrusionOk="0">
                  <a:moveTo>
                    <a:pt x="14795" y="1"/>
                  </a:moveTo>
                  <a:cubicBezTo>
                    <a:pt x="9136" y="1"/>
                    <a:pt x="1405" y="161"/>
                    <a:pt x="0" y="242"/>
                  </a:cubicBezTo>
                  <a:cubicBezTo>
                    <a:pt x="24" y="742"/>
                    <a:pt x="489" y="1099"/>
                    <a:pt x="501" y="1587"/>
                  </a:cubicBezTo>
                  <a:cubicBezTo>
                    <a:pt x="1086" y="1715"/>
                    <a:pt x="1762" y="1759"/>
                    <a:pt x="2479" y="1759"/>
                  </a:cubicBezTo>
                  <a:cubicBezTo>
                    <a:pt x="4081" y="1759"/>
                    <a:pt x="5891" y="1540"/>
                    <a:pt x="7373" y="1540"/>
                  </a:cubicBezTo>
                  <a:cubicBezTo>
                    <a:pt x="7400" y="1540"/>
                    <a:pt x="7427" y="1540"/>
                    <a:pt x="7454" y="1540"/>
                  </a:cubicBezTo>
                  <a:cubicBezTo>
                    <a:pt x="11288" y="1552"/>
                    <a:pt x="15121" y="1552"/>
                    <a:pt x="18967" y="1552"/>
                  </a:cubicBezTo>
                  <a:cubicBezTo>
                    <a:pt x="21884" y="1552"/>
                    <a:pt x="24789" y="1421"/>
                    <a:pt x="27694" y="1278"/>
                  </a:cubicBezTo>
                  <a:cubicBezTo>
                    <a:pt x="30007" y="1159"/>
                    <a:pt x="32327" y="1055"/>
                    <a:pt x="34642" y="1055"/>
                  </a:cubicBezTo>
                  <a:cubicBezTo>
                    <a:pt x="35355" y="1055"/>
                    <a:pt x="36067" y="1065"/>
                    <a:pt x="36779" y="1087"/>
                  </a:cubicBezTo>
                  <a:cubicBezTo>
                    <a:pt x="38470" y="1147"/>
                    <a:pt x="40172" y="1278"/>
                    <a:pt x="41815" y="1587"/>
                  </a:cubicBezTo>
                  <a:cubicBezTo>
                    <a:pt x="42401" y="1715"/>
                    <a:pt x="43077" y="1759"/>
                    <a:pt x="43794" y="1759"/>
                  </a:cubicBezTo>
                  <a:cubicBezTo>
                    <a:pt x="45396" y="1759"/>
                    <a:pt x="47206" y="1540"/>
                    <a:pt x="48688" y="1540"/>
                  </a:cubicBezTo>
                  <a:cubicBezTo>
                    <a:pt x="48715" y="1540"/>
                    <a:pt x="48742" y="1540"/>
                    <a:pt x="48768" y="1540"/>
                  </a:cubicBezTo>
                  <a:cubicBezTo>
                    <a:pt x="52602" y="1552"/>
                    <a:pt x="56436" y="1564"/>
                    <a:pt x="60282" y="1564"/>
                  </a:cubicBezTo>
                  <a:cubicBezTo>
                    <a:pt x="63199" y="1564"/>
                    <a:pt x="66104" y="1421"/>
                    <a:pt x="69009" y="1278"/>
                  </a:cubicBezTo>
                  <a:cubicBezTo>
                    <a:pt x="71322" y="1159"/>
                    <a:pt x="73641" y="1055"/>
                    <a:pt x="75957" y="1055"/>
                  </a:cubicBezTo>
                  <a:cubicBezTo>
                    <a:pt x="76670" y="1055"/>
                    <a:pt x="77382" y="1065"/>
                    <a:pt x="78094" y="1087"/>
                  </a:cubicBezTo>
                  <a:cubicBezTo>
                    <a:pt x="79737" y="1147"/>
                    <a:pt x="81392" y="1278"/>
                    <a:pt x="82999" y="1564"/>
                  </a:cubicBezTo>
                  <a:lnTo>
                    <a:pt x="82999" y="230"/>
                  </a:lnTo>
                  <a:cubicBezTo>
                    <a:pt x="81022" y="313"/>
                    <a:pt x="79034" y="349"/>
                    <a:pt x="77058" y="349"/>
                  </a:cubicBezTo>
                  <a:lnTo>
                    <a:pt x="77046" y="349"/>
                  </a:lnTo>
                  <a:cubicBezTo>
                    <a:pt x="76783" y="350"/>
                    <a:pt x="76521" y="351"/>
                    <a:pt x="76258" y="351"/>
                  </a:cubicBezTo>
                  <a:cubicBezTo>
                    <a:pt x="73485" y="351"/>
                    <a:pt x="70711" y="295"/>
                    <a:pt x="67938" y="230"/>
                  </a:cubicBezTo>
                  <a:cubicBezTo>
                    <a:pt x="64878" y="159"/>
                    <a:pt x="61830" y="51"/>
                    <a:pt x="58770" y="16"/>
                  </a:cubicBezTo>
                  <a:cubicBezTo>
                    <a:pt x="57984" y="5"/>
                    <a:pt x="57100" y="1"/>
                    <a:pt x="56158" y="1"/>
                  </a:cubicBezTo>
                  <a:cubicBezTo>
                    <a:pt x="50608" y="1"/>
                    <a:pt x="43027" y="161"/>
                    <a:pt x="41398" y="242"/>
                  </a:cubicBezTo>
                  <a:cubicBezTo>
                    <a:pt x="39517" y="313"/>
                    <a:pt x="37624" y="349"/>
                    <a:pt x="35731" y="349"/>
                  </a:cubicBezTo>
                  <a:cubicBezTo>
                    <a:pt x="35505" y="350"/>
                    <a:pt x="35278" y="350"/>
                    <a:pt x="35052" y="350"/>
                  </a:cubicBezTo>
                  <a:cubicBezTo>
                    <a:pt x="32242" y="350"/>
                    <a:pt x="29432" y="285"/>
                    <a:pt x="26623" y="230"/>
                  </a:cubicBezTo>
                  <a:cubicBezTo>
                    <a:pt x="23563" y="159"/>
                    <a:pt x="20515" y="51"/>
                    <a:pt x="17455" y="16"/>
                  </a:cubicBezTo>
                  <a:cubicBezTo>
                    <a:pt x="16655" y="5"/>
                    <a:pt x="15755" y="1"/>
                    <a:pt x="14795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6544056" y="4421055"/>
              <a:ext cx="2671272" cy="69807"/>
            </a:xfrm>
            <a:custGeom>
              <a:avLst/>
              <a:gdLst/>
              <a:ahLst/>
              <a:cxnLst/>
              <a:rect l="l" t="t" r="r" b="b"/>
              <a:pathLst>
                <a:path w="82606" h="2174" extrusionOk="0">
                  <a:moveTo>
                    <a:pt x="31856" y="0"/>
                  </a:moveTo>
                  <a:cubicBezTo>
                    <a:pt x="30145" y="0"/>
                    <a:pt x="28433" y="62"/>
                    <a:pt x="26742" y="133"/>
                  </a:cubicBezTo>
                  <a:cubicBezTo>
                    <a:pt x="25277" y="192"/>
                    <a:pt x="23825" y="264"/>
                    <a:pt x="22360" y="287"/>
                  </a:cubicBezTo>
                  <a:cubicBezTo>
                    <a:pt x="21941" y="294"/>
                    <a:pt x="21522" y="297"/>
                    <a:pt x="21104" y="297"/>
                  </a:cubicBezTo>
                  <a:cubicBezTo>
                    <a:pt x="20022" y="297"/>
                    <a:pt x="18941" y="277"/>
                    <a:pt x="17860" y="252"/>
                  </a:cubicBezTo>
                  <a:cubicBezTo>
                    <a:pt x="17154" y="235"/>
                    <a:pt x="16432" y="228"/>
                    <a:pt x="15698" y="228"/>
                  </a:cubicBezTo>
                  <a:cubicBezTo>
                    <a:pt x="10625" y="228"/>
                    <a:pt x="4972" y="573"/>
                    <a:pt x="0" y="573"/>
                  </a:cubicBezTo>
                  <a:cubicBezTo>
                    <a:pt x="12" y="1037"/>
                    <a:pt x="215" y="1692"/>
                    <a:pt x="215" y="2157"/>
                  </a:cubicBezTo>
                  <a:cubicBezTo>
                    <a:pt x="673" y="2168"/>
                    <a:pt x="1133" y="2174"/>
                    <a:pt x="1595" y="2174"/>
                  </a:cubicBezTo>
                  <a:cubicBezTo>
                    <a:pt x="7038" y="2174"/>
                    <a:pt x="12663" y="1426"/>
                    <a:pt x="17936" y="1426"/>
                  </a:cubicBezTo>
                  <a:cubicBezTo>
                    <a:pt x="18611" y="1426"/>
                    <a:pt x="19281" y="1438"/>
                    <a:pt x="19943" y="1466"/>
                  </a:cubicBezTo>
                  <a:cubicBezTo>
                    <a:pt x="24265" y="1645"/>
                    <a:pt x="28563" y="2049"/>
                    <a:pt x="32885" y="2085"/>
                  </a:cubicBezTo>
                  <a:cubicBezTo>
                    <a:pt x="35767" y="2109"/>
                    <a:pt x="38648" y="2085"/>
                    <a:pt x="41529" y="2157"/>
                  </a:cubicBezTo>
                  <a:cubicBezTo>
                    <a:pt x="41988" y="2168"/>
                    <a:pt x="42448" y="2174"/>
                    <a:pt x="42909" y="2174"/>
                  </a:cubicBezTo>
                  <a:cubicBezTo>
                    <a:pt x="48353" y="2174"/>
                    <a:pt x="53978" y="1426"/>
                    <a:pt x="59251" y="1426"/>
                  </a:cubicBezTo>
                  <a:cubicBezTo>
                    <a:pt x="59926" y="1426"/>
                    <a:pt x="60595" y="1438"/>
                    <a:pt x="61258" y="1466"/>
                  </a:cubicBezTo>
                  <a:cubicBezTo>
                    <a:pt x="65580" y="1645"/>
                    <a:pt x="69878" y="2049"/>
                    <a:pt x="74200" y="2085"/>
                  </a:cubicBezTo>
                  <a:cubicBezTo>
                    <a:pt x="77010" y="2109"/>
                    <a:pt x="79808" y="2085"/>
                    <a:pt x="82606" y="2145"/>
                  </a:cubicBezTo>
                  <a:lnTo>
                    <a:pt x="82606" y="549"/>
                  </a:lnTo>
                  <a:cubicBezTo>
                    <a:pt x="80641" y="490"/>
                    <a:pt x="78677" y="240"/>
                    <a:pt x="76736" y="109"/>
                  </a:cubicBezTo>
                  <a:cubicBezTo>
                    <a:pt x="75553" y="31"/>
                    <a:pt x="74362" y="0"/>
                    <a:pt x="73169" y="0"/>
                  </a:cubicBezTo>
                  <a:cubicBezTo>
                    <a:pt x="71458" y="0"/>
                    <a:pt x="69743" y="62"/>
                    <a:pt x="68045" y="133"/>
                  </a:cubicBezTo>
                  <a:cubicBezTo>
                    <a:pt x="66592" y="180"/>
                    <a:pt x="65139" y="264"/>
                    <a:pt x="63675" y="287"/>
                  </a:cubicBezTo>
                  <a:cubicBezTo>
                    <a:pt x="63300" y="290"/>
                    <a:pt x="62925" y="292"/>
                    <a:pt x="62550" y="292"/>
                  </a:cubicBezTo>
                  <a:cubicBezTo>
                    <a:pt x="61425" y="292"/>
                    <a:pt x="60300" y="278"/>
                    <a:pt x="59174" y="252"/>
                  </a:cubicBezTo>
                  <a:cubicBezTo>
                    <a:pt x="58454" y="234"/>
                    <a:pt x="57718" y="227"/>
                    <a:pt x="56969" y="227"/>
                  </a:cubicBezTo>
                  <a:cubicBezTo>
                    <a:pt x="52047" y="227"/>
                    <a:pt x="46590" y="552"/>
                    <a:pt x="41744" y="573"/>
                  </a:cubicBezTo>
                  <a:lnTo>
                    <a:pt x="41744" y="561"/>
                  </a:lnTo>
                  <a:cubicBezTo>
                    <a:pt x="39636" y="537"/>
                    <a:pt x="37505" y="252"/>
                    <a:pt x="35421" y="109"/>
                  </a:cubicBezTo>
                  <a:cubicBezTo>
                    <a:pt x="34238" y="31"/>
                    <a:pt x="33047" y="0"/>
                    <a:pt x="31856" y="0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6527888" y="4502453"/>
              <a:ext cx="2687440" cy="75426"/>
            </a:xfrm>
            <a:custGeom>
              <a:avLst/>
              <a:gdLst/>
              <a:ahLst/>
              <a:cxnLst/>
              <a:rect l="l" t="t" r="r" b="b"/>
              <a:pathLst>
                <a:path w="83106" h="2349" extrusionOk="0">
                  <a:moveTo>
                    <a:pt x="59550" y="0"/>
                  </a:moveTo>
                  <a:cubicBezTo>
                    <a:pt x="53800" y="0"/>
                    <a:pt x="47299" y="717"/>
                    <a:pt x="41625" y="717"/>
                  </a:cubicBezTo>
                  <a:cubicBezTo>
                    <a:pt x="38553" y="646"/>
                    <a:pt x="35481" y="693"/>
                    <a:pt x="32409" y="646"/>
                  </a:cubicBezTo>
                  <a:cubicBezTo>
                    <a:pt x="28492" y="586"/>
                    <a:pt x="24599" y="217"/>
                    <a:pt x="20693" y="50"/>
                  </a:cubicBezTo>
                  <a:cubicBezTo>
                    <a:pt x="19894" y="16"/>
                    <a:pt x="19073" y="1"/>
                    <a:pt x="18237" y="1"/>
                  </a:cubicBezTo>
                  <a:cubicBezTo>
                    <a:pt x="12466" y="1"/>
                    <a:pt x="5939" y="717"/>
                    <a:pt x="253" y="717"/>
                  </a:cubicBezTo>
                  <a:cubicBezTo>
                    <a:pt x="213" y="717"/>
                    <a:pt x="172" y="717"/>
                    <a:pt x="131" y="717"/>
                  </a:cubicBezTo>
                  <a:lnTo>
                    <a:pt x="131" y="717"/>
                  </a:lnTo>
                  <a:cubicBezTo>
                    <a:pt x="167" y="1312"/>
                    <a:pt x="0" y="1753"/>
                    <a:pt x="36" y="2348"/>
                  </a:cubicBezTo>
                  <a:cubicBezTo>
                    <a:pt x="1504" y="2348"/>
                    <a:pt x="2149" y="1931"/>
                    <a:pt x="2372" y="1931"/>
                  </a:cubicBezTo>
                  <a:cubicBezTo>
                    <a:pt x="2376" y="1931"/>
                    <a:pt x="2379" y="1931"/>
                    <a:pt x="2382" y="1931"/>
                  </a:cubicBezTo>
                  <a:cubicBezTo>
                    <a:pt x="4096" y="1634"/>
                    <a:pt x="5906" y="1503"/>
                    <a:pt x="7596" y="1443"/>
                  </a:cubicBezTo>
                  <a:cubicBezTo>
                    <a:pt x="8595" y="1401"/>
                    <a:pt x="9595" y="1383"/>
                    <a:pt x="10594" y="1383"/>
                  </a:cubicBezTo>
                  <a:cubicBezTo>
                    <a:pt x="13266" y="1383"/>
                    <a:pt x="15938" y="1514"/>
                    <a:pt x="18598" y="1669"/>
                  </a:cubicBezTo>
                  <a:cubicBezTo>
                    <a:pt x="20408" y="1765"/>
                    <a:pt x="22217" y="1884"/>
                    <a:pt x="24027" y="2003"/>
                  </a:cubicBezTo>
                  <a:cubicBezTo>
                    <a:pt x="24826" y="1990"/>
                    <a:pt x="25625" y="1984"/>
                    <a:pt x="26423" y="1984"/>
                  </a:cubicBezTo>
                  <a:cubicBezTo>
                    <a:pt x="31406" y="1984"/>
                    <a:pt x="36374" y="2213"/>
                    <a:pt x="41351" y="2336"/>
                  </a:cubicBezTo>
                  <a:lnTo>
                    <a:pt x="41482" y="2336"/>
                  </a:lnTo>
                  <a:cubicBezTo>
                    <a:pt x="42854" y="2313"/>
                    <a:pt x="43475" y="1931"/>
                    <a:pt x="43687" y="1931"/>
                  </a:cubicBezTo>
                  <a:cubicBezTo>
                    <a:pt x="43690" y="1931"/>
                    <a:pt x="43693" y="1931"/>
                    <a:pt x="43696" y="1931"/>
                  </a:cubicBezTo>
                  <a:cubicBezTo>
                    <a:pt x="45411" y="1634"/>
                    <a:pt x="47209" y="1503"/>
                    <a:pt x="48911" y="1443"/>
                  </a:cubicBezTo>
                  <a:cubicBezTo>
                    <a:pt x="49910" y="1401"/>
                    <a:pt x="50909" y="1383"/>
                    <a:pt x="51909" y="1383"/>
                  </a:cubicBezTo>
                  <a:cubicBezTo>
                    <a:pt x="54580" y="1383"/>
                    <a:pt x="57253" y="1514"/>
                    <a:pt x="59913" y="1669"/>
                  </a:cubicBezTo>
                  <a:cubicBezTo>
                    <a:pt x="61722" y="1765"/>
                    <a:pt x="63532" y="1884"/>
                    <a:pt x="65342" y="2003"/>
                  </a:cubicBezTo>
                  <a:cubicBezTo>
                    <a:pt x="66146" y="1990"/>
                    <a:pt x="66950" y="1984"/>
                    <a:pt x="67753" y="1984"/>
                  </a:cubicBezTo>
                  <a:cubicBezTo>
                    <a:pt x="72766" y="1984"/>
                    <a:pt x="77765" y="2213"/>
                    <a:pt x="82773" y="2336"/>
                  </a:cubicBezTo>
                  <a:cubicBezTo>
                    <a:pt x="82880" y="2324"/>
                    <a:pt x="82987" y="2312"/>
                    <a:pt x="83106" y="2301"/>
                  </a:cubicBezTo>
                  <a:lnTo>
                    <a:pt x="83106" y="717"/>
                  </a:lnTo>
                  <a:cubicBezTo>
                    <a:pt x="79975" y="646"/>
                    <a:pt x="76843" y="693"/>
                    <a:pt x="73724" y="646"/>
                  </a:cubicBezTo>
                  <a:cubicBezTo>
                    <a:pt x="69807" y="586"/>
                    <a:pt x="65913" y="217"/>
                    <a:pt x="62008" y="50"/>
                  </a:cubicBezTo>
                  <a:cubicBezTo>
                    <a:pt x="61208" y="15"/>
                    <a:pt x="60387" y="0"/>
                    <a:pt x="595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8620059" y="4168477"/>
              <a:ext cx="577580" cy="23023"/>
            </a:xfrm>
            <a:custGeom>
              <a:avLst/>
              <a:gdLst/>
              <a:ahLst/>
              <a:cxnLst/>
              <a:rect l="l" t="t" r="r" b="b"/>
              <a:pathLst>
                <a:path w="17861" h="717" extrusionOk="0">
                  <a:moveTo>
                    <a:pt x="8660" y="1"/>
                  </a:moveTo>
                  <a:cubicBezTo>
                    <a:pt x="5771" y="1"/>
                    <a:pt x="2879" y="101"/>
                    <a:pt x="1" y="319"/>
                  </a:cubicBezTo>
                  <a:cubicBezTo>
                    <a:pt x="3216" y="486"/>
                    <a:pt x="6430" y="676"/>
                    <a:pt x="9645" y="712"/>
                  </a:cubicBezTo>
                  <a:cubicBezTo>
                    <a:pt x="9956" y="715"/>
                    <a:pt x="10268" y="716"/>
                    <a:pt x="10580" y="716"/>
                  </a:cubicBezTo>
                  <a:cubicBezTo>
                    <a:pt x="13011" y="716"/>
                    <a:pt x="15454" y="626"/>
                    <a:pt x="17860" y="331"/>
                  </a:cubicBezTo>
                  <a:cubicBezTo>
                    <a:pt x="17265" y="283"/>
                    <a:pt x="16670" y="248"/>
                    <a:pt x="16074" y="212"/>
                  </a:cubicBezTo>
                  <a:cubicBezTo>
                    <a:pt x="13612" y="74"/>
                    <a:pt x="11137" y="1"/>
                    <a:pt x="86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8054864" y="4570944"/>
              <a:ext cx="481311" cy="13518"/>
            </a:xfrm>
            <a:custGeom>
              <a:avLst/>
              <a:gdLst/>
              <a:ahLst/>
              <a:cxnLst/>
              <a:rect l="l" t="t" r="r" b="b"/>
              <a:pathLst>
                <a:path w="14884" h="421" extrusionOk="0">
                  <a:moveTo>
                    <a:pt x="13752" y="1"/>
                  </a:moveTo>
                  <a:cubicBezTo>
                    <a:pt x="9168" y="48"/>
                    <a:pt x="4584" y="132"/>
                    <a:pt x="0" y="239"/>
                  </a:cubicBezTo>
                  <a:cubicBezTo>
                    <a:pt x="1997" y="359"/>
                    <a:pt x="4001" y="421"/>
                    <a:pt x="6004" y="421"/>
                  </a:cubicBezTo>
                  <a:cubicBezTo>
                    <a:pt x="7370" y="421"/>
                    <a:pt x="8736" y="392"/>
                    <a:pt x="10097" y="334"/>
                  </a:cubicBezTo>
                  <a:cubicBezTo>
                    <a:pt x="11692" y="263"/>
                    <a:pt x="13300" y="156"/>
                    <a:pt x="148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6525171" y="4605302"/>
              <a:ext cx="2689025" cy="41839"/>
            </a:xfrm>
            <a:custGeom>
              <a:avLst/>
              <a:gdLst/>
              <a:ahLst/>
              <a:cxnLst/>
              <a:rect l="l" t="t" r="r" b="b"/>
              <a:pathLst>
                <a:path w="83155" h="1303" extrusionOk="0">
                  <a:moveTo>
                    <a:pt x="62376" y="0"/>
                  </a:moveTo>
                  <a:cubicBezTo>
                    <a:pt x="61606" y="0"/>
                    <a:pt x="60836" y="12"/>
                    <a:pt x="60068" y="38"/>
                  </a:cubicBezTo>
                  <a:cubicBezTo>
                    <a:pt x="57237" y="145"/>
                    <a:pt x="54460" y="319"/>
                    <a:pt x="51656" y="319"/>
                  </a:cubicBezTo>
                  <a:cubicBezTo>
                    <a:pt x="50722" y="319"/>
                    <a:pt x="49784" y="300"/>
                    <a:pt x="48840" y="252"/>
                  </a:cubicBezTo>
                  <a:cubicBezTo>
                    <a:pt x="47233" y="181"/>
                    <a:pt x="45614" y="98"/>
                    <a:pt x="43983" y="98"/>
                  </a:cubicBezTo>
                  <a:cubicBezTo>
                    <a:pt x="43697" y="98"/>
                    <a:pt x="42411" y="360"/>
                    <a:pt x="41673" y="431"/>
                  </a:cubicBezTo>
                  <a:cubicBezTo>
                    <a:pt x="40251" y="532"/>
                    <a:pt x="38824" y="571"/>
                    <a:pt x="37392" y="571"/>
                  </a:cubicBezTo>
                  <a:cubicBezTo>
                    <a:pt x="32005" y="571"/>
                    <a:pt x="26562" y="8"/>
                    <a:pt x="21169" y="8"/>
                  </a:cubicBezTo>
                  <a:cubicBezTo>
                    <a:pt x="20362" y="8"/>
                    <a:pt x="19557" y="21"/>
                    <a:pt x="18753" y="50"/>
                  </a:cubicBezTo>
                  <a:cubicBezTo>
                    <a:pt x="15885" y="150"/>
                    <a:pt x="13072" y="325"/>
                    <a:pt x="10230" y="325"/>
                  </a:cubicBezTo>
                  <a:cubicBezTo>
                    <a:pt x="9333" y="325"/>
                    <a:pt x="8432" y="307"/>
                    <a:pt x="7526" y="264"/>
                  </a:cubicBezTo>
                  <a:cubicBezTo>
                    <a:pt x="5918" y="181"/>
                    <a:pt x="4287" y="98"/>
                    <a:pt x="2668" y="98"/>
                  </a:cubicBezTo>
                  <a:cubicBezTo>
                    <a:pt x="2346" y="98"/>
                    <a:pt x="775" y="431"/>
                    <a:pt x="108" y="455"/>
                  </a:cubicBezTo>
                  <a:cubicBezTo>
                    <a:pt x="132" y="752"/>
                    <a:pt x="1" y="907"/>
                    <a:pt x="25" y="1205"/>
                  </a:cubicBezTo>
                  <a:lnTo>
                    <a:pt x="25" y="1193"/>
                  </a:lnTo>
                  <a:cubicBezTo>
                    <a:pt x="209" y="1195"/>
                    <a:pt x="398" y="1196"/>
                    <a:pt x="591" y="1196"/>
                  </a:cubicBezTo>
                  <a:cubicBezTo>
                    <a:pt x="3296" y="1196"/>
                    <a:pt x="6758" y="977"/>
                    <a:pt x="9359" y="955"/>
                  </a:cubicBezTo>
                  <a:cubicBezTo>
                    <a:pt x="10738" y="950"/>
                    <a:pt x="12117" y="944"/>
                    <a:pt x="13497" y="944"/>
                  </a:cubicBezTo>
                  <a:cubicBezTo>
                    <a:pt x="15201" y="944"/>
                    <a:pt x="16906" y="952"/>
                    <a:pt x="18610" y="979"/>
                  </a:cubicBezTo>
                  <a:cubicBezTo>
                    <a:pt x="21658" y="1026"/>
                    <a:pt x="24706" y="1133"/>
                    <a:pt x="27754" y="1205"/>
                  </a:cubicBezTo>
                  <a:cubicBezTo>
                    <a:pt x="30252" y="1258"/>
                    <a:pt x="32754" y="1303"/>
                    <a:pt x="35255" y="1303"/>
                  </a:cubicBezTo>
                  <a:cubicBezTo>
                    <a:pt x="37284" y="1303"/>
                    <a:pt x="39313" y="1273"/>
                    <a:pt x="41339" y="1193"/>
                  </a:cubicBezTo>
                  <a:cubicBezTo>
                    <a:pt x="41524" y="1195"/>
                    <a:pt x="41713" y="1196"/>
                    <a:pt x="41905" y="1196"/>
                  </a:cubicBezTo>
                  <a:cubicBezTo>
                    <a:pt x="44611" y="1196"/>
                    <a:pt x="48073" y="977"/>
                    <a:pt x="50674" y="955"/>
                  </a:cubicBezTo>
                  <a:cubicBezTo>
                    <a:pt x="52053" y="950"/>
                    <a:pt x="53432" y="944"/>
                    <a:pt x="54811" y="944"/>
                  </a:cubicBezTo>
                  <a:cubicBezTo>
                    <a:pt x="56516" y="944"/>
                    <a:pt x="58220" y="952"/>
                    <a:pt x="59925" y="979"/>
                  </a:cubicBezTo>
                  <a:cubicBezTo>
                    <a:pt x="62973" y="1026"/>
                    <a:pt x="66021" y="1133"/>
                    <a:pt x="69069" y="1205"/>
                  </a:cubicBezTo>
                  <a:cubicBezTo>
                    <a:pt x="71604" y="1256"/>
                    <a:pt x="74142" y="1301"/>
                    <a:pt x="76680" y="1301"/>
                  </a:cubicBezTo>
                  <a:cubicBezTo>
                    <a:pt x="78839" y="1301"/>
                    <a:pt x="80998" y="1269"/>
                    <a:pt x="83154" y="1181"/>
                  </a:cubicBezTo>
                  <a:cubicBezTo>
                    <a:pt x="83130" y="931"/>
                    <a:pt x="83107" y="681"/>
                    <a:pt x="83083" y="431"/>
                  </a:cubicBezTo>
                  <a:cubicBezTo>
                    <a:pt x="81642" y="535"/>
                    <a:pt x="80195" y="576"/>
                    <a:pt x="78745" y="576"/>
                  </a:cubicBezTo>
                  <a:cubicBezTo>
                    <a:pt x="73308" y="576"/>
                    <a:pt x="67819" y="0"/>
                    <a:pt x="623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6506318" y="4756122"/>
              <a:ext cx="2709009" cy="84192"/>
            </a:xfrm>
            <a:custGeom>
              <a:avLst/>
              <a:gdLst/>
              <a:ahLst/>
              <a:cxnLst/>
              <a:rect l="l" t="t" r="r" b="b"/>
              <a:pathLst>
                <a:path w="83773" h="2622" extrusionOk="0">
                  <a:moveTo>
                    <a:pt x="58139" y="0"/>
                  </a:moveTo>
                  <a:cubicBezTo>
                    <a:pt x="52881" y="0"/>
                    <a:pt x="47042" y="325"/>
                    <a:pt x="42256" y="830"/>
                  </a:cubicBezTo>
                  <a:cubicBezTo>
                    <a:pt x="41281" y="905"/>
                    <a:pt x="40296" y="934"/>
                    <a:pt x="39312" y="934"/>
                  </a:cubicBezTo>
                  <a:cubicBezTo>
                    <a:pt x="38433" y="934"/>
                    <a:pt x="37554" y="911"/>
                    <a:pt x="36684" y="878"/>
                  </a:cubicBezTo>
                  <a:cubicBezTo>
                    <a:pt x="33933" y="770"/>
                    <a:pt x="31195" y="520"/>
                    <a:pt x="28445" y="354"/>
                  </a:cubicBezTo>
                  <a:cubicBezTo>
                    <a:pt x="25504" y="175"/>
                    <a:pt x="22539" y="116"/>
                    <a:pt x="19586" y="32"/>
                  </a:cubicBezTo>
                  <a:cubicBezTo>
                    <a:pt x="18685" y="10"/>
                    <a:pt x="17756" y="0"/>
                    <a:pt x="16808" y="0"/>
                  </a:cubicBezTo>
                  <a:cubicBezTo>
                    <a:pt x="11505" y="0"/>
                    <a:pt x="5618" y="327"/>
                    <a:pt x="810" y="842"/>
                  </a:cubicBezTo>
                  <a:cubicBezTo>
                    <a:pt x="834" y="1544"/>
                    <a:pt x="1" y="1247"/>
                    <a:pt x="1" y="1949"/>
                  </a:cubicBezTo>
                  <a:cubicBezTo>
                    <a:pt x="12" y="2020"/>
                    <a:pt x="1263" y="2366"/>
                    <a:pt x="1275" y="2437"/>
                  </a:cubicBezTo>
                  <a:cubicBezTo>
                    <a:pt x="1760" y="2490"/>
                    <a:pt x="2229" y="2511"/>
                    <a:pt x="2682" y="2511"/>
                  </a:cubicBezTo>
                  <a:cubicBezTo>
                    <a:pt x="4161" y="2511"/>
                    <a:pt x="5482" y="2294"/>
                    <a:pt x="6739" y="2294"/>
                  </a:cubicBezTo>
                  <a:cubicBezTo>
                    <a:pt x="7267" y="2298"/>
                    <a:pt x="7794" y="2300"/>
                    <a:pt x="8320" y="2300"/>
                  </a:cubicBezTo>
                  <a:cubicBezTo>
                    <a:pt x="9372" y="2300"/>
                    <a:pt x="10422" y="2294"/>
                    <a:pt x="11478" y="2294"/>
                  </a:cubicBezTo>
                  <a:cubicBezTo>
                    <a:pt x="11732" y="2292"/>
                    <a:pt x="11986" y="2292"/>
                    <a:pt x="12241" y="2292"/>
                  </a:cubicBezTo>
                  <a:cubicBezTo>
                    <a:pt x="12886" y="2292"/>
                    <a:pt x="13532" y="2296"/>
                    <a:pt x="14176" y="2296"/>
                  </a:cubicBezTo>
                  <a:cubicBezTo>
                    <a:pt x="14863" y="2296"/>
                    <a:pt x="15548" y="2291"/>
                    <a:pt x="16229" y="2271"/>
                  </a:cubicBezTo>
                  <a:cubicBezTo>
                    <a:pt x="17515" y="2233"/>
                    <a:pt x="18804" y="2216"/>
                    <a:pt x="20092" y="2216"/>
                  </a:cubicBezTo>
                  <a:cubicBezTo>
                    <a:pt x="22094" y="2216"/>
                    <a:pt x="24095" y="2258"/>
                    <a:pt x="26087" y="2330"/>
                  </a:cubicBezTo>
                  <a:cubicBezTo>
                    <a:pt x="27730" y="2390"/>
                    <a:pt x="29361" y="2485"/>
                    <a:pt x="30993" y="2580"/>
                  </a:cubicBezTo>
                  <a:cubicBezTo>
                    <a:pt x="31516" y="2610"/>
                    <a:pt x="32044" y="2621"/>
                    <a:pt x="32573" y="2621"/>
                  </a:cubicBezTo>
                  <a:cubicBezTo>
                    <a:pt x="33536" y="2621"/>
                    <a:pt x="34504" y="2583"/>
                    <a:pt x="35457" y="2544"/>
                  </a:cubicBezTo>
                  <a:cubicBezTo>
                    <a:pt x="37207" y="2492"/>
                    <a:pt x="38970" y="2414"/>
                    <a:pt x="40731" y="2414"/>
                  </a:cubicBezTo>
                  <a:cubicBezTo>
                    <a:pt x="41367" y="2414"/>
                    <a:pt x="42002" y="2424"/>
                    <a:pt x="42637" y="2449"/>
                  </a:cubicBezTo>
                  <a:cubicBezTo>
                    <a:pt x="43089" y="2494"/>
                    <a:pt x="43526" y="2511"/>
                    <a:pt x="43950" y="2511"/>
                  </a:cubicBezTo>
                  <a:cubicBezTo>
                    <a:pt x="45447" y="2511"/>
                    <a:pt x="46783" y="2294"/>
                    <a:pt x="48054" y="2294"/>
                  </a:cubicBezTo>
                  <a:cubicBezTo>
                    <a:pt x="48582" y="2298"/>
                    <a:pt x="49110" y="2300"/>
                    <a:pt x="49638" y="2300"/>
                  </a:cubicBezTo>
                  <a:cubicBezTo>
                    <a:pt x="50693" y="2300"/>
                    <a:pt x="51749" y="2294"/>
                    <a:pt x="52805" y="2294"/>
                  </a:cubicBezTo>
                  <a:cubicBezTo>
                    <a:pt x="53057" y="2292"/>
                    <a:pt x="53309" y="2292"/>
                    <a:pt x="53562" y="2292"/>
                  </a:cubicBezTo>
                  <a:cubicBezTo>
                    <a:pt x="54204" y="2292"/>
                    <a:pt x="54848" y="2296"/>
                    <a:pt x="55492" y="2296"/>
                  </a:cubicBezTo>
                  <a:cubicBezTo>
                    <a:pt x="56178" y="2296"/>
                    <a:pt x="56863" y="2291"/>
                    <a:pt x="57543" y="2271"/>
                  </a:cubicBezTo>
                  <a:cubicBezTo>
                    <a:pt x="58830" y="2233"/>
                    <a:pt x="60118" y="2216"/>
                    <a:pt x="61407" y="2216"/>
                  </a:cubicBezTo>
                  <a:cubicBezTo>
                    <a:pt x="63410" y="2216"/>
                    <a:pt x="65414" y="2258"/>
                    <a:pt x="67414" y="2330"/>
                  </a:cubicBezTo>
                  <a:cubicBezTo>
                    <a:pt x="69045" y="2390"/>
                    <a:pt x="70676" y="2485"/>
                    <a:pt x="72307" y="2580"/>
                  </a:cubicBezTo>
                  <a:cubicBezTo>
                    <a:pt x="72831" y="2610"/>
                    <a:pt x="73358" y="2621"/>
                    <a:pt x="73888" y="2621"/>
                  </a:cubicBezTo>
                  <a:cubicBezTo>
                    <a:pt x="74851" y="2621"/>
                    <a:pt x="75819" y="2583"/>
                    <a:pt x="76772" y="2544"/>
                  </a:cubicBezTo>
                  <a:cubicBezTo>
                    <a:pt x="78541" y="2490"/>
                    <a:pt x="80309" y="2409"/>
                    <a:pt x="82078" y="2409"/>
                  </a:cubicBezTo>
                  <a:cubicBezTo>
                    <a:pt x="82643" y="2409"/>
                    <a:pt x="83208" y="2417"/>
                    <a:pt x="83773" y="2437"/>
                  </a:cubicBezTo>
                  <a:lnTo>
                    <a:pt x="83773" y="818"/>
                  </a:lnTo>
                  <a:cubicBezTo>
                    <a:pt x="82743" y="902"/>
                    <a:pt x="81700" y="933"/>
                    <a:pt x="80658" y="933"/>
                  </a:cubicBezTo>
                  <a:cubicBezTo>
                    <a:pt x="79771" y="933"/>
                    <a:pt x="78886" y="910"/>
                    <a:pt x="78010" y="878"/>
                  </a:cubicBezTo>
                  <a:lnTo>
                    <a:pt x="77998" y="878"/>
                  </a:lnTo>
                  <a:cubicBezTo>
                    <a:pt x="75248" y="770"/>
                    <a:pt x="72510" y="520"/>
                    <a:pt x="69759" y="354"/>
                  </a:cubicBezTo>
                  <a:cubicBezTo>
                    <a:pt x="66818" y="175"/>
                    <a:pt x="63854" y="116"/>
                    <a:pt x="60901" y="32"/>
                  </a:cubicBezTo>
                  <a:cubicBezTo>
                    <a:pt x="60005" y="10"/>
                    <a:pt x="59082" y="0"/>
                    <a:pt x="58139" y="0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6509002" y="4856049"/>
              <a:ext cx="2706325" cy="113766"/>
            </a:xfrm>
            <a:custGeom>
              <a:avLst/>
              <a:gdLst/>
              <a:ahLst/>
              <a:cxnLst/>
              <a:rect l="l" t="t" r="r" b="b"/>
              <a:pathLst>
                <a:path w="83690" h="3543" extrusionOk="0">
                  <a:moveTo>
                    <a:pt x="20520" y="1"/>
                  </a:moveTo>
                  <a:cubicBezTo>
                    <a:pt x="20245" y="1"/>
                    <a:pt x="19970" y="2"/>
                    <a:pt x="19694" y="4"/>
                  </a:cubicBezTo>
                  <a:cubicBezTo>
                    <a:pt x="18086" y="4"/>
                    <a:pt x="16467" y="63"/>
                    <a:pt x="14860" y="63"/>
                  </a:cubicBezTo>
                  <a:cubicBezTo>
                    <a:pt x="11288" y="73"/>
                    <a:pt x="6955" y="245"/>
                    <a:pt x="3115" y="245"/>
                  </a:cubicBezTo>
                  <a:cubicBezTo>
                    <a:pt x="2297" y="245"/>
                    <a:pt x="1501" y="237"/>
                    <a:pt x="739" y="218"/>
                  </a:cubicBezTo>
                  <a:lnTo>
                    <a:pt x="739" y="218"/>
                  </a:lnTo>
                  <a:cubicBezTo>
                    <a:pt x="846" y="1123"/>
                    <a:pt x="1" y="1599"/>
                    <a:pt x="37" y="2516"/>
                  </a:cubicBezTo>
                  <a:cubicBezTo>
                    <a:pt x="37" y="2623"/>
                    <a:pt x="1180" y="3397"/>
                    <a:pt x="1180" y="3504"/>
                  </a:cubicBezTo>
                  <a:cubicBezTo>
                    <a:pt x="1520" y="3531"/>
                    <a:pt x="1874" y="3542"/>
                    <a:pt x="2238" y="3542"/>
                  </a:cubicBezTo>
                  <a:cubicBezTo>
                    <a:pt x="4856" y="3542"/>
                    <a:pt x="8007" y="2940"/>
                    <a:pt x="10537" y="2940"/>
                  </a:cubicBezTo>
                  <a:cubicBezTo>
                    <a:pt x="10658" y="2940"/>
                    <a:pt x="10777" y="2942"/>
                    <a:pt x="10895" y="2945"/>
                  </a:cubicBezTo>
                  <a:cubicBezTo>
                    <a:pt x="13895" y="3028"/>
                    <a:pt x="16896" y="3171"/>
                    <a:pt x="19896" y="3219"/>
                  </a:cubicBezTo>
                  <a:cubicBezTo>
                    <a:pt x="20592" y="3235"/>
                    <a:pt x="21289" y="3244"/>
                    <a:pt x="21985" y="3244"/>
                  </a:cubicBezTo>
                  <a:cubicBezTo>
                    <a:pt x="22789" y="3244"/>
                    <a:pt x="23593" y="3232"/>
                    <a:pt x="24397" y="3207"/>
                  </a:cubicBezTo>
                  <a:cubicBezTo>
                    <a:pt x="25837" y="3171"/>
                    <a:pt x="27278" y="3088"/>
                    <a:pt x="28731" y="3040"/>
                  </a:cubicBezTo>
                  <a:cubicBezTo>
                    <a:pt x="30095" y="2995"/>
                    <a:pt x="31468" y="2961"/>
                    <a:pt x="32840" y="2961"/>
                  </a:cubicBezTo>
                  <a:cubicBezTo>
                    <a:pt x="34376" y="2961"/>
                    <a:pt x="35912" y="3004"/>
                    <a:pt x="37434" y="3123"/>
                  </a:cubicBezTo>
                  <a:cubicBezTo>
                    <a:pt x="39101" y="3266"/>
                    <a:pt x="40804" y="3457"/>
                    <a:pt x="42494" y="3504"/>
                  </a:cubicBezTo>
                  <a:cubicBezTo>
                    <a:pt x="42835" y="3531"/>
                    <a:pt x="43188" y="3542"/>
                    <a:pt x="43552" y="3542"/>
                  </a:cubicBezTo>
                  <a:cubicBezTo>
                    <a:pt x="46171" y="3542"/>
                    <a:pt x="49322" y="2940"/>
                    <a:pt x="51852" y="2940"/>
                  </a:cubicBezTo>
                  <a:cubicBezTo>
                    <a:pt x="51973" y="2940"/>
                    <a:pt x="52092" y="2942"/>
                    <a:pt x="52210" y="2945"/>
                  </a:cubicBezTo>
                  <a:cubicBezTo>
                    <a:pt x="55210" y="3028"/>
                    <a:pt x="58211" y="3171"/>
                    <a:pt x="61211" y="3230"/>
                  </a:cubicBezTo>
                  <a:cubicBezTo>
                    <a:pt x="61832" y="3240"/>
                    <a:pt x="62454" y="3246"/>
                    <a:pt x="63075" y="3246"/>
                  </a:cubicBezTo>
                  <a:cubicBezTo>
                    <a:pt x="63954" y="3246"/>
                    <a:pt x="64833" y="3235"/>
                    <a:pt x="65711" y="3207"/>
                  </a:cubicBezTo>
                  <a:cubicBezTo>
                    <a:pt x="67152" y="3171"/>
                    <a:pt x="68593" y="3088"/>
                    <a:pt x="70045" y="3040"/>
                  </a:cubicBezTo>
                  <a:cubicBezTo>
                    <a:pt x="71410" y="2995"/>
                    <a:pt x="72783" y="2961"/>
                    <a:pt x="74154" y="2961"/>
                  </a:cubicBezTo>
                  <a:cubicBezTo>
                    <a:pt x="75691" y="2961"/>
                    <a:pt x="77227" y="3004"/>
                    <a:pt x="78749" y="3123"/>
                  </a:cubicBezTo>
                  <a:cubicBezTo>
                    <a:pt x="80380" y="3254"/>
                    <a:pt x="82035" y="3457"/>
                    <a:pt x="83690" y="3492"/>
                  </a:cubicBezTo>
                  <a:lnTo>
                    <a:pt x="83690" y="230"/>
                  </a:lnTo>
                  <a:cubicBezTo>
                    <a:pt x="83104" y="207"/>
                    <a:pt x="82517" y="198"/>
                    <a:pt x="81931" y="198"/>
                  </a:cubicBezTo>
                  <a:cubicBezTo>
                    <a:pt x="79740" y="198"/>
                    <a:pt x="77546" y="329"/>
                    <a:pt x="75367" y="385"/>
                  </a:cubicBezTo>
                  <a:cubicBezTo>
                    <a:pt x="75024" y="393"/>
                    <a:pt x="74682" y="396"/>
                    <a:pt x="74339" y="396"/>
                  </a:cubicBezTo>
                  <a:cubicBezTo>
                    <a:pt x="71541" y="396"/>
                    <a:pt x="68750" y="160"/>
                    <a:pt x="65950" y="75"/>
                  </a:cubicBezTo>
                  <a:cubicBezTo>
                    <a:pt x="64307" y="28"/>
                    <a:pt x="62663" y="4"/>
                    <a:pt x="61009" y="4"/>
                  </a:cubicBezTo>
                  <a:cubicBezTo>
                    <a:pt x="59401" y="4"/>
                    <a:pt x="57794" y="63"/>
                    <a:pt x="56175" y="63"/>
                  </a:cubicBezTo>
                  <a:cubicBezTo>
                    <a:pt x="52602" y="73"/>
                    <a:pt x="48270" y="245"/>
                    <a:pt x="44430" y="245"/>
                  </a:cubicBezTo>
                  <a:cubicBezTo>
                    <a:pt x="43612" y="245"/>
                    <a:pt x="42815" y="237"/>
                    <a:pt x="42054" y="218"/>
                  </a:cubicBezTo>
                  <a:cubicBezTo>
                    <a:pt x="41567" y="203"/>
                    <a:pt x="41079" y="196"/>
                    <a:pt x="40592" y="196"/>
                  </a:cubicBezTo>
                  <a:cubicBezTo>
                    <a:pt x="38409" y="196"/>
                    <a:pt x="36223" y="326"/>
                    <a:pt x="34053" y="385"/>
                  </a:cubicBezTo>
                  <a:cubicBezTo>
                    <a:pt x="33760" y="390"/>
                    <a:pt x="33468" y="393"/>
                    <a:pt x="33175" y="393"/>
                  </a:cubicBezTo>
                  <a:cubicBezTo>
                    <a:pt x="30326" y="393"/>
                    <a:pt x="27486" y="151"/>
                    <a:pt x="24635" y="75"/>
                  </a:cubicBezTo>
                  <a:cubicBezTo>
                    <a:pt x="23266" y="26"/>
                    <a:pt x="21896" y="1"/>
                    <a:pt x="20520" y="1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7282515" y="4727288"/>
              <a:ext cx="577936" cy="22862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582" y="0"/>
                  </a:moveTo>
                  <a:cubicBezTo>
                    <a:pt x="5719" y="0"/>
                    <a:pt x="2853" y="101"/>
                    <a:pt x="1" y="323"/>
                  </a:cubicBezTo>
                  <a:cubicBezTo>
                    <a:pt x="3215" y="490"/>
                    <a:pt x="6430" y="668"/>
                    <a:pt x="9657" y="704"/>
                  </a:cubicBezTo>
                  <a:cubicBezTo>
                    <a:pt x="10036" y="709"/>
                    <a:pt x="10417" y="712"/>
                    <a:pt x="10798" y="712"/>
                  </a:cubicBezTo>
                  <a:cubicBezTo>
                    <a:pt x="13152" y="712"/>
                    <a:pt x="15525" y="610"/>
                    <a:pt x="17872" y="323"/>
                  </a:cubicBezTo>
                  <a:cubicBezTo>
                    <a:pt x="17277" y="287"/>
                    <a:pt x="16669" y="252"/>
                    <a:pt x="16074" y="216"/>
                  </a:cubicBezTo>
                  <a:cubicBezTo>
                    <a:pt x="13586" y="77"/>
                    <a:pt x="11085" y="0"/>
                    <a:pt x="85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6529795" y="4664641"/>
              <a:ext cx="2685532" cy="56738"/>
            </a:xfrm>
            <a:custGeom>
              <a:avLst/>
              <a:gdLst/>
              <a:ahLst/>
              <a:cxnLst/>
              <a:rect l="l" t="t" r="r" b="b"/>
              <a:pathLst>
                <a:path w="83047" h="1767" extrusionOk="0">
                  <a:moveTo>
                    <a:pt x="15210" y="1"/>
                  </a:moveTo>
                  <a:cubicBezTo>
                    <a:pt x="9523" y="1"/>
                    <a:pt x="1450" y="166"/>
                    <a:pt x="1" y="250"/>
                  </a:cubicBezTo>
                  <a:cubicBezTo>
                    <a:pt x="37" y="750"/>
                    <a:pt x="501" y="1095"/>
                    <a:pt x="513" y="1595"/>
                  </a:cubicBezTo>
                  <a:cubicBezTo>
                    <a:pt x="1095" y="1718"/>
                    <a:pt x="1766" y="1761"/>
                    <a:pt x="2478" y="1761"/>
                  </a:cubicBezTo>
                  <a:cubicBezTo>
                    <a:pt x="4112" y="1761"/>
                    <a:pt x="5965" y="1536"/>
                    <a:pt x="7466" y="1536"/>
                  </a:cubicBezTo>
                  <a:cubicBezTo>
                    <a:pt x="11300" y="1560"/>
                    <a:pt x="15134" y="1560"/>
                    <a:pt x="18967" y="1560"/>
                  </a:cubicBezTo>
                  <a:cubicBezTo>
                    <a:pt x="21896" y="1560"/>
                    <a:pt x="24790" y="1429"/>
                    <a:pt x="27707" y="1274"/>
                  </a:cubicBezTo>
                  <a:cubicBezTo>
                    <a:pt x="29963" y="1158"/>
                    <a:pt x="32218" y="1056"/>
                    <a:pt x="34479" y="1056"/>
                  </a:cubicBezTo>
                  <a:cubicBezTo>
                    <a:pt x="35249" y="1056"/>
                    <a:pt x="36020" y="1068"/>
                    <a:pt x="36791" y="1095"/>
                  </a:cubicBezTo>
                  <a:cubicBezTo>
                    <a:pt x="38470" y="1155"/>
                    <a:pt x="40184" y="1286"/>
                    <a:pt x="41827" y="1583"/>
                  </a:cubicBezTo>
                  <a:lnTo>
                    <a:pt x="41827" y="1595"/>
                  </a:lnTo>
                  <a:cubicBezTo>
                    <a:pt x="42413" y="1723"/>
                    <a:pt x="43089" y="1767"/>
                    <a:pt x="43806" y="1767"/>
                  </a:cubicBezTo>
                  <a:cubicBezTo>
                    <a:pt x="45408" y="1767"/>
                    <a:pt x="47218" y="1547"/>
                    <a:pt x="48700" y="1547"/>
                  </a:cubicBezTo>
                  <a:cubicBezTo>
                    <a:pt x="48727" y="1547"/>
                    <a:pt x="48754" y="1548"/>
                    <a:pt x="48781" y="1548"/>
                  </a:cubicBezTo>
                  <a:cubicBezTo>
                    <a:pt x="52615" y="1560"/>
                    <a:pt x="56448" y="1560"/>
                    <a:pt x="60282" y="1560"/>
                  </a:cubicBezTo>
                  <a:cubicBezTo>
                    <a:pt x="63211" y="1560"/>
                    <a:pt x="66104" y="1429"/>
                    <a:pt x="69021" y="1274"/>
                  </a:cubicBezTo>
                  <a:cubicBezTo>
                    <a:pt x="71277" y="1158"/>
                    <a:pt x="73533" y="1056"/>
                    <a:pt x="75794" y="1056"/>
                  </a:cubicBezTo>
                  <a:cubicBezTo>
                    <a:pt x="76564" y="1056"/>
                    <a:pt x="77335" y="1068"/>
                    <a:pt x="78106" y="1095"/>
                  </a:cubicBezTo>
                  <a:cubicBezTo>
                    <a:pt x="79749" y="1155"/>
                    <a:pt x="81428" y="1286"/>
                    <a:pt x="83047" y="1571"/>
                  </a:cubicBezTo>
                  <a:lnTo>
                    <a:pt x="83047" y="238"/>
                  </a:lnTo>
                  <a:cubicBezTo>
                    <a:pt x="81059" y="321"/>
                    <a:pt x="79058" y="357"/>
                    <a:pt x="77058" y="357"/>
                  </a:cubicBezTo>
                  <a:cubicBezTo>
                    <a:pt x="76833" y="358"/>
                    <a:pt x="76608" y="358"/>
                    <a:pt x="76382" y="358"/>
                  </a:cubicBezTo>
                  <a:cubicBezTo>
                    <a:pt x="73570" y="358"/>
                    <a:pt x="70749" y="292"/>
                    <a:pt x="67938" y="226"/>
                  </a:cubicBezTo>
                  <a:cubicBezTo>
                    <a:pt x="64890" y="155"/>
                    <a:pt x="61830" y="47"/>
                    <a:pt x="58782" y="12"/>
                  </a:cubicBezTo>
                  <a:cubicBezTo>
                    <a:pt x="58107" y="4"/>
                    <a:pt x="57360" y="1"/>
                    <a:pt x="56567" y="1"/>
                  </a:cubicBezTo>
                  <a:cubicBezTo>
                    <a:pt x="50987" y="1"/>
                    <a:pt x="43078" y="166"/>
                    <a:pt x="41411" y="250"/>
                  </a:cubicBezTo>
                  <a:cubicBezTo>
                    <a:pt x="39518" y="321"/>
                    <a:pt x="37636" y="357"/>
                    <a:pt x="35743" y="357"/>
                  </a:cubicBezTo>
                  <a:cubicBezTo>
                    <a:pt x="32707" y="357"/>
                    <a:pt x="29671" y="298"/>
                    <a:pt x="26623" y="226"/>
                  </a:cubicBezTo>
                  <a:cubicBezTo>
                    <a:pt x="23575" y="155"/>
                    <a:pt x="20515" y="47"/>
                    <a:pt x="17467" y="12"/>
                  </a:cubicBezTo>
                  <a:cubicBezTo>
                    <a:pt x="16781" y="4"/>
                    <a:pt x="16020" y="1"/>
                    <a:pt x="15210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6542504" y="4979961"/>
              <a:ext cx="2672824" cy="69775"/>
            </a:xfrm>
            <a:custGeom>
              <a:avLst/>
              <a:gdLst/>
              <a:ahLst/>
              <a:cxnLst/>
              <a:rect l="l" t="t" r="r" b="b"/>
              <a:pathLst>
                <a:path w="82654" h="2173" extrusionOk="0">
                  <a:moveTo>
                    <a:pt x="31816" y="1"/>
                  </a:moveTo>
                  <a:cubicBezTo>
                    <a:pt x="30121" y="1"/>
                    <a:pt x="28424" y="59"/>
                    <a:pt x="26742" y="122"/>
                  </a:cubicBezTo>
                  <a:cubicBezTo>
                    <a:pt x="25290" y="181"/>
                    <a:pt x="23825" y="264"/>
                    <a:pt x="22373" y="276"/>
                  </a:cubicBezTo>
                  <a:cubicBezTo>
                    <a:pt x="21841" y="285"/>
                    <a:pt x="21308" y="289"/>
                    <a:pt x="20775" y="289"/>
                  </a:cubicBezTo>
                  <a:cubicBezTo>
                    <a:pt x="19804" y="289"/>
                    <a:pt x="18833" y="276"/>
                    <a:pt x="17872" y="253"/>
                  </a:cubicBezTo>
                  <a:cubicBezTo>
                    <a:pt x="17126" y="233"/>
                    <a:pt x="16362" y="225"/>
                    <a:pt x="15585" y="225"/>
                  </a:cubicBezTo>
                  <a:cubicBezTo>
                    <a:pt x="10536" y="225"/>
                    <a:pt x="4933" y="574"/>
                    <a:pt x="1" y="574"/>
                  </a:cubicBezTo>
                  <a:cubicBezTo>
                    <a:pt x="13" y="1038"/>
                    <a:pt x="215" y="1693"/>
                    <a:pt x="215" y="2158"/>
                  </a:cubicBezTo>
                  <a:cubicBezTo>
                    <a:pt x="647" y="2168"/>
                    <a:pt x="1080" y="2172"/>
                    <a:pt x="1514" y="2172"/>
                  </a:cubicBezTo>
                  <a:cubicBezTo>
                    <a:pt x="7006" y="2172"/>
                    <a:pt x="12685" y="1418"/>
                    <a:pt x="18011" y="1418"/>
                  </a:cubicBezTo>
                  <a:cubicBezTo>
                    <a:pt x="18665" y="1418"/>
                    <a:pt x="19313" y="1430"/>
                    <a:pt x="19956" y="1455"/>
                  </a:cubicBezTo>
                  <a:cubicBezTo>
                    <a:pt x="24278" y="1634"/>
                    <a:pt x="28564" y="2038"/>
                    <a:pt x="32898" y="2086"/>
                  </a:cubicBezTo>
                  <a:cubicBezTo>
                    <a:pt x="35779" y="2110"/>
                    <a:pt x="38660" y="2074"/>
                    <a:pt x="41530" y="2146"/>
                  </a:cubicBezTo>
                  <a:lnTo>
                    <a:pt x="41530" y="2158"/>
                  </a:lnTo>
                  <a:cubicBezTo>
                    <a:pt x="41957" y="2168"/>
                    <a:pt x="42386" y="2172"/>
                    <a:pt x="42816" y="2172"/>
                  </a:cubicBezTo>
                  <a:cubicBezTo>
                    <a:pt x="48290" y="2172"/>
                    <a:pt x="53950" y="1415"/>
                    <a:pt x="59261" y="1415"/>
                  </a:cubicBezTo>
                  <a:cubicBezTo>
                    <a:pt x="59937" y="1415"/>
                    <a:pt x="60607" y="1427"/>
                    <a:pt x="61270" y="1455"/>
                  </a:cubicBezTo>
                  <a:cubicBezTo>
                    <a:pt x="65592" y="1634"/>
                    <a:pt x="69879" y="2038"/>
                    <a:pt x="74212" y="2074"/>
                  </a:cubicBezTo>
                  <a:cubicBezTo>
                    <a:pt x="77022" y="2098"/>
                    <a:pt x="79844" y="2074"/>
                    <a:pt x="82654" y="2146"/>
                  </a:cubicBezTo>
                  <a:lnTo>
                    <a:pt x="82654" y="550"/>
                  </a:lnTo>
                  <a:cubicBezTo>
                    <a:pt x="80677" y="491"/>
                    <a:pt x="78689" y="241"/>
                    <a:pt x="76748" y="110"/>
                  </a:cubicBezTo>
                  <a:cubicBezTo>
                    <a:pt x="75549" y="30"/>
                    <a:pt x="74340" y="1"/>
                    <a:pt x="73131" y="1"/>
                  </a:cubicBezTo>
                  <a:cubicBezTo>
                    <a:pt x="71436" y="1"/>
                    <a:pt x="69738" y="59"/>
                    <a:pt x="68057" y="122"/>
                  </a:cubicBezTo>
                  <a:cubicBezTo>
                    <a:pt x="66604" y="181"/>
                    <a:pt x="65140" y="264"/>
                    <a:pt x="63687" y="276"/>
                  </a:cubicBezTo>
                  <a:cubicBezTo>
                    <a:pt x="63156" y="285"/>
                    <a:pt x="62623" y="289"/>
                    <a:pt x="62090" y="289"/>
                  </a:cubicBezTo>
                  <a:cubicBezTo>
                    <a:pt x="61119" y="289"/>
                    <a:pt x="60148" y="276"/>
                    <a:pt x="59187" y="253"/>
                  </a:cubicBezTo>
                  <a:cubicBezTo>
                    <a:pt x="58411" y="232"/>
                    <a:pt x="57616" y="223"/>
                    <a:pt x="56807" y="223"/>
                  </a:cubicBezTo>
                  <a:cubicBezTo>
                    <a:pt x="51930" y="223"/>
                    <a:pt x="46544" y="542"/>
                    <a:pt x="41744" y="562"/>
                  </a:cubicBezTo>
                  <a:cubicBezTo>
                    <a:pt x="39637" y="538"/>
                    <a:pt x="37517" y="241"/>
                    <a:pt x="35434" y="110"/>
                  </a:cubicBezTo>
                  <a:cubicBezTo>
                    <a:pt x="34234" y="30"/>
                    <a:pt x="33026" y="1"/>
                    <a:pt x="318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6526723" y="5061264"/>
              <a:ext cx="2688216" cy="75170"/>
            </a:xfrm>
            <a:custGeom>
              <a:avLst/>
              <a:gdLst/>
              <a:ahLst/>
              <a:cxnLst/>
              <a:rect l="l" t="t" r="r" b="b"/>
              <a:pathLst>
                <a:path w="83130" h="2341" extrusionOk="0">
                  <a:moveTo>
                    <a:pt x="59457" y="0"/>
                  </a:moveTo>
                  <a:cubicBezTo>
                    <a:pt x="53727" y="0"/>
                    <a:pt x="47259" y="711"/>
                    <a:pt x="41625" y="721"/>
                  </a:cubicBezTo>
                  <a:cubicBezTo>
                    <a:pt x="38553" y="649"/>
                    <a:pt x="35481" y="697"/>
                    <a:pt x="32397" y="649"/>
                  </a:cubicBezTo>
                  <a:cubicBezTo>
                    <a:pt x="28480" y="590"/>
                    <a:pt x="24599" y="221"/>
                    <a:pt x="20682" y="54"/>
                  </a:cubicBezTo>
                  <a:cubicBezTo>
                    <a:pt x="19862" y="17"/>
                    <a:pt x="19020" y="1"/>
                    <a:pt x="18162" y="1"/>
                  </a:cubicBezTo>
                  <a:cubicBezTo>
                    <a:pt x="12412" y="1"/>
                    <a:pt x="5905" y="721"/>
                    <a:pt x="240" y="721"/>
                  </a:cubicBezTo>
                  <a:cubicBezTo>
                    <a:pt x="200" y="721"/>
                    <a:pt x="160" y="721"/>
                    <a:pt x="120" y="721"/>
                  </a:cubicBezTo>
                  <a:lnTo>
                    <a:pt x="120" y="721"/>
                  </a:lnTo>
                  <a:cubicBezTo>
                    <a:pt x="167" y="1304"/>
                    <a:pt x="1" y="1757"/>
                    <a:pt x="36" y="2340"/>
                  </a:cubicBezTo>
                  <a:cubicBezTo>
                    <a:pt x="1473" y="2340"/>
                    <a:pt x="2132" y="1934"/>
                    <a:pt x="2363" y="1934"/>
                  </a:cubicBezTo>
                  <a:cubicBezTo>
                    <a:pt x="2370" y="1934"/>
                    <a:pt x="2376" y="1935"/>
                    <a:pt x="2382" y="1935"/>
                  </a:cubicBezTo>
                  <a:cubicBezTo>
                    <a:pt x="4096" y="1626"/>
                    <a:pt x="5894" y="1507"/>
                    <a:pt x="7597" y="1435"/>
                  </a:cubicBezTo>
                  <a:cubicBezTo>
                    <a:pt x="8553" y="1398"/>
                    <a:pt x="9511" y="1382"/>
                    <a:pt x="10468" y="1382"/>
                  </a:cubicBezTo>
                  <a:cubicBezTo>
                    <a:pt x="13182" y="1382"/>
                    <a:pt x="15896" y="1512"/>
                    <a:pt x="18598" y="1661"/>
                  </a:cubicBezTo>
                  <a:cubicBezTo>
                    <a:pt x="20408" y="1769"/>
                    <a:pt x="22218" y="1888"/>
                    <a:pt x="24027" y="2007"/>
                  </a:cubicBezTo>
                  <a:cubicBezTo>
                    <a:pt x="24825" y="1994"/>
                    <a:pt x="25622" y="1988"/>
                    <a:pt x="26420" y="1988"/>
                  </a:cubicBezTo>
                  <a:cubicBezTo>
                    <a:pt x="31397" y="1988"/>
                    <a:pt x="36374" y="2217"/>
                    <a:pt x="41351" y="2340"/>
                  </a:cubicBezTo>
                  <a:lnTo>
                    <a:pt x="41470" y="2340"/>
                  </a:lnTo>
                  <a:cubicBezTo>
                    <a:pt x="42823" y="2317"/>
                    <a:pt x="43446" y="1934"/>
                    <a:pt x="43677" y="1934"/>
                  </a:cubicBezTo>
                  <a:cubicBezTo>
                    <a:pt x="43684" y="1934"/>
                    <a:pt x="43690" y="1935"/>
                    <a:pt x="43697" y="1935"/>
                  </a:cubicBezTo>
                  <a:cubicBezTo>
                    <a:pt x="45411" y="1626"/>
                    <a:pt x="47209" y="1507"/>
                    <a:pt x="48911" y="1435"/>
                  </a:cubicBezTo>
                  <a:cubicBezTo>
                    <a:pt x="49868" y="1398"/>
                    <a:pt x="50826" y="1382"/>
                    <a:pt x="51783" y="1382"/>
                  </a:cubicBezTo>
                  <a:cubicBezTo>
                    <a:pt x="54496" y="1382"/>
                    <a:pt x="57211" y="1512"/>
                    <a:pt x="59913" y="1661"/>
                  </a:cubicBezTo>
                  <a:cubicBezTo>
                    <a:pt x="61723" y="1769"/>
                    <a:pt x="63532" y="1888"/>
                    <a:pt x="65342" y="2007"/>
                  </a:cubicBezTo>
                  <a:cubicBezTo>
                    <a:pt x="66200" y="1991"/>
                    <a:pt x="67057" y="1984"/>
                    <a:pt x="67915" y="1984"/>
                  </a:cubicBezTo>
                  <a:cubicBezTo>
                    <a:pt x="72873" y="1984"/>
                    <a:pt x="77819" y="2218"/>
                    <a:pt x="82773" y="2340"/>
                  </a:cubicBezTo>
                  <a:cubicBezTo>
                    <a:pt x="82892" y="2328"/>
                    <a:pt x="83011" y="2316"/>
                    <a:pt x="83130" y="2293"/>
                  </a:cubicBezTo>
                  <a:lnTo>
                    <a:pt x="83130" y="721"/>
                  </a:lnTo>
                  <a:cubicBezTo>
                    <a:pt x="79999" y="649"/>
                    <a:pt x="76855" y="697"/>
                    <a:pt x="73712" y="649"/>
                  </a:cubicBezTo>
                  <a:cubicBezTo>
                    <a:pt x="69795" y="590"/>
                    <a:pt x="65914" y="221"/>
                    <a:pt x="62008" y="54"/>
                  </a:cubicBezTo>
                  <a:cubicBezTo>
                    <a:pt x="61178" y="16"/>
                    <a:pt x="60326" y="0"/>
                    <a:pt x="59457" y="0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8618539" y="4727288"/>
              <a:ext cx="577936" cy="22862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582" y="0"/>
                  </a:moveTo>
                  <a:cubicBezTo>
                    <a:pt x="5719" y="0"/>
                    <a:pt x="2853" y="101"/>
                    <a:pt x="0" y="323"/>
                  </a:cubicBezTo>
                  <a:cubicBezTo>
                    <a:pt x="3215" y="490"/>
                    <a:pt x="6430" y="668"/>
                    <a:pt x="9656" y="704"/>
                  </a:cubicBezTo>
                  <a:cubicBezTo>
                    <a:pt x="10036" y="709"/>
                    <a:pt x="10417" y="712"/>
                    <a:pt x="10798" y="712"/>
                  </a:cubicBezTo>
                  <a:cubicBezTo>
                    <a:pt x="13152" y="712"/>
                    <a:pt x="15525" y="610"/>
                    <a:pt x="17872" y="323"/>
                  </a:cubicBezTo>
                  <a:cubicBezTo>
                    <a:pt x="17276" y="287"/>
                    <a:pt x="16669" y="252"/>
                    <a:pt x="16074" y="216"/>
                  </a:cubicBezTo>
                  <a:cubicBezTo>
                    <a:pt x="13586" y="77"/>
                    <a:pt x="11085" y="0"/>
                    <a:pt x="85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8053312" y="5129497"/>
              <a:ext cx="481699" cy="13904"/>
            </a:xfrm>
            <a:custGeom>
              <a:avLst/>
              <a:gdLst/>
              <a:ahLst/>
              <a:cxnLst/>
              <a:rect l="l" t="t" r="r" b="b"/>
              <a:pathLst>
                <a:path w="14896" h="433" extrusionOk="0">
                  <a:moveTo>
                    <a:pt x="14896" y="1"/>
                  </a:moveTo>
                  <a:lnTo>
                    <a:pt x="14896" y="1"/>
                  </a:lnTo>
                  <a:cubicBezTo>
                    <a:pt x="14705" y="7"/>
                    <a:pt x="14518" y="7"/>
                    <a:pt x="14330" y="7"/>
                  </a:cubicBezTo>
                  <a:cubicBezTo>
                    <a:pt x="14143" y="7"/>
                    <a:pt x="13955" y="7"/>
                    <a:pt x="13764" y="13"/>
                  </a:cubicBezTo>
                  <a:cubicBezTo>
                    <a:pt x="9181" y="60"/>
                    <a:pt x="4597" y="144"/>
                    <a:pt x="1" y="251"/>
                  </a:cubicBezTo>
                  <a:cubicBezTo>
                    <a:pt x="2004" y="371"/>
                    <a:pt x="4007" y="433"/>
                    <a:pt x="6011" y="433"/>
                  </a:cubicBezTo>
                  <a:cubicBezTo>
                    <a:pt x="7377" y="433"/>
                    <a:pt x="8743" y="404"/>
                    <a:pt x="10109" y="346"/>
                  </a:cubicBezTo>
                  <a:cubicBezTo>
                    <a:pt x="11705" y="275"/>
                    <a:pt x="13300" y="168"/>
                    <a:pt x="148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8601206" y="86"/>
              <a:ext cx="614121" cy="19138"/>
            </a:xfrm>
            <a:custGeom>
              <a:avLst/>
              <a:gdLst/>
              <a:ahLst/>
              <a:cxnLst/>
              <a:rect l="l" t="t" r="r" b="b"/>
              <a:pathLst>
                <a:path w="18991" h="596" extrusionOk="0">
                  <a:moveTo>
                    <a:pt x="0" y="0"/>
                  </a:moveTo>
                  <a:cubicBezTo>
                    <a:pt x="3775" y="202"/>
                    <a:pt x="7525" y="512"/>
                    <a:pt x="11311" y="548"/>
                  </a:cubicBezTo>
                  <a:cubicBezTo>
                    <a:pt x="13871" y="572"/>
                    <a:pt x="16431" y="548"/>
                    <a:pt x="18991" y="595"/>
                  </a:cubicBezTo>
                  <a:lnTo>
                    <a:pt x="189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6551365" y="32099"/>
              <a:ext cx="2663963" cy="75426"/>
            </a:xfrm>
            <a:custGeom>
              <a:avLst/>
              <a:gdLst/>
              <a:ahLst/>
              <a:cxnLst/>
              <a:rect l="l" t="t" r="r" b="b"/>
              <a:pathLst>
                <a:path w="82380" h="2349" extrusionOk="0">
                  <a:moveTo>
                    <a:pt x="59550" y="1"/>
                  </a:moveTo>
                  <a:cubicBezTo>
                    <a:pt x="53800" y="1"/>
                    <a:pt x="47300" y="717"/>
                    <a:pt x="41625" y="717"/>
                  </a:cubicBezTo>
                  <a:cubicBezTo>
                    <a:pt x="38553" y="646"/>
                    <a:pt x="35481" y="694"/>
                    <a:pt x="32409" y="646"/>
                  </a:cubicBezTo>
                  <a:cubicBezTo>
                    <a:pt x="28492" y="587"/>
                    <a:pt x="24599" y="217"/>
                    <a:pt x="20694" y="51"/>
                  </a:cubicBezTo>
                  <a:cubicBezTo>
                    <a:pt x="19894" y="16"/>
                    <a:pt x="19073" y="1"/>
                    <a:pt x="18237" y="1"/>
                  </a:cubicBezTo>
                  <a:cubicBezTo>
                    <a:pt x="12466" y="1"/>
                    <a:pt x="5939" y="718"/>
                    <a:pt x="254" y="718"/>
                  </a:cubicBezTo>
                  <a:cubicBezTo>
                    <a:pt x="213" y="718"/>
                    <a:pt x="172" y="718"/>
                    <a:pt x="132" y="717"/>
                  </a:cubicBezTo>
                  <a:lnTo>
                    <a:pt x="132" y="717"/>
                  </a:lnTo>
                  <a:cubicBezTo>
                    <a:pt x="167" y="1313"/>
                    <a:pt x="1" y="1753"/>
                    <a:pt x="36" y="2349"/>
                  </a:cubicBezTo>
                  <a:cubicBezTo>
                    <a:pt x="1504" y="2349"/>
                    <a:pt x="2150" y="1932"/>
                    <a:pt x="2373" y="1932"/>
                  </a:cubicBezTo>
                  <a:cubicBezTo>
                    <a:pt x="2376" y="1932"/>
                    <a:pt x="2379" y="1932"/>
                    <a:pt x="2382" y="1932"/>
                  </a:cubicBezTo>
                  <a:cubicBezTo>
                    <a:pt x="4096" y="1634"/>
                    <a:pt x="5894" y="1503"/>
                    <a:pt x="7597" y="1444"/>
                  </a:cubicBezTo>
                  <a:cubicBezTo>
                    <a:pt x="8595" y="1402"/>
                    <a:pt x="9595" y="1383"/>
                    <a:pt x="10595" y="1383"/>
                  </a:cubicBezTo>
                  <a:cubicBezTo>
                    <a:pt x="13266" y="1383"/>
                    <a:pt x="15938" y="1514"/>
                    <a:pt x="18598" y="1670"/>
                  </a:cubicBezTo>
                  <a:cubicBezTo>
                    <a:pt x="20408" y="1765"/>
                    <a:pt x="22218" y="1884"/>
                    <a:pt x="24027" y="2003"/>
                  </a:cubicBezTo>
                  <a:cubicBezTo>
                    <a:pt x="24827" y="1990"/>
                    <a:pt x="25625" y="1984"/>
                    <a:pt x="26424" y="1984"/>
                  </a:cubicBezTo>
                  <a:cubicBezTo>
                    <a:pt x="31406" y="1984"/>
                    <a:pt x="36374" y="2214"/>
                    <a:pt x="41351" y="2337"/>
                  </a:cubicBezTo>
                  <a:lnTo>
                    <a:pt x="41351" y="2349"/>
                  </a:lnTo>
                  <a:lnTo>
                    <a:pt x="41458" y="2349"/>
                  </a:lnTo>
                  <a:cubicBezTo>
                    <a:pt x="41470" y="2349"/>
                    <a:pt x="41470" y="2337"/>
                    <a:pt x="41482" y="2337"/>
                  </a:cubicBezTo>
                  <a:cubicBezTo>
                    <a:pt x="42855" y="2325"/>
                    <a:pt x="43476" y="1932"/>
                    <a:pt x="43687" y="1932"/>
                  </a:cubicBezTo>
                  <a:cubicBezTo>
                    <a:pt x="43691" y="1932"/>
                    <a:pt x="43694" y="1932"/>
                    <a:pt x="43697" y="1932"/>
                  </a:cubicBezTo>
                  <a:cubicBezTo>
                    <a:pt x="45411" y="1634"/>
                    <a:pt x="47209" y="1503"/>
                    <a:pt x="48911" y="1444"/>
                  </a:cubicBezTo>
                  <a:cubicBezTo>
                    <a:pt x="49910" y="1402"/>
                    <a:pt x="50910" y="1383"/>
                    <a:pt x="51909" y="1383"/>
                  </a:cubicBezTo>
                  <a:cubicBezTo>
                    <a:pt x="54581" y="1383"/>
                    <a:pt x="57253" y="1514"/>
                    <a:pt x="59913" y="1670"/>
                  </a:cubicBezTo>
                  <a:cubicBezTo>
                    <a:pt x="61723" y="1765"/>
                    <a:pt x="63532" y="1884"/>
                    <a:pt x="65342" y="2003"/>
                  </a:cubicBezTo>
                  <a:cubicBezTo>
                    <a:pt x="66153" y="1990"/>
                    <a:pt x="66963" y="1984"/>
                    <a:pt x="67773" y="1984"/>
                  </a:cubicBezTo>
                  <a:cubicBezTo>
                    <a:pt x="72648" y="1984"/>
                    <a:pt x="77510" y="2204"/>
                    <a:pt x="82380" y="2337"/>
                  </a:cubicBezTo>
                  <a:lnTo>
                    <a:pt x="82380" y="706"/>
                  </a:lnTo>
                  <a:cubicBezTo>
                    <a:pt x="79487" y="658"/>
                    <a:pt x="76605" y="694"/>
                    <a:pt x="73724" y="646"/>
                  </a:cubicBezTo>
                  <a:cubicBezTo>
                    <a:pt x="69807" y="587"/>
                    <a:pt x="65914" y="217"/>
                    <a:pt x="62008" y="51"/>
                  </a:cubicBezTo>
                  <a:cubicBezTo>
                    <a:pt x="61208" y="16"/>
                    <a:pt x="60387" y="1"/>
                    <a:pt x="595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6535584" y="135204"/>
              <a:ext cx="2679744" cy="41615"/>
            </a:xfrm>
            <a:custGeom>
              <a:avLst/>
              <a:gdLst/>
              <a:ahLst/>
              <a:cxnLst/>
              <a:rect l="l" t="t" r="r" b="b"/>
              <a:pathLst>
                <a:path w="82868" h="1296" extrusionOk="0">
                  <a:moveTo>
                    <a:pt x="62500" y="1"/>
                  </a:moveTo>
                  <a:cubicBezTo>
                    <a:pt x="61692" y="1"/>
                    <a:pt x="60885" y="13"/>
                    <a:pt x="60079" y="43"/>
                  </a:cubicBezTo>
                  <a:lnTo>
                    <a:pt x="60079" y="31"/>
                  </a:lnTo>
                  <a:cubicBezTo>
                    <a:pt x="57249" y="138"/>
                    <a:pt x="54472" y="312"/>
                    <a:pt x="51668" y="312"/>
                  </a:cubicBezTo>
                  <a:cubicBezTo>
                    <a:pt x="50733" y="312"/>
                    <a:pt x="49795" y="293"/>
                    <a:pt x="48852" y="245"/>
                  </a:cubicBezTo>
                  <a:cubicBezTo>
                    <a:pt x="47233" y="173"/>
                    <a:pt x="45613" y="90"/>
                    <a:pt x="43994" y="90"/>
                  </a:cubicBezTo>
                  <a:cubicBezTo>
                    <a:pt x="43696" y="90"/>
                    <a:pt x="42422" y="352"/>
                    <a:pt x="41672" y="424"/>
                  </a:cubicBezTo>
                  <a:cubicBezTo>
                    <a:pt x="40251" y="524"/>
                    <a:pt x="38823" y="564"/>
                    <a:pt x="37392" y="564"/>
                  </a:cubicBezTo>
                  <a:cubicBezTo>
                    <a:pt x="32005" y="564"/>
                    <a:pt x="26563" y="1"/>
                    <a:pt x="21177" y="1"/>
                  </a:cubicBezTo>
                  <a:cubicBezTo>
                    <a:pt x="20371" y="1"/>
                    <a:pt x="19567" y="14"/>
                    <a:pt x="18765" y="43"/>
                  </a:cubicBezTo>
                  <a:cubicBezTo>
                    <a:pt x="15897" y="142"/>
                    <a:pt x="13083" y="317"/>
                    <a:pt x="10242" y="317"/>
                  </a:cubicBezTo>
                  <a:cubicBezTo>
                    <a:pt x="9344" y="317"/>
                    <a:pt x="8443" y="300"/>
                    <a:pt x="7537" y="257"/>
                  </a:cubicBezTo>
                  <a:cubicBezTo>
                    <a:pt x="5918" y="173"/>
                    <a:pt x="4299" y="90"/>
                    <a:pt x="2679" y="90"/>
                  </a:cubicBezTo>
                  <a:cubicBezTo>
                    <a:pt x="2346" y="90"/>
                    <a:pt x="786" y="424"/>
                    <a:pt x="119" y="447"/>
                  </a:cubicBezTo>
                  <a:cubicBezTo>
                    <a:pt x="143" y="745"/>
                    <a:pt x="0" y="900"/>
                    <a:pt x="24" y="1197"/>
                  </a:cubicBezTo>
                  <a:cubicBezTo>
                    <a:pt x="150" y="1199"/>
                    <a:pt x="278" y="1199"/>
                    <a:pt x="408" y="1199"/>
                  </a:cubicBezTo>
                  <a:cubicBezTo>
                    <a:pt x="3139" y="1199"/>
                    <a:pt x="6699" y="971"/>
                    <a:pt x="9359" y="959"/>
                  </a:cubicBezTo>
                  <a:cubicBezTo>
                    <a:pt x="10901" y="947"/>
                    <a:pt x="12442" y="938"/>
                    <a:pt x="13986" y="938"/>
                  </a:cubicBezTo>
                  <a:cubicBezTo>
                    <a:pt x="15529" y="938"/>
                    <a:pt x="17074" y="947"/>
                    <a:pt x="18622" y="971"/>
                  </a:cubicBezTo>
                  <a:cubicBezTo>
                    <a:pt x="21670" y="1019"/>
                    <a:pt x="24718" y="1126"/>
                    <a:pt x="27766" y="1197"/>
                  </a:cubicBezTo>
                  <a:cubicBezTo>
                    <a:pt x="30264" y="1250"/>
                    <a:pt x="32762" y="1295"/>
                    <a:pt x="35260" y="1295"/>
                  </a:cubicBezTo>
                  <a:cubicBezTo>
                    <a:pt x="37286" y="1295"/>
                    <a:pt x="39312" y="1266"/>
                    <a:pt x="41339" y="1186"/>
                  </a:cubicBezTo>
                  <a:cubicBezTo>
                    <a:pt x="41524" y="1188"/>
                    <a:pt x="41713" y="1189"/>
                    <a:pt x="41906" y="1189"/>
                  </a:cubicBezTo>
                  <a:cubicBezTo>
                    <a:pt x="44611" y="1189"/>
                    <a:pt x="48073" y="970"/>
                    <a:pt x="50673" y="959"/>
                  </a:cubicBezTo>
                  <a:cubicBezTo>
                    <a:pt x="52215" y="947"/>
                    <a:pt x="53757" y="938"/>
                    <a:pt x="55300" y="938"/>
                  </a:cubicBezTo>
                  <a:cubicBezTo>
                    <a:pt x="56844" y="938"/>
                    <a:pt x="58389" y="947"/>
                    <a:pt x="59936" y="971"/>
                  </a:cubicBezTo>
                  <a:cubicBezTo>
                    <a:pt x="62984" y="1019"/>
                    <a:pt x="66032" y="1126"/>
                    <a:pt x="69080" y="1197"/>
                  </a:cubicBezTo>
                  <a:cubicBezTo>
                    <a:pt x="71611" y="1250"/>
                    <a:pt x="74149" y="1295"/>
                    <a:pt x="76689" y="1295"/>
                  </a:cubicBezTo>
                  <a:cubicBezTo>
                    <a:pt x="78749" y="1295"/>
                    <a:pt x="80809" y="1266"/>
                    <a:pt x="82868" y="1186"/>
                  </a:cubicBezTo>
                  <a:lnTo>
                    <a:pt x="82868" y="435"/>
                  </a:lnTo>
                  <a:cubicBezTo>
                    <a:pt x="81494" y="529"/>
                    <a:pt x="80115" y="566"/>
                    <a:pt x="78732" y="566"/>
                  </a:cubicBezTo>
                  <a:cubicBezTo>
                    <a:pt x="73339" y="566"/>
                    <a:pt x="67894" y="1"/>
                    <a:pt x="62500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6516731" y="285768"/>
              <a:ext cx="2698597" cy="84225"/>
            </a:xfrm>
            <a:custGeom>
              <a:avLst/>
              <a:gdLst/>
              <a:ahLst/>
              <a:cxnLst/>
              <a:rect l="l" t="t" r="r" b="b"/>
              <a:pathLst>
                <a:path w="83451" h="2623" extrusionOk="0">
                  <a:moveTo>
                    <a:pt x="58150" y="1"/>
                  </a:moveTo>
                  <a:cubicBezTo>
                    <a:pt x="52889" y="1"/>
                    <a:pt x="47041" y="326"/>
                    <a:pt x="42255" y="830"/>
                  </a:cubicBezTo>
                  <a:cubicBezTo>
                    <a:pt x="41280" y="906"/>
                    <a:pt x="40299" y="935"/>
                    <a:pt x="39318" y="935"/>
                  </a:cubicBezTo>
                  <a:cubicBezTo>
                    <a:pt x="38442" y="935"/>
                    <a:pt x="37566" y="912"/>
                    <a:pt x="36695" y="878"/>
                  </a:cubicBezTo>
                  <a:cubicBezTo>
                    <a:pt x="33933" y="771"/>
                    <a:pt x="31194" y="521"/>
                    <a:pt x="28444" y="354"/>
                  </a:cubicBezTo>
                  <a:cubicBezTo>
                    <a:pt x="25503" y="176"/>
                    <a:pt x="22539" y="116"/>
                    <a:pt x="19598" y="33"/>
                  </a:cubicBezTo>
                  <a:cubicBezTo>
                    <a:pt x="18697" y="11"/>
                    <a:pt x="17767" y="1"/>
                    <a:pt x="16819" y="1"/>
                  </a:cubicBezTo>
                  <a:cubicBezTo>
                    <a:pt x="11514" y="1"/>
                    <a:pt x="5619" y="327"/>
                    <a:pt x="822" y="842"/>
                  </a:cubicBezTo>
                  <a:cubicBezTo>
                    <a:pt x="833" y="1545"/>
                    <a:pt x="0" y="1247"/>
                    <a:pt x="0" y="1950"/>
                  </a:cubicBezTo>
                  <a:cubicBezTo>
                    <a:pt x="12" y="2021"/>
                    <a:pt x="1274" y="2366"/>
                    <a:pt x="1286" y="2438"/>
                  </a:cubicBezTo>
                  <a:cubicBezTo>
                    <a:pt x="1772" y="2491"/>
                    <a:pt x="2239" y="2511"/>
                    <a:pt x="2692" y="2511"/>
                  </a:cubicBezTo>
                  <a:cubicBezTo>
                    <a:pt x="4168" y="2511"/>
                    <a:pt x="5481" y="2295"/>
                    <a:pt x="6739" y="2295"/>
                  </a:cubicBezTo>
                  <a:cubicBezTo>
                    <a:pt x="7267" y="2299"/>
                    <a:pt x="7795" y="2300"/>
                    <a:pt x="8322" y="2300"/>
                  </a:cubicBezTo>
                  <a:cubicBezTo>
                    <a:pt x="9378" y="2300"/>
                    <a:pt x="10434" y="2295"/>
                    <a:pt x="11490" y="2295"/>
                  </a:cubicBezTo>
                  <a:cubicBezTo>
                    <a:pt x="11742" y="2293"/>
                    <a:pt x="11994" y="2292"/>
                    <a:pt x="12247" y="2292"/>
                  </a:cubicBezTo>
                  <a:cubicBezTo>
                    <a:pt x="12889" y="2292"/>
                    <a:pt x="13534" y="2297"/>
                    <a:pt x="14179" y="2297"/>
                  </a:cubicBezTo>
                  <a:cubicBezTo>
                    <a:pt x="14866" y="2297"/>
                    <a:pt x="15554" y="2292"/>
                    <a:pt x="16240" y="2271"/>
                  </a:cubicBezTo>
                  <a:cubicBezTo>
                    <a:pt x="17527" y="2234"/>
                    <a:pt x="18813" y="2217"/>
                    <a:pt x="20100" y="2217"/>
                  </a:cubicBezTo>
                  <a:cubicBezTo>
                    <a:pt x="22099" y="2217"/>
                    <a:pt x="24099" y="2258"/>
                    <a:pt x="26099" y="2331"/>
                  </a:cubicBezTo>
                  <a:cubicBezTo>
                    <a:pt x="27730" y="2390"/>
                    <a:pt x="29361" y="2485"/>
                    <a:pt x="30992" y="2581"/>
                  </a:cubicBezTo>
                  <a:cubicBezTo>
                    <a:pt x="31520" y="2610"/>
                    <a:pt x="32049" y="2622"/>
                    <a:pt x="32578" y="2622"/>
                  </a:cubicBezTo>
                  <a:cubicBezTo>
                    <a:pt x="33542" y="2622"/>
                    <a:pt x="34508" y="2583"/>
                    <a:pt x="35469" y="2545"/>
                  </a:cubicBezTo>
                  <a:cubicBezTo>
                    <a:pt x="37218" y="2492"/>
                    <a:pt x="38981" y="2414"/>
                    <a:pt x="40738" y="2414"/>
                  </a:cubicBezTo>
                  <a:cubicBezTo>
                    <a:pt x="41372" y="2414"/>
                    <a:pt x="42005" y="2424"/>
                    <a:pt x="42636" y="2450"/>
                  </a:cubicBezTo>
                  <a:cubicBezTo>
                    <a:pt x="43091" y="2494"/>
                    <a:pt x="43530" y="2512"/>
                    <a:pt x="43954" y="2512"/>
                  </a:cubicBezTo>
                  <a:cubicBezTo>
                    <a:pt x="45454" y="2512"/>
                    <a:pt x="46783" y="2295"/>
                    <a:pt x="48054" y="2295"/>
                  </a:cubicBezTo>
                  <a:cubicBezTo>
                    <a:pt x="48581" y="2299"/>
                    <a:pt x="49109" y="2300"/>
                    <a:pt x="49637" y="2300"/>
                  </a:cubicBezTo>
                  <a:cubicBezTo>
                    <a:pt x="50693" y="2300"/>
                    <a:pt x="51749" y="2295"/>
                    <a:pt x="52804" y="2295"/>
                  </a:cubicBezTo>
                  <a:cubicBezTo>
                    <a:pt x="53058" y="2293"/>
                    <a:pt x="53312" y="2292"/>
                    <a:pt x="53566" y="2292"/>
                  </a:cubicBezTo>
                  <a:cubicBezTo>
                    <a:pt x="54210" y="2292"/>
                    <a:pt x="54854" y="2297"/>
                    <a:pt x="55497" y="2297"/>
                  </a:cubicBezTo>
                  <a:cubicBezTo>
                    <a:pt x="56183" y="2297"/>
                    <a:pt x="56869" y="2292"/>
                    <a:pt x="57555" y="2271"/>
                  </a:cubicBezTo>
                  <a:cubicBezTo>
                    <a:pt x="58841" y="2234"/>
                    <a:pt x="60128" y="2217"/>
                    <a:pt x="61414" y="2217"/>
                  </a:cubicBezTo>
                  <a:cubicBezTo>
                    <a:pt x="63414" y="2217"/>
                    <a:pt x="65414" y="2258"/>
                    <a:pt x="67413" y="2331"/>
                  </a:cubicBezTo>
                  <a:cubicBezTo>
                    <a:pt x="69044" y="2390"/>
                    <a:pt x="70676" y="2497"/>
                    <a:pt x="72307" y="2581"/>
                  </a:cubicBezTo>
                  <a:cubicBezTo>
                    <a:pt x="72847" y="2611"/>
                    <a:pt x="73389" y="2622"/>
                    <a:pt x="73931" y="2622"/>
                  </a:cubicBezTo>
                  <a:cubicBezTo>
                    <a:pt x="74883" y="2622"/>
                    <a:pt x="75835" y="2587"/>
                    <a:pt x="76783" y="2557"/>
                  </a:cubicBezTo>
                  <a:cubicBezTo>
                    <a:pt x="78551" y="2490"/>
                    <a:pt x="80326" y="2409"/>
                    <a:pt x="82103" y="2409"/>
                  </a:cubicBezTo>
                  <a:cubicBezTo>
                    <a:pt x="82552" y="2409"/>
                    <a:pt x="83001" y="2414"/>
                    <a:pt x="83451" y="2426"/>
                  </a:cubicBezTo>
                  <a:lnTo>
                    <a:pt x="83451" y="842"/>
                  </a:lnTo>
                  <a:cubicBezTo>
                    <a:pt x="82519" y="910"/>
                    <a:pt x="81581" y="936"/>
                    <a:pt x="80645" y="936"/>
                  </a:cubicBezTo>
                  <a:cubicBezTo>
                    <a:pt x="79763" y="936"/>
                    <a:pt x="78882" y="913"/>
                    <a:pt x="78010" y="878"/>
                  </a:cubicBezTo>
                  <a:cubicBezTo>
                    <a:pt x="75248" y="771"/>
                    <a:pt x="72509" y="521"/>
                    <a:pt x="69759" y="354"/>
                  </a:cubicBezTo>
                  <a:cubicBezTo>
                    <a:pt x="66818" y="176"/>
                    <a:pt x="63853" y="116"/>
                    <a:pt x="60912" y="33"/>
                  </a:cubicBezTo>
                  <a:cubicBezTo>
                    <a:pt x="60017" y="11"/>
                    <a:pt x="59093" y="1"/>
                    <a:pt x="581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6519803" y="385823"/>
              <a:ext cx="2695525" cy="113637"/>
            </a:xfrm>
            <a:custGeom>
              <a:avLst/>
              <a:gdLst/>
              <a:ahLst/>
              <a:cxnLst/>
              <a:rect l="l" t="t" r="r" b="b"/>
              <a:pathLst>
                <a:path w="83356" h="3539" extrusionOk="0">
                  <a:moveTo>
                    <a:pt x="19681" y="0"/>
                  </a:moveTo>
                  <a:cubicBezTo>
                    <a:pt x="18074" y="0"/>
                    <a:pt x="16467" y="60"/>
                    <a:pt x="14847" y="60"/>
                  </a:cubicBezTo>
                  <a:cubicBezTo>
                    <a:pt x="11275" y="70"/>
                    <a:pt x="6942" y="241"/>
                    <a:pt x="3103" y="241"/>
                  </a:cubicBezTo>
                  <a:cubicBezTo>
                    <a:pt x="2284" y="241"/>
                    <a:pt x="1488" y="234"/>
                    <a:pt x="727" y="215"/>
                  </a:cubicBezTo>
                  <a:lnTo>
                    <a:pt x="727" y="215"/>
                  </a:lnTo>
                  <a:cubicBezTo>
                    <a:pt x="846" y="1131"/>
                    <a:pt x="0" y="1608"/>
                    <a:pt x="36" y="2525"/>
                  </a:cubicBezTo>
                  <a:cubicBezTo>
                    <a:pt x="36" y="2620"/>
                    <a:pt x="1167" y="3394"/>
                    <a:pt x="1167" y="3501"/>
                  </a:cubicBezTo>
                  <a:cubicBezTo>
                    <a:pt x="1507" y="3527"/>
                    <a:pt x="1861" y="3539"/>
                    <a:pt x="2225" y="3539"/>
                  </a:cubicBezTo>
                  <a:cubicBezTo>
                    <a:pt x="4843" y="3539"/>
                    <a:pt x="7995" y="2937"/>
                    <a:pt x="10525" y="2937"/>
                  </a:cubicBezTo>
                  <a:cubicBezTo>
                    <a:pt x="10645" y="2937"/>
                    <a:pt x="10765" y="2938"/>
                    <a:pt x="10883" y="2941"/>
                  </a:cubicBezTo>
                  <a:cubicBezTo>
                    <a:pt x="13895" y="3025"/>
                    <a:pt x="16883" y="3167"/>
                    <a:pt x="19884" y="3227"/>
                  </a:cubicBezTo>
                  <a:cubicBezTo>
                    <a:pt x="20505" y="3237"/>
                    <a:pt x="21129" y="3243"/>
                    <a:pt x="21751" y="3243"/>
                  </a:cubicBezTo>
                  <a:cubicBezTo>
                    <a:pt x="22632" y="3243"/>
                    <a:pt x="23512" y="3231"/>
                    <a:pt x="24384" y="3203"/>
                  </a:cubicBezTo>
                  <a:cubicBezTo>
                    <a:pt x="25837" y="3167"/>
                    <a:pt x="27277" y="3084"/>
                    <a:pt x="28718" y="3036"/>
                  </a:cubicBezTo>
                  <a:cubicBezTo>
                    <a:pt x="30083" y="2992"/>
                    <a:pt x="31455" y="2957"/>
                    <a:pt x="32827" y="2957"/>
                  </a:cubicBezTo>
                  <a:cubicBezTo>
                    <a:pt x="34364" y="2957"/>
                    <a:pt x="35899" y="3000"/>
                    <a:pt x="37422" y="3120"/>
                  </a:cubicBezTo>
                  <a:cubicBezTo>
                    <a:pt x="39100" y="3263"/>
                    <a:pt x="40791" y="3453"/>
                    <a:pt x="42482" y="3501"/>
                  </a:cubicBezTo>
                  <a:cubicBezTo>
                    <a:pt x="42822" y="3527"/>
                    <a:pt x="43176" y="3539"/>
                    <a:pt x="43541" y="3539"/>
                  </a:cubicBezTo>
                  <a:cubicBezTo>
                    <a:pt x="46139" y="3539"/>
                    <a:pt x="49262" y="2947"/>
                    <a:pt x="51781" y="2947"/>
                  </a:cubicBezTo>
                  <a:cubicBezTo>
                    <a:pt x="51922" y="2947"/>
                    <a:pt x="52061" y="2949"/>
                    <a:pt x="52197" y="2953"/>
                  </a:cubicBezTo>
                  <a:cubicBezTo>
                    <a:pt x="55210" y="3025"/>
                    <a:pt x="58198" y="3167"/>
                    <a:pt x="61198" y="3227"/>
                  </a:cubicBezTo>
                  <a:cubicBezTo>
                    <a:pt x="61873" y="3238"/>
                    <a:pt x="62549" y="3244"/>
                    <a:pt x="63225" y="3244"/>
                  </a:cubicBezTo>
                  <a:cubicBezTo>
                    <a:pt x="64053" y="3244"/>
                    <a:pt x="64880" y="3235"/>
                    <a:pt x="65699" y="3215"/>
                  </a:cubicBezTo>
                  <a:cubicBezTo>
                    <a:pt x="67152" y="3167"/>
                    <a:pt x="68592" y="3084"/>
                    <a:pt x="70033" y="3036"/>
                  </a:cubicBezTo>
                  <a:cubicBezTo>
                    <a:pt x="71373" y="2992"/>
                    <a:pt x="72721" y="2958"/>
                    <a:pt x="74069" y="2958"/>
                  </a:cubicBezTo>
                  <a:cubicBezTo>
                    <a:pt x="75630" y="2958"/>
                    <a:pt x="77190" y="3004"/>
                    <a:pt x="78736" y="3132"/>
                  </a:cubicBezTo>
                  <a:cubicBezTo>
                    <a:pt x="80260" y="3251"/>
                    <a:pt x="81808" y="3429"/>
                    <a:pt x="83356" y="3489"/>
                  </a:cubicBezTo>
                  <a:lnTo>
                    <a:pt x="83356" y="215"/>
                  </a:lnTo>
                  <a:cubicBezTo>
                    <a:pt x="82923" y="203"/>
                    <a:pt x="82490" y="198"/>
                    <a:pt x="82057" y="198"/>
                  </a:cubicBezTo>
                  <a:cubicBezTo>
                    <a:pt x="79820" y="198"/>
                    <a:pt x="77579" y="332"/>
                    <a:pt x="75355" y="381"/>
                  </a:cubicBezTo>
                  <a:cubicBezTo>
                    <a:pt x="75012" y="389"/>
                    <a:pt x="74669" y="393"/>
                    <a:pt x="74326" y="393"/>
                  </a:cubicBezTo>
                  <a:cubicBezTo>
                    <a:pt x="71528" y="393"/>
                    <a:pt x="68739" y="157"/>
                    <a:pt x="65949" y="72"/>
                  </a:cubicBezTo>
                  <a:cubicBezTo>
                    <a:pt x="64294" y="24"/>
                    <a:pt x="62651" y="0"/>
                    <a:pt x="61008" y="0"/>
                  </a:cubicBezTo>
                  <a:cubicBezTo>
                    <a:pt x="59389" y="0"/>
                    <a:pt x="57781" y="60"/>
                    <a:pt x="56162" y="60"/>
                  </a:cubicBezTo>
                  <a:cubicBezTo>
                    <a:pt x="52600" y="70"/>
                    <a:pt x="48261" y="241"/>
                    <a:pt x="44419" y="241"/>
                  </a:cubicBezTo>
                  <a:cubicBezTo>
                    <a:pt x="43599" y="241"/>
                    <a:pt x="42803" y="234"/>
                    <a:pt x="42041" y="215"/>
                  </a:cubicBezTo>
                  <a:cubicBezTo>
                    <a:pt x="41575" y="200"/>
                    <a:pt x="41109" y="194"/>
                    <a:pt x="40643" y="194"/>
                  </a:cubicBezTo>
                  <a:cubicBezTo>
                    <a:pt x="38442" y="194"/>
                    <a:pt x="36241" y="332"/>
                    <a:pt x="34040" y="381"/>
                  </a:cubicBezTo>
                  <a:cubicBezTo>
                    <a:pt x="33748" y="387"/>
                    <a:pt x="33455" y="389"/>
                    <a:pt x="33163" y="389"/>
                  </a:cubicBezTo>
                  <a:cubicBezTo>
                    <a:pt x="30314" y="389"/>
                    <a:pt x="27474" y="147"/>
                    <a:pt x="24634" y="72"/>
                  </a:cubicBezTo>
                  <a:cubicBezTo>
                    <a:pt x="22979" y="24"/>
                    <a:pt x="21336" y="0"/>
                    <a:pt x="19681" y="0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6540596" y="194319"/>
              <a:ext cx="2674732" cy="56738"/>
            </a:xfrm>
            <a:custGeom>
              <a:avLst/>
              <a:gdLst/>
              <a:ahLst/>
              <a:cxnLst/>
              <a:rect l="l" t="t" r="r" b="b"/>
              <a:pathLst>
                <a:path w="82713" h="1767" extrusionOk="0">
                  <a:moveTo>
                    <a:pt x="15198" y="1"/>
                  </a:moveTo>
                  <a:cubicBezTo>
                    <a:pt x="9511" y="1"/>
                    <a:pt x="1439" y="166"/>
                    <a:pt x="0" y="249"/>
                  </a:cubicBezTo>
                  <a:cubicBezTo>
                    <a:pt x="24" y="749"/>
                    <a:pt x="488" y="1107"/>
                    <a:pt x="500" y="1595"/>
                  </a:cubicBezTo>
                  <a:cubicBezTo>
                    <a:pt x="1086" y="1722"/>
                    <a:pt x="1762" y="1766"/>
                    <a:pt x="2479" y="1766"/>
                  </a:cubicBezTo>
                  <a:cubicBezTo>
                    <a:pt x="4081" y="1766"/>
                    <a:pt x="5891" y="1547"/>
                    <a:pt x="7373" y="1547"/>
                  </a:cubicBezTo>
                  <a:cubicBezTo>
                    <a:pt x="7400" y="1547"/>
                    <a:pt x="7427" y="1547"/>
                    <a:pt x="7454" y="1547"/>
                  </a:cubicBezTo>
                  <a:cubicBezTo>
                    <a:pt x="11287" y="1559"/>
                    <a:pt x="15121" y="1559"/>
                    <a:pt x="18967" y="1559"/>
                  </a:cubicBezTo>
                  <a:cubicBezTo>
                    <a:pt x="21884" y="1559"/>
                    <a:pt x="24789" y="1428"/>
                    <a:pt x="27694" y="1273"/>
                  </a:cubicBezTo>
                  <a:cubicBezTo>
                    <a:pt x="29950" y="1158"/>
                    <a:pt x="32213" y="1056"/>
                    <a:pt x="34472" y="1056"/>
                  </a:cubicBezTo>
                  <a:cubicBezTo>
                    <a:pt x="35241" y="1056"/>
                    <a:pt x="36010" y="1068"/>
                    <a:pt x="36779" y="1095"/>
                  </a:cubicBezTo>
                  <a:cubicBezTo>
                    <a:pt x="38469" y="1154"/>
                    <a:pt x="40172" y="1285"/>
                    <a:pt x="41815" y="1583"/>
                  </a:cubicBezTo>
                  <a:lnTo>
                    <a:pt x="41815" y="1595"/>
                  </a:lnTo>
                  <a:cubicBezTo>
                    <a:pt x="42401" y="1722"/>
                    <a:pt x="43076" y="1766"/>
                    <a:pt x="43794" y="1766"/>
                  </a:cubicBezTo>
                  <a:cubicBezTo>
                    <a:pt x="45395" y="1766"/>
                    <a:pt x="47206" y="1547"/>
                    <a:pt x="48688" y="1547"/>
                  </a:cubicBezTo>
                  <a:cubicBezTo>
                    <a:pt x="48715" y="1547"/>
                    <a:pt x="48741" y="1547"/>
                    <a:pt x="48768" y="1547"/>
                  </a:cubicBezTo>
                  <a:cubicBezTo>
                    <a:pt x="52602" y="1559"/>
                    <a:pt x="56436" y="1559"/>
                    <a:pt x="60282" y="1559"/>
                  </a:cubicBezTo>
                  <a:cubicBezTo>
                    <a:pt x="63199" y="1559"/>
                    <a:pt x="66104" y="1428"/>
                    <a:pt x="69009" y="1273"/>
                  </a:cubicBezTo>
                  <a:cubicBezTo>
                    <a:pt x="71265" y="1158"/>
                    <a:pt x="73527" y="1056"/>
                    <a:pt x="75787" y="1056"/>
                  </a:cubicBezTo>
                  <a:cubicBezTo>
                    <a:pt x="76556" y="1056"/>
                    <a:pt x="77325" y="1068"/>
                    <a:pt x="78093" y="1095"/>
                  </a:cubicBezTo>
                  <a:cubicBezTo>
                    <a:pt x="79629" y="1154"/>
                    <a:pt x="81201" y="1273"/>
                    <a:pt x="82713" y="1511"/>
                  </a:cubicBezTo>
                  <a:lnTo>
                    <a:pt x="82713" y="249"/>
                  </a:lnTo>
                  <a:cubicBezTo>
                    <a:pt x="80832" y="321"/>
                    <a:pt x="78939" y="357"/>
                    <a:pt x="77057" y="357"/>
                  </a:cubicBezTo>
                  <a:lnTo>
                    <a:pt x="77046" y="357"/>
                  </a:lnTo>
                  <a:cubicBezTo>
                    <a:pt x="76820" y="357"/>
                    <a:pt x="76595" y="358"/>
                    <a:pt x="76370" y="358"/>
                  </a:cubicBezTo>
                  <a:cubicBezTo>
                    <a:pt x="73559" y="358"/>
                    <a:pt x="70748" y="292"/>
                    <a:pt x="67937" y="226"/>
                  </a:cubicBezTo>
                  <a:cubicBezTo>
                    <a:pt x="64877" y="154"/>
                    <a:pt x="61829" y="47"/>
                    <a:pt x="58769" y="11"/>
                  </a:cubicBezTo>
                  <a:cubicBezTo>
                    <a:pt x="58095" y="4"/>
                    <a:pt x="57348" y="1"/>
                    <a:pt x="56554" y="1"/>
                  </a:cubicBezTo>
                  <a:cubicBezTo>
                    <a:pt x="50975" y="1"/>
                    <a:pt x="43066" y="166"/>
                    <a:pt x="41398" y="249"/>
                  </a:cubicBezTo>
                  <a:cubicBezTo>
                    <a:pt x="39517" y="321"/>
                    <a:pt x="37624" y="357"/>
                    <a:pt x="35731" y="357"/>
                  </a:cubicBezTo>
                  <a:cubicBezTo>
                    <a:pt x="35506" y="357"/>
                    <a:pt x="35280" y="358"/>
                    <a:pt x="35055" y="358"/>
                  </a:cubicBezTo>
                  <a:cubicBezTo>
                    <a:pt x="32244" y="358"/>
                    <a:pt x="29433" y="292"/>
                    <a:pt x="26623" y="226"/>
                  </a:cubicBezTo>
                  <a:cubicBezTo>
                    <a:pt x="23563" y="154"/>
                    <a:pt x="20515" y="47"/>
                    <a:pt x="17455" y="11"/>
                  </a:cubicBezTo>
                  <a:cubicBezTo>
                    <a:pt x="16768" y="4"/>
                    <a:pt x="16007" y="1"/>
                    <a:pt x="15198" y="1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6553305" y="509639"/>
              <a:ext cx="2662023" cy="69743"/>
            </a:xfrm>
            <a:custGeom>
              <a:avLst/>
              <a:gdLst/>
              <a:ahLst/>
              <a:cxnLst/>
              <a:rect l="l" t="t" r="r" b="b"/>
              <a:pathLst>
                <a:path w="82320" h="2172" extrusionOk="0">
                  <a:moveTo>
                    <a:pt x="31805" y="0"/>
                  </a:moveTo>
                  <a:cubicBezTo>
                    <a:pt x="30111" y="0"/>
                    <a:pt x="28416" y="59"/>
                    <a:pt x="26742" y="121"/>
                  </a:cubicBezTo>
                  <a:cubicBezTo>
                    <a:pt x="25277" y="181"/>
                    <a:pt x="23825" y="264"/>
                    <a:pt x="22360" y="276"/>
                  </a:cubicBezTo>
                  <a:cubicBezTo>
                    <a:pt x="21829" y="284"/>
                    <a:pt x="21297" y="288"/>
                    <a:pt x="20766" y="288"/>
                  </a:cubicBezTo>
                  <a:cubicBezTo>
                    <a:pt x="19797" y="288"/>
                    <a:pt x="18828" y="275"/>
                    <a:pt x="17859" y="252"/>
                  </a:cubicBezTo>
                  <a:cubicBezTo>
                    <a:pt x="17115" y="233"/>
                    <a:pt x="16353" y="225"/>
                    <a:pt x="15577" y="225"/>
                  </a:cubicBezTo>
                  <a:cubicBezTo>
                    <a:pt x="10536" y="225"/>
                    <a:pt x="4932" y="573"/>
                    <a:pt x="0" y="573"/>
                  </a:cubicBezTo>
                  <a:cubicBezTo>
                    <a:pt x="0" y="1038"/>
                    <a:pt x="214" y="1693"/>
                    <a:pt x="214" y="2157"/>
                  </a:cubicBezTo>
                  <a:cubicBezTo>
                    <a:pt x="646" y="2167"/>
                    <a:pt x="1079" y="2172"/>
                    <a:pt x="1514" y="2172"/>
                  </a:cubicBezTo>
                  <a:cubicBezTo>
                    <a:pt x="7004" y="2172"/>
                    <a:pt x="12675" y="1418"/>
                    <a:pt x="17998" y="1418"/>
                  </a:cubicBezTo>
                  <a:cubicBezTo>
                    <a:pt x="18652" y="1418"/>
                    <a:pt x="19301" y="1429"/>
                    <a:pt x="19943" y="1455"/>
                  </a:cubicBezTo>
                  <a:cubicBezTo>
                    <a:pt x="24265" y="1633"/>
                    <a:pt x="28551" y="2038"/>
                    <a:pt x="32885" y="2086"/>
                  </a:cubicBezTo>
                  <a:cubicBezTo>
                    <a:pt x="35766" y="2109"/>
                    <a:pt x="38648" y="2074"/>
                    <a:pt x="41529" y="2145"/>
                  </a:cubicBezTo>
                  <a:lnTo>
                    <a:pt x="41529" y="2157"/>
                  </a:lnTo>
                  <a:cubicBezTo>
                    <a:pt x="41957" y="2167"/>
                    <a:pt x="42386" y="2172"/>
                    <a:pt x="42816" y="2172"/>
                  </a:cubicBezTo>
                  <a:cubicBezTo>
                    <a:pt x="48288" y="2172"/>
                    <a:pt x="53940" y="1415"/>
                    <a:pt x="59249" y="1415"/>
                  </a:cubicBezTo>
                  <a:cubicBezTo>
                    <a:pt x="59924" y="1415"/>
                    <a:pt x="60594" y="1427"/>
                    <a:pt x="61258" y="1455"/>
                  </a:cubicBezTo>
                  <a:cubicBezTo>
                    <a:pt x="65580" y="1633"/>
                    <a:pt x="69866" y="2038"/>
                    <a:pt x="74200" y="2074"/>
                  </a:cubicBezTo>
                  <a:cubicBezTo>
                    <a:pt x="76903" y="2097"/>
                    <a:pt x="79617" y="2074"/>
                    <a:pt x="82320" y="2133"/>
                  </a:cubicBezTo>
                  <a:lnTo>
                    <a:pt x="82320" y="538"/>
                  </a:lnTo>
                  <a:cubicBezTo>
                    <a:pt x="80451" y="466"/>
                    <a:pt x="78581" y="228"/>
                    <a:pt x="76736" y="109"/>
                  </a:cubicBezTo>
                  <a:cubicBezTo>
                    <a:pt x="75536" y="30"/>
                    <a:pt x="74328" y="0"/>
                    <a:pt x="73118" y="0"/>
                  </a:cubicBezTo>
                  <a:cubicBezTo>
                    <a:pt x="71423" y="0"/>
                    <a:pt x="69726" y="59"/>
                    <a:pt x="68044" y="121"/>
                  </a:cubicBezTo>
                  <a:cubicBezTo>
                    <a:pt x="66592" y="181"/>
                    <a:pt x="65139" y="264"/>
                    <a:pt x="63675" y="276"/>
                  </a:cubicBezTo>
                  <a:cubicBezTo>
                    <a:pt x="63143" y="284"/>
                    <a:pt x="62612" y="288"/>
                    <a:pt x="62080" y="288"/>
                  </a:cubicBezTo>
                  <a:cubicBezTo>
                    <a:pt x="61112" y="288"/>
                    <a:pt x="60143" y="275"/>
                    <a:pt x="59174" y="252"/>
                  </a:cubicBezTo>
                  <a:cubicBezTo>
                    <a:pt x="58398" y="232"/>
                    <a:pt x="57603" y="223"/>
                    <a:pt x="56794" y="223"/>
                  </a:cubicBezTo>
                  <a:cubicBezTo>
                    <a:pt x="51918" y="223"/>
                    <a:pt x="46533" y="541"/>
                    <a:pt x="41743" y="562"/>
                  </a:cubicBezTo>
                  <a:cubicBezTo>
                    <a:pt x="39624" y="538"/>
                    <a:pt x="37505" y="240"/>
                    <a:pt x="35421" y="109"/>
                  </a:cubicBezTo>
                  <a:cubicBezTo>
                    <a:pt x="34221" y="30"/>
                    <a:pt x="33013" y="0"/>
                    <a:pt x="31805" y="0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6537136" y="590910"/>
              <a:ext cx="2677804" cy="75170"/>
            </a:xfrm>
            <a:custGeom>
              <a:avLst/>
              <a:gdLst/>
              <a:ahLst/>
              <a:cxnLst/>
              <a:rect l="l" t="t" r="r" b="b"/>
              <a:pathLst>
                <a:path w="82808" h="2341" extrusionOk="0">
                  <a:moveTo>
                    <a:pt x="59457" y="1"/>
                  </a:moveTo>
                  <a:cubicBezTo>
                    <a:pt x="53730" y="1"/>
                    <a:pt x="47269" y="711"/>
                    <a:pt x="41624" y="721"/>
                  </a:cubicBezTo>
                  <a:cubicBezTo>
                    <a:pt x="38552" y="650"/>
                    <a:pt x="35481" y="698"/>
                    <a:pt x="32409" y="650"/>
                  </a:cubicBezTo>
                  <a:cubicBezTo>
                    <a:pt x="28492" y="590"/>
                    <a:pt x="24598" y="221"/>
                    <a:pt x="20693" y="55"/>
                  </a:cubicBezTo>
                  <a:cubicBezTo>
                    <a:pt x="19872" y="18"/>
                    <a:pt x="19029" y="2"/>
                    <a:pt x="18170" y="2"/>
                  </a:cubicBezTo>
                  <a:cubicBezTo>
                    <a:pt x="12415" y="2"/>
                    <a:pt x="5916" y="722"/>
                    <a:pt x="252" y="722"/>
                  </a:cubicBezTo>
                  <a:cubicBezTo>
                    <a:pt x="211" y="722"/>
                    <a:pt x="171" y="721"/>
                    <a:pt x="131" y="721"/>
                  </a:cubicBezTo>
                  <a:lnTo>
                    <a:pt x="131" y="721"/>
                  </a:lnTo>
                  <a:cubicBezTo>
                    <a:pt x="167" y="1305"/>
                    <a:pt x="0" y="1757"/>
                    <a:pt x="36" y="2341"/>
                  </a:cubicBezTo>
                  <a:cubicBezTo>
                    <a:pt x="1484" y="2341"/>
                    <a:pt x="2132" y="1935"/>
                    <a:pt x="2363" y="1935"/>
                  </a:cubicBezTo>
                  <a:cubicBezTo>
                    <a:pt x="2369" y="1935"/>
                    <a:pt x="2375" y="1935"/>
                    <a:pt x="2381" y="1936"/>
                  </a:cubicBezTo>
                  <a:cubicBezTo>
                    <a:pt x="4096" y="1626"/>
                    <a:pt x="5894" y="1507"/>
                    <a:pt x="7596" y="1436"/>
                  </a:cubicBezTo>
                  <a:cubicBezTo>
                    <a:pt x="8553" y="1399"/>
                    <a:pt x="9510" y="1382"/>
                    <a:pt x="10468" y="1382"/>
                  </a:cubicBezTo>
                  <a:cubicBezTo>
                    <a:pt x="13181" y="1382"/>
                    <a:pt x="15896" y="1512"/>
                    <a:pt x="18598" y="1662"/>
                  </a:cubicBezTo>
                  <a:cubicBezTo>
                    <a:pt x="20407" y="1769"/>
                    <a:pt x="22217" y="1888"/>
                    <a:pt x="24027" y="2007"/>
                  </a:cubicBezTo>
                  <a:cubicBezTo>
                    <a:pt x="24826" y="1994"/>
                    <a:pt x="25625" y="1988"/>
                    <a:pt x="26423" y="1988"/>
                  </a:cubicBezTo>
                  <a:cubicBezTo>
                    <a:pt x="31405" y="1988"/>
                    <a:pt x="36373" y="2218"/>
                    <a:pt x="41350" y="2341"/>
                  </a:cubicBezTo>
                  <a:lnTo>
                    <a:pt x="41481" y="2341"/>
                  </a:lnTo>
                  <a:cubicBezTo>
                    <a:pt x="42835" y="2318"/>
                    <a:pt x="43458" y="1935"/>
                    <a:pt x="43678" y="1935"/>
                  </a:cubicBezTo>
                  <a:cubicBezTo>
                    <a:pt x="43684" y="1935"/>
                    <a:pt x="43690" y="1935"/>
                    <a:pt x="43696" y="1936"/>
                  </a:cubicBezTo>
                  <a:cubicBezTo>
                    <a:pt x="45410" y="1626"/>
                    <a:pt x="47208" y="1507"/>
                    <a:pt x="48911" y="1436"/>
                  </a:cubicBezTo>
                  <a:cubicBezTo>
                    <a:pt x="49868" y="1399"/>
                    <a:pt x="50825" y="1382"/>
                    <a:pt x="51783" y="1382"/>
                  </a:cubicBezTo>
                  <a:cubicBezTo>
                    <a:pt x="54496" y="1382"/>
                    <a:pt x="57211" y="1512"/>
                    <a:pt x="59912" y="1662"/>
                  </a:cubicBezTo>
                  <a:cubicBezTo>
                    <a:pt x="61722" y="1769"/>
                    <a:pt x="63532" y="1888"/>
                    <a:pt x="65342" y="2007"/>
                  </a:cubicBezTo>
                  <a:cubicBezTo>
                    <a:pt x="66146" y="1994"/>
                    <a:pt x="66949" y="1988"/>
                    <a:pt x="67753" y="1988"/>
                  </a:cubicBezTo>
                  <a:cubicBezTo>
                    <a:pt x="72766" y="1988"/>
                    <a:pt x="77765" y="2218"/>
                    <a:pt x="82772" y="2341"/>
                  </a:cubicBezTo>
                  <a:lnTo>
                    <a:pt x="82808" y="2341"/>
                  </a:lnTo>
                  <a:lnTo>
                    <a:pt x="82808" y="721"/>
                  </a:lnTo>
                  <a:cubicBezTo>
                    <a:pt x="79784" y="650"/>
                    <a:pt x="76748" y="698"/>
                    <a:pt x="73724" y="650"/>
                  </a:cubicBezTo>
                  <a:cubicBezTo>
                    <a:pt x="69806" y="590"/>
                    <a:pt x="65913" y="221"/>
                    <a:pt x="62008" y="55"/>
                  </a:cubicBezTo>
                  <a:cubicBezTo>
                    <a:pt x="61178" y="17"/>
                    <a:pt x="60326" y="1"/>
                    <a:pt x="59457" y="1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8629308" y="256901"/>
              <a:ext cx="577548" cy="22798"/>
            </a:xfrm>
            <a:custGeom>
              <a:avLst/>
              <a:gdLst/>
              <a:ahLst/>
              <a:cxnLst/>
              <a:rect l="l" t="t" r="r" b="b"/>
              <a:pathLst>
                <a:path w="17860" h="710" extrusionOk="0">
                  <a:moveTo>
                    <a:pt x="8522" y="1"/>
                  </a:moveTo>
                  <a:cubicBezTo>
                    <a:pt x="5679" y="1"/>
                    <a:pt x="2833" y="98"/>
                    <a:pt x="1" y="313"/>
                  </a:cubicBezTo>
                  <a:cubicBezTo>
                    <a:pt x="3215" y="491"/>
                    <a:pt x="6430" y="670"/>
                    <a:pt x="9645" y="705"/>
                  </a:cubicBezTo>
                  <a:cubicBezTo>
                    <a:pt x="9956" y="708"/>
                    <a:pt x="10268" y="710"/>
                    <a:pt x="10579" y="710"/>
                  </a:cubicBezTo>
                  <a:cubicBezTo>
                    <a:pt x="13011" y="710"/>
                    <a:pt x="15454" y="620"/>
                    <a:pt x="17860" y="324"/>
                  </a:cubicBezTo>
                  <a:cubicBezTo>
                    <a:pt x="17265" y="289"/>
                    <a:pt x="16669" y="253"/>
                    <a:pt x="16074" y="217"/>
                  </a:cubicBezTo>
                  <a:cubicBezTo>
                    <a:pt x="13566" y="77"/>
                    <a:pt x="11045" y="1"/>
                    <a:pt x="8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>
            <a:spLocks noGrp="1"/>
          </p:cNvSpPr>
          <p:nvPr>
            <p:ph type="title"/>
          </p:nvPr>
        </p:nvSpPr>
        <p:spPr>
          <a:xfrm>
            <a:off x="3715125" y="2362554"/>
            <a:ext cx="4449000" cy="71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7" name="Google Shape;107;p3"/>
          <p:cNvSpPr txBox="1">
            <a:spLocks noGrp="1"/>
          </p:cNvSpPr>
          <p:nvPr>
            <p:ph type="title" idx="2" hasCustomPrompt="1"/>
          </p:nvPr>
        </p:nvSpPr>
        <p:spPr>
          <a:xfrm>
            <a:off x="3715125" y="1343650"/>
            <a:ext cx="931800" cy="789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highlight>
                  <a:schemeClr val="accent2"/>
                </a:highlight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8" name="Google Shape;108;p3"/>
          <p:cNvSpPr txBox="1">
            <a:spLocks noGrp="1"/>
          </p:cNvSpPr>
          <p:nvPr>
            <p:ph type="subTitle" idx="1"/>
          </p:nvPr>
        </p:nvSpPr>
        <p:spPr>
          <a:xfrm>
            <a:off x="3715125" y="3252050"/>
            <a:ext cx="4449000" cy="5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09" name="Google Shape;109;p3"/>
          <p:cNvGrpSpPr/>
          <p:nvPr/>
        </p:nvGrpSpPr>
        <p:grpSpPr>
          <a:xfrm>
            <a:off x="-811225" y="-15"/>
            <a:ext cx="3199200" cy="5143430"/>
            <a:chOff x="5944800" y="-15"/>
            <a:chExt cx="3199200" cy="5143430"/>
          </a:xfrm>
        </p:grpSpPr>
        <p:sp>
          <p:nvSpPr>
            <p:cNvPr id="110" name="Google Shape;110;p3"/>
            <p:cNvSpPr/>
            <p:nvPr/>
          </p:nvSpPr>
          <p:spPr>
            <a:xfrm>
              <a:off x="8640888" y="512201"/>
              <a:ext cx="450866" cy="22775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582" y="0"/>
                  </a:moveTo>
                  <a:cubicBezTo>
                    <a:pt x="5718" y="0"/>
                    <a:pt x="2852" y="100"/>
                    <a:pt x="0" y="323"/>
                  </a:cubicBezTo>
                  <a:cubicBezTo>
                    <a:pt x="3215" y="489"/>
                    <a:pt x="6429" y="668"/>
                    <a:pt x="9656" y="704"/>
                  </a:cubicBezTo>
                  <a:cubicBezTo>
                    <a:pt x="10036" y="709"/>
                    <a:pt x="10416" y="711"/>
                    <a:pt x="10798" y="711"/>
                  </a:cubicBezTo>
                  <a:cubicBezTo>
                    <a:pt x="13152" y="711"/>
                    <a:pt x="15525" y="610"/>
                    <a:pt x="17871" y="323"/>
                  </a:cubicBezTo>
                  <a:cubicBezTo>
                    <a:pt x="17276" y="287"/>
                    <a:pt x="16669" y="251"/>
                    <a:pt x="16073" y="216"/>
                  </a:cubicBezTo>
                  <a:cubicBezTo>
                    <a:pt x="13585" y="77"/>
                    <a:pt x="11085" y="0"/>
                    <a:pt x="85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8639980" y="1068912"/>
              <a:ext cx="450563" cy="22743"/>
            </a:xfrm>
            <a:custGeom>
              <a:avLst/>
              <a:gdLst/>
              <a:ahLst/>
              <a:cxnLst/>
              <a:rect l="l" t="t" r="r" b="b"/>
              <a:pathLst>
                <a:path w="17860" h="711" extrusionOk="0">
                  <a:moveTo>
                    <a:pt x="8601" y="0"/>
                  </a:moveTo>
                  <a:cubicBezTo>
                    <a:pt x="5731" y="0"/>
                    <a:pt x="2859" y="97"/>
                    <a:pt x="0" y="314"/>
                  </a:cubicBezTo>
                  <a:cubicBezTo>
                    <a:pt x="3215" y="480"/>
                    <a:pt x="6430" y="671"/>
                    <a:pt x="9656" y="707"/>
                  </a:cubicBezTo>
                  <a:cubicBezTo>
                    <a:pt x="9966" y="709"/>
                    <a:pt x="10277" y="711"/>
                    <a:pt x="10587" y="711"/>
                  </a:cubicBezTo>
                  <a:cubicBezTo>
                    <a:pt x="13010" y="711"/>
                    <a:pt x="15454" y="621"/>
                    <a:pt x="17860" y="326"/>
                  </a:cubicBezTo>
                  <a:cubicBezTo>
                    <a:pt x="17264" y="290"/>
                    <a:pt x="16669" y="242"/>
                    <a:pt x="16074" y="207"/>
                  </a:cubicBezTo>
                  <a:cubicBezTo>
                    <a:pt x="13592" y="74"/>
                    <a:pt x="11097" y="0"/>
                    <a:pt x="8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8638769" y="1625558"/>
              <a:ext cx="450866" cy="22679"/>
            </a:xfrm>
            <a:custGeom>
              <a:avLst/>
              <a:gdLst/>
              <a:ahLst/>
              <a:cxnLst/>
              <a:rect l="l" t="t" r="r" b="b"/>
              <a:pathLst>
                <a:path w="17872" h="709" extrusionOk="0">
                  <a:moveTo>
                    <a:pt x="8666" y="0"/>
                  </a:moveTo>
                  <a:cubicBezTo>
                    <a:pt x="5774" y="0"/>
                    <a:pt x="2879" y="101"/>
                    <a:pt x="1" y="319"/>
                  </a:cubicBezTo>
                  <a:cubicBezTo>
                    <a:pt x="3227" y="485"/>
                    <a:pt x="6442" y="676"/>
                    <a:pt x="9657" y="700"/>
                  </a:cubicBezTo>
                  <a:cubicBezTo>
                    <a:pt x="10068" y="705"/>
                    <a:pt x="10480" y="708"/>
                    <a:pt x="10892" y="708"/>
                  </a:cubicBezTo>
                  <a:cubicBezTo>
                    <a:pt x="13222" y="708"/>
                    <a:pt x="15555" y="614"/>
                    <a:pt x="17872" y="331"/>
                  </a:cubicBezTo>
                  <a:cubicBezTo>
                    <a:pt x="17277" y="283"/>
                    <a:pt x="16681" y="247"/>
                    <a:pt x="16086" y="212"/>
                  </a:cubicBezTo>
                  <a:cubicBezTo>
                    <a:pt x="13624" y="74"/>
                    <a:pt x="11146" y="0"/>
                    <a:pt x="86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8637861" y="2182173"/>
              <a:ext cx="450588" cy="22711"/>
            </a:xfrm>
            <a:custGeom>
              <a:avLst/>
              <a:gdLst/>
              <a:ahLst/>
              <a:cxnLst/>
              <a:rect l="l" t="t" r="r" b="b"/>
              <a:pathLst>
                <a:path w="17861" h="710" extrusionOk="0">
                  <a:moveTo>
                    <a:pt x="8522" y="1"/>
                  </a:moveTo>
                  <a:cubicBezTo>
                    <a:pt x="5679" y="1"/>
                    <a:pt x="2833" y="98"/>
                    <a:pt x="1" y="313"/>
                  </a:cubicBezTo>
                  <a:cubicBezTo>
                    <a:pt x="3216" y="491"/>
                    <a:pt x="6430" y="670"/>
                    <a:pt x="9657" y="706"/>
                  </a:cubicBezTo>
                  <a:cubicBezTo>
                    <a:pt x="9967" y="708"/>
                    <a:pt x="10277" y="710"/>
                    <a:pt x="10588" y="710"/>
                  </a:cubicBezTo>
                  <a:cubicBezTo>
                    <a:pt x="13011" y="710"/>
                    <a:pt x="15454" y="620"/>
                    <a:pt x="17860" y="325"/>
                  </a:cubicBezTo>
                  <a:cubicBezTo>
                    <a:pt x="17265" y="289"/>
                    <a:pt x="16670" y="253"/>
                    <a:pt x="16074" y="217"/>
                  </a:cubicBezTo>
                  <a:cubicBezTo>
                    <a:pt x="13567" y="78"/>
                    <a:pt x="11045" y="1"/>
                    <a:pt x="85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8636978" y="2738915"/>
              <a:ext cx="450563" cy="22775"/>
            </a:xfrm>
            <a:custGeom>
              <a:avLst/>
              <a:gdLst/>
              <a:ahLst/>
              <a:cxnLst/>
              <a:rect l="l" t="t" r="r" b="b"/>
              <a:pathLst>
                <a:path w="17860" h="712" extrusionOk="0">
                  <a:moveTo>
                    <a:pt x="8601" y="1"/>
                  </a:moveTo>
                  <a:cubicBezTo>
                    <a:pt x="5731" y="1"/>
                    <a:pt x="2859" y="98"/>
                    <a:pt x="0" y="315"/>
                  </a:cubicBezTo>
                  <a:cubicBezTo>
                    <a:pt x="3215" y="481"/>
                    <a:pt x="6430" y="672"/>
                    <a:pt x="9644" y="708"/>
                  </a:cubicBezTo>
                  <a:cubicBezTo>
                    <a:pt x="9956" y="710"/>
                    <a:pt x="10267" y="712"/>
                    <a:pt x="10579" y="712"/>
                  </a:cubicBezTo>
                  <a:cubicBezTo>
                    <a:pt x="13010" y="712"/>
                    <a:pt x="15454" y="622"/>
                    <a:pt x="17860" y="327"/>
                  </a:cubicBezTo>
                  <a:cubicBezTo>
                    <a:pt x="17264" y="279"/>
                    <a:pt x="16669" y="243"/>
                    <a:pt x="16074" y="207"/>
                  </a:cubicBezTo>
                  <a:cubicBezTo>
                    <a:pt x="13592" y="74"/>
                    <a:pt x="11097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8635767" y="3295434"/>
              <a:ext cx="450866" cy="22807"/>
            </a:xfrm>
            <a:custGeom>
              <a:avLst/>
              <a:gdLst/>
              <a:ahLst/>
              <a:cxnLst/>
              <a:rect l="l" t="t" r="r" b="b"/>
              <a:pathLst>
                <a:path w="17872" h="713" extrusionOk="0">
                  <a:moveTo>
                    <a:pt x="8582" y="1"/>
                  </a:moveTo>
                  <a:cubicBezTo>
                    <a:pt x="5719" y="1"/>
                    <a:pt x="2853" y="101"/>
                    <a:pt x="1" y="324"/>
                  </a:cubicBezTo>
                  <a:cubicBezTo>
                    <a:pt x="3215" y="490"/>
                    <a:pt x="6430" y="669"/>
                    <a:pt x="9657" y="705"/>
                  </a:cubicBezTo>
                  <a:cubicBezTo>
                    <a:pt x="10067" y="710"/>
                    <a:pt x="10477" y="713"/>
                    <a:pt x="10889" y="713"/>
                  </a:cubicBezTo>
                  <a:cubicBezTo>
                    <a:pt x="13213" y="713"/>
                    <a:pt x="15555" y="619"/>
                    <a:pt x="17872" y="335"/>
                  </a:cubicBezTo>
                  <a:cubicBezTo>
                    <a:pt x="17277" y="288"/>
                    <a:pt x="16669" y="252"/>
                    <a:pt x="16074" y="216"/>
                  </a:cubicBezTo>
                  <a:cubicBezTo>
                    <a:pt x="13586" y="78"/>
                    <a:pt x="11085" y="1"/>
                    <a:pt x="85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8634859" y="3852208"/>
              <a:ext cx="450588" cy="22711"/>
            </a:xfrm>
            <a:custGeom>
              <a:avLst/>
              <a:gdLst/>
              <a:ahLst/>
              <a:cxnLst/>
              <a:rect l="l" t="t" r="r" b="b"/>
              <a:pathLst>
                <a:path w="17861" h="710" extrusionOk="0">
                  <a:moveTo>
                    <a:pt x="8522" y="1"/>
                  </a:moveTo>
                  <a:cubicBezTo>
                    <a:pt x="5679" y="1"/>
                    <a:pt x="2833" y="98"/>
                    <a:pt x="1" y="312"/>
                  </a:cubicBezTo>
                  <a:cubicBezTo>
                    <a:pt x="3216" y="479"/>
                    <a:pt x="6430" y="670"/>
                    <a:pt x="9645" y="705"/>
                  </a:cubicBezTo>
                  <a:cubicBezTo>
                    <a:pt x="9956" y="708"/>
                    <a:pt x="10268" y="710"/>
                    <a:pt x="10580" y="710"/>
                  </a:cubicBezTo>
                  <a:cubicBezTo>
                    <a:pt x="13011" y="710"/>
                    <a:pt x="15454" y="620"/>
                    <a:pt x="17860" y="324"/>
                  </a:cubicBezTo>
                  <a:cubicBezTo>
                    <a:pt x="17265" y="289"/>
                    <a:pt x="16670" y="241"/>
                    <a:pt x="16074" y="217"/>
                  </a:cubicBezTo>
                  <a:cubicBezTo>
                    <a:pt x="13566" y="77"/>
                    <a:pt x="11045" y="1"/>
                    <a:pt x="85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8633673" y="4408790"/>
              <a:ext cx="450866" cy="22935"/>
            </a:xfrm>
            <a:custGeom>
              <a:avLst/>
              <a:gdLst/>
              <a:ahLst/>
              <a:cxnLst/>
              <a:rect l="l" t="t" r="r" b="b"/>
              <a:pathLst>
                <a:path w="17872" h="717" extrusionOk="0">
                  <a:moveTo>
                    <a:pt x="8659" y="1"/>
                  </a:moveTo>
                  <a:cubicBezTo>
                    <a:pt x="5770" y="1"/>
                    <a:pt x="2878" y="101"/>
                    <a:pt x="0" y="319"/>
                  </a:cubicBezTo>
                  <a:cubicBezTo>
                    <a:pt x="3215" y="486"/>
                    <a:pt x="6442" y="677"/>
                    <a:pt x="9656" y="712"/>
                  </a:cubicBezTo>
                  <a:cubicBezTo>
                    <a:pt x="9968" y="715"/>
                    <a:pt x="10279" y="716"/>
                    <a:pt x="10591" y="716"/>
                  </a:cubicBezTo>
                  <a:cubicBezTo>
                    <a:pt x="13020" y="716"/>
                    <a:pt x="15455" y="627"/>
                    <a:pt x="17872" y="331"/>
                  </a:cubicBezTo>
                  <a:cubicBezTo>
                    <a:pt x="17276" y="284"/>
                    <a:pt x="16681" y="248"/>
                    <a:pt x="16074" y="212"/>
                  </a:cubicBezTo>
                  <a:cubicBezTo>
                    <a:pt x="13611" y="75"/>
                    <a:pt x="11136" y="1"/>
                    <a:pt x="86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8632765" y="4965469"/>
              <a:ext cx="450563" cy="22775"/>
            </a:xfrm>
            <a:custGeom>
              <a:avLst/>
              <a:gdLst/>
              <a:ahLst/>
              <a:cxnLst/>
              <a:rect l="l" t="t" r="r" b="b"/>
              <a:pathLst>
                <a:path w="17860" h="712" extrusionOk="0">
                  <a:moveTo>
                    <a:pt x="8582" y="1"/>
                  </a:moveTo>
                  <a:cubicBezTo>
                    <a:pt x="5719" y="1"/>
                    <a:pt x="2853" y="101"/>
                    <a:pt x="1" y="323"/>
                  </a:cubicBezTo>
                  <a:cubicBezTo>
                    <a:pt x="3215" y="478"/>
                    <a:pt x="6430" y="669"/>
                    <a:pt x="9645" y="704"/>
                  </a:cubicBezTo>
                  <a:cubicBezTo>
                    <a:pt x="10026" y="709"/>
                    <a:pt x="10408" y="712"/>
                    <a:pt x="10790" y="712"/>
                  </a:cubicBezTo>
                  <a:cubicBezTo>
                    <a:pt x="13152" y="712"/>
                    <a:pt x="15524" y="610"/>
                    <a:pt x="17860" y="323"/>
                  </a:cubicBezTo>
                  <a:cubicBezTo>
                    <a:pt x="17265" y="288"/>
                    <a:pt x="16669" y="252"/>
                    <a:pt x="16074" y="216"/>
                  </a:cubicBezTo>
                  <a:cubicBezTo>
                    <a:pt x="13586" y="77"/>
                    <a:pt x="11085" y="1"/>
                    <a:pt x="85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6128936" y="356454"/>
              <a:ext cx="375764" cy="13467"/>
            </a:xfrm>
            <a:custGeom>
              <a:avLst/>
              <a:gdLst/>
              <a:ahLst/>
              <a:cxnLst/>
              <a:rect l="l" t="t" r="r" b="b"/>
              <a:pathLst>
                <a:path w="14895" h="421" extrusionOk="0">
                  <a:moveTo>
                    <a:pt x="13764" y="1"/>
                  </a:moveTo>
                  <a:cubicBezTo>
                    <a:pt x="9168" y="48"/>
                    <a:pt x="4584" y="132"/>
                    <a:pt x="0" y="239"/>
                  </a:cubicBezTo>
                  <a:cubicBezTo>
                    <a:pt x="2003" y="359"/>
                    <a:pt x="4007" y="421"/>
                    <a:pt x="6010" y="421"/>
                  </a:cubicBezTo>
                  <a:cubicBezTo>
                    <a:pt x="7376" y="421"/>
                    <a:pt x="8742" y="392"/>
                    <a:pt x="10108" y="334"/>
                  </a:cubicBezTo>
                  <a:cubicBezTo>
                    <a:pt x="11704" y="263"/>
                    <a:pt x="13299" y="155"/>
                    <a:pt x="148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7171185" y="356454"/>
              <a:ext cx="375789" cy="13467"/>
            </a:xfrm>
            <a:custGeom>
              <a:avLst/>
              <a:gdLst/>
              <a:ahLst/>
              <a:cxnLst/>
              <a:rect l="l" t="t" r="r" b="b"/>
              <a:pathLst>
                <a:path w="14896" h="421" extrusionOk="0">
                  <a:moveTo>
                    <a:pt x="13764" y="1"/>
                  </a:moveTo>
                  <a:cubicBezTo>
                    <a:pt x="9169" y="48"/>
                    <a:pt x="4585" y="132"/>
                    <a:pt x="1" y="239"/>
                  </a:cubicBezTo>
                  <a:cubicBezTo>
                    <a:pt x="2004" y="359"/>
                    <a:pt x="4007" y="421"/>
                    <a:pt x="6010" y="421"/>
                  </a:cubicBezTo>
                  <a:cubicBezTo>
                    <a:pt x="7377" y="421"/>
                    <a:pt x="8743" y="392"/>
                    <a:pt x="10109" y="334"/>
                  </a:cubicBezTo>
                  <a:cubicBezTo>
                    <a:pt x="11705" y="263"/>
                    <a:pt x="13300" y="155"/>
                    <a:pt x="148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5967934" y="390617"/>
              <a:ext cx="3176067" cy="41808"/>
            </a:xfrm>
            <a:custGeom>
              <a:avLst/>
              <a:gdLst/>
              <a:ahLst/>
              <a:cxnLst/>
              <a:rect l="l" t="t" r="r" b="b"/>
              <a:pathLst>
                <a:path w="125897" h="1307" extrusionOk="0">
                  <a:moveTo>
                    <a:pt x="62410" y="1"/>
                  </a:moveTo>
                  <a:cubicBezTo>
                    <a:pt x="61628" y="1"/>
                    <a:pt x="60847" y="13"/>
                    <a:pt x="60067" y="40"/>
                  </a:cubicBezTo>
                  <a:cubicBezTo>
                    <a:pt x="57237" y="147"/>
                    <a:pt x="54460" y="321"/>
                    <a:pt x="51656" y="321"/>
                  </a:cubicBezTo>
                  <a:cubicBezTo>
                    <a:pt x="50721" y="321"/>
                    <a:pt x="49783" y="302"/>
                    <a:pt x="48840" y="254"/>
                  </a:cubicBezTo>
                  <a:cubicBezTo>
                    <a:pt x="47221" y="183"/>
                    <a:pt x="45601" y="100"/>
                    <a:pt x="43982" y="100"/>
                  </a:cubicBezTo>
                  <a:cubicBezTo>
                    <a:pt x="43684" y="100"/>
                    <a:pt x="42410" y="361"/>
                    <a:pt x="41672" y="433"/>
                  </a:cubicBezTo>
                  <a:cubicBezTo>
                    <a:pt x="40248" y="533"/>
                    <a:pt x="38819" y="573"/>
                    <a:pt x="37387" y="573"/>
                  </a:cubicBezTo>
                  <a:cubicBezTo>
                    <a:pt x="31997" y="573"/>
                    <a:pt x="26559" y="10"/>
                    <a:pt x="21168" y="10"/>
                  </a:cubicBezTo>
                  <a:cubicBezTo>
                    <a:pt x="20362" y="10"/>
                    <a:pt x="19557" y="23"/>
                    <a:pt x="18753" y="52"/>
                  </a:cubicBezTo>
                  <a:cubicBezTo>
                    <a:pt x="15885" y="151"/>
                    <a:pt x="13071" y="327"/>
                    <a:pt x="10230" y="327"/>
                  </a:cubicBezTo>
                  <a:cubicBezTo>
                    <a:pt x="9332" y="327"/>
                    <a:pt x="8431" y="309"/>
                    <a:pt x="7525" y="266"/>
                  </a:cubicBezTo>
                  <a:cubicBezTo>
                    <a:pt x="5906" y="183"/>
                    <a:pt x="4287" y="100"/>
                    <a:pt x="2667" y="100"/>
                  </a:cubicBezTo>
                  <a:cubicBezTo>
                    <a:pt x="2334" y="100"/>
                    <a:pt x="774" y="433"/>
                    <a:pt x="107" y="457"/>
                  </a:cubicBezTo>
                  <a:cubicBezTo>
                    <a:pt x="131" y="754"/>
                    <a:pt x="0" y="909"/>
                    <a:pt x="12" y="1207"/>
                  </a:cubicBezTo>
                  <a:cubicBezTo>
                    <a:pt x="139" y="1208"/>
                    <a:pt x="267" y="1208"/>
                    <a:pt x="398" y="1208"/>
                  </a:cubicBezTo>
                  <a:cubicBezTo>
                    <a:pt x="3139" y="1208"/>
                    <a:pt x="6699" y="980"/>
                    <a:pt x="9347" y="969"/>
                  </a:cubicBezTo>
                  <a:cubicBezTo>
                    <a:pt x="10889" y="957"/>
                    <a:pt x="12433" y="948"/>
                    <a:pt x="13978" y="948"/>
                  </a:cubicBezTo>
                  <a:cubicBezTo>
                    <a:pt x="15523" y="948"/>
                    <a:pt x="17068" y="957"/>
                    <a:pt x="18610" y="981"/>
                  </a:cubicBezTo>
                  <a:cubicBezTo>
                    <a:pt x="21658" y="1028"/>
                    <a:pt x="24706" y="1135"/>
                    <a:pt x="27754" y="1207"/>
                  </a:cubicBezTo>
                  <a:cubicBezTo>
                    <a:pt x="30309" y="1261"/>
                    <a:pt x="32868" y="1307"/>
                    <a:pt x="35424" y="1307"/>
                  </a:cubicBezTo>
                  <a:cubicBezTo>
                    <a:pt x="37394" y="1307"/>
                    <a:pt x="39363" y="1279"/>
                    <a:pt x="41327" y="1207"/>
                  </a:cubicBezTo>
                  <a:cubicBezTo>
                    <a:pt x="41453" y="1208"/>
                    <a:pt x="41582" y="1208"/>
                    <a:pt x="41712" y="1208"/>
                  </a:cubicBezTo>
                  <a:cubicBezTo>
                    <a:pt x="44454" y="1208"/>
                    <a:pt x="48013" y="980"/>
                    <a:pt x="50661" y="969"/>
                  </a:cubicBezTo>
                  <a:cubicBezTo>
                    <a:pt x="52203" y="957"/>
                    <a:pt x="53748" y="948"/>
                    <a:pt x="55293" y="948"/>
                  </a:cubicBezTo>
                  <a:cubicBezTo>
                    <a:pt x="56838" y="948"/>
                    <a:pt x="58383" y="957"/>
                    <a:pt x="59924" y="981"/>
                  </a:cubicBezTo>
                  <a:cubicBezTo>
                    <a:pt x="62972" y="1028"/>
                    <a:pt x="66020" y="1135"/>
                    <a:pt x="69068" y="1207"/>
                  </a:cubicBezTo>
                  <a:cubicBezTo>
                    <a:pt x="71617" y="1261"/>
                    <a:pt x="74173" y="1307"/>
                    <a:pt x="76728" y="1307"/>
                  </a:cubicBezTo>
                  <a:cubicBezTo>
                    <a:pt x="78697" y="1307"/>
                    <a:pt x="80666" y="1279"/>
                    <a:pt x="82630" y="1207"/>
                  </a:cubicBezTo>
                  <a:cubicBezTo>
                    <a:pt x="82756" y="1208"/>
                    <a:pt x="82884" y="1208"/>
                    <a:pt x="83013" y="1208"/>
                  </a:cubicBezTo>
                  <a:cubicBezTo>
                    <a:pt x="85740" y="1208"/>
                    <a:pt x="89255" y="980"/>
                    <a:pt x="91881" y="969"/>
                  </a:cubicBezTo>
                  <a:cubicBezTo>
                    <a:pt x="93429" y="957"/>
                    <a:pt x="94974" y="948"/>
                    <a:pt x="96517" y="948"/>
                  </a:cubicBezTo>
                  <a:cubicBezTo>
                    <a:pt x="98060" y="948"/>
                    <a:pt x="99602" y="957"/>
                    <a:pt x="101144" y="981"/>
                  </a:cubicBezTo>
                  <a:cubicBezTo>
                    <a:pt x="104192" y="1028"/>
                    <a:pt x="107240" y="1135"/>
                    <a:pt x="110288" y="1207"/>
                  </a:cubicBezTo>
                  <a:cubicBezTo>
                    <a:pt x="112843" y="1261"/>
                    <a:pt x="115402" y="1307"/>
                    <a:pt x="117960" y="1307"/>
                  </a:cubicBezTo>
                  <a:cubicBezTo>
                    <a:pt x="119932" y="1307"/>
                    <a:pt x="121904" y="1279"/>
                    <a:pt x="123873" y="1207"/>
                  </a:cubicBezTo>
                  <a:cubicBezTo>
                    <a:pt x="124504" y="1207"/>
                    <a:pt x="125183" y="1207"/>
                    <a:pt x="125897" y="1183"/>
                  </a:cubicBezTo>
                  <a:lnTo>
                    <a:pt x="125897" y="183"/>
                  </a:lnTo>
                  <a:cubicBezTo>
                    <a:pt x="125373" y="266"/>
                    <a:pt x="124683" y="397"/>
                    <a:pt x="124206" y="445"/>
                  </a:cubicBezTo>
                  <a:lnTo>
                    <a:pt x="124206" y="433"/>
                  </a:lnTo>
                  <a:cubicBezTo>
                    <a:pt x="122786" y="533"/>
                    <a:pt x="121360" y="573"/>
                    <a:pt x="119930" y="573"/>
                  </a:cubicBezTo>
                  <a:cubicBezTo>
                    <a:pt x="114509" y="573"/>
                    <a:pt x="109032" y="2"/>
                    <a:pt x="103605" y="2"/>
                  </a:cubicBezTo>
                  <a:cubicBezTo>
                    <a:pt x="102831" y="2"/>
                    <a:pt x="102058" y="13"/>
                    <a:pt x="101287" y="40"/>
                  </a:cubicBezTo>
                  <a:cubicBezTo>
                    <a:pt x="98456" y="147"/>
                    <a:pt x="95679" y="321"/>
                    <a:pt x="92875" y="321"/>
                  </a:cubicBezTo>
                  <a:cubicBezTo>
                    <a:pt x="91940" y="321"/>
                    <a:pt x="91003" y="302"/>
                    <a:pt x="90059" y="254"/>
                  </a:cubicBezTo>
                  <a:cubicBezTo>
                    <a:pt x="88452" y="183"/>
                    <a:pt x="86821" y="100"/>
                    <a:pt x="85201" y="100"/>
                  </a:cubicBezTo>
                  <a:cubicBezTo>
                    <a:pt x="84880" y="100"/>
                    <a:pt x="83308" y="433"/>
                    <a:pt x="82642" y="457"/>
                  </a:cubicBezTo>
                  <a:cubicBezTo>
                    <a:pt x="81340" y="540"/>
                    <a:pt x="80033" y="573"/>
                    <a:pt x="78723" y="573"/>
                  </a:cubicBezTo>
                  <a:cubicBezTo>
                    <a:pt x="73304" y="573"/>
                    <a:pt x="67831" y="1"/>
                    <a:pt x="624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5953201" y="540894"/>
              <a:ext cx="3190799" cy="83903"/>
            </a:xfrm>
            <a:custGeom>
              <a:avLst/>
              <a:gdLst/>
              <a:ahLst/>
              <a:cxnLst/>
              <a:rect l="l" t="t" r="r" b="b"/>
              <a:pathLst>
                <a:path w="126481" h="2623" extrusionOk="0">
                  <a:moveTo>
                    <a:pt x="58140" y="1"/>
                  </a:moveTo>
                  <a:cubicBezTo>
                    <a:pt x="52881" y="1"/>
                    <a:pt x="47042" y="326"/>
                    <a:pt x="42256" y="831"/>
                  </a:cubicBezTo>
                  <a:cubicBezTo>
                    <a:pt x="41281" y="906"/>
                    <a:pt x="40297" y="935"/>
                    <a:pt x="39312" y="935"/>
                  </a:cubicBezTo>
                  <a:cubicBezTo>
                    <a:pt x="38433" y="935"/>
                    <a:pt x="37555" y="912"/>
                    <a:pt x="36684" y="878"/>
                  </a:cubicBezTo>
                  <a:cubicBezTo>
                    <a:pt x="33934" y="771"/>
                    <a:pt x="31195" y="521"/>
                    <a:pt x="28445" y="354"/>
                  </a:cubicBezTo>
                  <a:cubicBezTo>
                    <a:pt x="25504" y="176"/>
                    <a:pt x="22539" y="116"/>
                    <a:pt x="19587" y="33"/>
                  </a:cubicBezTo>
                  <a:cubicBezTo>
                    <a:pt x="18686" y="11"/>
                    <a:pt x="17756" y="1"/>
                    <a:pt x="16808" y="1"/>
                  </a:cubicBezTo>
                  <a:cubicBezTo>
                    <a:pt x="11506" y="1"/>
                    <a:pt x="5618" y="328"/>
                    <a:pt x="811" y="843"/>
                  </a:cubicBezTo>
                  <a:cubicBezTo>
                    <a:pt x="834" y="1545"/>
                    <a:pt x="1" y="1247"/>
                    <a:pt x="1" y="1950"/>
                  </a:cubicBezTo>
                  <a:cubicBezTo>
                    <a:pt x="13" y="2021"/>
                    <a:pt x="1263" y="2367"/>
                    <a:pt x="1275" y="2438"/>
                  </a:cubicBezTo>
                  <a:cubicBezTo>
                    <a:pt x="1761" y="2491"/>
                    <a:pt x="2229" y="2511"/>
                    <a:pt x="2682" y="2511"/>
                  </a:cubicBezTo>
                  <a:cubicBezTo>
                    <a:pt x="4162" y="2511"/>
                    <a:pt x="5482" y="2295"/>
                    <a:pt x="6740" y="2295"/>
                  </a:cubicBezTo>
                  <a:cubicBezTo>
                    <a:pt x="8323" y="2295"/>
                    <a:pt x="9895" y="2295"/>
                    <a:pt x="11479" y="2283"/>
                  </a:cubicBezTo>
                  <a:cubicBezTo>
                    <a:pt x="12429" y="2283"/>
                    <a:pt x="13383" y="2296"/>
                    <a:pt x="14334" y="2296"/>
                  </a:cubicBezTo>
                  <a:cubicBezTo>
                    <a:pt x="14968" y="2296"/>
                    <a:pt x="15600" y="2290"/>
                    <a:pt x="16229" y="2271"/>
                  </a:cubicBezTo>
                  <a:cubicBezTo>
                    <a:pt x="17516" y="2234"/>
                    <a:pt x="18804" y="2217"/>
                    <a:pt x="20092" y="2217"/>
                  </a:cubicBezTo>
                  <a:cubicBezTo>
                    <a:pt x="22094" y="2217"/>
                    <a:pt x="24095" y="2258"/>
                    <a:pt x="26088" y="2331"/>
                  </a:cubicBezTo>
                  <a:cubicBezTo>
                    <a:pt x="27731" y="2390"/>
                    <a:pt x="29362" y="2486"/>
                    <a:pt x="30993" y="2581"/>
                  </a:cubicBezTo>
                  <a:cubicBezTo>
                    <a:pt x="31485" y="2609"/>
                    <a:pt x="31981" y="2619"/>
                    <a:pt x="32479" y="2619"/>
                  </a:cubicBezTo>
                  <a:cubicBezTo>
                    <a:pt x="33473" y="2619"/>
                    <a:pt x="34473" y="2577"/>
                    <a:pt x="35458" y="2545"/>
                  </a:cubicBezTo>
                  <a:cubicBezTo>
                    <a:pt x="37207" y="2493"/>
                    <a:pt x="38970" y="2415"/>
                    <a:pt x="40731" y="2415"/>
                  </a:cubicBezTo>
                  <a:cubicBezTo>
                    <a:pt x="41367" y="2415"/>
                    <a:pt x="42003" y="2425"/>
                    <a:pt x="42637" y="2450"/>
                  </a:cubicBezTo>
                  <a:cubicBezTo>
                    <a:pt x="43089" y="2495"/>
                    <a:pt x="43526" y="2512"/>
                    <a:pt x="43950" y="2512"/>
                  </a:cubicBezTo>
                  <a:cubicBezTo>
                    <a:pt x="45447" y="2512"/>
                    <a:pt x="46784" y="2295"/>
                    <a:pt x="48055" y="2295"/>
                  </a:cubicBezTo>
                  <a:cubicBezTo>
                    <a:pt x="48582" y="2299"/>
                    <a:pt x="49110" y="2301"/>
                    <a:pt x="49638" y="2301"/>
                  </a:cubicBezTo>
                  <a:cubicBezTo>
                    <a:pt x="50694" y="2301"/>
                    <a:pt x="51749" y="2295"/>
                    <a:pt x="52805" y="2295"/>
                  </a:cubicBezTo>
                  <a:cubicBezTo>
                    <a:pt x="53057" y="2293"/>
                    <a:pt x="53310" y="2293"/>
                    <a:pt x="53563" y="2293"/>
                  </a:cubicBezTo>
                  <a:cubicBezTo>
                    <a:pt x="54204" y="2293"/>
                    <a:pt x="54849" y="2297"/>
                    <a:pt x="55492" y="2297"/>
                  </a:cubicBezTo>
                  <a:cubicBezTo>
                    <a:pt x="56178" y="2297"/>
                    <a:pt x="56863" y="2292"/>
                    <a:pt x="57544" y="2271"/>
                  </a:cubicBezTo>
                  <a:cubicBezTo>
                    <a:pt x="58830" y="2234"/>
                    <a:pt x="60119" y="2217"/>
                    <a:pt x="61407" y="2217"/>
                  </a:cubicBezTo>
                  <a:cubicBezTo>
                    <a:pt x="63411" y="2217"/>
                    <a:pt x="65415" y="2258"/>
                    <a:pt x="67414" y="2331"/>
                  </a:cubicBezTo>
                  <a:cubicBezTo>
                    <a:pt x="69045" y="2390"/>
                    <a:pt x="70676" y="2486"/>
                    <a:pt x="72308" y="2581"/>
                  </a:cubicBezTo>
                  <a:cubicBezTo>
                    <a:pt x="72831" y="2611"/>
                    <a:pt x="73359" y="2622"/>
                    <a:pt x="73888" y="2622"/>
                  </a:cubicBezTo>
                  <a:cubicBezTo>
                    <a:pt x="74852" y="2622"/>
                    <a:pt x="75819" y="2584"/>
                    <a:pt x="76772" y="2545"/>
                  </a:cubicBezTo>
                  <a:cubicBezTo>
                    <a:pt x="78550" y="2491"/>
                    <a:pt x="80335" y="2410"/>
                    <a:pt x="82116" y="2410"/>
                  </a:cubicBezTo>
                  <a:cubicBezTo>
                    <a:pt x="82685" y="2410"/>
                    <a:pt x="83253" y="2418"/>
                    <a:pt x="83821" y="2438"/>
                  </a:cubicBezTo>
                  <a:cubicBezTo>
                    <a:pt x="84307" y="2491"/>
                    <a:pt x="84774" y="2511"/>
                    <a:pt x="85227" y="2511"/>
                  </a:cubicBezTo>
                  <a:cubicBezTo>
                    <a:pt x="86703" y="2511"/>
                    <a:pt x="88016" y="2295"/>
                    <a:pt x="89274" y="2295"/>
                  </a:cubicBezTo>
                  <a:cubicBezTo>
                    <a:pt x="89802" y="2299"/>
                    <a:pt x="90330" y="2301"/>
                    <a:pt x="90858" y="2301"/>
                  </a:cubicBezTo>
                  <a:cubicBezTo>
                    <a:pt x="91913" y="2301"/>
                    <a:pt x="92969" y="2295"/>
                    <a:pt x="94025" y="2295"/>
                  </a:cubicBezTo>
                  <a:cubicBezTo>
                    <a:pt x="94277" y="2293"/>
                    <a:pt x="94529" y="2293"/>
                    <a:pt x="94782" y="2293"/>
                  </a:cubicBezTo>
                  <a:cubicBezTo>
                    <a:pt x="95424" y="2293"/>
                    <a:pt x="96069" y="2297"/>
                    <a:pt x="96714" y="2297"/>
                  </a:cubicBezTo>
                  <a:cubicBezTo>
                    <a:pt x="97401" y="2297"/>
                    <a:pt x="98089" y="2292"/>
                    <a:pt x="98775" y="2271"/>
                  </a:cubicBezTo>
                  <a:cubicBezTo>
                    <a:pt x="100062" y="2234"/>
                    <a:pt x="101348" y="2217"/>
                    <a:pt x="102635" y="2217"/>
                  </a:cubicBezTo>
                  <a:cubicBezTo>
                    <a:pt x="104634" y="2217"/>
                    <a:pt x="106634" y="2258"/>
                    <a:pt x="108634" y="2331"/>
                  </a:cubicBezTo>
                  <a:cubicBezTo>
                    <a:pt x="110265" y="2390"/>
                    <a:pt x="111896" y="2486"/>
                    <a:pt x="113527" y="2581"/>
                  </a:cubicBezTo>
                  <a:cubicBezTo>
                    <a:pt x="114050" y="2611"/>
                    <a:pt x="114578" y="2622"/>
                    <a:pt x="115107" y="2622"/>
                  </a:cubicBezTo>
                  <a:cubicBezTo>
                    <a:pt x="116071" y="2622"/>
                    <a:pt x="117039" y="2584"/>
                    <a:pt x="117992" y="2545"/>
                  </a:cubicBezTo>
                  <a:cubicBezTo>
                    <a:pt x="119750" y="2493"/>
                    <a:pt x="121509" y="2415"/>
                    <a:pt x="123267" y="2415"/>
                  </a:cubicBezTo>
                  <a:cubicBezTo>
                    <a:pt x="123902" y="2415"/>
                    <a:pt x="124537" y="2425"/>
                    <a:pt x="125171" y="2450"/>
                  </a:cubicBezTo>
                  <a:cubicBezTo>
                    <a:pt x="125624" y="2498"/>
                    <a:pt x="126064" y="2510"/>
                    <a:pt x="126481" y="2510"/>
                  </a:cubicBezTo>
                  <a:lnTo>
                    <a:pt x="126481" y="664"/>
                  </a:lnTo>
                  <a:cubicBezTo>
                    <a:pt x="125910" y="712"/>
                    <a:pt x="125350" y="771"/>
                    <a:pt x="124790" y="831"/>
                  </a:cubicBezTo>
                  <a:cubicBezTo>
                    <a:pt x="123816" y="906"/>
                    <a:pt x="122831" y="935"/>
                    <a:pt x="121847" y="935"/>
                  </a:cubicBezTo>
                  <a:cubicBezTo>
                    <a:pt x="120967" y="935"/>
                    <a:pt x="120089" y="912"/>
                    <a:pt x="119218" y="878"/>
                  </a:cubicBezTo>
                  <a:cubicBezTo>
                    <a:pt x="116468" y="771"/>
                    <a:pt x="113729" y="521"/>
                    <a:pt x="110979" y="354"/>
                  </a:cubicBezTo>
                  <a:cubicBezTo>
                    <a:pt x="108038" y="176"/>
                    <a:pt x="105074" y="116"/>
                    <a:pt x="102121" y="33"/>
                  </a:cubicBezTo>
                  <a:cubicBezTo>
                    <a:pt x="101220" y="11"/>
                    <a:pt x="100290" y="1"/>
                    <a:pt x="99342" y="1"/>
                  </a:cubicBezTo>
                  <a:cubicBezTo>
                    <a:pt x="94040" y="1"/>
                    <a:pt x="88152" y="328"/>
                    <a:pt x="83345" y="843"/>
                  </a:cubicBezTo>
                  <a:cubicBezTo>
                    <a:pt x="82431" y="910"/>
                    <a:pt x="81512" y="936"/>
                    <a:pt x="80592" y="936"/>
                  </a:cubicBezTo>
                  <a:cubicBezTo>
                    <a:pt x="79726" y="936"/>
                    <a:pt x="78859" y="913"/>
                    <a:pt x="77999" y="878"/>
                  </a:cubicBezTo>
                  <a:cubicBezTo>
                    <a:pt x="75248" y="771"/>
                    <a:pt x="72510" y="521"/>
                    <a:pt x="69760" y="354"/>
                  </a:cubicBezTo>
                  <a:cubicBezTo>
                    <a:pt x="66819" y="176"/>
                    <a:pt x="63854" y="116"/>
                    <a:pt x="60901" y="33"/>
                  </a:cubicBezTo>
                  <a:cubicBezTo>
                    <a:pt x="60006" y="11"/>
                    <a:pt x="59082" y="1"/>
                    <a:pt x="58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5955320" y="640471"/>
              <a:ext cx="3188680" cy="113396"/>
            </a:xfrm>
            <a:custGeom>
              <a:avLst/>
              <a:gdLst/>
              <a:ahLst/>
              <a:cxnLst/>
              <a:rect l="l" t="t" r="r" b="b"/>
              <a:pathLst>
                <a:path w="126397" h="3545" extrusionOk="0">
                  <a:moveTo>
                    <a:pt x="20516" y="1"/>
                  </a:moveTo>
                  <a:cubicBezTo>
                    <a:pt x="20241" y="1"/>
                    <a:pt x="19967" y="2"/>
                    <a:pt x="19693" y="4"/>
                  </a:cubicBezTo>
                  <a:cubicBezTo>
                    <a:pt x="18086" y="4"/>
                    <a:pt x="16467" y="63"/>
                    <a:pt x="14859" y="63"/>
                  </a:cubicBezTo>
                  <a:cubicBezTo>
                    <a:pt x="11287" y="73"/>
                    <a:pt x="6946" y="245"/>
                    <a:pt x="3111" y="245"/>
                  </a:cubicBezTo>
                  <a:cubicBezTo>
                    <a:pt x="2293" y="245"/>
                    <a:pt x="1498" y="237"/>
                    <a:pt x="738" y="218"/>
                  </a:cubicBezTo>
                  <a:lnTo>
                    <a:pt x="738" y="218"/>
                  </a:lnTo>
                  <a:cubicBezTo>
                    <a:pt x="846" y="1123"/>
                    <a:pt x="0" y="1599"/>
                    <a:pt x="36" y="2516"/>
                  </a:cubicBezTo>
                  <a:cubicBezTo>
                    <a:pt x="36" y="2623"/>
                    <a:pt x="1179" y="3397"/>
                    <a:pt x="1179" y="3504"/>
                  </a:cubicBezTo>
                  <a:cubicBezTo>
                    <a:pt x="1518" y="3531"/>
                    <a:pt x="1871" y="3542"/>
                    <a:pt x="2234" y="3542"/>
                  </a:cubicBezTo>
                  <a:cubicBezTo>
                    <a:pt x="4846" y="3542"/>
                    <a:pt x="8006" y="2940"/>
                    <a:pt x="10537" y="2940"/>
                  </a:cubicBezTo>
                  <a:cubicBezTo>
                    <a:pt x="10657" y="2940"/>
                    <a:pt x="10777" y="2942"/>
                    <a:pt x="10894" y="2945"/>
                  </a:cubicBezTo>
                  <a:cubicBezTo>
                    <a:pt x="13895" y="3028"/>
                    <a:pt x="16895" y="3171"/>
                    <a:pt x="19896" y="3218"/>
                  </a:cubicBezTo>
                  <a:cubicBezTo>
                    <a:pt x="20592" y="3235"/>
                    <a:pt x="21288" y="3244"/>
                    <a:pt x="21984" y="3244"/>
                  </a:cubicBezTo>
                  <a:cubicBezTo>
                    <a:pt x="22788" y="3244"/>
                    <a:pt x="23592" y="3232"/>
                    <a:pt x="24396" y="3207"/>
                  </a:cubicBezTo>
                  <a:cubicBezTo>
                    <a:pt x="25837" y="3171"/>
                    <a:pt x="27277" y="3087"/>
                    <a:pt x="28718" y="3040"/>
                  </a:cubicBezTo>
                  <a:cubicBezTo>
                    <a:pt x="30088" y="2995"/>
                    <a:pt x="31464" y="2961"/>
                    <a:pt x="32837" y="2961"/>
                  </a:cubicBezTo>
                  <a:cubicBezTo>
                    <a:pt x="34376" y="2961"/>
                    <a:pt x="35911" y="3004"/>
                    <a:pt x="37434" y="3123"/>
                  </a:cubicBezTo>
                  <a:cubicBezTo>
                    <a:pt x="39100" y="3266"/>
                    <a:pt x="40803" y="3457"/>
                    <a:pt x="42494" y="3504"/>
                  </a:cubicBezTo>
                  <a:cubicBezTo>
                    <a:pt x="42833" y="3531"/>
                    <a:pt x="43185" y="3542"/>
                    <a:pt x="43548" y="3542"/>
                  </a:cubicBezTo>
                  <a:cubicBezTo>
                    <a:pt x="46161" y="3542"/>
                    <a:pt x="49321" y="2940"/>
                    <a:pt x="51851" y="2940"/>
                  </a:cubicBezTo>
                  <a:cubicBezTo>
                    <a:pt x="51972" y="2940"/>
                    <a:pt x="52091" y="2942"/>
                    <a:pt x="52209" y="2945"/>
                  </a:cubicBezTo>
                  <a:cubicBezTo>
                    <a:pt x="55210" y="3028"/>
                    <a:pt x="58210" y="3171"/>
                    <a:pt x="61210" y="3230"/>
                  </a:cubicBezTo>
                  <a:cubicBezTo>
                    <a:pt x="61832" y="3240"/>
                    <a:pt x="62453" y="3246"/>
                    <a:pt x="63074" y="3246"/>
                  </a:cubicBezTo>
                  <a:cubicBezTo>
                    <a:pt x="63953" y="3246"/>
                    <a:pt x="64832" y="3234"/>
                    <a:pt x="65711" y="3207"/>
                  </a:cubicBezTo>
                  <a:cubicBezTo>
                    <a:pt x="67152" y="3171"/>
                    <a:pt x="68592" y="3087"/>
                    <a:pt x="70033" y="3040"/>
                  </a:cubicBezTo>
                  <a:cubicBezTo>
                    <a:pt x="71403" y="2995"/>
                    <a:pt x="72779" y="2961"/>
                    <a:pt x="74152" y="2961"/>
                  </a:cubicBezTo>
                  <a:cubicBezTo>
                    <a:pt x="75690" y="2961"/>
                    <a:pt x="77226" y="3004"/>
                    <a:pt x="78748" y="3123"/>
                  </a:cubicBezTo>
                  <a:cubicBezTo>
                    <a:pt x="80391" y="3266"/>
                    <a:pt x="82046" y="3457"/>
                    <a:pt x="83713" y="3504"/>
                  </a:cubicBezTo>
                  <a:cubicBezTo>
                    <a:pt x="84054" y="3531"/>
                    <a:pt x="84408" y="3542"/>
                    <a:pt x="84772" y="3542"/>
                  </a:cubicBezTo>
                  <a:cubicBezTo>
                    <a:pt x="87370" y="3542"/>
                    <a:pt x="90493" y="2951"/>
                    <a:pt x="93013" y="2951"/>
                  </a:cubicBezTo>
                  <a:cubicBezTo>
                    <a:pt x="93153" y="2951"/>
                    <a:pt x="93292" y="2953"/>
                    <a:pt x="93429" y="2956"/>
                  </a:cubicBezTo>
                  <a:cubicBezTo>
                    <a:pt x="96429" y="3028"/>
                    <a:pt x="99429" y="3171"/>
                    <a:pt x="102430" y="3230"/>
                  </a:cubicBezTo>
                  <a:cubicBezTo>
                    <a:pt x="103104" y="3241"/>
                    <a:pt x="103778" y="3247"/>
                    <a:pt x="104453" y="3247"/>
                  </a:cubicBezTo>
                  <a:cubicBezTo>
                    <a:pt x="105279" y="3247"/>
                    <a:pt x="106104" y="3238"/>
                    <a:pt x="106930" y="3218"/>
                  </a:cubicBezTo>
                  <a:cubicBezTo>
                    <a:pt x="108371" y="3171"/>
                    <a:pt x="109812" y="3087"/>
                    <a:pt x="111264" y="3040"/>
                  </a:cubicBezTo>
                  <a:cubicBezTo>
                    <a:pt x="112605" y="2996"/>
                    <a:pt x="113953" y="2962"/>
                    <a:pt x="115300" y="2962"/>
                  </a:cubicBezTo>
                  <a:cubicBezTo>
                    <a:pt x="116861" y="2962"/>
                    <a:pt x="118421" y="3007"/>
                    <a:pt x="119968" y="3135"/>
                  </a:cubicBezTo>
                  <a:cubicBezTo>
                    <a:pt x="121635" y="3266"/>
                    <a:pt x="123337" y="3468"/>
                    <a:pt x="125028" y="3504"/>
                  </a:cubicBezTo>
                  <a:cubicBezTo>
                    <a:pt x="125358" y="3531"/>
                    <a:pt x="125695" y="3544"/>
                    <a:pt x="126044" y="3544"/>
                  </a:cubicBezTo>
                  <a:cubicBezTo>
                    <a:pt x="126160" y="3544"/>
                    <a:pt x="126278" y="3543"/>
                    <a:pt x="126397" y="3540"/>
                  </a:cubicBezTo>
                  <a:lnTo>
                    <a:pt x="126397" y="242"/>
                  </a:lnTo>
                  <a:cubicBezTo>
                    <a:pt x="125778" y="242"/>
                    <a:pt x="125171" y="230"/>
                    <a:pt x="124587" y="218"/>
                  </a:cubicBezTo>
                  <a:cubicBezTo>
                    <a:pt x="124121" y="203"/>
                    <a:pt x="123655" y="197"/>
                    <a:pt x="123188" y="197"/>
                  </a:cubicBezTo>
                  <a:cubicBezTo>
                    <a:pt x="120985" y="197"/>
                    <a:pt x="118777" y="336"/>
                    <a:pt x="116586" y="385"/>
                  </a:cubicBezTo>
                  <a:cubicBezTo>
                    <a:pt x="116242" y="393"/>
                    <a:pt x="115898" y="396"/>
                    <a:pt x="115554" y="396"/>
                  </a:cubicBezTo>
                  <a:cubicBezTo>
                    <a:pt x="112750" y="396"/>
                    <a:pt x="109969" y="160"/>
                    <a:pt x="107168" y="75"/>
                  </a:cubicBezTo>
                  <a:cubicBezTo>
                    <a:pt x="105525" y="28"/>
                    <a:pt x="103870" y="4"/>
                    <a:pt x="102227" y="4"/>
                  </a:cubicBezTo>
                  <a:cubicBezTo>
                    <a:pt x="100620" y="4"/>
                    <a:pt x="99001" y="63"/>
                    <a:pt x="97393" y="63"/>
                  </a:cubicBezTo>
                  <a:cubicBezTo>
                    <a:pt x="93828" y="73"/>
                    <a:pt x="89493" y="240"/>
                    <a:pt x="85652" y="240"/>
                  </a:cubicBezTo>
                  <a:cubicBezTo>
                    <a:pt x="84888" y="240"/>
                    <a:pt x="84143" y="234"/>
                    <a:pt x="83427" y="218"/>
                  </a:cubicBezTo>
                  <a:cubicBezTo>
                    <a:pt x="82959" y="203"/>
                    <a:pt x="82490" y="197"/>
                    <a:pt x="82021" y="197"/>
                  </a:cubicBezTo>
                  <a:cubicBezTo>
                    <a:pt x="79805" y="197"/>
                    <a:pt x="77578" y="336"/>
                    <a:pt x="75367" y="385"/>
                  </a:cubicBezTo>
                  <a:cubicBezTo>
                    <a:pt x="75073" y="390"/>
                    <a:pt x="74780" y="393"/>
                    <a:pt x="74487" y="393"/>
                  </a:cubicBezTo>
                  <a:cubicBezTo>
                    <a:pt x="71631" y="393"/>
                    <a:pt x="68800" y="151"/>
                    <a:pt x="65949" y="75"/>
                  </a:cubicBezTo>
                  <a:cubicBezTo>
                    <a:pt x="64306" y="28"/>
                    <a:pt x="62651" y="4"/>
                    <a:pt x="61008" y="4"/>
                  </a:cubicBezTo>
                  <a:cubicBezTo>
                    <a:pt x="59401" y="4"/>
                    <a:pt x="57781" y="63"/>
                    <a:pt x="56174" y="63"/>
                  </a:cubicBezTo>
                  <a:cubicBezTo>
                    <a:pt x="52602" y="73"/>
                    <a:pt x="48269" y="245"/>
                    <a:pt x="44430" y="245"/>
                  </a:cubicBezTo>
                  <a:cubicBezTo>
                    <a:pt x="43611" y="245"/>
                    <a:pt x="42815" y="237"/>
                    <a:pt x="42053" y="218"/>
                  </a:cubicBezTo>
                  <a:cubicBezTo>
                    <a:pt x="41563" y="203"/>
                    <a:pt x="41073" y="196"/>
                    <a:pt x="40583" y="196"/>
                  </a:cubicBezTo>
                  <a:cubicBezTo>
                    <a:pt x="38403" y="196"/>
                    <a:pt x="36220" y="324"/>
                    <a:pt x="34052" y="373"/>
                  </a:cubicBezTo>
                  <a:cubicBezTo>
                    <a:pt x="33707" y="381"/>
                    <a:pt x="33362" y="384"/>
                    <a:pt x="33018" y="384"/>
                  </a:cubicBezTo>
                  <a:cubicBezTo>
                    <a:pt x="30214" y="384"/>
                    <a:pt x="27434" y="149"/>
                    <a:pt x="24634" y="75"/>
                  </a:cubicBezTo>
                  <a:cubicBezTo>
                    <a:pt x="23265" y="26"/>
                    <a:pt x="21888" y="1"/>
                    <a:pt x="205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6558737" y="512201"/>
              <a:ext cx="450891" cy="22775"/>
            </a:xfrm>
            <a:custGeom>
              <a:avLst/>
              <a:gdLst/>
              <a:ahLst/>
              <a:cxnLst/>
              <a:rect l="l" t="t" r="r" b="b"/>
              <a:pathLst>
                <a:path w="17873" h="712" extrusionOk="0">
                  <a:moveTo>
                    <a:pt x="8582" y="0"/>
                  </a:moveTo>
                  <a:cubicBezTo>
                    <a:pt x="5719" y="0"/>
                    <a:pt x="2853" y="100"/>
                    <a:pt x="1" y="323"/>
                  </a:cubicBezTo>
                  <a:cubicBezTo>
                    <a:pt x="3216" y="489"/>
                    <a:pt x="6430" y="668"/>
                    <a:pt x="9657" y="704"/>
                  </a:cubicBezTo>
                  <a:cubicBezTo>
                    <a:pt x="10037" y="709"/>
                    <a:pt x="10417" y="711"/>
                    <a:pt x="10798" y="711"/>
                  </a:cubicBezTo>
                  <a:cubicBezTo>
                    <a:pt x="13152" y="711"/>
                    <a:pt x="15526" y="610"/>
                    <a:pt x="17872" y="323"/>
                  </a:cubicBezTo>
                  <a:cubicBezTo>
                    <a:pt x="17277" y="287"/>
                    <a:pt x="16670" y="251"/>
                    <a:pt x="16074" y="216"/>
                  </a:cubicBezTo>
                  <a:cubicBezTo>
                    <a:pt x="13586" y="77"/>
                    <a:pt x="11085" y="0"/>
                    <a:pt x="85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6117810" y="912877"/>
              <a:ext cx="375789" cy="13851"/>
            </a:xfrm>
            <a:custGeom>
              <a:avLst/>
              <a:gdLst/>
              <a:ahLst/>
              <a:cxnLst/>
              <a:rect l="l" t="t" r="r" b="b"/>
              <a:pathLst>
                <a:path w="14896" h="433" extrusionOk="0">
                  <a:moveTo>
                    <a:pt x="14895" y="1"/>
                  </a:moveTo>
                  <a:lnTo>
                    <a:pt x="14895" y="1"/>
                  </a:lnTo>
                  <a:cubicBezTo>
                    <a:pt x="14705" y="7"/>
                    <a:pt x="14517" y="7"/>
                    <a:pt x="14330" y="7"/>
                  </a:cubicBezTo>
                  <a:cubicBezTo>
                    <a:pt x="14142" y="7"/>
                    <a:pt x="13955" y="7"/>
                    <a:pt x="13764" y="13"/>
                  </a:cubicBezTo>
                  <a:cubicBezTo>
                    <a:pt x="9180" y="60"/>
                    <a:pt x="4584" y="144"/>
                    <a:pt x="1" y="251"/>
                  </a:cubicBezTo>
                  <a:cubicBezTo>
                    <a:pt x="2004" y="371"/>
                    <a:pt x="4007" y="432"/>
                    <a:pt x="6010" y="432"/>
                  </a:cubicBezTo>
                  <a:cubicBezTo>
                    <a:pt x="7376" y="432"/>
                    <a:pt x="8743" y="404"/>
                    <a:pt x="10109" y="346"/>
                  </a:cubicBezTo>
                  <a:cubicBezTo>
                    <a:pt x="11704" y="275"/>
                    <a:pt x="13300" y="167"/>
                    <a:pt x="148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7601011" y="512201"/>
              <a:ext cx="450866" cy="22775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582" y="0"/>
                  </a:moveTo>
                  <a:cubicBezTo>
                    <a:pt x="5719" y="0"/>
                    <a:pt x="2853" y="100"/>
                    <a:pt x="1" y="323"/>
                  </a:cubicBezTo>
                  <a:cubicBezTo>
                    <a:pt x="3215" y="489"/>
                    <a:pt x="6430" y="668"/>
                    <a:pt x="9657" y="704"/>
                  </a:cubicBezTo>
                  <a:cubicBezTo>
                    <a:pt x="10036" y="709"/>
                    <a:pt x="10417" y="711"/>
                    <a:pt x="10798" y="711"/>
                  </a:cubicBezTo>
                  <a:cubicBezTo>
                    <a:pt x="13152" y="711"/>
                    <a:pt x="15525" y="610"/>
                    <a:pt x="17872" y="323"/>
                  </a:cubicBezTo>
                  <a:cubicBezTo>
                    <a:pt x="17265" y="287"/>
                    <a:pt x="16669" y="251"/>
                    <a:pt x="16074" y="216"/>
                  </a:cubicBezTo>
                  <a:cubicBezTo>
                    <a:pt x="13586" y="77"/>
                    <a:pt x="11085" y="0"/>
                    <a:pt x="85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7160085" y="912877"/>
              <a:ext cx="375764" cy="13851"/>
            </a:xfrm>
            <a:custGeom>
              <a:avLst/>
              <a:gdLst/>
              <a:ahLst/>
              <a:cxnLst/>
              <a:rect l="l" t="t" r="r" b="b"/>
              <a:pathLst>
                <a:path w="14895" h="433" extrusionOk="0">
                  <a:moveTo>
                    <a:pt x="14895" y="1"/>
                  </a:moveTo>
                  <a:lnTo>
                    <a:pt x="14895" y="1"/>
                  </a:lnTo>
                  <a:cubicBezTo>
                    <a:pt x="14704" y="7"/>
                    <a:pt x="14517" y="7"/>
                    <a:pt x="14329" y="7"/>
                  </a:cubicBezTo>
                  <a:cubicBezTo>
                    <a:pt x="14142" y="7"/>
                    <a:pt x="13954" y="7"/>
                    <a:pt x="13764" y="13"/>
                  </a:cubicBezTo>
                  <a:cubicBezTo>
                    <a:pt x="9180" y="60"/>
                    <a:pt x="4584" y="144"/>
                    <a:pt x="0" y="251"/>
                  </a:cubicBezTo>
                  <a:cubicBezTo>
                    <a:pt x="2003" y="371"/>
                    <a:pt x="4007" y="432"/>
                    <a:pt x="6010" y="432"/>
                  </a:cubicBezTo>
                  <a:cubicBezTo>
                    <a:pt x="7376" y="432"/>
                    <a:pt x="8742" y="404"/>
                    <a:pt x="10109" y="346"/>
                  </a:cubicBezTo>
                  <a:cubicBezTo>
                    <a:pt x="11704" y="275"/>
                    <a:pt x="13300" y="167"/>
                    <a:pt x="148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5966723" y="947359"/>
              <a:ext cx="3177277" cy="41808"/>
            </a:xfrm>
            <a:custGeom>
              <a:avLst/>
              <a:gdLst/>
              <a:ahLst/>
              <a:cxnLst/>
              <a:rect l="l" t="t" r="r" b="b"/>
              <a:pathLst>
                <a:path w="125945" h="1307" extrusionOk="0">
                  <a:moveTo>
                    <a:pt x="21155" y="1"/>
                  </a:moveTo>
                  <a:cubicBezTo>
                    <a:pt x="20357" y="1"/>
                    <a:pt x="19560" y="13"/>
                    <a:pt x="18765" y="42"/>
                  </a:cubicBezTo>
                  <a:cubicBezTo>
                    <a:pt x="15912" y="141"/>
                    <a:pt x="13113" y="322"/>
                    <a:pt x="10287" y="322"/>
                  </a:cubicBezTo>
                  <a:cubicBezTo>
                    <a:pt x="9374" y="322"/>
                    <a:pt x="8459" y="303"/>
                    <a:pt x="7537" y="256"/>
                  </a:cubicBezTo>
                  <a:cubicBezTo>
                    <a:pt x="5918" y="173"/>
                    <a:pt x="4299" y="90"/>
                    <a:pt x="2680" y="90"/>
                  </a:cubicBezTo>
                  <a:cubicBezTo>
                    <a:pt x="2346" y="90"/>
                    <a:pt x="787" y="423"/>
                    <a:pt x="120" y="459"/>
                  </a:cubicBezTo>
                  <a:cubicBezTo>
                    <a:pt x="144" y="744"/>
                    <a:pt x="1" y="899"/>
                    <a:pt x="25" y="1197"/>
                  </a:cubicBezTo>
                  <a:cubicBezTo>
                    <a:pt x="151" y="1198"/>
                    <a:pt x="280" y="1198"/>
                    <a:pt x="410" y="1198"/>
                  </a:cubicBezTo>
                  <a:cubicBezTo>
                    <a:pt x="3151" y="1198"/>
                    <a:pt x="6711" y="970"/>
                    <a:pt x="9359" y="959"/>
                  </a:cubicBezTo>
                  <a:cubicBezTo>
                    <a:pt x="10901" y="953"/>
                    <a:pt x="12446" y="944"/>
                    <a:pt x="13991" y="944"/>
                  </a:cubicBezTo>
                  <a:cubicBezTo>
                    <a:pt x="15535" y="944"/>
                    <a:pt x="17080" y="953"/>
                    <a:pt x="18622" y="982"/>
                  </a:cubicBezTo>
                  <a:cubicBezTo>
                    <a:pt x="21670" y="1030"/>
                    <a:pt x="24718" y="1137"/>
                    <a:pt x="27766" y="1197"/>
                  </a:cubicBezTo>
                  <a:cubicBezTo>
                    <a:pt x="30299" y="1257"/>
                    <a:pt x="32835" y="1306"/>
                    <a:pt x="35369" y="1306"/>
                  </a:cubicBezTo>
                  <a:cubicBezTo>
                    <a:pt x="37362" y="1306"/>
                    <a:pt x="39353" y="1275"/>
                    <a:pt x="41339" y="1197"/>
                  </a:cubicBezTo>
                  <a:cubicBezTo>
                    <a:pt x="41466" y="1198"/>
                    <a:pt x="41594" y="1198"/>
                    <a:pt x="41725" y="1198"/>
                  </a:cubicBezTo>
                  <a:cubicBezTo>
                    <a:pt x="44466" y="1198"/>
                    <a:pt x="48026" y="970"/>
                    <a:pt x="50674" y="959"/>
                  </a:cubicBezTo>
                  <a:cubicBezTo>
                    <a:pt x="52216" y="953"/>
                    <a:pt x="53760" y="944"/>
                    <a:pt x="55305" y="944"/>
                  </a:cubicBezTo>
                  <a:cubicBezTo>
                    <a:pt x="56850" y="944"/>
                    <a:pt x="58395" y="953"/>
                    <a:pt x="59937" y="982"/>
                  </a:cubicBezTo>
                  <a:cubicBezTo>
                    <a:pt x="62985" y="1030"/>
                    <a:pt x="66033" y="1137"/>
                    <a:pt x="69081" y="1197"/>
                  </a:cubicBezTo>
                  <a:cubicBezTo>
                    <a:pt x="71607" y="1257"/>
                    <a:pt x="74141" y="1306"/>
                    <a:pt x="76673" y="1306"/>
                  </a:cubicBezTo>
                  <a:cubicBezTo>
                    <a:pt x="78665" y="1306"/>
                    <a:pt x="80656" y="1275"/>
                    <a:pt x="82642" y="1197"/>
                  </a:cubicBezTo>
                  <a:cubicBezTo>
                    <a:pt x="82773" y="1198"/>
                    <a:pt x="82907" y="1198"/>
                    <a:pt x="83042" y="1198"/>
                  </a:cubicBezTo>
                  <a:cubicBezTo>
                    <a:pt x="85757" y="1198"/>
                    <a:pt x="89273" y="981"/>
                    <a:pt x="91893" y="959"/>
                  </a:cubicBezTo>
                  <a:cubicBezTo>
                    <a:pt x="93272" y="953"/>
                    <a:pt x="94654" y="948"/>
                    <a:pt x="96035" y="948"/>
                  </a:cubicBezTo>
                  <a:cubicBezTo>
                    <a:pt x="97743" y="948"/>
                    <a:pt x="99452" y="956"/>
                    <a:pt x="101156" y="982"/>
                  </a:cubicBezTo>
                  <a:cubicBezTo>
                    <a:pt x="104204" y="1030"/>
                    <a:pt x="107252" y="1137"/>
                    <a:pt x="110300" y="1209"/>
                  </a:cubicBezTo>
                  <a:cubicBezTo>
                    <a:pt x="112798" y="1261"/>
                    <a:pt x="115300" y="1307"/>
                    <a:pt x="117799" y="1307"/>
                  </a:cubicBezTo>
                  <a:cubicBezTo>
                    <a:pt x="119826" y="1307"/>
                    <a:pt x="121852" y="1277"/>
                    <a:pt x="123873" y="1197"/>
                  </a:cubicBezTo>
                  <a:cubicBezTo>
                    <a:pt x="124062" y="1200"/>
                    <a:pt x="124255" y="1202"/>
                    <a:pt x="124453" y="1202"/>
                  </a:cubicBezTo>
                  <a:cubicBezTo>
                    <a:pt x="124930" y="1202"/>
                    <a:pt x="125431" y="1193"/>
                    <a:pt x="125945" y="1185"/>
                  </a:cubicBezTo>
                  <a:lnTo>
                    <a:pt x="125945" y="173"/>
                  </a:lnTo>
                  <a:cubicBezTo>
                    <a:pt x="125421" y="256"/>
                    <a:pt x="124707" y="387"/>
                    <a:pt x="124207" y="435"/>
                  </a:cubicBezTo>
                  <a:cubicBezTo>
                    <a:pt x="122797" y="535"/>
                    <a:pt x="121382" y="574"/>
                    <a:pt x="119964" y="574"/>
                  </a:cubicBezTo>
                  <a:cubicBezTo>
                    <a:pt x="114559" y="574"/>
                    <a:pt x="109103" y="1"/>
                    <a:pt x="103692" y="1"/>
                  </a:cubicBezTo>
                  <a:cubicBezTo>
                    <a:pt x="102893" y="1"/>
                    <a:pt x="102095" y="13"/>
                    <a:pt x="101299" y="42"/>
                  </a:cubicBezTo>
                  <a:cubicBezTo>
                    <a:pt x="98446" y="141"/>
                    <a:pt x="95647" y="322"/>
                    <a:pt x="92821" y="322"/>
                  </a:cubicBezTo>
                  <a:cubicBezTo>
                    <a:pt x="91908" y="322"/>
                    <a:pt x="90993" y="303"/>
                    <a:pt x="90071" y="256"/>
                  </a:cubicBezTo>
                  <a:cubicBezTo>
                    <a:pt x="88452" y="173"/>
                    <a:pt x="86833" y="90"/>
                    <a:pt x="85214" y="90"/>
                  </a:cubicBezTo>
                  <a:cubicBezTo>
                    <a:pt x="84880" y="90"/>
                    <a:pt x="83321" y="423"/>
                    <a:pt x="82654" y="459"/>
                  </a:cubicBezTo>
                  <a:cubicBezTo>
                    <a:pt x="81352" y="542"/>
                    <a:pt x="80045" y="575"/>
                    <a:pt x="78735" y="575"/>
                  </a:cubicBezTo>
                  <a:cubicBezTo>
                    <a:pt x="73317" y="575"/>
                    <a:pt x="67843" y="3"/>
                    <a:pt x="62422" y="3"/>
                  </a:cubicBezTo>
                  <a:cubicBezTo>
                    <a:pt x="61640" y="3"/>
                    <a:pt x="60859" y="15"/>
                    <a:pt x="60080" y="42"/>
                  </a:cubicBezTo>
                  <a:cubicBezTo>
                    <a:pt x="57227" y="141"/>
                    <a:pt x="54428" y="322"/>
                    <a:pt x="51601" y="322"/>
                  </a:cubicBezTo>
                  <a:cubicBezTo>
                    <a:pt x="50689" y="322"/>
                    <a:pt x="49773" y="303"/>
                    <a:pt x="48852" y="256"/>
                  </a:cubicBezTo>
                  <a:cubicBezTo>
                    <a:pt x="47233" y="173"/>
                    <a:pt x="45614" y="90"/>
                    <a:pt x="43994" y="90"/>
                  </a:cubicBezTo>
                  <a:cubicBezTo>
                    <a:pt x="43697" y="90"/>
                    <a:pt x="42423" y="363"/>
                    <a:pt x="41673" y="435"/>
                  </a:cubicBezTo>
                  <a:cubicBezTo>
                    <a:pt x="40263" y="535"/>
                    <a:pt x="38848" y="574"/>
                    <a:pt x="37428" y="574"/>
                  </a:cubicBezTo>
                  <a:cubicBezTo>
                    <a:pt x="32022" y="574"/>
                    <a:pt x="26560" y="1"/>
                    <a:pt x="211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5952015" y="1097572"/>
              <a:ext cx="3191985" cy="83935"/>
            </a:xfrm>
            <a:custGeom>
              <a:avLst/>
              <a:gdLst/>
              <a:ahLst/>
              <a:cxnLst/>
              <a:rect l="l" t="t" r="r" b="b"/>
              <a:pathLst>
                <a:path w="126528" h="2624" extrusionOk="0">
                  <a:moveTo>
                    <a:pt x="58041" y="1"/>
                  </a:moveTo>
                  <a:cubicBezTo>
                    <a:pt x="52809" y="1"/>
                    <a:pt x="47010" y="333"/>
                    <a:pt x="42267" y="835"/>
                  </a:cubicBezTo>
                  <a:cubicBezTo>
                    <a:pt x="41293" y="910"/>
                    <a:pt x="40308" y="939"/>
                    <a:pt x="39324" y="939"/>
                  </a:cubicBezTo>
                  <a:cubicBezTo>
                    <a:pt x="38445" y="939"/>
                    <a:pt x="37566" y="916"/>
                    <a:pt x="36695" y="882"/>
                  </a:cubicBezTo>
                  <a:cubicBezTo>
                    <a:pt x="33933" y="775"/>
                    <a:pt x="31195" y="525"/>
                    <a:pt x="28456" y="358"/>
                  </a:cubicBezTo>
                  <a:cubicBezTo>
                    <a:pt x="25515" y="168"/>
                    <a:pt x="22551" y="108"/>
                    <a:pt x="19598" y="37"/>
                  </a:cubicBezTo>
                  <a:cubicBezTo>
                    <a:pt x="18662" y="13"/>
                    <a:pt x="17696" y="1"/>
                    <a:pt x="16709" y="1"/>
                  </a:cubicBezTo>
                  <a:cubicBezTo>
                    <a:pt x="11433" y="1"/>
                    <a:pt x="5586" y="335"/>
                    <a:pt x="822" y="847"/>
                  </a:cubicBezTo>
                  <a:cubicBezTo>
                    <a:pt x="834" y="1549"/>
                    <a:pt x="0" y="1239"/>
                    <a:pt x="0" y="1942"/>
                  </a:cubicBezTo>
                  <a:cubicBezTo>
                    <a:pt x="12" y="2025"/>
                    <a:pt x="1274" y="2359"/>
                    <a:pt x="1286" y="2442"/>
                  </a:cubicBezTo>
                  <a:cubicBezTo>
                    <a:pt x="1754" y="2490"/>
                    <a:pt x="2205" y="2509"/>
                    <a:pt x="2643" y="2509"/>
                  </a:cubicBezTo>
                  <a:cubicBezTo>
                    <a:pt x="4111" y="2509"/>
                    <a:pt x="5421" y="2299"/>
                    <a:pt x="6661" y="2299"/>
                  </a:cubicBezTo>
                  <a:cubicBezTo>
                    <a:pt x="6687" y="2299"/>
                    <a:pt x="6713" y="2299"/>
                    <a:pt x="6739" y="2299"/>
                  </a:cubicBezTo>
                  <a:cubicBezTo>
                    <a:pt x="8323" y="2299"/>
                    <a:pt x="9906" y="2299"/>
                    <a:pt x="11490" y="2287"/>
                  </a:cubicBezTo>
                  <a:cubicBezTo>
                    <a:pt x="12282" y="2287"/>
                    <a:pt x="13073" y="2293"/>
                    <a:pt x="13865" y="2293"/>
                  </a:cubicBezTo>
                  <a:cubicBezTo>
                    <a:pt x="14657" y="2293"/>
                    <a:pt x="15449" y="2287"/>
                    <a:pt x="16240" y="2263"/>
                  </a:cubicBezTo>
                  <a:cubicBezTo>
                    <a:pt x="17501" y="2227"/>
                    <a:pt x="18762" y="2210"/>
                    <a:pt x="20023" y="2210"/>
                  </a:cubicBezTo>
                  <a:cubicBezTo>
                    <a:pt x="22048" y="2210"/>
                    <a:pt x="24074" y="2254"/>
                    <a:pt x="26099" y="2335"/>
                  </a:cubicBezTo>
                  <a:cubicBezTo>
                    <a:pt x="27730" y="2394"/>
                    <a:pt x="29361" y="2490"/>
                    <a:pt x="30992" y="2585"/>
                  </a:cubicBezTo>
                  <a:cubicBezTo>
                    <a:pt x="31488" y="2613"/>
                    <a:pt x="31986" y="2623"/>
                    <a:pt x="32484" y="2623"/>
                  </a:cubicBezTo>
                  <a:cubicBezTo>
                    <a:pt x="33479" y="2623"/>
                    <a:pt x="34477" y="2581"/>
                    <a:pt x="35469" y="2549"/>
                  </a:cubicBezTo>
                  <a:cubicBezTo>
                    <a:pt x="37225" y="2488"/>
                    <a:pt x="38995" y="2407"/>
                    <a:pt x="40758" y="2407"/>
                  </a:cubicBezTo>
                  <a:cubicBezTo>
                    <a:pt x="41385" y="2407"/>
                    <a:pt x="42012" y="2417"/>
                    <a:pt x="42637" y="2442"/>
                  </a:cubicBezTo>
                  <a:cubicBezTo>
                    <a:pt x="43102" y="2490"/>
                    <a:pt x="43550" y="2509"/>
                    <a:pt x="43984" y="2509"/>
                  </a:cubicBezTo>
                  <a:cubicBezTo>
                    <a:pt x="45441" y="2509"/>
                    <a:pt x="46737" y="2299"/>
                    <a:pt x="47976" y="2299"/>
                  </a:cubicBezTo>
                  <a:cubicBezTo>
                    <a:pt x="48002" y="2299"/>
                    <a:pt x="48028" y="2299"/>
                    <a:pt x="48054" y="2299"/>
                  </a:cubicBezTo>
                  <a:cubicBezTo>
                    <a:pt x="49637" y="2299"/>
                    <a:pt x="51221" y="2299"/>
                    <a:pt x="52805" y="2287"/>
                  </a:cubicBezTo>
                  <a:cubicBezTo>
                    <a:pt x="53709" y="2287"/>
                    <a:pt x="54614" y="2295"/>
                    <a:pt x="55519" y="2295"/>
                  </a:cubicBezTo>
                  <a:cubicBezTo>
                    <a:pt x="56198" y="2295"/>
                    <a:pt x="56876" y="2291"/>
                    <a:pt x="57555" y="2275"/>
                  </a:cubicBezTo>
                  <a:cubicBezTo>
                    <a:pt x="58842" y="2238"/>
                    <a:pt x="60128" y="2221"/>
                    <a:pt x="61415" y="2221"/>
                  </a:cubicBezTo>
                  <a:cubicBezTo>
                    <a:pt x="63414" y="2221"/>
                    <a:pt x="65414" y="2262"/>
                    <a:pt x="67413" y="2335"/>
                  </a:cubicBezTo>
                  <a:cubicBezTo>
                    <a:pt x="69045" y="2394"/>
                    <a:pt x="70676" y="2490"/>
                    <a:pt x="72319" y="2585"/>
                  </a:cubicBezTo>
                  <a:cubicBezTo>
                    <a:pt x="72811" y="2613"/>
                    <a:pt x="73307" y="2623"/>
                    <a:pt x="73804" y="2623"/>
                  </a:cubicBezTo>
                  <a:cubicBezTo>
                    <a:pt x="74799" y="2623"/>
                    <a:pt x="75799" y="2581"/>
                    <a:pt x="76784" y="2549"/>
                  </a:cubicBezTo>
                  <a:cubicBezTo>
                    <a:pt x="78552" y="2495"/>
                    <a:pt x="80335" y="2413"/>
                    <a:pt x="82115" y="2413"/>
                  </a:cubicBezTo>
                  <a:cubicBezTo>
                    <a:pt x="82684" y="2413"/>
                    <a:pt x="83252" y="2422"/>
                    <a:pt x="83820" y="2442"/>
                  </a:cubicBezTo>
                  <a:cubicBezTo>
                    <a:pt x="84298" y="2491"/>
                    <a:pt x="84759" y="2510"/>
                    <a:pt x="85206" y="2510"/>
                  </a:cubicBezTo>
                  <a:cubicBezTo>
                    <a:pt x="86694" y="2510"/>
                    <a:pt x="88021" y="2299"/>
                    <a:pt x="89285" y="2299"/>
                  </a:cubicBezTo>
                  <a:cubicBezTo>
                    <a:pt x="90869" y="2299"/>
                    <a:pt x="92440" y="2299"/>
                    <a:pt x="94024" y="2287"/>
                  </a:cubicBezTo>
                  <a:cubicBezTo>
                    <a:pt x="94929" y="2287"/>
                    <a:pt x="95838" y="2295"/>
                    <a:pt x="96744" y="2295"/>
                  </a:cubicBezTo>
                  <a:cubicBezTo>
                    <a:pt x="97423" y="2295"/>
                    <a:pt x="98101" y="2291"/>
                    <a:pt x="98775" y="2275"/>
                  </a:cubicBezTo>
                  <a:cubicBezTo>
                    <a:pt x="100061" y="2238"/>
                    <a:pt x="101349" y="2221"/>
                    <a:pt x="102637" y="2221"/>
                  </a:cubicBezTo>
                  <a:cubicBezTo>
                    <a:pt x="104639" y="2221"/>
                    <a:pt x="106641" y="2262"/>
                    <a:pt x="108633" y="2335"/>
                  </a:cubicBezTo>
                  <a:cubicBezTo>
                    <a:pt x="110276" y="2394"/>
                    <a:pt x="111907" y="2490"/>
                    <a:pt x="113538" y="2585"/>
                  </a:cubicBezTo>
                  <a:cubicBezTo>
                    <a:pt x="114030" y="2613"/>
                    <a:pt x="114527" y="2623"/>
                    <a:pt x="115024" y="2623"/>
                  </a:cubicBezTo>
                  <a:cubicBezTo>
                    <a:pt x="116019" y="2623"/>
                    <a:pt x="117019" y="2581"/>
                    <a:pt x="118003" y="2549"/>
                  </a:cubicBezTo>
                  <a:cubicBezTo>
                    <a:pt x="119760" y="2488"/>
                    <a:pt x="121529" y="2407"/>
                    <a:pt x="123297" y="2407"/>
                  </a:cubicBezTo>
                  <a:cubicBezTo>
                    <a:pt x="123926" y="2407"/>
                    <a:pt x="124555" y="2417"/>
                    <a:pt x="125183" y="2442"/>
                  </a:cubicBezTo>
                  <a:cubicBezTo>
                    <a:pt x="125647" y="2490"/>
                    <a:pt x="126099" y="2513"/>
                    <a:pt x="126528" y="2513"/>
                  </a:cubicBezTo>
                  <a:lnTo>
                    <a:pt x="126528" y="656"/>
                  </a:lnTo>
                  <a:cubicBezTo>
                    <a:pt x="125945" y="716"/>
                    <a:pt x="125361" y="775"/>
                    <a:pt x="124802" y="835"/>
                  </a:cubicBezTo>
                  <a:cubicBezTo>
                    <a:pt x="123827" y="910"/>
                    <a:pt x="122842" y="939"/>
                    <a:pt x="121858" y="939"/>
                  </a:cubicBezTo>
                  <a:cubicBezTo>
                    <a:pt x="120979" y="939"/>
                    <a:pt x="120100" y="916"/>
                    <a:pt x="119229" y="882"/>
                  </a:cubicBezTo>
                  <a:cubicBezTo>
                    <a:pt x="116467" y="775"/>
                    <a:pt x="113729" y="525"/>
                    <a:pt x="110990" y="358"/>
                  </a:cubicBezTo>
                  <a:cubicBezTo>
                    <a:pt x="108050" y="168"/>
                    <a:pt x="105085" y="108"/>
                    <a:pt x="102132" y="37"/>
                  </a:cubicBezTo>
                  <a:cubicBezTo>
                    <a:pt x="101196" y="13"/>
                    <a:pt x="100230" y="1"/>
                    <a:pt x="99243" y="1"/>
                  </a:cubicBezTo>
                  <a:cubicBezTo>
                    <a:pt x="93967" y="1"/>
                    <a:pt x="88121" y="335"/>
                    <a:pt x="83356" y="847"/>
                  </a:cubicBezTo>
                  <a:cubicBezTo>
                    <a:pt x="82443" y="914"/>
                    <a:pt x="81523" y="940"/>
                    <a:pt x="80604" y="940"/>
                  </a:cubicBezTo>
                  <a:cubicBezTo>
                    <a:pt x="79737" y="940"/>
                    <a:pt x="78871" y="917"/>
                    <a:pt x="78010" y="882"/>
                  </a:cubicBezTo>
                  <a:cubicBezTo>
                    <a:pt x="75248" y="775"/>
                    <a:pt x="72509" y="525"/>
                    <a:pt x="69771" y="358"/>
                  </a:cubicBezTo>
                  <a:cubicBezTo>
                    <a:pt x="66830" y="168"/>
                    <a:pt x="63865" y="108"/>
                    <a:pt x="60913" y="37"/>
                  </a:cubicBezTo>
                  <a:cubicBezTo>
                    <a:pt x="59983" y="13"/>
                    <a:pt x="59022" y="1"/>
                    <a:pt x="580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5954412" y="1196990"/>
              <a:ext cx="3189589" cy="113524"/>
            </a:xfrm>
            <a:custGeom>
              <a:avLst/>
              <a:gdLst/>
              <a:ahLst/>
              <a:cxnLst/>
              <a:rect l="l" t="t" r="r" b="b"/>
              <a:pathLst>
                <a:path w="126433" h="3549" extrusionOk="0">
                  <a:moveTo>
                    <a:pt x="19693" y="1"/>
                  </a:moveTo>
                  <a:cubicBezTo>
                    <a:pt x="18074" y="13"/>
                    <a:pt x="16467" y="60"/>
                    <a:pt x="14848" y="72"/>
                  </a:cubicBezTo>
                  <a:cubicBezTo>
                    <a:pt x="11288" y="72"/>
                    <a:pt x="6954" y="242"/>
                    <a:pt x="3114" y="242"/>
                  </a:cubicBezTo>
                  <a:cubicBezTo>
                    <a:pt x="2292" y="242"/>
                    <a:pt x="1492" y="234"/>
                    <a:pt x="727" y="215"/>
                  </a:cubicBezTo>
                  <a:lnTo>
                    <a:pt x="727" y="215"/>
                  </a:lnTo>
                  <a:cubicBezTo>
                    <a:pt x="846" y="1132"/>
                    <a:pt x="1" y="1608"/>
                    <a:pt x="36" y="2525"/>
                  </a:cubicBezTo>
                  <a:cubicBezTo>
                    <a:pt x="36" y="2632"/>
                    <a:pt x="1167" y="3406"/>
                    <a:pt x="1167" y="3513"/>
                  </a:cubicBezTo>
                  <a:cubicBezTo>
                    <a:pt x="1496" y="3537"/>
                    <a:pt x="1837" y="3548"/>
                    <a:pt x="2187" y="3548"/>
                  </a:cubicBezTo>
                  <a:cubicBezTo>
                    <a:pt x="4812" y="3548"/>
                    <a:pt x="7980" y="2949"/>
                    <a:pt x="10531" y="2949"/>
                  </a:cubicBezTo>
                  <a:cubicBezTo>
                    <a:pt x="10654" y="2949"/>
                    <a:pt x="10775" y="2951"/>
                    <a:pt x="10895" y="2953"/>
                  </a:cubicBezTo>
                  <a:cubicBezTo>
                    <a:pt x="13895" y="3025"/>
                    <a:pt x="16884" y="3180"/>
                    <a:pt x="19896" y="3227"/>
                  </a:cubicBezTo>
                  <a:cubicBezTo>
                    <a:pt x="20570" y="3238"/>
                    <a:pt x="21245" y="3244"/>
                    <a:pt x="21919" y="3244"/>
                  </a:cubicBezTo>
                  <a:cubicBezTo>
                    <a:pt x="22745" y="3244"/>
                    <a:pt x="23571" y="3235"/>
                    <a:pt x="24396" y="3215"/>
                  </a:cubicBezTo>
                  <a:cubicBezTo>
                    <a:pt x="25837" y="3180"/>
                    <a:pt x="27278" y="3096"/>
                    <a:pt x="28718" y="3049"/>
                  </a:cubicBezTo>
                  <a:cubicBezTo>
                    <a:pt x="30089" y="2998"/>
                    <a:pt x="31467" y="2961"/>
                    <a:pt x="32845" y="2961"/>
                  </a:cubicBezTo>
                  <a:cubicBezTo>
                    <a:pt x="34376" y="2961"/>
                    <a:pt x="35905" y="3007"/>
                    <a:pt x="37422" y="3132"/>
                  </a:cubicBezTo>
                  <a:cubicBezTo>
                    <a:pt x="39101" y="3263"/>
                    <a:pt x="40791" y="3465"/>
                    <a:pt x="42482" y="3501"/>
                  </a:cubicBezTo>
                  <a:cubicBezTo>
                    <a:pt x="42482" y="3501"/>
                    <a:pt x="42482" y="3513"/>
                    <a:pt x="42482" y="3513"/>
                  </a:cubicBezTo>
                  <a:cubicBezTo>
                    <a:pt x="42810" y="3537"/>
                    <a:pt x="43151" y="3548"/>
                    <a:pt x="43502" y="3548"/>
                  </a:cubicBezTo>
                  <a:cubicBezTo>
                    <a:pt x="46126" y="3548"/>
                    <a:pt x="49295" y="2949"/>
                    <a:pt x="51845" y="2949"/>
                  </a:cubicBezTo>
                  <a:cubicBezTo>
                    <a:pt x="51968" y="2949"/>
                    <a:pt x="52090" y="2951"/>
                    <a:pt x="52209" y="2953"/>
                  </a:cubicBezTo>
                  <a:cubicBezTo>
                    <a:pt x="55210" y="3037"/>
                    <a:pt x="58198" y="3180"/>
                    <a:pt x="61211" y="3227"/>
                  </a:cubicBezTo>
                  <a:cubicBezTo>
                    <a:pt x="61961" y="3239"/>
                    <a:pt x="62711" y="3248"/>
                    <a:pt x="63461" y="3248"/>
                  </a:cubicBezTo>
                  <a:cubicBezTo>
                    <a:pt x="64211" y="3248"/>
                    <a:pt x="64961" y="3239"/>
                    <a:pt x="65711" y="3215"/>
                  </a:cubicBezTo>
                  <a:cubicBezTo>
                    <a:pt x="67152" y="3180"/>
                    <a:pt x="68592" y="3096"/>
                    <a:pt x="70033" y="3049"/>
                  </a:cubicBezTo>
                  <a:cubicBezTo>
                    <a:pt x="71398" y="3004"/>
                    <a:pt x="72770" y="2969"/>
                    <a:pt x="74142" y="2969"/>
                  </a:cubicBezTo>
                  <a:cubicBezTo>
                    <a:pt x="75679" y="2969"/>
                    <a:pt x="77214" y="3013"/>
                    <a:pt x="78737" y="3132"/>
                  </a:cubicBezTo>
                  <a:cubicBezTo>
                    <a:pt x="80380" y="3263"/>
                    <a:pt x="82047" y="3454"/>
                    <a:pt x="83701" y="3501"/>
                  </a:cubicBezTo>
                  <a:cubicBezTo>
                    <a:pt x="83701" y="3501"/>
                    <a:pt x="83713" y="3513"/>
                    <a:pt x="83713" y="3513"/>
                  </a:cubicBezTo>
                  <a:cubicBezTo>
                    <a:pt x="84040" y="3537"/>
                    <a:pt x="84380" y="3548"/>
                    <a:pt x="84730" y="3548"/>
                  </a:cubicBezTo>
                  <a:cubicBezTo>
                    <a:pt x="87346" y="3548"/>
                    <a:pt x="90514" y="2949"/>
                    <a:pt x="93065" y="2949"/>
                  </a:cubicBezTo>
                  <a:cubicBezTo>
                    <a:pt x="93188" y="2949"/>
                    <a:pt x="93309" y="2951"/>
                    <a:pt x="93429" y="2953"/>
                  </a:cubicBezTo>
                  <a:cubicBezTo>
                    <a:pt x="96429" y="3037"/>
                    <a:pt x="99430" y="3180"/>
                    <a:pt x="102430" y="3227"/>
                  </a:cubicBezTo>
                  <a:cubicBezTo>
                    <a:pt x="103180" y="3239"/>
                    <a:pt x="103930" y="3248"/>
                    <a:pt x="104680" y="3248"/>
                  </a:cubicBezTo>
                  <a:cubicBezTo>
                    <a:pt x="105430" y="3248"/>
                    <a:pt x="106180" y="3239"/>
                    <a:pt x="106931" y="3215"/>
                  </a:cubicBezTo>
                  <a:cubicBezTo>
                    <a:pt x="108371" y="3180"/>
                    <a:pt x="109812" y="3096"/>
                    <a:pt x="111253" y="3049"/>
                  </a:cubicBezTo>
                  <a:cubicBezTo>
                    <a:pt x="112617" y="3004"/>
                    <a:pt x="113990" y="2969"/>
                    <a:pt x="115363" y="2969"/>
                  </a:cubicBezTo>
                  <a:cubicBezTo>
                    <a:pt x="116901" y="2969"/>
                    <a:pt x="118439" y="3013"/>
                    <a:pt x="119968" y="3132"/>
                  </a:cubicBezTo>
                  <a:cubicBezTo>
                    <a:pt x="121635" y="3263"/>
                    <a:pt x="123325" y="3465"/>
                    <a:pt x="125016" y="3501"/>
                  </a:cubicBezTo>
                  <a:cubicBezTo>
                    <a:pt x="125016" y="3513"/>
                    <a:pt x="125028" y="3513"/>
                    <a:pt x="125028" y="3513"/>
                  </a:cubicBezTo>
                  <a:cubicBezTo>
                    <a:pt x="125469" y="3549"/>
                    <a:pt x="125945" y="3549"/>
                    <a:pt x="126433" y="3549"/>
                  </a:cubicBezTo>
                  <a:lnTo>
                    <a:pt x="126433" y="251"/>
                  </a:lnTo>
                  <a:cubicBezTo>
                    <a:pt x="125802" y="251"/>
                    <a:pt x="125183" y="239"/>
                    <a:pt x="124576" y="227"/>
                  </a:cubicBezTo>
                  <a:cubicBezTo>
                    <a:pt x="124088" y="212"/>
                    <a:pt x="123600" y="205"/>
                    <a:pt x="123111" y="205"/>
                  </a:cubicBezTo>
                  <a:cubicBezTo>
                    <a:pt x="120938" y="205"/>
                    <a:pt x="118754" y="333"/>
                    <a:pt x="116587" y="382"/>
                  </a:cubicBezTo>
                  <a:cubicBezTo>
                    <a:pt x="116242" y="390"/>
                    <a:pt x="115898" y="393"/>
                    <a:pt x="115555" y="393"/>
                  </a:cubicBezTo>
                  <a:cubicBezTo>
                    <a:pt x="112750" y="393"/>
                    <a:pt x="109969" y="157"/>
                    <a:pt x="107169" y="72"/>
                  </a:cubicBezTo>
                  <a:cubicBezTo>
                    <a:pt x="105808" y="33"/>
                    <a:pt x="104438" y="10"/>
                    <a:pt x="103074" y="10"/>
                  </a:cubicBezTo>
                  <a:cubicBezTo>
                    <a:pt x="102792" y="10"/>
                    <a:pt x="102510" y="11"/>
                    <a:pt x="102228" y="13"/>
                  </a:cubicBezTo>
                  <a:cubicBezTo>
                    <a:pt x="100608" y="13"/>
                    <a:pt x="99001" y="72"/>
                    <a:pt x="97394" y="72"/>
                  </a:cubicBezTo>
                  <a:cubicBezTo>
                    <a:pt x="93819" y="82"/>
                    <a:pt x="89482" y="249"/>
                    <a:pt x="85647" y="249"/>
                  </a:cubicBezTo>
                  <a:cubicBezTo>
                    <a:pt x="84884" y="249"/>
                    <a:pt x="84141" y="243"/>
                    <a:pt x="83428" y="227"/>
                  </a:cubicBezTo>
                  <a:cubicBezTo>
                    <a:pt x="82936" y="212"/>
                    <a:pt x="82443" y="205"/>
                    <a:pt x="81950" y="205"/>
                  </a:cubicBezTo>
                  <a:cubicBezTo>
                    <a:pt x="79757" y="205"/>
                    <a:pt x="77552" y="333"/>
                    <a:pt x="75355" y="382"/>
                  </a:cubicBezTo>
                  <a:cubicBezTo>
                    <a:pt x="75012" y="390"/>
                    <a:pt x="74669" y="393"/>
                    <a:pt x="74327" y="393"/>
                  </a:cubicBezTo>
                  <a:cubicBezTo>
                    <a:pt x="71531" y="393"/>
                    <a:pt x="68749" y="157"/>
                    <a:pt x="65949" y="72"/>
                  </a:cubicBezTo>
                  <a:cubicBezTo>
                    <a:pt x="64588" y="33"/>
                    <a:pt x="63219" y="10"/>
                    <a:pt x="61855" y="10"/>
                  </a:cubicBezTo>
                  <a:cubicBezTo>
                    <a:pt x="61572" y="10"/>
                    <a:pt x="61290" y="11"/>
                    <a:pt x="61008" y="13"/>
                  </a:cubicBezTo>
                  <a:cubicBezTo>
                    <a:pt x="59389" y="13"/>
                    <a:pt x="57782" y="60"/>
                    <a:pt x="56174" y="72"/>
                  </a:cubicBezTo>
                  <a:cubicBezTo>
                    <a:pt x="52560" y="82"/>
                    <a:pt x="48158" y="249"/>
                    <a:pt x="44283" y="249"/>
                  </a:cubicBezTo>
                  <a:cubicBezTo>
                    <a:pt x="43511" y="249"/>
                    <a:pt x="42761" y="243"/>
                    <a:pt x="42042" y="227"/>
                  </a:cubicBezTo>
                  <a:cubicBezTo>
                    <a:pt x="41554" y="212"/>
                    <a:pt x="41066" y="205"/>
                    <a:pt x="40577" y="205"/>
                  </a:cubicBezTo>
                  <a:cubicBezTo>
                    <a:pt x="38403" y="205"/>
                    <a:pt x="36218" y="333"/>
                    <a:pt x="34041" y="382"/>
                  </a:cubicBezTo>
                  <a:cubicBezTo>
                    <a:pt x="33697" y="390"/>
                    <a:pt x="33355" y="393"/>
                    <a:pt x="33012" y="393"/>
                  </a:cubicBezTo>
                  <a:cubicBezTo>
                    <a:pt x="30216" y="393"/>
                    <a:pt x="27435" y="157"/>
                    <a:pt x="24635" y="72"/>
                  </a:cubicBezTo>
                  <a:cubicBezTo>
                    <a:pt x="22980" y="25"/>
                    <a:pt x="21337" y="1"/>
                    <a:pt x="196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6557854" y="1068912"/>
              <a:ext cx="450563" cy="22743"/>
            </a:xfrm>
            <a:custGeom>
              <a:avLst/>
              <a:gdLst/>
              <a:ahLst/>
              <a:cxnLst/>
              <a:rect l="l" t="t" r="r" b="b"/>
              <a:pathLst>
                <a:path w="17860" h="711" extrusionOk="0">
                  <a:moveTo>
                    <a:pt x="8601" y="0"/>
                  </a:moveTo>
                  <a:cubicBezTo>
                    <a:pt x="5731" y="0"/>
                    <a:pt x="2859" y="97"/>
                    <a:pt x="0" y="314"/>
                  </a:cubicBezTo>
                  <a:cubicBezTo>
                    <a:pt x="3215" y="480"/>
                    <a:pt x="6430" y="671"/>
                    <a:pt x="9644" y="707"/>
                  </a:cubicBezTo>
                  <a:cubicBezTo>
                    <a:pt x="9956" y="709"/>
                    <a:pt x="10267" y="711"/>
                    <a:pt x="10579" y="711"/>
                  </a:cubicBezTo>
                  <a:cubicBezTo>
                    <a:pt x="13010" y="711"/>
                    <a:pt x="15454" y="621"/>
                    <a:pt x="17860" y="326"/>
                  </a:cubicBezTo>
                  <a:cubicBezTo>
                    <a:pt x="17264" y="290"/>
                    <a:pt x="16669" y="242"/>
                    <a:pt x="16074" y="207"/>
                  </a:cubicBezTo>
                  <a:cubicBezTo>
                    <a:pt x="13592" y="74"/>
                    <a:pt x="11097" y="0"/>
                    <a:pt x="8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6116902" y="1469683"/>
              <a:ext cx="375789" cy="13467"/>
            </a:xfrm>
            <a:custGeom>
              <a:avLst/>
              <a:gdLst/>
              <a:ahLst/>
              <a:cxnLst/>
              <a:rect l="l" t="t" r="r" b="b"/>
              <a:pathLst>
                <a:path w="14896" h="421" extrusionOk="0">
                  <a:moveTo>
                    <a:pt x="14896" y="1"/>
                  </a:moveTo>
                  <a:cubicBezTo>
                    <a:pt x="14515" y="1"/>
                    <a:pt x="14134" y="1"/>
                    <a:pt x="13753" y="12"/>
                  </a:cubicBezTo>
                  <a:cubicBezTo>
                    <a:pt x="9169" y="48"/>
                    <a:pt x="4585" y="143"/>
                    <a:pt x="1" y="239"/>
                  </a:cubicBezTo>
                  <a:cubicBezTo>
                    <a:pt x="1997" y="359"/>
                    <a:pt x="4002" y="420"/>
                    <a:pt x="6004" y="420"/>
                  </a:cubicBezTo>
                  <a:cubicBezTo>
                    <a:pt x="7371" y="420"/>
                    <a:pt x="8736" y="392"/>
                    <a:pt x="10097" y="334"/>
                  </a:cubicBezTo>
                  <a:cubicBezTo>
                    <a:pt x="11693" y="274"/>
                    <a:pt x="13300" y="167"/>
                    <a:pt x="148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7600103" y="1068912"/>
              <a:ext cx="450588" cy="22743"/>
            </a:xfrm>
            <a:custGeom>
              <a:avLst/>
              <a:gdLst/>
              <a:ahLst/>
              <a:cxnLst/>
              <a:rect l="l" t="t" r="r" b="b"/>
              <a:pathLst>
                <a:path w="17861" h="711" extrusionOk="0">
                  <a:moveTo>
                    <a:pt x="8601" y="0"/>
                  </a:moveTo>
                  <a:cubicBezTo>
                    <a:pt x="5732" y="0"/>
                    <a:pt x="2860" y="97"/>
                    <a:pt x="1" y="314"/>
                  </a:cubicBezTo>
                  <a:cubicBezTo>
                    <a:pt x="3216" y="480"/>
                    <a:pt x="6430" y="671"/>
                    <a:pt x="9645" y="707"/>
                  </a:cubicBezTo>
                  <a:cubicBezTo>
                    <a:pt x="9956" y="709"/>
                    <a:pt x="10268" y="711"/>
                    <a:pt x="10580" y="711"/>
                  </a:cubicBezTo>
                  <a:cubicBezTo>
                    <a:pt x="13011" y="711"/>
                    <a:pt x="15454" y="621"/>
                    <a:pt x="17860" y="326"/>
                  </a:cubicBezTo>
                  <a:cubicBezTo>
                    <a:pt x="17265" y="290"/>
                    <a:pt x="16670" y="242"/>
                    <a:pt x="16074" y="207"/>
                  </a:cubicBezTo>
                  <a:cubicBezTo>
                    <a:pt x="13593" y="74"/>
                    <a:pt x="11098" y="0"/>
                    <a:pt x="8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7159176" y="1469683"/>
              <a:ext cx="375789" cy="13467"/>
            </a:xfrm>
            <a:custGeom>
              <a:avLst/>
              <a:gdLst/>
              <a:ahLst/>
              <a:cxnLst/>
              <a:rect l="l" t="t" r="r" b="b"/>
              <a:pathLst>
                <a:path w="14896" h="421" extrusionOk="0">
                  <a:moveTo>
                    <a:pt x="14895" y="1"/>
                  </a:moveTo>
                  <a:cubicBezTo>
                    <a:pt x="14514" y="1"/>
                    <a:pt x="14133" y="1"/>
                    <a:pt x="13752" y="12"/>
                  </a:cubicBezTo>
                  <a:cubicBezTo>
                    <a:pt x="9168" y="48"/>
                    <a:pt x="4584" y="143"/>
                    <a:pt x="1" y="239"/>
                  </a:cubicBezTo>
                  <a:cubicBezTo>
                    <a:pt x="1997" y="359"/>
                    <a:pt x="4001" y="420"/>
                    <a:pt x="6004" y="420"/>
                  </a:cubicBezTo>
                  <a:cubicBezTo>
                    <a:pt x="7370" y="420"/>
                    <a:pt x="8736" y="392"/>
                    <a:pt x="10097" y="334"/>
                  </a:cubicBezTo>
                  <a:cubicBezTo>
                    <a:pt x="11692" y="274"/>
                    <a:pt x="13300" y="167"/>
                    <a:pt x="148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5965815" y="1504134"/>
              <a:ext cx="3178186" cy="41648"/>
            </a:xfrm>
            <a:custGeom>
              <a:avLst/>
              <a:gdLst/>
              <a:ahLst/>
              <a:cxnLst/>
              <a:rect l="l" t="t" r="r" b="b"/>
              <a:pathLst>
                <a:path w="125981" h="1302" extrusionOk="0">
                  <a:moveTo>
                    <a:pt x="62508" y="0"/>
                  </a:moveTo>
                  <a:cubicBezTo>
                    <a:pt x="61693" y="0"/>
                    <a:pt x="60880" y="13"/>
                    <a:pt x="60068" y="43"/>
                  </a:cubicBezTo>
                  <a:cubicBezTo>
                    <a:pt x="57200" y="142"/>
                    <a:pt x="54387" y="317"/>
                    <a:pt x="51545" y="317"/>
                  </a:cubicBezTo>
                  <a:cubicBezTo>
                    <a:pt x="50647" y="317"/>
                    <a:pt x="49747" y="300"/>
                    <a:pt x="48840" y="257"/>
                  </a:cubicBezTo>
                  <a:cubicBezTo>
                    <a:pt x="47233" y="174"/>
                    <a:pt x="45602" y="90"/>
                    <a:pt x="43983" y="90"/>
                  </a:cubicBezTo>
                  <a:cubicBezTo>
                    <a:pt x="43697" y="90"/>
                    <a:pt x="42411" y="352"/>
                    <a:pt x="41673" y="436"/>
                  </a:cubicBezTo>
                  <a:cubicBezTo>
                    <a:pt x="40278" y="532"/>
                    <a:pt x="38877" y="571"/>
                    <a:pt x="37472" y="571"/>
                  </a:cubicBezTo>
                  <a:cubicBezTo>
                    <a:pt x="32058" y="571"/>
                    <a:pt x="26588" y="1"/>
                    <a:pt x="21168" y="1"/>
                  </a:cubicBezTo>
                  <a:cubicBezTo>
                    <a:pt x="20362" y="1"/>
                    <a:pt x="19557" y="14"/>
                    <a:pt x="18753" y="43"/>
                  </a:cubicBezTo>
                  <a:cubicBezTo>
                    <a:pt x="15900" y="142"/>
                    <a:pt x="13102" y="322"/>
                    <a:pt x="10275" y="322"/>
                  </a:cubicBezTo>
                  <a:cubicBezTo>
                    <a:pt x="9363" y="322"/>
                    <a:pt x="8447" y="304"/>
                    <a:pt x="7526" y="257"/>
                  </a:cubicBezTo>
                  <a:cubicBezTo>
                    <a:pt x="5918" y="174"/>
                    <a:pt x="4287" y="90"/>
                    <a:pt x="2668" y="90"/>
                  </a:cubicBezTo>
                  <a:cubicBezTo>
                    <a:pt x="2347" y="90"/>
                    <a:pt x="775" y="424"/>
                    <a:pt x="108" y="448"/>
                  </a:cubicBezTo>
                  <a:cubicBezTo>
                    <a:pt x="132" y="745"/>
                    <a:pt x="1" y="900"/>
                    <a:pt x="25" y="1198"/>
                  </a:cubicBezTo>
                  <a:cubicBezTo>
                    <a:pt x="151" y="1199"/>
                    <a:pt x="279" y="1199"/>
                    <a:pt x="409" y="1199"/>
                  </a:cubicBezTo>
                  <a:cubicBezTo>
                    <a:pt x="3140" y="1199"/>
                    <a:pt x="6699" y="971"/>
                    <a:pt x="9347" y="960"/>
                  </a:cubicBezTo>
                  <a:cubicBezTo>
                    <a:pt x="10895" y="948"/>
                    <a:pt x="12440" y="939"/>
                    <a:pt x="13983" y="939"/>
                  </a:cubicBezTo>
                  <a:cubicBezTo>
                    <a:pt x="15527" y="939"/>
                    <a:pt x="17069" y="948"/>
                    <a:pt x="18610" y="971"/>
                  </a:cubicBezTo>
                  <a:cubicBezTo>
                    <a:pt x="21658" y="1031"/>
                    <a:pt x="24706" y="1138"/>
                    <a:pt x="27754" y="1198"/>
                  </a:cubicBezTo>
                  <a:cubicBezTo>
                    <a:pt x="30254" y="1257"/>
                    <a:pt x="32758" y="1302"/>
                    <a:pt x="35261" y="1302"/>
                  </a:cubicBezTo>
                  <a:cubicBezTo>
                    <a:pt x="37288" y="1302"/>
                    <a:pt x="39315" y="1272"/>
                    <a:pt x="41339" y="1198"/>
                  </a:cubicBezTo>
                  <a:cubicBezTo>
                    <a:pt x="41465" y="1199"/>
                    <a:pt x="41593" y="1199"/>
                    <a:pt x="41723" y="1199"/>
                  </a:cubicBezTo>
                  <a:cubicBezTo>
                    <a:pt x="44454" y="1199"/>
                    <a:pt x="48014" y="971"/>
                    <a:pt x="50662" y="960"/>
                  </a:cubicBezTo>
                  <a:cubicBezTo>
                    <a:pt x="52210" y="948"/>
                    <a:pt x="53755" y="939"/>
                    <a:pt x="55298" y="939"/>
                  </a:cubicBezTo>
                  <a:cubicBezTo>
                    <a:pt x="56841" y="939"/>
                    <a:pt x="58383" y="948"/>
                    <a:pt x="59925" y="971"/>
                  </a:cubicBezTo>
                  <a:cubicBezTo>
                    <a:pt x="62973" y="1031"/>
                    <a:pt x="66021" y="1138"/>
                    <a:pt x="69069" y="1198"/>
                  </a:cubicBezTo>
                  <a:cubicBezTo>
                    <a:pt x="71569" y="1257"/>
                    <a:pt x="74069" y="1302"/>
                    <a:pt x="76567" y="1302"/>
                  </a:cubicBezTo>
                  <a:cubicBezTo>
                    <a:pt x="78590" y="1302"/>
                    <a:pt x="80611" y="1272"/>
                    <a:pt x="82630" y="1198"/>
                  </a:cubicBezTo>
                  <a:cubicBezTo>
                    <a:pt x="82756" y="1199"/>
                    <a:pt x="82884" y="1199"/>
                    <a:pt x="83014" y="1199"/>
                  </a:cubicBezTo>
                  <a:cubicBezTo>
                    <a:pt x="85741" y="1199"/>
                    <a:pt x="89257" y="971"/>
                    <a:pt x="91893" y="960"/>
                  </a:cubicBezTo>
                  <a:cubicBezTo>
                    <a:pt x="93435" y="954"/>
                    <a:pt x="94977" y="945"/>
                    <a:pt x="96519" y="945"/>
                  </a:cubicBezTo>
                  <a:cubicBezTo>
                    <a:pt x="98061" y="945"/>
                    <a:pt x="99603" y="954"/>
                    <a:pt x="101145" y="983"/>
                  </a:cubicBezTo>
                  <a:cubicBezTo>
                    <a:pt x="104193" y="1031"/>
                    <a:pt x="107241" y="1138"/>
                    <a:pt x="110289" y="1198"/>
                  </a:cubicBezTo>
                  <a:cubicBezTo>
                    <a:pt x="112789" y="1257"/>
                    <a:pt x="115292" y="1302"/>
                    <a:pt x="117795" y="1302"/>
                  </a:cubicBezTo>
                  <a:cubicBezTo>
                    <a:pt x="119822" y="1302"/>
                    <a:pt x="121849" y="1272"/>
                    <a:pt x="123874" y="1198"/>
                  </a:cubicBezTo>
                  <a:cubicBezTo>
                    <a:pt x="124049" y="1201"/>
                    <a:pt x="124229" y="1202"/>
                    <a:pt x="124412" y="1202"/>
                  </a:cubicBezTo>
                  <a:cubicBezTo>
                    <a:pt x="124913" y="1202"/>
                    <a:pt x="125441" y="1191"/>
                    <a:pt x="125981" y="1174"/>
                  </a:cubicBezTo>
                  <a:lnTo>
                    <a:pt x="125981" y="162"/>
                  </a:lnTo>
                  <a:cubicBezTo>
                    <a:pt x="125457" y="245"/>
                    <a:pt x="124707" y="388"/>
                    <a:pt x="124207" y="436"/>
                  </a:cubicBezTo>
                  <a:cubicBezTo>
                    <a:pt x="122812" y="532"/>
                    <a:pt x="121411" y="571"/>
                    <a:pt x="120006" y="571"/>
                  </a:cubicBezTo>
                  <a:cubicBezTo>
                    <a:pt x="114592" y="571"/>
                    <a:pt x="109122" y="1"/>
                    <a:pt x="103702" y="1"/>
                  </a:cubicBezTo>
                  <a:cubicBezTo>
                    <a:pt x="102896" y="1"/>
                    <a:pt x="102091" y="14"/>
                    <a:pt x="101287" y="43"/>
                  </a:cubicBezTo>
                  <a:cubicBezTo>
                    <a:pt x="98419" y="142"/>
                    <a:pt x="95606" y="317"/>
                    <a:pt x="92765" y="317"/>
                  </a:cubicBezTo>
                  <a:cubicBezTo>
                    <a:pt x="91867" y="317"/>
                    <a:pt x="90966" y="300"/>
                    <a:pt x="90060" y="257"/>
                  </a:cubicBezTo>
                  <a:cubicBezTo>
                    <a:pt x="88453" y="174"/>
                    <a:pt x="86833" y="90"/>
                    <a:pt x="85202" y="90"/>
                  </a:cubicBezTo>
                  <a:cubicBezTo>
                    <a:pt x="84881" y="90"/>
                    <a:pt x="83309" y="424"/>
                    <a:pt x="82642" y="448"/>
                  </a:cubicBezTo>
                  <a:cubicBezTo>
                    <a:pt x="81339" y="531"/>
                    <a:pt x="80031" y="564"/>
                    <a:pt x="78720" y="564"/>
                  </a:cubicBezTo>
                  <a:cubicBezTo>
                    <a:pt x="73335" y="564"/>
                    <a:pt x="67896" y="0"/>
                    <a:pt x="625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5951107" y="1654347"/>
              <a:ext cx="3192893" cy="83679"/>
            </a:xfrm>
            <a:custGeom>
              <a:avLst/>
              <a:gdLst/>
              <a:ahLst/>
              <a:cxnLst/>
              <a:rect l="l" t="t" r="r" b="b"/>
              <a:pathLst>
                <a:path w="126564" h="2616" extrusionOk="0">
                  <a:moveTo>
                    <a:pt x="57966" y="1"/>
                  </a:moveTo>
                  <a:cubicBezTo>
                    <a:pt x="52753" y="1"/>
                    <a:pt x="46989" y="324"/>
                    <a:pt x="42256" y="824"/>
                  </a:cubicBezTo>
                  <a:cubicBezTo>
                    <a:pt x="41281" y="899"/>
                    <a:pt x="40296" y="928"/>
                    <a:pt x="39312" y="928"/>
                  </a:cubicBezTo>
                  <a:cubicBezTo>
                    <a:pt x="38433" y="928"/>
                    <a:pt x="37554" y="905"/>
                    <a:pt x="36684" y="871"/>
                  </a:cubicBezTo>
                  <a:cubicBezTo>
                    <a:pt x="33933" y="776"/>
                    <a:pt x="31195" y="526"/>
                    <a:pt x="28445" y="347"/>
                  </a:cubicBezTo>
                  <a:cubicBezTo>
                    <a:pt x="25504" y="169"/>
                    <a:pt x="22539" y="109"/>
                    <a:pt x="19586" y="38"/>
                  </a:cubicBezTo>
                  <a:cubicBezTo>
                    <a:pt x="18651" y="13"/>
                    <a:pt x="17684" y="2"/>
                    <a:pt x="16696" y="2"/>
                  </a:cubicBezTo>
                  <a:cubicBezTo>
                    <a:pt x="11429" y="2"/>
                    <a:pt x="5585" y="334"/>
                    <a:pt x="822" y="836"/>
                  </a:cubicBezTo>
                  <a:cubicBezTo>
                    <a:pt x="834" y="1538"/>
                    <a:pt x="1" y="1240"/>
                    <a:pt x="1" y="1943"/>
                  </a:cubicBezTo>
                  <a:cubicBezTo>
                    <a:pt x="12" y="2014"/>
                    <a:pt x="1275" y="2360"/>
                    <a:pt x="1275" y="2443"/>
                  </a:cubicBezTo>
                  <a:cubicBezTo>
                    <a:pt x="1741" y="2491"/>
                    <a:pt x="2191" y="2510"/>
                    <a:pt x="2627" y="2510"/>
                  </a:cubicBezTo>
                  <a:cubicBezTo>
                    <a:pt x="4128" y="2510"/>
                    <a:pt x="5466" y="2288"/>
                    <a:pt x="6740" y="2288"/>
                  </a:cubicBezTo>
                  <a:cubicBezTo>
                    <a:pt x="7267" y="2292"/>
                    <a:pt x="7795" y="2293"/>
                    <a:pt x="8323" y="2293"/>
                  </a:cubicBezTo>
                  <a:cubicBezTo>
                    <a:pt x="9379" y="2293"/>
                    <a:pt x="10434" y="2288"/>
                    <a:pt x="11490" y="2288"/>
                  </a:cubicBezTo>
                  <a:cubicBezTo>
                    <a:pt x="11742" y="2286"/>
                    <a:pt x="11995" y="2286"/>
                    <a:pt x="12248" y="2286"/>
                  </a:cubicBezTo>
                  <a:cubicBezTo>
                    <a:pt x="12889" y="2286"/>
                    <a:pt x="13534" y="2290"/>
                    <a:pt x="14177" y="2290"/>
                  </a:cubicBezTo>
                  <a:cubicBezTo>
                    <a:pt x="14863" y="2290"/>
                    <a:pt x="15548" y="2285"/>
                    <a:pt x="16229" y="2264"/>
                  </a:cubicBezTo>
                  <a:cubicBezTo>
                    <a:pt x="17515" y="2227"/>
                    <a:pt x="18804" y="2210"/>
                    <a:pt x="20092" y="2210"/>
                  </a:cubicBezTo>
                  <a:cubicBezTo>
                    <a:pt x="22094" y="2210"/>
                    <a:pt x="24095" y="2251"/>
                    <a:pt x="26087" y="2324"/>
                  </a:cubicBezTo>
                  <a:cubicBezTo>
                    <a:pt x="27730" y="2395"/>
                    <a:pt x="29361" y="2491"/>
                    <a:pt x="30993" y="2574"/>
                  </a:cubicBezTo>
                  <a:cubicBezTo>
                    <a:pt x="31529" y="2604"/>
                    <a:pt x="32069" y="2616"/>
                    <a:pt x="32611" y="2616"/>
                  </a:cubicBezTo>
                  <a:cubicBezTo>
                    <a:pt x="33562" y="2616"/>
                    <a:pt x="34517" y="2580"/>
                    <a:pt x="35457" y="2550"/>
                  </a:cubicBezTo>
                  <a:cubicBezTo>
                    <a:pt x="37223" y="2489"/>
                    <a:pt x="38988" y="2408"/>
                    <a:pt x="40753" y="2408"/>
                  </a:cubicBezTo>
                  <a:cubicBezTo>
                    <a:pt x="41381" y="2408"/>
                    <a:pt x="42009" y="2418"/>
                    <a:pt x="42637" y="2443"/>
                  </a:cubicBezTo>
                  <a:cubicBezTo>
                    <a:pt x="43099" y="2491"/>
                    <a:pt x="43546" y="2510"/>
                    <a:pt x="43979" y="2510"/>
                  </a:cubicBezTo>
                  <a:cubicBezTo>
                    <a:pt x="45434" y="2510"/>
                    <a:pt x="46737" y="2300"/>
                    <a:pt x="47976" y="2300"/>
                  </a:cubicBezTo>
                  <a:cubicBezTo>
                    <a:pt x="48002" y="2300"/>
                    <a:pt x="48028" y="2300"/>
                    <a:pt x="48054" y="2300"/>
                  </a:cubicBezTo>
                  <a:cubicBezTo>
                    <a:pt x="49638" y="2300"/>
                    <a:pt x="51221" y="2300"/>
                    <a:pt x="52805" y="2288"/>
                  </a:cubicBezTo>
                  <a:cubicBezTo>
                    <a:pt x="53057" y="2286"/>
                    <a:pt x="53309" y="2286"/>
                    <a:pt x="53562" y="2286"/>
                  </a:cubicBezTo>
                  <a:cubicBezTo>
                    <a:pt x="54204" y="2286"/>
                    <a:pt x="54848" y="2290"/>
                    <a:pt x="55492" y="2290"/>
                  </a:cubicBezTo>
                  <a:cubicBezTo>
                    <a:pt x="56178" y="2290"/>
                    <a:pt x="56863" y="2285"/>
                    <a:pt x="57543" y="2264"/>
                  </a:cubicBezTo>
                  <a:cubicBezTo>
                    <a:pt x="58804" y="2228"/>
                    <a:pt x="60067" y="2210"/>
                    <a:pt x="61330" y="2210"/>
                  </a:cubicBezTo>
                  <a:cubicBezTo>
                    <a:pt x="63359" y="2210"/>
                    <a:pt x="65389" y="2255"/>
                    <a:pt x="67414" y="2336"/>
                  </a:cubicBezTo>
                  <a:cubicBezTo>
                    <a:pt x="69045" y="2395"/>
                    <a:pt x="70676" y="2491"/>
                    <a:pt x="72307" y="2574"/>
                  </a:cubicBezTo>
                  <a:cubicBezTo>
                    <a:pt x="72843" y="2604"/>
                    <a:pt x="73384" y="2616"/>
                    <a:pt x="73926" y="2616"/>
                  </a:cubicBezTo>
                  <a:cubicBezTo>
                    <a:pt x="74877" y="2616"/>
                    <a:pt x="75832" y="2580"/>
                    <a:pt x="76772" y="2550"/>
                  </a:cubicBezTo>
                  <a:cubicBezTo>
                    <a:pt x="78502" y="2489"/>
                    <a:pt x="80239" y="2408"/>
                    <a:pt x="81972" y="2408"/>
                  </a:cubicBezTo>
                  <a:cubicBezTo>
                    <a:pt x="82589" y="2408"/>
                    <a:pt x="83205" y="2418"/>
                    <a:pt x="83821" y="2443"/>
                  </a:cubicBezTo>
                  <a:cubicBezTo>
                    <a:pt x="84288" y="2491"/>
                    <a:pt x="84739" y="2510"/>
                    <a:pt x="85176" y="2510"/>
                  </a:cubicBezTo>
                  <a:cubicBezTo>
                    <a:pt x="86642" y="2510"/>
                    <a:pt x="87947" y="2300"/>
                    <a:pt x="89195" y="2300"/>
                  </a:cubicBezTo>
                  <a:cubicBezTo>
                    <a:pt x="89221" y="2300"/>
                    <a:pt x="89247" y="2300"/>
                    <a:pt x="89274" y="2300"/>
                  </a:cubicBezTo>
                  <a:cubicBezTo>
                    <a:pt x="90857" y="2300"/>
                    <a:pt x="92441" y="2300"/>
                    <a:pt x="94024" y="2288"/>
                  </a:cubicBezTo>
                  <a:cubicBezTo>
                    <a:pt x="94276" y="2286"/>
                    <a:pt x="94529" y="2286"/>
                    <a:pt x="94782" y="2286"/>
                  </a:cubicBezTo>
                  <a:cubicBezTo>
                    <a:pt x="95424" y="2286"/>
                    <a:pt x="96068" y="2290"/>
                    <a:pt x="96714" y="2290"/>
                  </a:cubicBezTo>
                  <a:cubicBezTo>
                    <a:pt x="97401" y="2290"/>
                    <a:pt x="98089" y="2285"/>
                    <a:pt x="98775" y="2264"/>
                  </a:cubicBezTo>
                  <a:cubicBezTo>
                    <a:pt x="100036" y="2228"/>
                    <a:pt x="101297" y="2210"/>
                    <a:pt x="102558" y="2210"/>
                  </a:cubicBezTo>
                  <a:cubicBezTo>
                    <a:pt x="104583" y="2210"/>
                    <a:pt x="106608" y="2255"/>
                    <a:pt x="108633" y="2336"/>
                  </a:cubicBezTo>
                  <a:cubicBezTo>
                    <a:pt x="110264" y="2395"/>
                    <a:pt x="111896" y="2491"/>
                    <a:pt x="113527" y="2574"/>
                  </a:cubicBezTo>
                  <a:cubicBezTo>
                    <a:pt x="114067" y="2604"/>
                    <a:pt x="114609" y="2616"/>
                    <a:pt x="115151" y="2616"/>
                  </a:cubicBezTo>
                  <a:cubicBezTo>
                    <a:pt x="116103" y="2616"/>
                    <a:pt x="117055" y="2580"/>
                    <a:pt x="118003" y="2550"/>
                  </a:cubicBezTo>
                  <a:cubicBezTo>
                    <a:pt x="119760" y="2489"/>
                    <a:pt x="121529" y="2408"/>
                    <a:pt x="123293" y="2408"/>
                  </a:cubicBezTo>
                  <a:cubicBezTo>
                    <a:pt x="123920" y="2408"/>
                    <a:pt x="124546" y="2418"/>
                    <a:pt x="125171" y="2443"/>
                  </a:cubicBezTo>
                  <a:cubicBezTo>
                    <a:pt x="125575" y="2482"/>
                    <a:pt x="125963" y="2505"/>
                    <a:pt x="126335" y="2505"/>
                  </a:cubicBezTo>
                  <a:cubicBezTo>
                    <a:pt x="126412" y="2505"/>
                    <a:pt x="126488" y="2504"/>
                    <a:pt x="126564" y="2502"/>
                  </a:cubicBezTo>
                  <a:lnTo>
                    <a:pt x="126564" y="657"/>
                  </a:lnTo>
                  <a:cubicBezTo>
                    <a:pt x="125969" y="705"/>
                    <a:pt x="125373" y="764"/>
                    <a:pt x="124790" y="824"/>
                  </a:cubicBezTo>
                  <a:cubicBezTo>
                    <a:pt x="123815" y="899"/>
                    <a:pt x="122830" y="928"/>
                    <a:pt x="121846" y="928"/>
                  </a:cubicBezTo>
                  <a:cubicBezTo>
                    <a:pt x="120967" y="928"/>
                    <a:pt x="120089" y="905"/>
                    <a:pt x="119218" y="871"/>
                  </a:cubicBezTo>
                  <a:cubicBezTo>
                    <a:pt x="116468" y="776"/>
                    <a:pt x="113729" y="526"/>
                    <a:pt x="110979" y="347"/>
                  </a:cubicBezTo>
                  <a:cubicBezTo>
                    <a:pt x="108038" y="169"/>
                    <a:pt x="105073" y="109"/>
                    <a:pt x="102120" y="38"/>
                  </a:cubicBezTo>
                  <a:cubicBezTo>
                    <a:pt x="101185" y="13"/>
                    <a:pt x="100218" y="2"/>
                    <a:pt x="99231" y="2"/>
                  </a:cubicBezTo>
                  <a:cubicBezTo>
                    <a:pt x="93963" y="2"/>
                    <a:pt x="88119" y="334"/>
                    <a:pt x="83356" y="836"/>
                  </a:cubicBezTo>
                  <a:lnTo>
                    <a:pt x="83356" y="847"/>
                  </a:lnTo>
                  <a:cubicBezTo>
                    <a:pt x="82469" y="907"/>
                    <a:pt x="81573" y="931"/>
                    <a:pt x="80677" y="931"/>
                  </a:cubicBezTo>
                  <a:cubicBezTo>
                    <a:pt x="79781" y="931"/>
                    <a:pt x="78885" y="907"/>
                    <a:pt x="77998" y="871"/>
                  </a:cubicBezTo>
                  <a:cubicBezTo>
                    <a:pt x="75248" y="776"/>
                    <a:pt x="72510" y="526"/>
                    <a:pt x="69759" y="347"/>
                  </a:cubicBezTo>
                  <a:cubicBezTo>
                    <a:pt x="66818" y="169"/>
                    <a:pt x="63854" y="109"/>
                    <a:pt x="60901" y="38"/>
                  </a:cubicBezTo>
                  <a:cubicBezTo>
                    <a:pt x="59951" y="13"/>
                    <a:pt x="58969" y="1"/>
                    <a:pt x="579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5953504" y="1753796"/>
              <a:ext cx="3190497" cy="113492"/>
            </a:xfrm>
            <a:custGeom>
              <a:avLst/>
              <a:gdLst/>
              <a:ahLst/>
              <a:cxnLst/>
              <a:rect l="l" t="t" r="r" b="b"/>
              <a:pathLst>
                <a:path w="126469" h="3548" extrusionOk="0">
                  <a:moveTo>
                    <a:pt x="19682" y="1"/>
                  </a:moveTo>
                  <a:cubicBezTo>
                    <a:pt x="18075" y="1"/>
                    <a:pt x="16467" y="60"/>
                    <a:pt x="14848" y="60"/>
                  </a:cubicBezTo>
                  <a:cubicBezTo>
                    <a:pt x="11276" y="70"/>
                    <a:pt x="6943" y="242"/>
                    <a:pt x="3103" y="242"/>
                  </a:cubicBezTo>
                  <a:cubicBezTo>
                    <a:pt x="2285" y="242"/>
                    <a:pt x="1489" y="234"/>
                    <a:pt x="727" y="215"/>
                  </a:cubicBezTo>
                  <a:lnTo>
                    <a:pt x="727" y="215"/>
                  </a:lnTo>
                  <a:cubicBezTo>
                    <a:pt x="846" y="1132"/>
                    <a:pt x="1" y="1608"/>
                    <a:pt x="25" y="2525"/>
                  </a:cubicBezTo>
                  <a:cubicBezTo>
                    <a:pt x="37" y="2620"/>
                    <a:pt x="1168" y="3406"/>
                    <a:pt x="1168" y="3501"/>
                  </a:cubicBezTo>
                  <a:cubicBezTo>
                    <a:pt x="1508" y="3528"/>
                    <a:pt x="1862" y="3539"/>
                    <a:pt x="2227" y="3539"/>
                  </a:cubicBezTo>
                  <a:cubicBezTo>
                    <a:pt x="4825" y="3539"/>
                    <a:pt x="7948" y="2948"/>
                    <a:pt x="10467" y="2948"/>
                  </a:cubicBezTo>
                  <a:cubicBezTo>
                    <a:pt x="10608" y="2948"/>
                    <a:pt x="10747" y="2949"/>
                    <a:pt x="10883" y="2953"/>
                  </a:cubicBezTo>
                  <a:cubicBezTo>
                    <a:pt x="13884" y="3025"/>
                    <a:pt x="16884" y="3168"/>
                    <a:pt x="19884" y="3227"/>
                  </a:cubicBezTo>
                  <a:cubicBezTo>
                    <a:pt x="20559" y="3238"/>
                    <a:pt x="21233" y="3244"/>
                    <a:pt x="21907" y="3244"/>
                  </a:cubicBezTo>
                  <a:cubicBezTo>
                    <a:pt x="22733" y="3244"/>
                    <a:pt x="23559" y="3235"/>
                    <a:pt x="24385" y="3215"/>
                  </a:cubicBezTo>
                  <a:cubicBezTo>
                    <a:pt x="25825" y="3168"/>
                    <a:pt x="27266" y="3084"/>
                    <a:pt x="28719" y="3037"/>
                  </a:cubicBezTo>
                  <a:cubicBezTo>
                    <a:pt x="30059" y="2993"/>
                    <a:pt x="31407" y="2959"/>
                    <a:pt x="32755" y="2959"/>
                  </a:cubicBezTo>
                  <a:cubicBezTo>
                    <a:pt x="34316" y="2959"/>
                    <a:pt x="35876" y="3004"/>
                    <a:pt x="37422" y="3132"/>
                  </a:cubicBezTo>
                  <a:cubicBezTo>
                    <a:pt x="39101" y="3263"/>
                    <a:pt x="40792" y="3465"/>
                    <a:pt x="42482" y="3501"/>
                  </a:cubicBezTo>
                  <a:cubicBezTo>
                    <a:pt x="42823" y="3528"/>
                    <a:pt x="43177" y="3539"/>
                    <a:pt x="43541" y="3539"/>
                  </a:cubicBezTo>
                  <a:cubicBezTo>
                    <a:pt x="46139" y="3539"/>
                    <a:pt x="49262" y="2948"/>
                    <a:pt x="51782" y="2948"/>
                  </a:cubicBezTo>
                  <a:cubicBezTo>
                    <a:pt x="51923" y="2948"/>
                    <a:pt x="52061" y="2949"/>
                    <a:pt x="52198" y="2953"/>
                  </a:cubicBezTo>
                  <a:cubicBezTo>
                    <a:pt x="55198" y="3025"/>
                    <a:pt x="58199" y="3168"/>
                    <a:pt x="61199" y="3227"/>
                  </a:cubicBezTo>
                  <a:cubicBezTo>
                    <a:pt x="61873" y="3238"/>
                    <a:pt x="62548" y="3244"/>
                    <a:pt x="63222" y="3244"/>
                  </a:cubicBezTo>
                  <a:cubicBezTo>
                    <a:pt x="64048" y="3244"/>
                    <a:pt x="64874" y="3235"/>
                    <a:pt x="65700" y="3215"/>
                  </a:cubicBezTo>
                  <a:cubicBezTo>
                    <a:pt x="67140" y="3168"/>
                    <a:pt x="68581" y="3096"/>
                    <a:pt x="70033" y="3037"/>
                  </a:cubicBezTo>
                  <a:cubicBezTo>
                    <a:pt x="71374" y="2993"/>
                    <a:pt x="72722" y="2959"/>
                    <a:pt x="74070" y="2959"/>
                  </a:cubicBezTo>
                  <a:cubicBezTo>
                    <a:pt x="75630" y="2959"/>
                    <a:pt x="77191" y="3004"/>
                    <a:pt x="78737" y="3132"/>
                  </a:cubicBezTo>
                  <a:cubicBezTo>
                    <a:pt x="80380" y="3263"/>
                    <a:pt x="82035" y="3453"/>
                    <a:pt x="83702" y="3501"/>
                  </a:cubicBezTo>
                  <a:cubicBezTo>
                    <a:pt x="83702" y="3501"/>
                    <a:pt x="83702" y="3501"/>
                    <a:pt x="83702" y="3513"/>
                  </a:cubicBezTo>
                  <a:cubicBezTo>
                    <a:pt x="84026" y="3537"/>
                    <a:pt x="84363" y="3547"/>
                    <a:pt x="84709" y="3547"/>
                  </a:cubicBezTo>
                  <a:cubicBezTo>
                    <a:pt x="87318" y="3547"/>
                    <a:pt x="90465" y="2948"/>
                    <a:pt x="93002" y="2948"/>
                  </a:cubicBezTo>
                  <a:cubicBezTo>
                    <a:pt x="93142" y="2948"/>
                    <a:pt x="93281" y="2949"/>
                    <a:pt x="93417" y="2953"/>
                  </a:cubicBezTo>
                  <a:cubicBezTo>
                    <a:pt x="96418" y="3025"/>
                    <a:pt x="99418" y="3180"/>
                    <a:pt x="102418" y="3227"/>
                  </a:cubicBezTo>
                  <a:cubicBezTo>
                    <a:pt x="103093" y="3238"/>
                    <a:pt x="103767" y="3244"/>
                    <a:pt x="104441" y="3244"/>
                  </a:cubicBezTo>
                  <a:cubicBezTo>
                    <a:pt x="105267" y="3244"/>
                    <a:pt x="106093" y="3235"/>
                    <a:pt x="106919" y="3215"/>
                  </a:cubicBezTo>
                  <a:cubicBezTo>
                    <a:pt x="108372" y="3168"/>
                    <a:pt x="109812" y="3096"/>
                    <a:pt x="111253" y="3049"/>
                  </a:cubicBezTo>
                  <a:cubicBezTo>
                    <a:pt x="112623" y="2998"/>
                    <a:pt x="114002" y="2960"/>
                    <a:pt x="115379" y="2960"/>
                  </a:cubicBezTo>
                  <a:cubicBezTo>
                    <a:pt x="116910" y="2960"/>
                    <a:pt x="118440" y="3007"/>
                    <a:pt x="119956" y="3132"/>
                  </a:cubicBezTo>
                  <a:cubicBezTo>
                    <a:pt x="121635" y="3263"/>
                    <a:pt x="123326" y="3465"/>
                    <a:pt x="125016" y="3501"/>
                  </a:cubicBezTo>
                  <a:cubicBezTo>
                    <a:pt x="125016" y="3501"/>
                    <a:pt x="125016" y="3513"/>
                    <a:pt x="125016" y="3513"/>
                  </a:cubicBezTo>
                  <a:cubicBezTo>
                    <a:pt x="125311" y="3536"/>
                    <a:pt x="125615" y="3544"/>
                    <a:pt x="125925" y="3544"/>
                  </a:cubicBezTo>
                  <a:cubicBezTo>
                    <a:pt x="126105" y="3544"/>
                    <a:pt x="126286" y="3541"/>
                    <a:pt x="126469" y="3537"/>
                  </a:cubicBezTo>
                  <a:lnTo>
                    <a:pt x="126469" y="251"/>
                  </a:lnTo>
                  <a:cubicBezTo>
                    <a:pt x="125826" y="239"/>
                    <a:pt x="125183" y="239"/>
                    <a:pt x="124576" y="227"/>
                  </a:cubicBezTo>
                  <a:lnTo>
                    <a:pt x="124576" y="215"/>
                  </a:lnTo>
                  <a:cubicBezTo>
                    <a:pt x="124143" y="203"/>
                    <a:pt x="123710" y="198"/>
                    <a:pt x="123277" y="198"/>
                  </a:cubicBezTo>
                  <a:cubicBezTo>
                    <a:pt x="121040" y="198"/>
                    <a:pt x="118799" y="332"/>
                    <a:pt x="116575" y="382"/>
                  </a:cubicBezTo>
                  <a:cubicBezTo>
                    <a:pt x="116232" y="389"/>
                    <a:pt x="115889" y="393"/>
                    <a:pt x="115546" y="393"/>
                  </a:cubicBezTo>
                  <a:cubicBezTo>
                    <a:pt x="112748" y="393"/>
                    <a:pt x="109957" y="157"/>
                    <a:pt x="107157" y="72"/>
                  </a:cubicBezTo>
                  <a:cubicBezTo>
                    <a:pt x="105514" y="24"/>
                    <a:pt x="103871" y="1"/>
                    <a:pt x="102216" y="1"/>
                  </a:cubicBezTo>
                  <a:cubicBezTo>
                    <a:pt x="100609" y="13"/>
                    <a:pt x="99001" y="60"/>
                    <a:pt x="97382" y="60"/>
                  </a:cubicBezTo>
                  <a:cubicBezTo>
                    <a:pt x="93789" y="70"/>
                    <a:pt x="89414" y="248"/>
                    <a:pt x="85550" y="248"/>
                  </a:cubicBezTo>
                  <a:cubicBezTo>
                    <a:pt x="84817" y="248"/>
                    <a:pt x="84103" y="242"/>
                    <a:pt x="83416" y="227"/>
                  </a:cubicBezTo>
                  <a:cubicBezTo>
                    <a:pt x="82896" y="208"/>
                    <a:pt x="82375" y="201"/>
                    <a:pt x="81853" y="201"/>
                  </a:cubicBezTo>
                  <a:cubicBezTo>
                    <a:pt x="79689" y="201"/>
                    <a:pt x="77514" y="334"/>
                    <a:pt x="75355" y="382"/>
                  </a:cubicBezTo>
                  <a:cubicBezTo>
                    <a:pt x="75012" y="389"/>
                    <a:pt x="74670" y="393"/>
                    <a:pt x="74327" y="393"/>
                  </a:cubicBezTo>
                  <a:cubicBezTo>
                    <a:pt x="71529" y="393"/>
                    <a:pt x="68738" y="157"/>
                    <a:pt x="65938" y="72"/>
                  </a:cubicBezTo>
                  <a:cubicBezTo>
                    <a:pt x="64295" y="24"/>
                    <a:pt x="62652" y="1"/>
                    <a:pt x="60997" y="1"/>
                  </a:cubicBezTo>
                  <a:cubicBezTo>
                    <a:pt x="59389" y="13"/>
                    <a:pt x="57782" y="60"/>
                    <a:pt x="56163" y="60"/>
                  </a:cubicBezTo>
                  <a:cubicBezTo>
                    <a:pt x="52590" y="70"/>
                    <a:pt x="48258" y="242"/>
                    <a:pt x="44418" y="242"/>
                  </a:cubicBezTo>
                  <a:cubicBezTo>
                    <a:pt x="43600" y="242"/>
                    <a:pt x="42803" y="234"/>
                    <a:pt x="42042" y="215"/>
                  </a:cubicBezTo>
                  <a:cubicBezTo>
                    <a:pt x="41576" y="200"/>
                    <a:pt x="41109" y="194"/>
                    <a:pt x="40643" y="194"/>
                  </a:cubicBezTo>
                  <a:cubicBezTo>
                    <a:pt x="38439" y="194"/>
                    <a:pt x="36232" y="333"/>
                    <a:pt x="34041" y="382"/>
                  </a:cubicBezTo>
                  <a:cubicBezTo>
                    <a:pt x="33698" y="389"/>
                    <a:pt x="33355" y="393"/>
                    <a:pt x="33012" y="393"/>
                  </a:cubicBezTo>
                  <a:cubicBezTo>
                    <a:pt x="30214" y="393"/>
                    <a:pt x="27423" y="157"/>
                    <a:pt x="24623" y="72"/>
                  </a:cubicBezTo>
                  <a:cubicBezTo>
                    <a:pt x="22980" y="24"/>
                    <a:pt x="21337" y="1"/>
                    <a:pt x="196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6556643" y="1625558"/>
              <a:ext cx="450866" cy="22679"/>
            </a:xfrm>
            <a:custGeom>
              <a:avLst/>
              <a:gdLst/>
              <a:ahLst/>
              <a:cxnLst/>
              <a:rect l="l" t="t" r="r" b="b"/>
              <a:pathLst>
                <a:path w="17872" h="709" extrusionOk="0">
                  <a:moveTo>
                    <a:pt x="8659" y="0"/>
                  </a:moveTo>
                  <a:cubicBezTo>
                    <a:pt x="5770" y="0"/>
                    <a:pt x="2879" y="101"/>
                    <a:pt x="1" y="319"/>
                  </a:cubicBezTo>
                  <a:cubicBezTo>
                    <a:pt x="3215" y="485"/>
                    <a:pt x="6442" y="676"/>
                    <a:pt x="9657" y="700"/>
                  </a:cubicBezTo>
                  <a:cubicBezTo>
                    <a:pt x="10068" y="705"/>
                    <a:pt x="10480" y="708"/>
                    <a:pt x="10892" y="708"/>
                  </a:cubicBezTo>
                  <a:cubicBezTo>
                    <a:pt x="13221" y="708"/>
                    <a:pt x="15555" y="614"/>
                    <a:pt x="17872" y="331"/>
                  </a:cubicBezTo>
                  <a:cubicBezTo>
                    <a:pt x="17277" y="283"/>
                    <a:pt x="16681" y="247"/>
                    <a:pt x="16074" y="212"/>
                  </a:cubicBezTo>
                  <a:cubicBezTo>
                    <a:pt x="13612" y="74"/>
                    <a:pt x="11137" y="0"/>
                    <a:pt x="86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6115717" y="2026489"/>
              <a:ext cx="375764" cy="13467"/>
            </a:xfrm>
            <a:custGeom>
              <a:avLst/>
              <a:gdLst/>
              <a:ahLst/>
              <a:cxnLst/>
              <a:rect l="l" t="t" r="r" b="b"/>
              <a:pathLst>
                <a:path w="14895" h="421" extrusionOk="0">
                  <a:moveTo>
                    <a:pt x="13764" y="0"/>
                  </a:moveTo>
                  <a:cubicBezTo>
                    <a:pt x="9180" y="48"/>
                    <a:pt x="4596" y="131"/>
                    <a:pt x="0" y="239"/>
                  </a:cubicBezTo>
                  <a:cubicBezTo>
                    <a:pt x="2003" y="359"/>
                    <a:pt x="4007" y="420"/>
                    <a:pt x="6010" y="420"/>
                  </a:cubicBezTo>
                  <a:cubicBezTo>
                    <a:pt x="7376" y="420"/>
                    <a:pt x="8742" y="392"/>
                    <a:pt x="10109" y="334"/>
                  </a:cubicBezTo>
                  <a:cubicBezTo>
                    <a:pt x="11704" y="262"/>
                    <a:pt x="13299" y="155"/>
                    <a:pt x="148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7598917" y="1625558"/>
              <a:ext cx="450866" cy="22679"/>
            </a:xfrm>
            <a:custGeom>
              <a:avLst/>
              <a:gdLst/>
              <a:ahLst/>
              <a:cxnLst/>
              <a:rect l="l" t="t" r="r" b="b"/>
              <a:pathLst>
                <a:path w="17872" h="709" extrusionOk="0">
                  <a:moveTo>
                    <a:pt x="8659" y="0"/>
                  </a:moveTo>
                  <a:cubicBezTo>
                    <a:pt x="5770" y="0"/>
                    <a:pt x="2878" y="101"/>
                    <a:pt x="0" y="319"/>
                  </a:cubicBezTo>
                  <a:cubicBezTo>
                    <a:pt x="3215" y="485"/>
                    <a:pt x="6442" y="676"/>
                    <a:pt x="9656" y="700"/>
                  </a:cubicBezTo>
                  <a:cubicBezTo>
                    <a:pt x="10066" y="705"/>
                    <a:pt x="10477" y="708"/>
                    <a:pt x="10888" y="708"/>
                  </a:cubicBezTo>
                  <a:cubicBezTo>
                    <a:pt x="13213" y="708"/>
                    <a:pt x="15555" y="614"/>
                    <a:pt x="17872" y="331"/>
                  </a:cubicBezTo>
                  <a:cubicBezTo>
                    <a:pt x="17276" y="283"/>
                    <a:pt x="16681" y="247"/>
                    <a:pt x="16074" y="212"/>
                  </a:cubicBezTo>
                  <a:cubicBezTo>
                    <a:pt x="13611" y="74"/>
                    <a:pt x="11136" y="0"/>
                    <a:pt x="86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7157965" y="2026489"/>
              <a:ext cx="375789" cy="13467"/>
            </a:xfrm>
            <a:custGeom>
              <a:avLst/>
              <a:gdLst/>
              <a:ahLst/>
              <a:cxnLst/>
              <a:rect l="l" t="t" r="r" b="b"/>
              <a:pathLst>
                <a:path w="14896" h="421" extrusionOk="0">
                  <a:moveTo>
                    <a:pt x="13765" y="0"/>
                  </a:moveTo>
                  <a:cubicBezTo>
                    <a:pt x="9181" y="48"/>
                    <a:pt x="4597" y="131"/>
                    <a:pt x="1" y="239"/>
                  </a:cubicBezTo>
                  <a:cubicBezTo>
                    <a:pt x="2004" y="359"/>
                    <a:pt x="4007" y="420"/>
                    <a:pt x="6011" y="420"/>
                  </a:cubicBezTo>
                  <a:cubicBezTo>
                    <a:pt x="7377" y="420"/>
                    <a:pt x="8743" y="392"/>
                    <a:pt x="10109" y="334"/>
                  </a:cubicBezTo>
                  <a:cubicBezTo>
                    <a:pt x="11705" y="262"/>
                    <a:pt x="13300" y="155"/>
                    <a:pt x="148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5964932" y="2060652"/>
              <a:ext cx="3179069" cy="41808"/>
            </a:xfrm>
            <a:custGeom>
              <a:avLst/>
              <a:gdLst/>
              <a:ahLst/>
              <a:cxnLst/>
              <a:rect l="l" t="t" r="r" b="b"/>
              <a:pathLst>
                <a:path w="126016" h="1307" extrusionOk="0">
                  <a:moveTo>
                    <a:pt x="62410" y="1"/>
                  </a:moveTo>
                  <a:cubicBezTo>
                    <a:pt x="61628" y="1"/>
                    <a:pt x="60847" y="13"/>
                    <a:pt x="60067" y="40"/>
                  </a:cubicBezTo>
                  <a:cubicBezTo>
                    <a:pt x="57237" y="147"/>
                    <a:pt x="54459" y="321"/>
                    <a:pt x="51656" y="321"/>
                  </a:cubicBezTo>
                  <a:cubicBezTo>
                    <a:pt x="50721" y="321"/>
                    <a:pt x="49783" y="302"/>
                    <a:pt x="48840" y="254"/>
                  </a:cubicBezTo>
                  <a:cubicBezTo>
                    <a:pt x="47220" y="183"/>
                    <a:pt x="45601" y="99"/>
                    <a:pt x="43982" y="87"/>
                  </a:cubicBezTo>
                  <a:cubicBezTo>
                    <a:pt x="43684" y="87"/>
                    <a:pt x="42410" y="361"/>
                    <a:pt x="41660" y="433"/>
                  </a:cubicBezTo>
                  <a:cubicBezTo>
                    <a:pt x="40240" y="533"/>
                    <a:pt x="38814" y="573"/>
                    <a:pt x="37385" y="573"/>
                  </a:cubicBezTo>
                  <a:cubicBezTo>
                    <a:pt x="31966" y="573"/>
                    <a:pt x="26495" y="2"/>
                    <a:pt x="21071" y="2"/>
                  </a:cubicBezTo>
                  <a:cubicBezTo>
                    <a:pt x="20297" y="2"/>
                    <a:pt x="19524" y="13"/>
                    <a:pt x="18753" y="40"/>
                  </a:cubicBezTo>
                  <a:cubicBezTo>
                    <a:pt x="15922" y="147"/>
                    <a:pt x="13145" y="321"/>
                    <a:pt x="10341" y="321"/>
                  </a:cubicBezTo>
                  <a:cubicBezTo>
                    <a:pt x="9406" y="321"/>
                    <a:pt x="8469" y="302"/>
                    <a:pt x="7525" y="254"/>
                  </a:cubicBezTo>
                  <a:cubicBezTo>
                    <a:pt x="5906" y="183"/>
                    <a:pt x="4287" y="99"/>
                    <a:pt x="2667" y="99"/>
                  </a:cubicBezTo>
                  <a:cubicBezTo>
                    <a:pt x="2334" y="99"/>
                    <a:pt x="774" y="433"/>
                    <a:pt x="107" y="456"/>
                  </a:cubicBezTo>
                  <a:cubicBezTo>
                    <a:pt x="131" y="754"/>
                    <a:pt x="0" y="909"/>
                    <a:pt x="12" y="1195"/>
                  </a:cubicBezTo>
                  <a:cubicBezTo>
                    <a:pt x="198" y="1197"/>
                    <a:pt x="387" y="1198"/>
                    <a:pt x="581" y="1198"/>
                  </a:cubicBezTo>
                  <a:cubicBezTo>
                    <a:pt x="3296" y="1198"/>
                    <a:pt x="6757" y="980"/>
                    <a:pt x="9347" y="968"/>
                  </a:cubicBezTo>
                  <a:cubicBezTo>
                    <a:pt x="10889" y="957"/>
                    <a:pt x="12433" y="948"/>
                    <a:pt x="13978" y="948"/>
                  </a:cubicBezTo>
                  <a:cubicBezTo>
                    <a:pt x="15523" y="948"/>
                    <a:pt x="17068" y="957"/>
                    <a:pt x="18610" y="980"/>
                  </a:cubicBezTo>
                  <a:cubicBezTo>
                    <a:pt x="21658" y="1028"/>
                    <a:pt x="24706" y="1135"/>
                    <a:pt x="27754" y="1207"/>
                  </a:cubicBezTo>
                  <a:cubicBezTo>
                    <a:pt x="30252" y="1259"/>
                    <a:pt x="32753" y="1304"/>
                    <a:pt x="35252" y="1304"/>
                  </a:cubicBezTo>
                  <a:cubicBezTo>
                    <a:pt x="37280" y="1304"/>
                    <a:pt x="39306" y="1275"/>
                    <a:pt x="41327" y="1195"/>
                  </a:cubicBezTo>
                  <a:cubicBezTo>
                    <a:pt x="41512" y="1197"/>
                    <a:pt x="41702" y="1198"/>
                    <a:pt x="41896" y="1198"/>
                  </a:cubicBezTo>
                  <a:cubicBezTo>
                    <a:pt x="44611" y="1198"/>
                    <a:pt x="48072" y="980"/>
                    <a:pt x="50661" y="968"/>
                  </a:cubicBezTo>
                  <a:cubicBezTo>
                    <a:pt x="52203" y="957"/>
                    <a:pt x="53748" y="948"/>
                    <a:pt x="55293" y="948"/>
                  </a:cubicBezTo>
                  <a:cubicBezTo>
                    <a:pt x="56838" y="948"/>
                    <a:pt x="58383" y="957"/>
                    <a:pt x="59924" y="980"/>
                  </a:cubicBezTo>
                  <a:cubicBezTo>
                    <a:pt x="62972" y="1028"/>
                    <a:pt x="66020" y="1135"/>
                    <a:pt x="69068" y="1207"/>
                  </a:cubicBezTo>
                  <a:cubicBezTo>
                    <a:pt x="71617" y="1260"/>
                    <a:pt x="74173" y="1307"/>
                    <a:pt x="76728" y="1307"/>
                  </a:cubicBezTo>
                  <a:cubicBezTo>
                    <a:pt x="78697" y="1307"/>
                    <a:pt x="80666" y="1279"/>
                    <a:pt x="82630" y="1207"/>
                  </a:cubicBezTo>
                  <a:cubicBezTo>
                    <a:pt x="82756" y="1208"/>
                    <a:pt x="82884" y="1208"/>
                    <a:pt x="83013" y="1208"/>
                  </a:cubicBezTo>
                  <a:cubicBezTo>
                    <a:pt x="85740" y="1208"/>
                    <a:pt x="89255" y="980"/>
                    <a:pt x="91881" y="968"/>
                  </a:cubicBezTo>
                  <a:cubicBezTo>
                    <a:pt x="93423" y="957"/>
                    <a:pt x="94967" y="948"/>
                    <a:pt x="96512" y="948"/>
                  </a:cubicBezTo>
                  <a:cubicBezTo>
                    <a:pt x="98057" y="948"/>
                    <a:pt x="99602" y="957"/>
                    <a:pt x="101144" y="980"/>
                  </a:cubicBezTo>
                  <a:cubicBezTo>
                    <a:pt x="104192" y="1028"/>
                    <a:pt x="107240" y="1135"/>
                    <a:pt x="110288" y="1207"/>
                  </a:cubicBezTo>
                  <a:cubicBezTo>
                    <a:pt x="112843" y="1260"/>
                    <a:pt x="115402" y="1307"/>
                    <a:pt x="117958" y="1307"/>
                  </a:cubicBezTo>
                  <a:cubicBezTo>
                    <a:pt x="119928" y="1307"/>
                    <a:pt x="121897" y="1279"/>
                    <a:pt x="123861" y="1207"/>
                  </a:cubicBezTo>
                  <a:cubicBezTo>
                    <a:pt x="124540" y="1207"/>
                    <a:pt x="125254" y="1195"/>
                    <a:pt x="126016" y="1183"/>
                  </a:cubicBezTo>
                  <a:lnTo>
                    <a:pt x="126016" y="159"/>
                  </a:lnTo>
                  <a:cubicBezTo>
                    <a:pt x="125492" y="242"/>
                    <a:pt x="124718" y="385"/>
                    <a:pt x="124194" y="433"/>
                  </a:cubicBezTo>
                  <a:lnTo>
                    <a:pt x="124206" y="433"/>
                  </a:lnTo>
                  <a:cubicBezTo>
                    <a:pt x="122784" y="533"/>
                    <a:pt x="121356" y="573"/>
                    <a:pt x="119925" y="573"/>
                  </a:cubicBezTo>
                  <a:cubicBezTo>
                    <a:pt x="114501" y="573"/>
                    <a:pt x="109030" y="2"/>
                    <a:pt x="103605" y="2"/>
                  </a:cubicBezTo>
                  <a:cubicBezTo>
                    <a:pt x="102831" y="2"/>
                    <a:pt x="102058" y="13"/>
                    <a:pt x="101287" y="40"/>
                  </a:cubicBezTo>
                  <a:cubicBezTo>
                    <a:pt x="98456" y="147"/>
                    <a:pt x="95679" y="321"/>
                    <a:pt x="92875" y="321"/>
                  </a:cubicBezTo>
                  <a:cubicBezTo>
                    <a:pt x="91940" y="321"/>
                    <a:pt x="91003" y="302"/>
                    <a:pt x="90059" y="254"/>
                  </a:cubicBezTo>
                  <a:cubicBezTo>
                    <a:pt x="88440" y="183"/>
                    <a:pt x="86821" y="99"/>
                    <a:pt x="85201" y="87"/>
                  </a:cubicBezTo>
                  <a:cubicBezTo>
                    <a:pt x="84868" y="87"/>
                    <a:pt x="83308" y="433"/>
                    <a:pt x="82642" y="456"/>
                  </a:cubicBezTo>
                  <a:cubicBezTo>
                    <a:pt x="81340" y="540"/>
                    <a:pt x="80033" y="573"/>
                    <a:pt x="78723" y="573"/>
                  </a:cubicBezTo>
                  <a:cubicBezTo>
                    <a:pt x="73304" y="573"/>
                    <a:pt x="67831" y="1"/>
                    <a:pt x="624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5950199" y="2210929"/>
              <a:ext cx="3193802" cy="83903"/>
            </a:xfrm>
            <a:custGeom>
              <a:avLst/>
              <a:gdLst/>
              <a:ahLst/>
              <a:cxnLst/>
              <a:rect l="l" t="t" r="r" b="b"/>
              <a:pathLst>
                <a:path w="126600" h="2623" extrusionOk="0">
                  <a:moveTo>
                    <a:pt x="58139" y="1"/>
                  </a:moveTo>
                  <a:cubicBezTo>
                    <a:pt x="52878" y="1"/>
                    <a:pt x="47032" y="326"/>
                    <a:pt x="42256" y="831"/>
                  </a:cubicBezTo>
                  <a:cubicBezTo>
                    <a:pt x="41281" y="906"/>
                    <a:pt x="40297" y="935"/>
                    <a:pt x="39312" y="935"/>
                  </a:cubicBezTo>
                  <a:cubicBezTo>
                    <a:pt x="38433" y="935"/>
                    <a:pt x="37555" y="912"/>
                    <a:pt x="36684" y="878"/>
                  </a:cubicBezTo>
                  <a:cubicBezTo>
                    <a:pt x="33934" y="771"/>
                    <a:pt x="31183" y="521"/>
                    <a:pt x="28445" y="354"/>
                  </a:cubicBezTo>
                  <a:cubicBezTo>
                    <a:pt x="25504" y="176"/>
                    <a:pt x="22539" y="116"/>
                    <a:pt x="19587" y="33"/>
                  </a:cubicBezTo>
                  <a:cubicBezTo>
                    <a:pt x="18686" y="11"/>
                    <a:pt x="17756" y="1"/>
                    <a:pt x="16807" y="1"/>
                  </a:cubicBezTo>
                  <a:cubicBezTo>
                    <a:pt x="11503" y="1"/>
                    <a:pt x="5608" y="327"/>
                    <a:pt x="810" y="842"/>
                  </a:cubicBezTo>
                  <a:cubicBezTo>
                    <a:pt x="822" y="1545"/>
                    <a:pt x="1" y="1247"/>
                    <a:pt x="1" y="1950"/>
                  </a:cubicBezTo>
                  <a:cubicBezTo>
                    <a:pt x="13" y="2021"/>
                    <a:pt x="1263" y="2366"/>
                    <a:pt x="1275" y="2438"/>
                  </a:cubicBezTo>
                  <a:cubicBezTo>
                    <a:pt x="1761" y="2491"/>
                    <a:pt x="2229" y="2511"/>
                    <a:pt x="2682" y="2511"/>
                  </a:cubicBezTo>
                  <a:cubicBezTo>
                    <a:pt x="4161" y="2511"/>
                    <a:pt x="5479" y="2295"/>
                    <a:pt x="6728" y="2295"/>
                  </a:cubicBezTo>
                  <a:cubicBezTo>
                    <a:pt x="8311" y="2295"/>
                    <a:pt x="9895" y="2295"/>
                    <a:pt x="11478" y="2283"/>
                  </a:cubicBezTo>
                  <a:cubicBezTo>
                    <a:pt x="12429" y="2283"/>
                    <a:pt x="13379" y="2296"/>
                    <a:pt x="14329" y="2296"/>
                  </a:cubicBezTo>
                  <a:cubicBezTo>
                    <a:pt x="14962" y="2296"/>
                    <a:pt x="15596" y="2290"/>
                    <a:pt x="16229" y="2271"/>
                  </a:cubicBezTo>
                  <a:cubicBezTo>
                    <a:pt x="17516" y="2234"/>
                    <a:pt x="18802" y="2217"/>
                    <a:pt x="20089" y="2217"/>
                  </a:cubicBezTo>
                  <a:cubicBezTo>
                    <a:pt x="22088" y="2217"/>
                    <a:pt x="24088" y="2258"/>
                    <a:pt x="26087" y="2331"/>
                  </a:cubicBezTo>
                  <a:cubicBezTo>
                    <a:pt x="27719" y="2390"/>
                    <a:pt x="29350" y="2486"/>
                    <a:pt x="30993" y="2581"/>
                  </a:cubicBezTo>
                  <a:cubicBezTo>
                    <a:pt x="31485" y="2609"/>
                    <a:pt x="31981" y="2619"/>
                    <a:pt x="32478" y="2619"/>
                  </a:cubicBezTo>
                  <a:cubicBezTo>
                    <a:pt x="33473" y="2619"/>
                    <a:pt x="34473" y="2577"/>
                    <a:pt x="35458" y="2545"/>
                  </a:cubicBezTo>
                  <a:cubicBezTo>
                    <a:pt x="37207" y="2493"/>
                    <a:pt x="38970" y="2414"/>
                    <a:pt x="40727" y="2414"/>
                  </a:cubicBezTo>
                  <a:cubicBezTo>
                    <a:pt x="41361" y="2414"/>
                    <a:pt x="41994" y="2425"/>
                    <a:pt x="42625" y="2450"/>
                  </a:cubicBezTo>
                  <a:cubicBezTo>
                    <a:pt x="43080" y="2494"/>
                    <a:pt x="43519" y="2512"/>
                    <a:pt x="43945" y="2512"/>
                  </a:cubicBezTo>
                  <a:cubicBezTo>
                    <a:pt x="45447" y="2512"/>
                    <a:pt x="46783" y="2295"/>
                    <a:pt x="48054" y="2295"/>
                  </a:cubicBezTo>
                  <a:cubicBezTo>
                    <a:pt x="48578" y="2299"/>
                    <a:pt x="49104" y="2300"/>
                    <a:pt x="49630" y="2300"/>
                  </a:cubicBezTo>
                  <a:cubicBezTo>
                    <a:pt x="50682" y="2300"/>
                    <a:pt x="51737" y="2295"/>
                    <a:pt x="52793" y="2295"/>
                  </a:cubicBezTo>
                  <a:cubicBezTo>
                    <a:pt x="53047" y="2293"/>
                    <a:pt x="53301" y="2292"/>
                    <a:pt x="53556" y="2292"/>
                  </a:cubicBezTo>
                  <a:cubicBezTo>
                    <a:pt x="54201" y="2292"/>
                    <a:pt x="54847" y="2297"/>
                    <a:pt x="55491" y="2297"/>
                  </a:cubicBezTo>
                  <a:cubicBezTo>
                    <a:pt x="56178" y="2297"/>
                    <a:pt x="56863" y="2292"/>
                    <a:pt x="57544" y="2271"/>
                  </a:cubicBezTo>
                  <a:cubicBezTo>
                    <a:pt x="58830" y="2234"/>
                    <a:pt x="60117" y="2217"/>
                    <a:pt x="61403" y="2217"/>
                  </a:cubicBezTo>
                  <a:cubicBezTo>
                    <a:pt x="63403" y="2217"/>
                    <a:pt x="65403" y="2258"/>
                    <a:pt x="67402" y="2331"/>
                  </a:cubicBezTo>
                  <a:cubicBezTo>
                    <a:pt x="69045" y="2390"/>
                    <a:pt x="70676" y="2497"/>
                    <a:pt x="72308" y="2581"/>
                  </a:cubicBezTo>
                  <a:cubicBezTo>
                    <a:pt x="72844" y="2611"/>
                    <a:pt x="73384" y="2622"/>
                    <a:pt x="73926" y="2622"/>
                  </a:cubicBezTo>
                  <a:cubicBezTo>
                    <a:pt x="74877" y="2622"/>
                    <a:pt x="75832" y="2587"/>
                    <a:pt x="76772" y="2557"/>
                  </a:cubicBezTo>
                  <a:cubicBezTo>
                    <a:pt x="78556" y="2494"/>
                    <a:pt x="80346" y="2410"/>
                    <a:pt x="82127" y="2410"/>
                  </a:cubicBezTo>
                  <a:cubicBezTo>
                    <a:pt x="82689" y="2410"/>
                    <a:pt x="83250" y="2418"/>
                    <a:pt x="83809" y="2438"/>
                  </a:cubicBezTo>
                  <a:cubicBezTo>
                    <a:pt x="84295" y="2491"/>
                    <a:pt x="84763" y="2511"/>
                    <a:pt x="85217" y="2511"/>
                  </a:cubicBezTo>
                  <a:cubicBezTo>
                    <a:pt x="86696" y="2511"/>
                    <a:pt x="88016" y="2295"/>
                    <a:pt x="89274" y="2295"/>
                  </a:cubicBezTo>
                  <a:cubicBezTo>
                    <a:pt x="89802" y="2299"/>
                    <a:pt x="90328" y="2300"/>
                    <a:pt x="90855" y="2300"/>
                  </a:cubicBezTo>
                  <a:cubicBezTo>
                    <a:pt x="91908" y="2300"/>
                    <a:pt x="92961" y="2295"/>
                    <a:pt x="94025" y="2295"/>
                  </a:cubicBezTo>
                  <a:cubicBezTo>
                    <a:pt x="94277" y="2293"/>
                    <a:pt x="94529" y="2292"/>
                    <a:pt x="94782" y="2292"/>
                  </a:cubicBezTo>
                  <a:cubicBezTo>
                    <a:pt x="95424" y="2292"/>
                    <a:pt x="96068" y="2297"/>
                    <a:pt x="96712" y="2297"/>
                  </a:cubicBezTo>
                  <a:cubicBezTo>
                    <a:pt x="97397" y="2297"/>
                    <a:pt x="98083" y="2292"/>
                    <a:pt x="98763" y="2271"/>
                  </a:cubicBezTo>
                  <a:cubicBezTo>
                    <a:pt x="100050" y="2234"/>
                    <a:pt x="101338" y="2217"/>
                    <a:pt x="102626" y="2217"/>
                  </a:cubicBezTo>
                  <a:cubicBezTo>
                    <a:pt x="104628" y="2217"/>
                    <a:pt x="106629" y="2258"/>
                    <a:pt x="108622" y="2331"/>
                  </a:cubicBezTo>
                  <a:cubicBezTo>
                    <a:pt x="110265" y="2390"/>
                    <a:pt x="111896" y="2497"/>
                    <a:pt x="113527" y="2581"/>
                  </a:cubicBezTo>
                  <a:cubicBezTo>
                    <a:pt x="114063" y="2611"/>
                    <a:pt x="114604" y="2622"/>
                    <a:pt x="115146" y="2622"/>
                  </a:cubicBezTo>
                  <a:cubicBezTo>
                    <a:pt x="116097" y="2622"/>
                    <a:pt x="117051" y="2587"/>
                    <a:pt x="117992" y="2557"/>
                  </a:cubicBezTo>
                  <a:cubicBezTo>
                    <a:pt x="119757" y="2495"/>
                    <a:pt x="121522" y="2415"/>
                    <a:pt x="123288" y="2415"/>
                  </a:cubicBezTo>
                  <a:cubicBezTo>
                    <a:pt x="123915" y="2415"/>
                    <a:pt x="124543" y="2425"/>
                    <a:pt x="125171" y="2450"/>
                  </a:cubicBezTo>
                  <a:cubicBezTo>
                    <a:pt x="125659" y="2497"/>
                    <a:pt x="126148" y="2509"/>
                    <a:pt x="126600" y="2509"/>
                  </a:cubicBezTo>
                  <a:lnTo>
                    <a:pt x="126600" y="652"/>
                  </a:lnTo>
                  <a:cubicBezTo>
                    <a:pt x="125993" y="711"/>
                    <a:pt x="125386" y="771"/>
                    <a:pt x="124790" y="831"/>
                  </a:cubicBezTo>
                  <a:cubicBezTo>
                    <a:pt x="123815" y="906"/>
                    <a:pt x="122831" y="935"/>
                    <a:pt x="121846" y="935"/>
                  </a:cubicBezTo>
                  <a:cubicBezTo>
                    <a:pt x="120967" y="935"/>
                    <a:pt x="120089" y="912"/>
                    <a:pt x="119218" y="878"/>
                  </a:cubicBezTo>
                  <a:cubicBezTo>
                    <a:pt x="116468" y="771"/>
                    <a:pt x="113717" y="521"/>
                    <a:pt x="110979" y="354"/>
                  </a:cubicBezTo>
                  <a:cubicBezTo>
                    <a:pt x="108038" y="176"/>
                    <a:pt x="105074" y="116"/>
                    <a:pt x="102121" y="33"/>
                  </a:cubicBezTo>
                  <a:cubicBezTo>
                    <a:pt x="101220" y="11"/>
                    <a:pt x="100290" y="1"/>
                    <a:pt x="99342" y="1"/>
                  </a:cubicBezTo>
                  <a:cubicBezTo>
                    <a:pt x="94037" y="1"/>
                    <a:pt x="88142" y="327"/>
                    <a:pt x="83345" y="842"/>
                  </a:cubicBezTo>
                  <a:cubicBezTo>
                    <a:pt x="82431" y="910"/>
                    <a:pt x="81512" y="936"/>
                    <a:pt x="80592" y="936"/>
                  </a:cubicBezTo>
                  <a:cubicBezTo>
                    <a:pt x="79726" y="936"/>
                    <a:pt x="78859" y="913"/>
                    <a:pt x="77999" y="878"/>
                  </a:cubicBezTo>
                  <a:cubicBezTo>
                    <a:pt x="75248" y="771"/>
                    <a:pt x="72498" y="521"/>
                    <a:pt x="69760" y="354"/>
                  </a:cubicBezTo>
                  <a:cubicBezTo>
                    <a:pt x="66819" y="176"/>
                    <a:pt x="63854" y="116"/>
                    <a:pt x="60901" y="33"/>
                  </a:cubicBezTo>
                  <a:cubicBezTo>
                    <a:pt x="60006" y="11"/>
                    <a:pt x="59082" y="1"/>
                    <a:pt x="581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5952318" y="2310506"/>
              <a:ext cx="3191682" cy="113396"/>
            </a:xfrm>
            <a:custGeom>
              <a:avLst/>
              <a:gdLst/>
              <a:ahLst/>
              <a:cxnLst/>
              <a:rect l="l" t="t" r="r" b="b"/>
              <a:pathLst>
                <a:path w="126516" h="3545" extrusionOk="0">
                  <a:moveTo>
                    <a:pt x="20540" y="1"/>
                  </a:moveTo>
                  <a:cubicBezTo>
                    <a:pt x="20257" y="1"/>
                    <a:pt x="19975" y="1"/>
                    <a:pt x="19693" y="4"/>
                  </a:cubicBezTo>
                  <a:cubicBezTo>
                    <a:pt x="18074" y="4"/>
                    <a:pt x="16467" y="63"/>
                    <a:pt x="14859" y="63"/>
                  </a:cubicBezTo>
                  <a:cubicBezTo>
                    <a:pt x="11245" y="73"/>
                    <a:pt x="6843" y="240"/>
                    <a:pt x="2968" y="240"/>
                  </a:cubicBezTo>
                  <a:cubicBezTo>
                    <a:pt x="2196" y="240"/>
                    <a:pt x="1446" y="234"/>
                    <a:pt x="726" y="218"/>
                  </a:cubicBezTo>
                  <a:lnTo>
                    <a:pt x="726" y="218"/>
                  </a:lnTo>
                  <a:cubicBezTo>
                    <a:pt x="846" y="1123"/>
                    <a:pt x="0" y="1599"/>
                    <a:pt x="36" y="2516"/>
                  </a:cubicBezTo>
                  <a:cubicBezTo>
                    <a:pt x="36" y="2623"/>
                    <a:pt x="1167" y="3397"/>
                    <a:pt x="1179" y="3504"/>
                  </a:cubicBezTo>
                  <a:cubicBezTo>
                    <a:pt x="1506" y="3528"/>
                    <a:pt x="1846" y="3539"/>
                    <a:pt x="2196" y="3539"/>
                  </a:cubicBezTo>
                  <a:cubicBezTo>
                    <a:pt x="4814" y="3539"/>
                    <a:pt x="7989" y="2940"/>
                    <a:pt x="10532" y="2940"/>
                  </a:cubicBezTo>
                  <a:cubicBezTo>
                    <a:pt x="10654" y="2940"/>
                    <a:pt x="10775" y="2941"/>
                    <a:pt x="10894" y="2944"/>
                  </a:cubicBezTo>
                  <a:cubicBezTo>
                    <a:pt x="13895" y="3028"/>
                    <a:pt x="16895" y="3171"/>
                    <a:pt x="19896" y="3218"/>
                  </a:cubicBezTo>
                  <a:cubicBezTo>
                    <a:pt x="20646" y="3230"/>
                    <a:pt x="21396" y="3239"/>
                    <a:pt x="22146" y="3239"/>
                  </a:cubicBezTo>
                  <a:cubicBezTo>
                    <a:pt x="22896" y="3239"/>
                    <a:pt x="23646" y="3230"/>
                    <a:pt x="24396" y="3206"/>
                  </a:cubicBezTo>
                  <a:cubicBezTo>
                    <a:pt x="25837" y="3171"/>
                    <a:pt x="27277" y="3087"/>
                    <a:pt x="28718" y="3040"/>
                  </a:cubicBezTo>
                  <a:cubicBezTo>
                    <a:pt x="30083" y="2995"/>
                    <a:pt x="31455" y="2960"/>
                    <a:pt x="32828" y="2960"/>
                  </a:cubicBezTo>
                  <a:cubicBezTo>
                    <a:pt x="34366" y="2960"/>
                    <a:pt x="35905" y="3003"/>
                    <a:pt x="37433" y="3123"/>
                  </a:cubicBezTo>
                  <a:cubicBezTo>
                    <a:pt x="39100" y="3254"/>
                    <a:pt x="40791" y="3456"/>
                    <a:pt x="42482" y="3492"/>
                  </a:cubicBezTo>
                  <a:cubicBezTo>
                    <a:pt x="42482" y="3504"/>
                    <a:pt x="42494" y="3504"/>
                    <a:pt x="42494" y="3504"/>
                  </a:cubicBezTo>
                  <a:cubicBezTo>
                    <a:pt x="42833" y="3530"/>
                    <a:pt x="43185" y="3542"/>
                    <a:pt x="43548" y="3542"/>
                  </a:cubicBezTo>
                  <a:cubicBezTo>
                    <a:pt x="46161" y="3542"/>
                    <a:pt x="49320" y="2940"/>
                    <a:pt x="51851" y="2940"/>
                  </a:cubicBezTo>
                  <a:cubicBezTo>
                    <a:pt x="51972" y="2940"/>
                    <a:pt x="52091" y="2942"/>
                    <a:pt x="52209" y="2944"/>
                  </a:cubicBezTo>
                  <a:cubicBezTo>
                    <a:pt x="55209" y="3028"/>
                    <a:pt x="58210" y="3171"/>
                    <a:pt x="61210" y="3218"/>
                  </a:cubicBezTo>
                  <a:cubicBezTo>
                    <a:pt x="61906" y="3235"/>
                    <a:pt x="62603" y="3244"/>
                    <a:pt x="63299" y="3244"/>
                  </a:cubicBezTo>
                  <a:cubicBezTo>
                    <a:pt x="64103" y="3244"/>
                    <a:pt x="64907" y="3232"/>
                    <a:pt x="65711" y="3206"/>
                  </a:cubicBezTo>
                  <a:cubicBezTo>
                    <a:pt x="67151" y="3171"/>
                    <a:pt x="68592" y="3087"/>
                    <a:pt x="70033" y="3040"/>
                  </a:cubicBezTo>
                  <a:cubicBezTo>
                    <a:pt x="71397" y="2995"/>
                    <a:pt x="72770" y="2960"/>
                    <a:pt x="74143" y="2960"/>
                  </a:cubicBezTo>
                  <a:cubicBezTo>
                    <a:pt x="75681" y="2960"/>
                    <a:pt x="77220" y="3003"/>
                    <a:pt x="78748" y="3123"/>
                  </a:cubicBezTo>
                  <a:cubicBezTo>
                    <a:pt x="80391" y="3254"/>
                    <a:pt x="82046" y="3456"/>
                    <a:pt x="83701" y="3492"/>
                  </a:cubicBezTo>
                  <a:cubicBezTo>
                    <a:pt x="83701" y="3504"/>
                    <a:pt x="83713" y="3504"/>
                    <a:pt x="83713" y="3504"/>
                  </a:cubicBezTo>
                  <a:cubicBezTo>
                    <a:pt x="84052" y="3530"/>
                    <a:pt x="84405" y="3542"/>
                    <a:pt x="84768" y="3542"/>
                  </a:cubicBezTo>
                  <a:cubicBezTo>
                    <a:pt x="87380" y="3542"/>
                    <a:pt x="90540" y="2940"/>
                    <a:pt x="93071" y="2940"/>
                  </a:cubicBezTo>
                  <a:cubicBezTo>
                    <a:pt x="93191" y="2940"/>
                    <a:pt x="93311" y="2942"/>
                    <a:pt x="93429" y="2944"/>
                  </a:cubicBezTo>
                  <a:cubicBezTo>
                    <a:pt x="96429" y="3028"/>
                    <a:pt x="99429" y="3171"/>
                    <a:pt x="102430" y="3230"/>
                  </a:cubicBezTo>
                  <a:cubicBezTo>
                    <a:pt x="103051" y="3240"/>
                    <a:pt x="103672" y="3246"/>
                    <a:pt x="104294" y="3246"/>
                  </a:cubicBezTo>
                  <a:cubicBezTo>
                    <a:pt x="105173" y="3246"/>
                    <a:pt x="106051" y="3234"/>
                    <a:pt x="106930" y="3206"/>
                  </a:cubicBezTo>
                  <a:cubicBezTo>
                    <a:pt x="108371" y="3171"/>
                    <a:pt x="109812" y="3087"/>
                    <a:pt x="111252" y="3040"/>
                  </a:cubicBezTo>
                  <a:cubicBezTo>
                    <a:pt x="112622" y="2995"/>
                    <a:pt x="113998" y="2960"/>
                    <a:pt x="115371" y="2960"/>
                  </a:cubicBezTo>
                  <a:cubicBezTo>
                    <a:pt x="116910" y="2960"/>
                    <a:pt x="118445" y="3003"/>
                    <a:pt x="119968" y="3123"/>
                  </a:cubicBezTo>
                  <a:cubicBezTo>
                    <a:pt x="121634" y="3266"/>
                    <a:pt x="123337" y="3456"/>
                    <a:pt x="125028" y="3504"/>
                  </a:cubicBezTo>
                  <a:cubicBezTo>
                    <a:pt x="125385" y="3531"/>
                    <a:pt x="125756" y="3544"/>
                    <a:pt x="126134" y="3544"/>
                  </a:cubicBezTo>
                  <a:cubicBezTo>
                    <a:pt x="126261" y="3544"/>
                    <a:pt x="126388" y="3543"/>
                    <a:pt x="126516" y="3540"/>
                  </a:cubicBezTo>
                  <a:lnTo>
                    <a:pt x="126516" y="242"/>
                  </a:lnTo>
                  <a:cubicBezTo>
                    <a:pt x="125849" y="242"/>
                    <a:pt x="125206" y="230"/>
                    <a:pt x="124587" y="218"/>
                  </a:cubicBezTo>
                  <a:cubicBezTo>
                    <a:pt x="124119" y="203"/>
                    <a:pt x="123650" y="197"/>
                    <a:pt x="123181" y="197"/>
                  </a:cubicBezTo>
                  <a:cubicBezTo>
                    <a:pt x="120980" y="197"/>
                    <a:pt x="118775" y="333"/>
                    <a:pt x="116586" y="373"/>
                  </a:cubicBezTo>
                  <a:cubicBezTo>
                    <a:pt x="116241" y="380"/>
                    <a:pt x="115896" y="384"/>
                    <a:pt x="115552" y="384"/>
                  </a:cubicBezTo>
                  <a:cubicBezTo>
                    <a:pt x="112748" y="384"/>
                    <a:pt x="109968" y="149"/>
                    <a:pt x="107168" y="75"/>
                  </a:cubicBezTo>
                  <a:cubicBezTo>
                    <a:pt x="105741" y="34"/>
                    <a:pt x="104305" y="1"/>
                    <a:pt x="102876" y="1"/>
                  </a:cubicBezTo>
                  <a:cubicBezTo>
                    <a:pt x="102660" y="1"/>
                    <a:pt x="102443" y="2"/>
                    <a:pt x="102227" y="4"/>
                  </a:cubicBezTo>
                  <a:cubicBezTo>
                    <a:pt x="100620" y="4"/>
                    <a:pt x="99001" y="63"/>
                    <a:pt x="97393" y="63"/>
                  </a:cubicBezTo>
                  <a:cubicBezTo>
                    <a:pt x="93819" y="73"/>
                    <a:pt x="89490" y="240"/>
                    <a:pt x="85651" y="240"/>
                  </a:cubicBezTo>
                  <a:cubicBezTo>
                    <a:pt x="84887" y="240"/>
                    <a:pt x="84143" y="234"/>
                    <a:pt x="83427" y="218"/>
                  </a:cubicBezTo>
                  <a:cubicBezTo>
                    <a:pt x="82935" y="203"/>
                    <a:pt x="82443" y="196"/>
                    <a:pt x="81950" y="196"/>
                  </a:cubicBezTo>
                  <a:cubicBezTo>
                    <a:pt x="79757" y="196"/>
                    <a:pt x="77554" y="324"/>
                    <a:pt x="75367" y="373"/>
                  </a:cubicBezTo>
                  <a:cubicBezTo>
                    <a:pt x="75022" y="380"/>
                    <a:pt x="74677" y="384"/>
                    <a:pt x="74333" y="384"/>
                  </a:cubicBezTo>
                  <a:cubicBezTo>
                    <a:pt x="71529" y="384"/>
                    <a:pt x="68748" y="149"/>
                    <a:pt x="65949" y="75"/>
                  </a:cubicBezTo>
                  <a:cubicBezTo>
                    <a:pt x="64580" y="25"/>
                    <a:pt x="63202" y="1"/>
                    <a:pt x="61830" y="1"/>
                  </a:cubicBezTo>
                  <a:cubicBezTo>
                    <a:pt x="61556" y="1"/>
                    <a:pt x="61282" y="2"/>
                    <a:pt x="61008" y="4"/>
                  </a:cubicBezTo>
                  <a:cubicBezTo>
                    <a:pt x="59400" y="4"/>
                    <a:pt x="57781" y="63"/>
                    <a:pt x="56174" y="63"/>
                  </a:cubicBezTo>
                  <a:cubicBezTo>
                    <a:pt x="52602" y="73"/>
                    <a:pt x="48261" y="244"/>
                    <a:pt x="44419" y="244"/>
                  </a:cubicBezTo>
                  <a:cubicBezTo>
                    <a:pt x="43599" y="244"/>
                    <a:pt x="42803" y="237"/>
                    <a:pt x="42041" y="218"/>
                  </a:cubicBezTo>
                  <a:cubicBezTo>
                    <a:pt x="41554" y="203"/>
                    <a:pt x="41065" y="196"/>
                    <a:pt x="40577" y="196"/>
                  </a:cubicBezTo>
                  <a:cubicBezTo>
                    <a:pt x="38403" y="196"/>
                    <a:pt x="36220" y="324"/>
                    <a:pt x="34052" y="373"/>
                  </a:cubicBezTo>
                  <a:cubicBezTo>
                    <a:pt x="33708" y="380"/>
                    <a:pt x="33364" y="384"/>
                    <a:pt x="33020" y="384"/>
                  </a:cubicBezTo>
                  <a:cubicBezTo>
                    <a:pt x="30216" y="384"/>
                    <a:pt x="27434" y="148"/>
                    <a:pt x="24634" y="63"/>
                  </a:cubicBezTo>
                  <a:cubicBezTo>
                    <a:pt x="23273" y="24"/>
                    <a:pt x="21904" y="1"/>
                    <a:pt x="205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6555735" y="2182173"/>
              <a:ext cx="450588" cy="22711"/>
            </a:xfrm>
            <a:custGeom>
              <a:avLst/>
              <a:gdLst/>
              <a:ahLst/>
              <a:cxnLst/>
              <a:rect l="l" t="t" r="r" b="b"/>
              <a:pathLst>
                <a:path w="17861" h="710" extrusionOk="0">
                  <a:moveTo>
                    <a:pt x="8522" y="1"/>
                  </a:moveTo>
                  <a:cubicBezTo>
                    <a:pt x="5679" y="1"/>
                    <a:pt x="2833" y="98"/>
                    <a:pt x="1" y="313"/>
                  </a:cubicBezTo>
                  <a:cubicBezTo>
                    <a:pt x="3216" y="491"/>
                    <a:pt x="6430" y="670"/>
                    <a:pt x="9657" y="706"/>
                  </a:cubicBezTo>
                  <a:cubicBezTo>
                    <a:pt x="9967" y="708"/>
                    <a:pt x="10277" y="710"/>
                    <a:pt x="10588" y="710"/>
                  </a:cubicBezTo>
                  <a:cubicBezTo>
                    <a:pt x="13011" y="710"/>
                    <a:pt x="15454" y="620"/>
                    <a:pt x="17860" y="325"/>
                  </a:cubicBezTo>
                  <a:cubicBezTo>
                    <a:pt x="17265" y="289"/>
                    <a:pt x="16670" y="253"/>
                    <a:pt x="16074" y="217"/>
                  </a:cubicBezTo>
                  <a:cubicBezTo>
                    <a:pt x="13566" y="78"/>
                    <a:pt x="11045" y="1"/>
                    <a:pt x="85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6114808" y="2582912"/>
              <a:ext cx="375789" cy="13851"/>
            </a:xfrm>
            <a:custGeom>
              <a:avLst/>
              <a:gdLst/>
              <a:ahLst/>
              <a:cxnLst/>
              <a:rect l="l" t="t" r="r" b="b"/>
              <a:pathLst>
                <a:path w="14896" h="433" extrusionOk="0">
                  <a:moveTo>
                    <a:pt x="14895" y="0"/>
                  </a:moveTo>
                  <a:cubicBezTo>
                    <a:pt x="14705" y="6"/>
                    <a:pt x="14514" y="6"/>
                    <a:pt x="14325" y="6"/>
                  </a:cubicBezTo>
                  <a:cubicBezTo>
                    <a:pt x="14136" y="6"/>
                    <a:pt x="13949" y="6"/>
                    <a:pt x="13764" y="12"/>
                  </a:cubicBezTo>
                  <a:cubicBezTo>
                    <a:pt x="9168" y="60"/>
                    <a:pt x="4584" y="143"/>
                    <a:pt x="0" y="251"/>
                  </a:cubicBezTo>
                  <a:cubicBezTo>
                    <a:pt x="2004" y="371"/>
                    <a:pt x="4007" y="432"/>
                    <a:pt x="6010" y="432"/>
                  </a:cubicBezTo>
                  <a:cubicBezTo>
                    <a:pt x="7376" y="432"/>
                    <a:pt x="8743" y="404"/>
                    <a:pt x="10109" y="346"/>
                  </a:cubicBezTo>
                  <a:cubicBezTo>
                    <a:pt x="11704" y="274"/>
                    <a:pt x="13300" y="167"/>
                    <a:pt x="148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7598009" y="2182173"/>
              <a:ext cx="450563" cy="22711"/>
            </a:xfrm>
            <a:custGeom>
              <a:avLst/>
              <a:gdLst/>
              <a:ahLst/>
              <a:cxnLst/>
              <a:rect l="l" t="t" r="r" b="b"/>
              <a:pathLst>
                <a:path w="17860" h="710" extrusionOk="0">
                  <a:moveTo>
                    <a:pt x="8522" y="1"/>
                  </a:moveTo>
                  <a:cubicBezTo>
                    <a:pt x="5679" y="1"/>
                    <a:pt x="2833" y="98"/>
                    <a:pt x="1" y="313"/>
                  </a:cubicBezTo>
                  <a:cubicBezTo>
                    <a:pt x="3215" y="491"/>
                    <a:pt x="6430" y="670"/>
                    <a:pt x="9657" y="706"/>
                  </a:cubicBezTo>
                  <a:cubicBezTo>
                    <a:pt x="9966" y="708"/>
                    <a:pt x="10277" y="710"/>
                    <a:pt x="10588" y="710"/>
                  </a:cubicBezTo>
                  <a:cubicBezTo>
                    <a:pt x="13011" y="710"/>
                    <a:pt x="15454" y="620"/>
                    <a:pt x="17860" y="325"/>
                  </a:cubicBezTo>
                  <a:cubicBezTo>
                    <a:pt x="17265" y="289"/>
                    <a:pt x="16669" y="253"/>
                    <a:pt x="16074" y="217"/>
                  </a:cubicBezTo>
                  <a:cubicBezTo>
                    <a:pt x="13566" y="78"/>
                    <a:pt x="11045" y="1"/>
                    <a:pt x="85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7157083" y="2582912"/>
              <a:ext cx="375764" cy="13851"/>
            </a:xfrm>
            <a:custGeom>
              <a:avLst/>
              <a:gdLst/>
              <a:ahLst/>
              <a:cxnLst/>
              <a:rect l="l" t="t" r="r" b="b"/>
              <a:pathLst>
                <a:path w="14895" h="433" extrusionOk="0">
                  <a:moveTo>
                    <a:pt x="14895" y="0"/>
                  </a:moveTo>
                  <a:lnTo>
                    <a:pt x="14895" y="0"/>
                  </a:lnTo>
                  <a:cubicBezTo>
                    <a:pt x="14704" y="6"/>
                    <a:pt x="14514" y="6"/>
                    <a:pt x="14325" y="6"/>
                  </a:cubicBezTo>
                  <a:cubicBezTo>
                    <a:pt x="14136" y="6"/>
                    <a:pt x="13948" y="6"/>
                    <a:pt x="13764" y="12"/>
                  </a:cubicBezTo>
                  <a:cubicBezTo>
                    <a:pt x="9168" y="60"/>
                    <a:pt x="4584" y="143"/>
                    <a:pt x="0" y="251"/>
                  </a:cubicBezTo>
                  <a:cubicBezTo>
                    <a:pt x="2003" y="371"/>
                    <a:pt x="4007" y="432"/>
                    <a:pt x="6010" y="432"/>
                  </a:cubicBezTo>
                  <a:cubicBezTo>
                    <a:pt x="7376" y="432"/>
                    <a:pt x="8742" y="404"/>
                    <a:pt x="10109" y="346"/>
                  </a:cubicBezTo>
                  <a:cubicBezTo>
                    <a:pt x="11704" y="274"/>
                    <a:pt x="13299" y="167"/>
                    <a:pt x="148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5963721" y="2617362"/>
              <a:ext cx="3180280" cy="41648"/>
            </a:xfrm>
            <a:custGeom>
              <a:avLst/>
              <a:gdLst/>
              <a:ahLst/>
              <a:cxnLst/>
              <a:rect l="l" t="t" r="r" b="b"/>
              <a:pathLst>
                <a:path w="126064" h="1302" extrusionOk="0">
                  <a:moveTo>
                    <a:pt x="62487" y="0"/>
                  </a:moveTo>
                  <a:cubicBezTo>
                    <a:pt x="61680" y="0"/>
                    <a:pt x="60873" y="13"/>
                    <a:pt x="60068" y="43"/>
                  </a:cubicBezTo>
                  <a:cubicBezTo>
                    <a:pt x="57215" y="142"/>
                    <a:pt x="54416" y="322"/>
                    <a:pt x="51595" y="322"/>
                  </a:cubicBezTo>
                  <a:cubicBezTo>
                    <a:pt x="50684" y="322"/>
                    <a:pt x="49770" y="303"/>
                    <a:pt x="48852" y="257"/>
                  </a:cubicBezTo>
                  <a:cubicBezTo>
                    <a:pt x="47233" y="174"/>
                    <a:pt x="45613" y="90"/>
                    <a:pt x="43994" y="90"/>
                  </a:cubicBezTo>
                  <a:cubicBezTo>
                    <a:pt x="43697" y="90"/>
                    <a:pt x="42423" y="352"/>
                    <a:pt x="41673" y="436"/>
                  </a:cubicBezTo>
                  <a:cubicBezTo>
                    <a:pt x="40263" y="535"/>
                    <a:pt x="38848" y="575"/>
                    <a:pt x="37428" y="575"/>
                  </a:cubicBezTo>
                  <a:cubicBezTo>
                    <a:pt x="32021" y="575"/>
                    <a:pt x="26559" y="2"/>
                    <a:pt x="21146" y="2"/>
                  </a:cubicBezTo>
                  <a:cubicBezTo>
                    <a:pt x="20347" y="2"/>
                    <a:pt x="19549" y="14"/>
                    <a:pt x="18753" y="43"/>
                  </a:cubicBezTo>
                  <a:cubicBezTo>
                    <a:pt x="15900" y="142"/>
                    <a:pt x="13101" y="322"/>
                    <a:pt x="10280" y="322"/>
                  </a:cubicBezTo>
                  <a:cubicBezTo>
                    <a:pt x="9369" y="322"/>
                    <a:pt x="8456" y="303"/>
                    <a:pt x="7537" y="257"/>
                  </a:cubicBezTo>
                  <a:cubicBezTo>
                    <a:pt x="5918" y="174"/>
                    <a:pt x="4299" y="90"/>
                    <a:pt x="2680" y="90"/>
                  </a:cubicBezTo>
                  <a:cubicBezTo>
                    <a:pt x="2346" y="90"/>
                    <a:pt x="786" y="424"/>
                    <a:pt x="108" y="447"/>
                  </a:cubicBezTo>
                  <a:cubicBezTo>
                    <a:pt x="144" y="745"/>
                    <a:pt x="1" y="900"/>
                    <a:pt x="24" y="1198"/>
                  </a:cubicBezTo>
                  <a:cubicBezTo>
                    <a:pt x="150" y="1199"/>
                    <a:pt x="278" y="1199"/>
                    <a:pt x="408" y="1199"/>
                  </a:cubicBezTo>
                  <a:cubicBezTo>
                    <a:pt x="3139" y="1199"/>
                    <a:pt x="6699" y="971"/>
                    <a:pt x="9359" y="959"/>
                  </a:cubicBezTo>
                  <a:cubicBezTo>
                    <a:pt x="10901" y="953"/>
                    <a:pt x="12443" y="945"/>
                    <a:pt x="13985" y="945"/>
                  </a:cubicBezTo>
                  <a:cubicBezTo>
                    <a:pt x="15526" y="945"/>
                    <a:pt x="17068" y="953"/>
                    <a:pt x="18610" y="983"/>
                  </a:cubicBezTo>
                  <a:cubicBezTo>
                    <a:pt x="21658" y="1031"/>
                    <a:pt x="24706" y="1138"/>
                    <a:pt x="27754" y="1198"/>
                  </a:cubicBezTo>
                  <a:cubicBezTo>
                    <a:pt x="30254" y="1257"/>
                    <a:pt x="32758" y="1301"/>
                    <a:pt x="35261" y="1301"/>
                  </a:cubicBezTo>
                  <a:cubicBezTo>
                    <a:pt x="37288" y="1301"/>
                    <a:pt x="39315" y="1272"/>
                    <a:pt x="41339" y="1198"/>
                  </a:cubicBezTo>
                  <a:cubicBezTo>
                    <a:pt x="41465" y="1199"/>
                    <a:pt x="41593" y="1199"/>
                    <a:pt x="41723" y="1199"/>
                  </a:cubicBezTo>
                  <a:cubicBezTo>
                    <a:pt x="44454" y="1199"/>
                    <a:pt x="48014" y="971"/>
                    <a:pt x="50674" y="959"/>
                  </a:cubicBezTo>
                  <a:cubicBezTo>
                    <a:pt x="52215" y="953"/>
                    <a:pt x="53757" y="945"/>
                    <a:pt x="55299" y="945"/>
                  </a:cubicBezTo>
                  <a:cubicBezTo>
                    <a:pt x="56841" y="945"/>
                    <a:pt x="58383" y="953"/>
                    <a:pt x="59925" y="983"/>
                  </a:cubicBezTo>
                  <a:cubicBezTo>
                    <a:pt x="62973" y="1031"/>
                    <a:pt x="66021" y="1138"/>
                    <a:pt x="69069" y="1198"/>
                  </a:cubicBezTo>
                  <a:cubicBezTo>
                    <a:pt x="71569" y="1257"/>
                    <a:pt x="74069" y="1301"/>
                    <a:pt x="76567" y="1301"/>
                  </a:cubicBezTo>
                  <a:cubicBezTo>
                    <a:pt x="78589" y="1301"/>
                    <a:pt x="80611" y="1272"/>
                    <a:pt x="82630" y="1198"/>
                  </a:cubicBezTo>
                  <a:cubicBezTo>
                    <a:pt x="82756" y="1199"/>
                    <a:pt x="82884" y="1199"/>
                    <a:pt x="83014" y="1199"/>
                  </a:cubicBezTo>
                  <a:cubicBezTo>
                    <a:pt x="85741" y="1199"/>
                    <a:pt x="89256" y="971"/>
                    <a:pt x="91893" y="959"/>
                  </a:cubicBezTo>
                  <a:cubicBezTo>
                    <a:pt x="93435" y="953"/>
                    <a:pt x="94977" y="945"/>
                    <a:pt x="96520" y="945"/>
                  </a:cubicBezTo>
                  <a:cubicBezTo>
                    <a:pt x="98063" y="945"/>
                    <a:pt x="99608" y="953"/>
                    <a:pt x="101156" y="983"/>
                  </a:cubicBezTo>
                  <a:cubicBezTo>
                    <a:pt x="104204" y="1031"/>
                    <a:pt x="107252" y="1138"/>
                    <a:pt x="110300" y="1198"/>
                  </a:cubicBezTo>
                  <a:cubicBezTo>
                    <a:pt x="112793" y="1257"/>
                    <a:pt x="115294" y="1301"/>
                    <a:pt x="117796" y="1301"/>
                  </a:cubicBezTo>
                  <a:cubicBezTo>
                    <a:pt x="119822" y="1301"/>
                    <a:pt x="121849" y="1272"/>
                    <a:pt x="123873" y="1198"/>
                  </a:cubicBezTo>
                  <a:cubicBezTo>
                    <a:pt x="124055" y="1201"/>
                    <a:pt x="124241" y="1202"/>
                    <a:pt x="124431" y="1202"/>
                  </a:cubicBezTo>
                  <a:cubicBezTo>
                    <a:pt x="124950" y="1202"/>
                    <a:pt x="125497" y="1191"/>
                    <a:pt x="126064" y="1174"/>
                  </a:cubicBezTo>
                  <a:lnTo>
                    <a:pt x="126064" y="150"/>
                  </a:lnTo>
                  <a:cubicBezTo>
                    <a:pt x="125540" y="233"/>
                    <a:pt x="124742" y="388"/>
                    <a:pt x="124207" y="436"/>
                  </a:cubicBezTo>
                  <a:cubicBezTo>
                    <a:pt x="122797" y="535"/>
                    <a:pt x="121382" y="575"/>
                    <a:pt x="119962" y="575"/>
                  </a:cubicBezTo>
                  <a:cubicBezTo>
                    <a:pt x="114556" y="575"/>
                    <a:pt x="109094" y="2"/>
                    <a:pt x="103689" y="2"/>
                  </a:cubicBezTo>
                  <a:cubicBezTo>
                    <a:pt x="102891" y="2"/>
                    <a:pt x="102094" y="14"/>
                    <a:pt x="101299" y="43"/>
                  </a:cubicBezTo>
                  <a:cubicBezTo>
                    <a:pt x="98446" y="142"/>
                    <a:pt x="95647" y="322"/>
                    <a:pt x="92821" y="322"/>
                  </a:cubicBezTo>
                  <a:cubicBezTo>
                    <a:pt x="91908" y="322"/>
                    <a:pt x="90993" y="303"/>
                    <a:pt x="90071" y="257"/>
                  </a:cubicBezTo>
                  <a:cubicBezTo>
                    <a:pt x="88452" y="174"/>
                    <a:pt x="86833" y="90"/>
                    <a:pt x="85214" y="90"/>
                  </a:cubicBezTo>
                  <a:cubicBezTo>
                    <a:pt x="84880" y="90"/>
                    <a:pt x="83321" y="424"/>
                    <a:pt x="82654" y="447"/>
                  </a:cubicBezTo>
                  <a:lnTo>
                    <a:pt x="82654" y="459"/>
                  </a:lnTo>
                  <a:cubicBezTo>
                    <a:pt x="81360" y="542"/>
                    <a:pt x="80063" y="575"/>
                    <a:pt x="78762" y="575"/>
                  </a:cubicBezTo>
                  <a:cubicBezTo>
                    <a:pt x="73354" y="575"/>
                    <a:pt x="67900" y="0"/>
                    <a:pt x="624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5949013" y="2767576"/>
              <a:ext cx="3194987" cy="83967"/>
            </a:xfrm>
            <a:custGeom>
              <a:avLst/>
              <a:gdLst/>
              <a:ahLst/>
              <a:cxnLst/>
              <a:rect l="l" t="t" r="r" b="b"/>
              <a:pathLst>
                <a:path w="126647" h="2625" extrusionOk="0">
                  <a:moveTo>
                    <a:pt x="57979" y="1"/>
                  </a:moveTo>
                  <a:cubicBezTo>
                    <a:pt x="52757" y="1"/>
                    <a:pt x="46991" y="326"/>
                    <a:pt x="42256" y="835"/>
                  </a:cubicBezTo>
                  <a:cubicBezTo>
                    <a:pt x="41281" y="911"/>
                    <a:pt x="40299" y="940"/>
                    <a:pt x="39318" y="940"/>
                  </a:cubicBezTo>
                  <a:cubicBezTo>
                    <a:pt x="38442" y="940"/>
                    <a:pt x="37566" y="917"/>
                    <a:pt x="36695" y="883"/>
                  </a:cubicBezTo>
                  <a:cubicBezTo>
                    <a:pt x="33933" y="776"/>
                    <a:pt x="31195" y="526"/>
                    <a:pt x="28444" y="359"/>
                  </a:cubicBezTo>
                  <a:cubicBezTo>
                    <a:pt x="25503" y="169"/>
                    <a:pt x="22539" y="109"/>
                    <a:pt x="19598" y="38"/>
                  </a:cubicBezTo>
                  <a:cubicBezTo>
                    <a:pt x="18662" y="13"/>
                    <a:pt x="17696" y="2"/>
                    <a:pt x="16709" y="2"/>
                  </a:cubicBezTo>
                  <a:cubicBezTo>
                    <a:pt x="11433" y="2"/>
                    <a:pt x="5586" y="336"/>
                    <a:pt x="822" y="847"/>
                  </a:cubicBezTo>
                  <a:cubicBezTo>
                    <a:pt x="834" y="1550"/>
                    <a:pt x="0" y="1240"/>
                    <a:pt x="0" y="1943"/>
                  </a:cubicBezTo>
                  <a:cubicBezTo>
                    <a:pt x="12" y="2026"/>
                    <a:pt x="1274" y="2359"/>
                    <a:pt x="1286" y="2443"/>
                  </a:cubicBezTo>
                  <a:cubicBezTo>
                    <a:pt x="1754" y="2491"/>
                    <a:pt x="2205" y="2510"/>
                    <a:pt x="2641" y="2510"/>
                  </a:cubicBezTo>
                  <a:cubicBezTo>
                    <a:pt x="4107" y="2510"/>
                    <a:pt x="5412" y="2300"/>
                    <a:pt x="6660" y="2300"/>
                  </a:cubicBezTo>
                  <a:cubicBezTo>
                    <a:pt x="6687" y="2300"/>
                    <a:pt x="6713" y="2300"/>
                    <a:pt x="6739" y="2300"/>
                  </a:cubicBezTo>
                  <a:cubicBezTo>
                    <a:pt x="8323" y="2300"/>
                    <a:pt x="9906" y="2300"/>
                    <a:pt x="11490" y="2288"/>
                  </a:cubicBezTo>
                  <a:cubicBezTo>
                    <a:pt x="12276" y="2288"/>
                    <a:pt x="13067" y="2294"/>
                    <a:pt x="13861" y="2294"/>
                  </a:cubicBezTo>
                  <a:cubicBezTo>
                    <a:pt x="14654" y="2294"/>
                    <a:pt x="15449" y="2288"/>
                    <a:pt x="16240" y="2264"/>
                  </a:cubicBezTo>
                  <a:cubicBezTo>
                    <a:pt x="17501" y="2228"/>
                    <a:pt x="18762" y="2210"/>
                    <a:pt x="20023" y="2210"/>
                  </a:cubicBezTo>
                  <a:cubicBezTo>
                    <a:pt x="22048" y="2210"/>
                    <a:pt x="24074" y="2255"/>
                    <a:pt x="26099" y="2336"/>
                  </a:cubicBezTo>
                  <a:cubicBezTo>
                    <a:pt x="27730" y="2395"/>
                    <a:pt x="29361" y="2490"/>
                    <a:pt x="30992" y="2586"/>
                  </a:cubicBezTo>
                  <a:cubicBezTo>
                    <a:pt x="31484" y="2613"/>
                    <a:pt x="31980" y="2624"/>
                    <a:pt x="32478" y="2624"/>
                  </a:cubicBezTo>
                  <a:cubicBezTo>
                    <a:pt x="33473" y="2624"/>
                    <a:pt x="34473" y="2582"/>
                    <a:pt x="35457" y="2550"/>
                  </a:cubicBezTo>
                  <a:cubicBezTo>
                    <a:pt x="37222" y="2488"/>
                    <a:pt x="38988" y="2408"/>
                    <a:pt x="40753" y="2408"/>
                  </a:cubicBezTo>
                  <a:cubicBezTo>
                    <a:pt x="41381" y="2408"/>
                    <a:pt x="42009" y="2418"/>
                    <a:pt x="42637" y="2443"/>
                  </a:cubicBezTo>
                  <a:cubicBezTo>
                    <a:pt x="43099" y="2491"/>
                    <a:pt x="43546" y="2510"/>
                    <a:pt x="43979" y="2510"/>
                  </a:cubicBezTo>
                  <a:cubicBezTo>
                    <a:pt x="45433" y="2510"/>
                    <a:pt x="46736" y="2300"/>
                    <a:pt x="47976" y="2300"/>
                  </a:cubicBezTo>
                  <a:cubicBezTo>
                    <a:pt x="48002" y="2300"/>
                    <a:pt x="48028" y="2300"/>
                    <a:pt x="48054" y="2300"/>
                  </a:cubicBezTo>
                  <a:cubicBezTo>
                    <a:pt x="49637" y="2300"/>
                    <a:pt x="51221" y="2300"/>
                    <a:pt x="52804" y="2288"/>
                  </a:cubicBezTo>
                  <a:cubicBezTo>
                    <a:pt x="53709" y="2288"/>
                    <a:pt x="54614" y="2296"/>
                    <a:pt x="55519" y="2296"/>
                  </a:cubicBezTo>
                  <a:cubicBezTo>
                    <a:pt x="56198" y="2296"/>
                    <a:pt x="56876" y="2291"/>
                    <a:pt x="57555" y="2276"/>
                  </a:cubicBezTo>
                  <a:cubicBezTo>
                    <a:pt x="58842" y="2239"/>
                    <a:pt x="60128" y="2222"/>
                    <a:pt x="61415" y="2222"/>
                  </a:cubicBezTo>
                  <a:cubicBezTo>
                    <a:pt x="63414" y="2222"/>
                    <a:pt x="65414" y="2263"/>
                    <a:pt x="67413" y="2336"/>
                  </a:cubicBezTo>
                  <a:cubicBezTo>
                    <a:pt x="69045" y="2395"/>
                    <a:pt x="70676" y="2490"/>
                    <a:pt x="72307" y="2586"/>
                  </a:cubicBezTo>
                  <a:cubicBezTo>
                    <a:pt x="72803" y="2613"/>
                    <a:pt x="73300" y="2624"/>
                    <a:pt x="73798" y="2624"/>
                  </a:cubicBezTo>
                  <a:cubicBezTo>
                    <a:pt x="74794" y="2624"/>
                    <a:pt x="75791" y="2582"/>
                    <a:pt x="76784" y="2550"/>
                  </a:cubicBezTo>
                  <a:cubicBezTo>
                    <a:pt x="78521" y="2488"/>
                    <a:pt x="80272" y="2413"/>
                    <a:pt x="82021" y="2413"/>
                  </a:cubicBezTo>
                  <a:cubicBezTo>
                    <a:pt x="82621" y="2413"/>
                    <a:pt x="83221" y="2421"/>
                    <a:pt x="83820" y="2443"/>
                  </a:cubicBezTo>
                  <a:cubicBezTo>
                    <a:pt x="84288" y="2491"/>
                    <a:pt x="84740" y="2510"/>
                    <a:pt x="85177" y="2510"/>
                  </a:cubicBezTo>
                  <a:cubicBezTo>
                    <a:pt x="86645" y="2510"/>
                    <a:pt x="87955" y="2300"/>
                    <a:pt x="89195" y="2300"/>
                  </a:cubicBezTo>
                  <a:cubicBezTo>
                    <a:pt x="89221" y="2300"/>
                    <a:pt x="89247" y="2300"/>
                    <a:pt x="89273" y="2300"/>
                  </a:cubicBezTo>
                  <a:cubicBezTo>
                    <a:pt x="90857" y="2300"/>
                    <a:pt x="92440" y="2300"/>
                    <a:pt x="94024" y="2288"/>
                  </a:cubicBezTo>
                  <a:cubicBezTo>
                    <a:pt x="94816" y="2288"/>
                    <a:pt x="95607" y="2294"/>
                    <a:pt x="96399" y="2294"/>
                  </a:cubicBezTo>
                  <a:cubicBezTo>
                    <a:pt x="97191" y="2294"/>
                    <a:pt x="97983" y="2288"/>
                    <a:pt x="98774" y="2264"/>
                  </a:cubicBezTo>
                  <a:cubicBezTo>
                    <a:pt x="100035" y="2228"/>
                    <a:pt x="101296" y="2210"/>
                    <a:pt x="102557" y="2210"/>
                  </a:cubicBezTo>
                  <a:cubicBezTo>
                    <a:pt x="104582" y="2210"/>
                    <a:pt x="106608" y="2255"/>
                    <a:pt x="108633" y="2336"/>
                  </a:cubicBezTo>
                  <a:cubicBezTo>
                    <a:pt x="110264" y="2395"/>
                    <a:pt x="111895" y="2490"/>
                    <a:pt x="113538" y="2586"/>
                  </a:cubicBezTo>
                  <a:cubicBezTo>
                    <a:pt x="114030" y="2613"/>
                    <a:pt x="114526" y="2624"/>
                    <a:pt x="115024" y="2624"/>
                  </a:cubicBezTo>
                  <a:cubicBezTo>
                    <a:pt x="116019" y="2624"/>
                    <a:pt x="117019" y="2582"/>
                    <a:pt x="118003" y="2550"/>
                  </a:cubicBezTo>
                  <a:cubicBezTo>
                    <a:pt x="119760" y="2488"/>
                    <a:pt x="121529" y="2408"/>
                    <a:pt x="123292" y="2408"/>
                  </a:cubicBezTo>
                  <a:cubicBezTo>
                    <a:pt x="123919" y="2408"/>
                    <a:pt x="124546" y="2418"/>
                    <a:pt x="125171" y="2443"/>
                  </a:cubicBezTo>
                  <a:cubicBezTo>
                    <a:pt x="125683" y="2502"/>
                    <a:pt x="126183" y="2514"/>
                    <a:pt x="126647" y="2514"/>
                  </a:cubicBezTo>
                  <a:lnTo>
                    <a:pt x="126647" y="645"/>
                  </a:lnTo>
                  <a:cubicBezTo>
                    <a:pt x="126016" y="704"/>
                    <a:pt x="125397" y="764"/>
                    <a:pt x="124802" y="835"/>
                  </a:cubicBezTo>
                  <a:lnTo>
                    <a:pt x="124790" y="835"/>
                  </a:lnTo>
                  <a:cubicBezTo>
                    <a:pt x="123815" y="911"/>
                    <a:pt x="122833" y="940"/>
                    <a:pt x="121852" y="940"/>
                  </a:cubicBezTo>
                  <a:cubicBezTo>
                    <a:pt x="120976" y="940"/>
                    <a:pt x="120100" y="917"/>
                    <a:pt x="119229" y="883"/>
                  </a:cubicBezTo>
                  <a:cubicBezTo>
                    <a:pt x="116467" y="776"/>
                    <a:pt x="113729" y="526"/>
                    <a:pt x="110978" y="359"/>
                  </a:cubicBezTo>
                  <a:cubicBezTo>
                    <a:pt x="108038" y="169"/>
                    <a:pt x="105073" y="109"/>
                    <a:pt x="102132" y="38"/>
                  </a:cubicBezTo>
                  <a:cubicBezTo>
                    <a:pt x="101196" y="13"/>
                    <a:pt x="100230" y="2"/>
                    <a:pt x="99243" y="2"/>
                  </a:cubicBezTo>
                  <a:cubicBezTo>
                    <a:pt x="93967" y="2"/>
                    <a:pt x="88121" y="336"/>
                    <a:pt x="83356" y="847"/>
                  </a:cubicBezTo>
                  <a:cubicBezTo>
                    <a:pt x="82469" y="913"/>
                    <a:pt x="81573" y="937"/>
                    <a:pt x="80678" y="937"/>
                  </a:cubicBezTo>
                  <a:cubicBezTo>
                    <a:pt x="79784" y="937"/>
                    <a:pt x="78891" y="913"/>
                    <a:pt x="78010" y="883"/>
                  </a:cubicBezTo>
                  <a:cubicBezTo>
                    <a:pt x="75248" y="776"/>
                    <a:pt x="72509" y="526"/>
                    <a:pt x="69759" y="359"/>
                  </a:cubicBezTo>
                  <a:cubicBezTo>
                    <a:pt x="66818" y="169"/>
                    <a:pt x="63853" y="109"/>
                    <a:pt x="60913" y="38"/>
                  </a:cubicBezTo>
                  <a:cubicBezTo>
                    <a:pt x="59962" y="13"/>
                    <a:pt x="58981" y="1"/>
                    <a:pt x="579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5951410" y="2867025"/>
              <a:ext cx="3192591" cy="113492"/>
            </a:xfrm>
            <a:custGeom>
              <a:avLst/>
              <a:gdLst/>
              <a:ahLst/>
              <a:cxnLst/>
              <a:rect l="l" t="t" r="r" b="b"/>
              <a:pathLst>
                <a:path w="126552" h="3548" extrusionOk="0">
                  <a:moveTo>
                    <a:pt x="19682" y="1"/>
                  </a:moveTo>
                  <a:cubicBezTo>
                    <a:pt x="18074" y="12"/>
                    <a:pt x="16467" y="60"/>
                    <a:pt x="14848" y="60"/>
                  </a:cubicBezTo>
                  <a:cubicBezTo>
                    <a:pt x="11275" y="70"/>
                    <a:pt x="6943" y="241"/>
                    <a:pt x="3103" y="241"/>
                  </a:cubicBezTo>
                  <a:cubicBezTo>
                    <a:pt x="2285" y="241"/>
                    <a:pt x="1488" y="234"/>
                    <a:pt x="727" y="215"/>
                  </a:cubicBezTo>
                  <a:lnTo>
                    <a:pt x="727" y="215"/>
                  </a:lnTo>
                  <a:cubicBezTo>
                    <a:pt x="846" y="1132"/>
                    <a:pt x="0" y="1608"/>
                    <a:pt x="24" y="2525"/>
                  </a:cubicBezTo>
                  <a:cubicBezTo>
                    <a:pt x="36" y="2632"/>
                    <a:pt x="1167" y="3406"/>
                    <a:pt x="1167" y="3501"/>
                  </a:cubicBezTo>
                  <a:cubicBezTo>
                    <a:pt x="1508" y="3527"/>
                    <a:pt x="1862" y="3539"/>
                    <a:pt x="2226" y="3539"/>
                  </a:cubicBezTo>
                  <a:cubicBezTo>
                    <a:pt x="4824" y="3539"/>
                    <a:pt x="7947" y="2948"/>
                    <a:pt x="10467" y="2948"/>
                  </a:cubicBezTo>
                  <a:cubicBezTo>
                    <a:pt x="10607" y="2948"/>
                    <a:pt x="10746" y="2949"/>
                    <a:pt x="10883" y="2953"/>
                  </a:cubicBezTo>
                  <a:cubicBezTo>
                    <a:pt x="13883" y="3025"/>
                    <a:pt x="16884" y="3168"/>
                    <a:pt x="19884" y="3227"/>
                  </a:cubicBezTo>
                  <a:cubicBezTo>
                    <a:pt x="20558" y="3238"/>
                    <a:pt x="21233" y="3244"/>
                    <a:pt x="21907" y="3244"/>
                  </a:cubicBezTo>
                  <a:cubicBezTo>
                    <a:pt x="22733" y="3244"/>
                    <a:pt x="23559" y="3235"/>
                    <a:pt x="24384" y="3215"/>
                  </a:cubicBezTo>
                  <a:cubicBezTo>
                    <a:pt x="25825" y="3168"/>
                    <a:pt x="27266" y="3096"/>
                    <a:pt x="28718" y="3037"/>
                  </a:cubicBezTo>
                  <a:cubicBezTo>
                    <a:pt x="30059" y="2992"/>
                    <a:pt x="31407" y="2959"/>
                    <a:pt x="32755" y="2959"/>
                  </a:cubicBezTo>
                  <a:cubicBezTo>
                    <a:pt x="34315" y="2959"/>
                    <a:pt x="35875" y="3004"/>
                    <a:pt x="37422" y="3132"/>
                  </a:cubicBezTo>
                  <a:cubicBezTo>
                    <a:pt x="39101" y="3263"/>
                    <a:pt x="40791" y="3465"/>
                    <a:pt x="42482" y="3501"/>
                  </a:cubicBezTo>
                  <a:cubicBezTo>
                    <a:pt x="42482" y="3501"/>
                    <a:pt x="42482" y="3501"/>
                    <a:pt x="42482" y="3513"/>
                  </a:cubicBezTo>
                  <a:cubicBezTo>
                    <a:pt x="42807" y="3537"/>
                    <a:pt x="43143" y="3547"/>
                    <a:pt x="43490" y="3547"/>
                  </a:cubicBezTo>
                  <a:cubicBezTo>
                    <a:pt x="46098" y="3547"/>
                    <a:pt x="49245" y="2948"/>
                    <a:pt x="51782" y="2948"/>
                  </a:cubicBezTo>
                  <a:cubicBezTo>
                    <a:pt x="51922" y="2948"/>
                    <a:pt x="52061" y="2949"/>
                    <a:pt x="52197" y="2953"/>
                  </a:cubicBezTo>
                  <a:cubicBezTo>
                    <a:pt x="55198" y="3025"/>
                    <a:pt x="58198" y="3179"/>
                    <a:pt x="61199" y="3227"/>
                  </a:cubicBezTo>
                  <a:cubicBezTo>
                    <a:pt x="61873" y="3238"/>
                    <a:pt x="62547" y="3244"/>
                    <a:pt x="63222" y="3244"/>
                  </a:cubicBezTo>
                  <a:cubicBezTo>
                    <a:pt x="64047" y="3244"/>
                    <a:pt x="64873" y="3235"/>
                    <a:pt x="65699" y="3215"/>
                  </a:cubicBezTo>
                  <a:cubicBezTo>
                    <a:pt x="67140" y="3168"/>
                    <a:pt x="68580" y="3096"/>
                    <a:pt x="70033" y="3049"/>
                  </a:cubicBezTo>
                  <a:cubicBezTo>
                    <a:pt x="71404" y="2998"/>
                    <a:pt x="72782" y="2960"/>
                    <a:pt x="74160" y="2960"/>
                  </a:cubicBezTo>
                  <a:cubicBezTo>
                    <a:pt x="75690" y="2960"/>
                    <a:pt x="77220" y="3007"/>
                    <a:pt x="78737" y="3132"/>
                  </a:cubicBezTo>
                  <a:cubicBezTo>
                    <a:pt x="80380" y="3263"/>
                    <a:pt x="82035" y="3453"/>
                    <a:pt x="83701" y="3501"/>
                  </a:cubicBezTo>
                  <a:cubicBezTo>
                    <a:pt x="83701" y="3501"/>
                    <a:pt x="83701" y="3513"/>
                    <a:pt x="83701" y="3513"/>
                  </a:cubicBezTo>
                  <a:cubicBezTo>
                    <a:pt x="84030" y="3537"/>
                    <a:pt x="84371" y="3548"/>
                    <a:pt x="84721" y="3548"/>
                  </a:cubicBezTo>
                  <a:cubicBezTo>
                    <a:pt x="87346" y="3548"/>
                    <a:pt x="90513" y="2949"/>
                    <a:pt x="93054" y="2949"/>
                  </a:cubicBezTo>
                  <a:cubicBezTo>
                    <a:pt x="93177" y="2949"/>
                    <a:pt x="93298" y="2950"/>
                    <a:pt x="93417" y="2953"/>
                  </a:cubicBezTo>
                  <a:cubicBezTo>
                    <a:pt x="96417" y="3025"/>
                    <a:pt x="99418" y="3179"/>
                    <a:pt x="102418" y="3227"/>
                  </a:cubicBezTo>
                  <a:cubicBezTo>
                    <a:pt x="103092" y="3238"/>
                    <a:pt x="103767" y="3244"/>
                    <a:pt x="104441" y="3244"/>
                  </a:cubicBezTo>
                  <a:cubicBezTo>
                    <a:pt x="105267" y="3244"/>
                    <a:pt x="106093" y="3235"/>
                    <a:pt x="106919" y="3215"/>
                  </a:cubicBezTo>
                  <a:cubicBezTo>
                    <a:pt x="108371" y="3179"/>
                    <a:pt x="109812" y="3096"/>
                    <a:pt x="111252" y="3049"/>
                  </a:cubicBezTo>
                  <a:cubicBezTo>
                    <a:pt x="112623" y="2998"/>
                    <a:pt x="114001" y="2960"/>
                    <a:pt x="115379" y="2960"/>
                  </a:cubicBezTo>
                  <a:cubicBezTo>
                    <a:pt x="116910" y="2960"/>
                    <a:pt x="118439" y="3007"/>
                    <a:pt x="119956" y="3132"/>
                  </a:cubicBezTo>
                  <a:cubicBezTo>
                    <a:pt x="121635" y="3263"/>
                    <a:pt x="123325" y="3465"/>
                    <a:pt x="125016" y="3501"/>
                  </a:cubicBezTo>
                  <a:cubicBezTo>
                    <a:pt x="125016" y="3501"/>
                    <a:pt x="125016" y="3513"/>
                    <a:pt x="125016" y="3513"/>
                  </a:cubicBezTo>
                  <a:cubicBezTo>
                    <a:pt x="125326" y="3536"/>
                    <a:pt x="125645" y="3544"/>
                    <a:pt x="125973" y="3544"/>
                  </a:cubicBezTo>
                  <a:cubicBezTo>
                    <a:pt x="126163" y="3544"/>
                    <a:pt x="126356" y="3541"/>
                    <a:pt x="126552" y="3537"/>
                  </a:cubicBezTo>
                  <a:lnTo>
                    <a:pt x="126552" y="251"/>
                  </a:lnTo>
                  <a:cubicBezTo>
                    <a:pt x="125873" y="251"/>
                    <a:pt x="125207" y="239"/>
                    <a:pt x="124576" y="227"/>
                  </a:cubicBezTo>
                  <a:cubicBezTo>
                    <a:pt x="124086" y="211"/>
                    <a:pt x="123596" y="205"/>
                    <a:pt x="123107" y="205"/>
                  </a:cubicBezTo>
                  <a:cubicBezTo>
                    <a:pt x="120929" y="205"/>
                    <a:pt x="118752" y="333"/>
                    <a:pt x="116575" y="382"/>
                  </a:cubicBezTo>
                  <a:cubicBezTo>
                    <a:pt x="116232" y="389"/>
                    <a:pt x="115889" y="393"/>
                    <a:pt x="115546" y="393"/>
                  </a:cubicBezTo>
                  <a:cubicBezTo>
                    <a:pt x="112748" y="393"/>
                    <a:pt x="109958" y="157"/>
                    <a:pt x="107169" y="72"/>
                  </a:cubicBezTo>
                  <a:cubicBezTo>
                    <a:pt x="105798" y="33"/>
                    <a:pt x="104435" y="9"/>
                    <a:pt x="103067" y="9"/>
                  </a:cubicBezTo>
                  <a:cubicBezTo>
                    <a:pt x="102783" y="9"/>
                    <a:pt x="102500" y="10"/>
                    <a:pt x="102216" y="12"/>
                  </a:cubicBezTo>
                  <a:cubicBezTo>
                    <a:pt x="100608" y="12"/>
                    <a:pt x="99001" y="60"/>
                    <a:pt x="97382" y="72"/>
                  </a:cubicBezTo>
                  <a:cubicBezTo>
                    <a:pt x="93817" y="82"/>
                    <a:pt x="89482" y="249"/>
                    <a:pt x="85647" y="249"/>
                  </a:cubicBezTo>
                  <a:cubicBezTo>
                    <a:pt x="84884" y="249"/>
                    <a:pt x="84141" y="243"/>
                    <a:pt x="83428" y="227"/>
                  </a:cubicBezTo>
                  <a:cubicBezTo>
                    <a:pt x="82934" y="211"/>
                    <a:pt x="82439" y="205"/>
                    <a:pt x="81944" y="205"/>
                  </a:cubicBezTo>
                  <a:cubicBezTo>
                    <a:pt x="79745" y="205"/>
                    <a:pt x="77542" y="333"/>
                    <a:pt x="75355" y="382"/>
                  </a:cubicBezTo>
                  <a:cubicBezTo>
                    <a:pt x="75012" y="389"/>
                    <a:pt x="74669" y="393"/>
                    <a:pt x="74326" y="393"/>
                  </a:cubicBezTo>
                  <a:cubicBezTo>
                    <a:pt x="71528" y="393"/>
                    <a:pt x="68738" y="157"/>
                    <a:pt x="65937" y="72"/>
                  </a:cubicBezTo>
                  <a:cubicBezTo>
                    <a:pt x="64294" y="24"/>
                    <a:pt x="62651" y="1"/>
                    <a:pt x="60996" y="1"/>
                  </a:cubicBezTo>
                  <a:cubicBezTo>
                    <a:pt x="59389" y="12"/>
                    <a:pt x="57782" y="60"/>
                    <a:pt x="56162" y="60"/>
                  </a:cubicBezTo>
                  <a:cubicBezTo>
                    <a:pt x="52590" y="70"/>
                    <a:pt x="48257" y="241"/>
                    <a:pt x="44418" y="241"/>
                  </a:cubicBezTo>
                  <a:cubicBezTo>
                    <a:pt x="43599" y="241"/>
                    <a:pt x="42803" y="234"/>
                    <a:pt x="42041" y="215"/>
                  </a:cubicBezTo>
                  <a:cubicBezTo>
                    <a:pt x="41609" y="203"/>
                    <a:pt x="41175" y="198"/>
                    <a:pt x="40742" y="198"/>
                  </a:cubicBezTo>
                  <a:cubicBezTo>
                    <a:pt x="38506" y="198"/>
                    <a:pt x="36265" y="332"/>
                    <a:pt x="34040" y="382"/>
                  </a:cubicBezTo>
                  <a:cubicBezTo>
                    <a:pt x="33697" y="389"/>
                    <a:pt x="33355" y="393"/>
                    <a:pt x="33012" y="393"/>
                  </a:cubicBezTo>
                  <a:cubicBezTo>
                    <a:pt x="30214" y="393"/>
                    <a:pt x="27423" y="157"/>
                    <a:pt x="24623" y="72"/>
                  </a:cubicBezTo>
                  <a:cubicBezTo>
                    <a:pt x="22980" y="24"/>
                    <a:pt x="21336" y="1"/>
                    <a:pt x="196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6554549" y="2738915"/>
              <a:ext cx="450866" cy="22775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607" y="1"/>
                  </a:moveTo>
                  <a:cubicBezTo>
                    <a:pt x="5735" y="1"/>
                    <a:pt x="2859" y="98"/>
                    <a:pt x="0" y="315"/>
                  </a:cubicBezTo>
                  <a:cubicBezTo>
                    <a:pt x="3227" y="481"/>
                    <a:pt x="6442" y="672"/>
                    <a:pt x="9656" y="708"/>
                  </a:cubicBezTo>
                  <a:cubicBezTo>
                    <a:pt x="9968" y="710"/>
                    <a:pt x="10279" y="712"/>
                    <a:pt x="10591" y="712"/>
                  </a:cubicBezTo>
                  <a:cubicBezTo>
                    <a:pt x="13020" y="712"/>
                    <a:pt x="15455" y="622"/>
                    <a:pt x="17872" y="327"/>
                  </a:cubicBezTo>
                  <a:cubicBezTo>
                    <a:pt x="17276" y="279"/>
                    <a:pt x="16681" y="243"/>
                    <a:pt x="16086" y="207"/>
                  </a:cubicBezTo>
                  <a:cubicBezTo>
                    <a:pt x="13604" y="74"/>
                    <a:pt x="11107" y="1"/>
                    <a:pt x="86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6113900" y="3139718"/>
              <a:ext cx="375486" cy="13467"/>
            </a:xfrm>
            <a:custGeom>
              <a:avLst/>
              <a:gdLst/>
              <a:ahLst/>
              <a:cxnLst/>
              <a:rect l="l" t="t" r="r" b="b"/>
              <a:pathLst>
                <a:path w="14884" h="421" extrusionOk="0">
                  <a:moveTo>
                    <a:pt x="13752" y="0"/>
                  </a:moveTo>
                  <a:cubicBezTo>
                    <a:pt x="9169" y="48"/>
                    <a:pt x="4585" y="143"/>
                    <a:pt x="1" y="239"/>
                  </a:cubicBezTo>
                  <a:cubicBezTo>
                    <a:pt x="1997" y="359"/>
                    <a:pt x="4001" y="420"/>
                    <a:pt x="6004" y="420"/>
                  </a:cubicBezTo>
                  <a:cubicBezTo>
                    <a:pt x="7370" y="420"/>
                    <a:pt x="8736" y="392"/>
                    <a:pt x="10097" y="334"/>
                  </a:cubicBezTo>
                  <a:cubicBezTo>
                    <a:pt x="11693" y="274"/>
                    <a:pt x="13288" y="167"/>
                    <a:pt x="148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7596798" y="2738915"/>
              <a:ext cx="450891" cy="22775"/>
            </a:xfrm>
            <a:custGeom>
              <a:avLst/>
              <a:gdLst/>
              <a:ahLst/>
              <a:cxnLst/>
              <a:rect l="l" t="t" r="r" b="b"/>
              <a:pathLst>
                <a:path w="17873" h="712" extrusionOk="0">
                  <a:moveTo>
                    <a:pt x="8608" y="1"/>
                  </a:moveTo>
                  <a:cubicBezTo>
                    <a:pt x="5735" y="1"/>
                    <a:pt x="2860" y="98"/>
                    <a:pt x="1" y="315"/>
                  </a:cubicBezTo>
                  <a:cubicBezTo>
                    <a:pt x="3228" y="481"/>
                    <a:pt x="6442" y="672"/>
                    <a:pt x="9657" y="708"/>
                  </a:cubicBezTo>
                  <a:cubicBezTo>
                    <a:pt x="9968" y="710"/>
                    <a:pt x="10280" y="712"/>
                    <a:pt x="10591" y="712"/>
                  </a:cubicBezTo>
                  <a:cubicBezTo>
                    <a:pt x="13020" y="712"/>
                    <a:pt x="15456" y="622"/>
                    <a:pt x="17872" y="327"/>
                  </a:cubicBezTo>
                  <a:cubicBezTo>
                    <a:pt x="17277" y="279"/>
                    <a:pt x="16682" y="243"/>
                    <a:pt x="16086" y="207"/>
                  </a:cubicBezTo>
                  <a:cubicBezTo>
                    <a:pt x="13605" y="74"/>
                    <a:pt x="11107" y="1"/>
                    <a:pt x="86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7156174" y="3139718"/>
              <a:ext cx="375486" cy="13467"/>
            </a:xfrm>
            <a:custGeom>
              <a:avLst/>
              <a:gdLst/>
              <a:ahLst/>
              <a:cxnLst/>
              <a:rect l="l" t="t" r="r" b="b"/>
              <a:pathLst>
                <a:path w="14884" h="421" extrusionOk="0">
                  <a:moveTo>
                    <a:pt x="13752" y="0"/>
                  </a:moveTo>
                  <a:cubicBezTo>
                    <a:pt x="9168" y="48"/>
                    <a:pt x="4584" y="143"/>
                    <a:pt x="0" y="239"/>
                  </a:cubicBezTo>
                  <a:cubicBezTo>
                    <a:pt x="1997" y="359"/>
                    <a:pt x="3997" y="420"/>
                    <a:pt x="5999" y="420"/>
                  </a:cubicBezTo>
                  <a:cubicBezTo>
                    <a:pt x="7364" y="420"/>
                    <a:pt x="8731" y="392"/>
                    <a:pt x="10097" y="334"/>
                  </a:cubicBezTo>
                  <a:cubicBezTo>
                    <a:pt x="11692" y="274"/>
                    <a:pt x="13288" y="167"/>
                    <a:pt x="148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5962813" y="3174137"/>
              <a:ext cx="3181188" cy="41680"/>
            </a:xfrm>
            <a:custGeom>
              <a:avLst/>
              <a:gdLst/>
              <a:ahLst/>
              <a:cxnLst/>
              <a:rect l="l" t="t" r="r" b="b"/>
              <a:pathLst>
                <a:path w="126100" h="1303" extrusionOk="0">
                  <a:moveTo>
                    <a:pt x="62508" y="1"/>
                  </a:moveTo>
                  <a:cubicBezTo>
                    <a:pt x="61693" y="1"/>
                    <a:pt x="60880" y="14"/>
                    <a:pt x="60068" y="44"/>
                  </a:cubicBezTo>
                  <a:cubicBezTo>
                    <a:pt x="57200" y="143"/>
                    <a:pt x="54387" y="318"/>
                    <a:pt x="51545" y="318"/>
                  </a:cubicBezTo>
                  <a:cubicBezTo>
                    <a:pt x="50647" y="318"/>
                    <a:pt x="49747" y="301"/>
                    <a:pt x="48840" y="258"/>
                  </a:cubicBezTo>
                  <a:cubicBezTo>
                    <a:pt x="47221" y="175"/>
                    <a:pt x="45602" y="91"/>
                    <a:pt x="43983" y="91"/>
                  </a:cubicBezTo>
                  <a:cubicBezTo>
                    <a:pt x="43685" y="91"/>
                    <a:pt x="42411" y="353"/>
                    <a:pt x="41661" y="436"/>
                  </a:cubicBezTo>
                  <a:cubicBezTo>
                    <a:pt x="40266" y="533"/>
                    <a:pt x="38865" y="571"/>
                    <a:pt x="37461" y="571"/>
                  </a:cubicBezTo>
                  <a:cubicBezTo>
                    <a:pt x="32050" y="571"/>
                    <a:pt x="26586" y="2"/>
                    <a:pt x="21167" y="2"/>
                  </a:cubicBezTo>
                  <a:cubicBezTo>
                    <a:pt x="20361" y="2"/>
                    <a:pt x="19557" y="15"/>
                    <a:pt x="18753" y="44"/>
                  </a:cubicBezTo>
                  <a:cubicBezTo>
                    <a:pt x="15885" y="143"/>
                    <a:pt x="13072" y="318"/>
                    <a:pt x="10230" y="318"/>
                  </a:cubicBezTo>
                  <a:cubicBezTo>
                    <a:pt x="9333" y="318"/>
                    <a:pt x="8432" y="301"/>
                    <a:pt x="7526" y="258"/>
                  </a:cubicBezTo>
                  <a:cubicBezTo>
                    <a:pt x="5906" y="175"/>
                    <a:pt x="4287" y="91"/>
                    <a:pt x="2668" y="91"/>
                  </a:cubicBezTo>
                  <a:cubicBezTo>
                    <a:pt x="2335" y="91"/>
                    <a:pt x="775" y="425"/>
                    <a:pt x="108" y="448"/>
                  </a:cubicBezTo>
                  <a:cubicBezTo>
                    <a:pt x="132" y="746"/>
                    <a:pt x="1" y="901"/>
                    <a:pt x="13" y="1198"/>
                  </a:cubicBezTo>
                  <a:cubicBezTo>
                    <a:pt x="139" y="1200"/>
                    <a:pt x="268" y="1200"/>
                    <a:pt x="398" y="1200"/>
                  </a:cubicBezTo>
                  <a:cubicBezTo>
                    <a:pt x="3140" y="1200"/>
                    <a:pt x="6699" y="972"/>
                    <a:pt x="9347" y="960"/>
                  </a:cubicBezTo>
                  <a:cubicBezTo>
                    <a:pt x="10889" y="948"/>
                    <a:pt x="12434" y="940"/>
                    <a:pt x="13979" y="940"/>
                  </a:cubicBezTo>
                  <a:cubicBezTo>
                    <a:pt x="15524" y="940"/>
                    <a:pt x="17069" y="948"/>
                    <a:pt x="18610" y="972"/>
                  </a:cubicBezTo>
                  <a:cubicBezTo>
                    <a:pt x="21658" y="1020"/>
                    <a:pt x="24706" y="1127"/>
                    <a:pt x="27754" y="1198"/>
                  </a:cubicBezTo>
                  <a:cubicBezTo>
                    <a:pt x="30310" y="1252"/>
                    <a:pt x="32868" y="1298"/>
                    <a:pt x="35425" y="1298"/>
                  </a:cubicBezTo>
                  <a:cubicBezTo>
                    <a:pt x="37395" y="1298"/>
                    <a:pt x="39363" y="1271"/>
                    <a:pt x="41328" y="1198"/>
                  </a:cubicBezTo>
                  <a:cubicBezTo>
                    <a:pt x="41454" y="1200"/>
                    <a:pt x="41583" y="1200"/>
                    <a:pt x="41713" y="1200"/>
                  </a:cubicBezTo>
                  <a:cubicBezTo>
                    <a:pt x="44454" y="1200"/>
                    <a:pt x="48014" y="972"/>
                    <a:pt x="50662" y="960"/>
                  </a:cubicBezTo>
                  <a:cubicBezTo>
                    <a:pt x="52204" y="948"/>
                    <a:pt x="53749" y="940"/>
                    <a:pt x="55294" y="940"/>
                  </a:cubicBezTo>
                  <a:cubicBezTo>
                    <a:pt x="56838" y="940"/>
                    <a:pt x="58383" y="948"/>
                    <a:pt x="59925" y="972"/>
                  </a:cubicBezTo>
                  <a:cubicBezTo>
                    <a:pt x="62973" y="1020"/>
                    <a:pt x="66021" y="1127"/>
                    <a:pt x="69069" y="1198"/>
                  </a:cubicBezTo>
                  <a:cubicBezTo>
                    <a:pt x="71617" y="1252"/>
                    <a:pt x="74174" y="1298"/>
                    <a:pt x="76729" y="1298"/>
                  </a:cubicBezTo>
                  <a:cubicBezTo>
                    <a:pt x="78698" y="1298"/>
                    <a:pt x="80666" y="1271"/>
                    <a:pt x="82630" y="1198"/>
                  </a:cubicBezTo>
                  <a:cubicBezTo>
                    <a:pt x="82756" y="1200"/>
                    <a:pt x="82884" y="1200"/>
                    <a:pt x="83014" y="1200"/>
                  </a:cubicBezTo>
                  <a:cubicBezTo>
                    <a:pt x="85741" y="1200"/>
                    <a:pt x="89256" y="972"/>
                    <a:pt x="91881" y="960"/>
                  </a:cubicBezTo>
                  <a:cubicBezTo>
                    <a:pt x="93429" y="948"/>
                    <a:pt x="94974" y="940"/>
                    <a:pt x="96517" y="940"/>
                  </a:cubicBezTo>
                  <a:cubicBezTo>
                    <a:pt x="98061" y="940"/>
                    <a:pt x="99603" y="948"/>
                    <a:pt x="101145" y="972"/>
                  </a:cubicBezTo>
                  <a:cubicBezTo>
                    <a:pt x="104193" y="1032"/>
                    <a:pt x="107241" y="1127"/>
                    <a:pt x="110289" y="1198"/>
                  </a:cubicBezTo>
                  <a:cubicBezTo>
                    <a:pt x="112788" y="1258"/>
                    <a:pt x="115292" y="1302"/>
                    <a:pt x="117795" y="1302"/>
                  </a:cubicBezTo>
                  <a:cubicBezTo>
                    <a:pt x="119822" y="1302"/>
                    <a:pt x="121849" y="1273"/>
                    <a:pt x="123874" y="1198"/>
                  </a:cubicBezTo>
                  <a:cubicBezTo>
                    <a:pt x="124564" y="1198"/>
                    <a:pt x="125314" y="1198"/>
                    <a:pt x="126100" y="1175"/>
                  </a:cubicBezTo>
                  <a:lnTo>
                    <a:pt x="126100" y="139"/>
                  </a:lnTo>
                  <a:cubicBezTo>
                    <a:pt x="125576" y="222"/>
                    <a:pt x="124743" y="377"/>
                    <a:pt x="124207" y="436"/>
                  </a:cubicBezTo>
                  <a:lnTo>
                    <a:pt x="124207" y="425"/>
                  </a:lnTo>
                  <a:cubicBezTo>
                    <a:pt x="122785" y="525"/>
                    <a:pt x="121358" y="565"/>
                    <a:pt x="119926" y="565"/>
                  </a:cubicBezTo>
                  <a:cubicBezTo>
                    <a:pt x="114539" y="565"/>
                    <a:pt x="109096" y="2"/>
                    <a:pt x="103703" y="2"/>
                  </a:cubicBezTo>
                  <a:cubicBezTo>
                    <a:pt x="102897" y="2"/>
                    <a:pt x="102091" y="15"/>
                    <a:pt x="101287" y="44"/>
                  </a:cubicBezTo>
                  <a:cubicBezTo>
                    <a:pt x="98419" y="143"/>
                    <a:pt x="95606" y="318"/>
                    <a:pt x="92765" y="318"/>
                  </a:cubicBezTo>
                  <a:cubicBezTo>
                    <a:pt x="91867" y="318"/>
                    <a:pt x="90966" y="301"/>
                    <a:pt x="90060" y="258"/>
                  </a:cubicBezTo>
                  <a:cubicBezTo>
                    <a:pt x="88452" y="175"/>
                    <a:pt x="86821" y="91"/>
                    <a:pt x="85202" y="91"/>
                  </a:cubicBezTo>
                  <a:cubicBezTo>
                    <a:pt x="84869" y="91"/>
                    <a:pt x="83309" y="425"/>
                    <a:pt x="82642" y="448"/>
                  </a:cubicBezTo>
                  <a:cubicBezTo>
                    <a:pt x="81339" y="532"/>
                    <a:pt x="80031" y="565"/>
                    <a:pt x="78720" y="565"/>
                  </a:cubicBezTo>
                  <a:cubicBezTo>
                    <a:pt x="73335" y="565"/>
                    <a:pt x="67896" y="1"/>
                    <a:pt x="625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5948105" y="3324382"/>
              <a:ext cx="3195895" cy="83679"/>
            </a:xfrm>
            <a:custGeom>
              <a:avLst/>
              <a:gdLst/>
              <a:ahLst/>
              <a:cxnLst/>
              <a:rect l="l" t="t" r="r" b="b"/>
              <a:pathLst>
                <a:path w="126683" h="2616" extrusionOk="0">
                  <a:moveTo>
                    <a:pt x="57965" y="1"/>
                  </a:moveTo>
                  <a:cubicBezTo>
                    <a:pt x="52750" y="1"/>
                    <a:pt x="46979" y="324"/>
                    <a:pt x="42256" y="823"/>
                  </a:cubicBezTo>
                  <a:cubicBezTo>
                    <a:pt x="41281" y="899"/>
                    <a:pt x="40296" y="928"/>
                    <a:pt x="39312" y="928"/>
                  </a:cubicBezTo>
                  <a:cubicBezTo>
                    <a:pt x="38433" y="928"/>
                    <a:pt x="37554" y="905"/>
                    <a:pt x="36684" y="871"/>
                  </a:cubicBezTo>
                  <a:cubicBezTo>
                    <a:pt x="33933" y="764"/>
                    <a:pt x="31195" y="526"/>
                    <a:pt x="28445" y="347"/>
                  </a:cubicBezTo>
                  <a:cubicBezTo>
                    <a:pt x="25504" y="169"/>
                    <a:pt x="22539" y="109"/>
                    <a:pt x="19586" y="38"/>
                  </a:cubicBezTo>
                  <a:cubicBezTo>
                    <a:pt x="18649" y="13"/>
                    <a:pt x="17680" y="2"/>
                    <a:pt x="16692" y="2"/>
                  </a:cubicBezTo>
                  <a:cubicBezTo>
                    <a:pt x="11420" y="2"/>
                    <a:pt x="5583" y="334"/>
                    <a:pt x="810" y="835"/>
                  </a:cubicBezTo>
                  <a:cubicBezTo>
                    <a:pt x="822" y="1538"/>
                    <a:pt x="1" y="1240"/>
                    <a:pt x="1" y="1943"/>
                  </a:cubicBezTo>
                  <a:cubicBezTo>
                    <a:pt x="12" y="2014"/>
                    <a:pt x="1263" y="2359"/>
                    <a:pt x="1274" y="2443"/>
                  </a:cubicBezTo>
                  <a:cubicBezTo>
                    <a:pt x="1741" y="2491"/>
                    <a:pt x="2190" y="2510"/>
                    <a:pt x="2626" y="2510"/>
                  </a:cubicBezTo>
                  <a:cubicBezTo>
                    <a:pt x="4128" y="2510"/>
                    <a:pt x="5466" y="2288"/>
                    <a:pt x="6739" y="2288"/>
                  </a:cubicBezTo>
                  <a:cubicBezTo>
                    <a:pt x="7263" y="2292"/>
                    <a:pt x="7789" y="2293"/>
                    <a:pt x="8315" y="2293"/>
                  </a:cubicBezTo>
                  <a:cubicBezTo>
                    <a:pt x="9367" y="2293"/>
                    <a:pt x="10422" y="2288"/>
                    <a:pt x="11478" y="2288"/>
                  </a:cubicBezTo>
                  <a:cubicBezTo>
                    <a:pt x="11732" y="2286"/>
                    <a:pt x="11986" y="2285"/>
                    <a:pt x="12241" y="2285"/>
                  </a:cubicBezTo>
                  <a:cubicBezTo>
                    <a:pt x="12886" y="2285"/>
                    <a:pt x="13532" y="2290"/>
                    <a:pt x="14176" y="2290"/>
                  </a:cubicBezTo>
                  <a:cubicBezTo>
                    <a:pt x="14863" y="2290"/>
                    <a:pt x="15548" y="2285"/>
                    <a:pt x="16229" y="2264"/>
                  </a:cubicBezTo>
                  <a:cubicBezTo>
                    <a:pt x="17515" y="2227"/>
                    <a:pt x="18802" y="2210"/>
                    <a:pt x="20088" y="2210"/>
                  </a:cubicBezTo>
                  <a:cubicBezTo>
                    <a:pt x="22088" y="2210"/>
                    <a:pt x="24088" y="2251"/>
                    <a:pt x="26087" y="2324"/>
                  </a:cubicBezTo>
                  <a:cubicBezTo>
                    <a:pt x="27730" y="2395"/>
                    <a:pt x="29361" y="2490"/>
                    <a:pt x="30992" y="2574"/>
                  </a:cubicBezTo>
                  <a:cubicBezTo>
                    <a:pt x="31529" y="2604"/>
                    <a:pt x="32069" y="2615"/>
                    <a:pt x="32611" y="2615"/>
                  </a:cubicBezTo>
                  <a:cubicBezTo>
                    <a:pt x="33562" y="2615"/>
                    <a:pt x="34517" y="2580"/>
                    <a:pt x="35457" y="2550"/>
                  </a:cubicBezTo>
                  <a:cubicBezTo>
                    <a:pt x="37214" y="2488"/>
                    <a:pt x="38983" y="2407"/>
                    <a:pt x="40746" y="2407"/>
                  </a:cubicBezTo>
                  <a:cubicBezTo>
                    <a:pt x="41374" y="2407"/>
                    <a:pt x="42000" y="2418"/>
                    <a:pt x="42625" y="2443"/>
                  </a:cubicBezTo>
                  <a:cubicBezTo>
                    <a:pt x="43090" y="2491"/>
                    <a:pt x="43539" y="2510"/>
                    <a:pt x="43974" y="2510"/>
                  </a:cubicBezTo>
                  <a:cubicBezTo>
                    <a:pt x="45434" y="2510"/>
                    <a:pt x="46737" y="2300"/>
                    <a:pt x="47976" y="2300"/>
                  </a:cubicBezTo>
                  <a:cubicBezTo>
                    <a:pt x="48002" y="2300"/>
                    <a:pt x="48028" y="2300"/>
                    <a:pt x="48054" y="2300"/>
                  </a:cubicBezTo>
                  <a:cubicBezTo>
                    <a:pt x="49638" y="2300"/>
                    <a:pt x="51209" y="2300"/>
                    <a:pt x="52793" y="2288"/>
                  </a:cubicBezTo>
                  <a:cubicBezTo>
                    <a:pt x="53047" y="2286"/>
                    <a:pt x="53301" y="2285"/>
                    <a:pt x="53555" y="2285"/>
                  </a:cubicBezTo>
                  <a:cubicBezTo>
                    <a:pt x="54200" y="2285"/>
                    <a:pt x="54846" y="2290"/>
                    <a:pt x="55491" y="2290"/>
                  </a:cubicBezTo>
                  <a:cubicBezTo>
                    <a:pt x="56178" y="2290"/>
                    <a:pt x="56863" y="2285"/>
                    <a:pt x="57543" y="2264"/>
                  </a:cubicBezTo>
                  <a:cubicBezTo>
                    <a:pt x="58804" y="2228"/>
                    <a:pt x="60067" y="2210"/>
                    <a:pt x="61329" y="2210"/>
                  </a:cubicBezTo>
                  <a:cubicBezTo>
                    <a:pt x="63357" y="2210"/>
                    <a:pt x="65384" y="2255"/>
                    <a:pt x="67402" y="2336"/>
                  </a:cubicBezTo>
                  <a:cubicBezTo>
                    <a:pt x="69045" y="2395"/>
                    <a:pt x="70676" y="2490"/>
                    <a:pt x="72307" y="2574"/>
                  </a:cubicBezTo>
                  <a:cubicBezTo>
                    <a:pt x="72843" y="2604"/>
                    <a:pt x="73384" y="2615"/>
                    <a:pt x="73926" y="2615"/>
                  </a:cubicBezTo>
                  <a:cubicBezTo>
                    <a:pt x="74877" y="2615"/>
                    <a:pt x="75832" y="2580"/>
                    <a:pt x="76772" y="2550"/>
                  </a:cubicBezTo>
                  <a:cubicBezTo>
                    <a:pt x="78502" y="2488"/>
                    <a:pt x="80239" y="2407"/>
                    <a:pt x="81967" y="2407"/>
                  </a:cubicBezTo>
                  <a:cubicBezTo>
                    <a:pt x="82582" y="2407"/>
                    <a:pt x="83196" y="2418"/>
                    <a:pt x="83809" y="2443"/>
                  </a:cubicBezTo>
                  <a:cubicBezTo>
                    <a:pt x="84276" y="2491"/>
                    <a:pt x="84728" y="2510"/>
                    <a:pt x="85165" y="2510"/>
                  </a:cubicBezTo>
                  <a:cubicBezTo>
                    <a:pt x="86634" y="2510"/>
                    <a:pt x="87946" y="2300"/>
                    <a:pt x="89195" y="2300"/>
                  </a:cubicBezTo>
                  <a:cubicBezTo>
                    <a:pt x="89221" y="2300"/>
                    <a:pt x="89247" y="2300"/>
                    <a:pt x="89274" y="2300"/>
                  </a:cubicBezTo>
                  <a:cubicBezTo>
                    <a:pt x="90857" y="2300"/>
                    <a:pt x="92441" y="2300"/>
                    <a:pt x="94024" y="2288"/>
                  </a:cubicBezTo>
                  <a:cubicBezTo>
                    <a:pt x="94276" y="2286"/>
                    <a:pt x="94529" y="2285"/>
                    <a:pt x="94782" y="2285"/>
                  </a:cubicBezTo>
                  <a:cubicBezTo>
                    <a:pt x="95423" y="2285"/>
                    <a:pt x="96068" y="2290"/>
                    <a:pt x="96711" y="2290"/>
                  </a:cubicBezTo>
                  <a:cubicBezTo>
                    <a:pt x="97397" y="2290"/>
                    <a:pt x="98082" y="2285"/>
                    <a:pt x="98763" y="2264"/>
                  </a:cubicBezTo>
                  <a:cubicBezTo>
                    <a:pt x="100024" y="2228"/>
                    <a:pt x="101286" y="2210"/>
                    <a:pt x="102550" y="2210"/>
                  </a:cubicBezTo>
                  <a:cubicBezTo>
                    <a:pt x="104578" y="2210"/>
                    <a:pt x="106608" y="2255"/>
                    <a:pt x="108633" y="2336"/>
                  </a:cubicBezTo>
                  <a:cubicBezTo>
                    <a:pt x="110264" y="2395"/>
                    <a:pt x="111895" y="2490"/>
                    <a:pt x="113527" y="2574"/>
                  </a:cubicBezTo>
                  <a:cubicBezTo>
                    <a:pt x="114063" y="2604"/>
                    <a:pt x="114603" y="2615"/>
                    <a:pt x="115145" y="2615"/>
                  </a:cubicBezTo>
                  <a:cubicBezTo>
                    <a:pt x="116096" y="2615"/>
                    <a:pt x="117051" y="2580"/>
                    <a:pt x="117991" y="2550"/>
                  </a:cubicBezTo>
                  <a:cubicBezTo>
                    <a:pt x="119757" y="2488"/>
                    <a:pt x="121522" y="2407"/>
                    <a:pt x="123287" y="2407"/>
                  </a:cubicBezTo>
                  <a:cubicBezTo>
                    <a:pt x="123915" y="2407"/>
                    <a:pt x="124543" y="2418"/>
                    <a:pt x="125171" y="2443"/>
                  </a:cubicBezTo>
                  <a:cubicBezTo>
                    <a:pt x="125605" y="2482"/>
                    <a:pt x="126023" y="2505"/>
                    <a:pt x="126431" y="2505"/>
                  </a:cubicBezTo>
                  <a:cubicBezTo>
                    <a:pt x="126515" y="2505"/>
                    <a:pt x="126599" y="2504"/>
                    <a:pt x="126683" y="2502"/>
                  </a:cubicBezTo>
                  <a:lnTo>
                    <a:pt x="126683" y="645"/>
                  </a:lnTo>
                  <a:cubicBezTo>
                    <a:pt x="126040" y="704"/>
                    <a:pt x="125409" y="764"/>
                    <a:pt x="124790" y="823"/>
                  </a:cubicBezTo>
                  <a:cubicBezTo>
                    <a:pt x="123815" y="899"/>
                    <a:pt x="122830" y="928"/>
                    <a:pt x="121846" y="928"/>
                  </a:cubicBezTo>
                  <a:cubicBezTo>
                    <a:pt x="120967" y="928"/>
                    <a:pt x="120088" y="905"/>
                    <a:pt x="119218" y="871"/>
                  </a:cubicBezTo>
                  <a:cubicBezTo>
                    <a:pt x="116467" y="764"/>
                    <a:pt x="113729" y="526"/>
                    <a:pt x="110979" y="347"/>
                  </a:cubicBezTo>
                  <a:cubicBezTo>
                    <a:pt x="108038" y="169"/>
                    <a:pt x="105073" y="109"/>
                    <a:pt x="102120" y="38"/>
                  </a:cubicBezTo>
                  <a:cubicBezTo>
                    <a:pt x="101183" y="13"/>
                    <a:pt x="100215" y="2"/>
                    <a:pt x="99226" y="2"/>
                  </a:cubicBezTo>
                  <a:cubicBezTo>
                    <a:pt x="93954" y="2"/>
                    <a:pt x="88117" y="334"/>
                    <a:pt x="83344" y="835"/>
                  </a:cubicBezTo>
                  <a:lnTo>
                    <a:pt x="83344" y="847"/>
                  </a:lnTo>
                  <a:cubicBezTo>
                    <a:pt x="82457" y="907"/>
                    <a:pt x="81564" y="931"/>
                    <a:pt x="80671" y="931"/>
                  </a:cubicBezTo>
                  <a:cubicBezTo>
                    <a:pt x="79778" y="931"/>
                    <a:pt x="78885" y="907"/>
                    <a:pt x="77998" y="871"/>
                  </a:cubicBezTo>
                  <a:cubicBezTo>
                    <a:pt x="75248" y="764"/>
                    <a:pt x="72510" y="526"/>
                    <a:pt x="69759" y="347"/>
                  </a:cubicBezTo>
                  <a:cubicBezTo>
                    <a:pt x="66818" y="169"/>
                    <a:pt x="63854" y="109"/>
                    <a:pt x="60901" y="38"/>
                  </a:cubicBezTo>
                  <a:cubicBezTo>
                    <a:pt x="59951" y="13"/>
                    <a:pt x="58968" y="1"/>
                    <a:pt x="579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5950199" y="3423735"/>
              <a:ext cx="3193802" cy="113460"/>
            </a:xfrm>
            <a:custGeom>
              <a:avLst/>
              <a:gdLst/>
              <a:ahLst/>
              <a:cxnLst/>
              <a:rect l="l" t="t" r="r" b="b"/>
              <a:pathLst>
                <a:path w="126600" h="3547" extrusionOk="0">
                  <a:moveTo>
                    <a:pt x="20516" y="0"/>
                  </a:moveTo>
                  <a:cubicBezTo>
                    <a:pt x="20242" y="0"/>
                    <a:pt x="19968" y="1"/>
                    <a:pt x="19694" y="3"/>
                  </a:cubicBezTo>
                  <a:cubicBezTo>
                    <a:pt x="18075" y="3"/>
                    <a:pt x="16467" y="63"/>
                    <a:pt x="14860" y="63"/>
                  </a:cubicBezTo>
                  <a:cubicBezTo>
                    <a:pt x="11288" y="73"/>
                    <a:pt x="6947" y="244"/>
                    <a:pt x="3105" y="244"/>
                  </a:cubicBezTo>
                  <a:cubicBezTo>
                    <a:pt x="2285" y="244"/>
                    <a:pt x="1489" y="237"/>
                    <a:pt x="727" y="218"/>
                  </a:cubicBezTo>
                  <a:lnTo>
                    <a:pt x="727" y="218"/>
                  </a:lnTo>
                  <a:cubicBezTo>
                    <a:pt x="846" y="1123"/>
                    <a:pt x="1" y="1599"/>
                    <a:pt x="37" y="2516"/>
                  </a:cubicBezTo>
                  <a:cubicBezTo>
                    <a:pt x="37" y="2623"/>
                    <a:pt x="1168" y="3397"/>
                    <a:pt x="1180" y="3504"/>
                  </a:cubicBezTo>
                  <a:cubicBezTo>
                    <a:pt x="1518" y="3530"/>
                    <a:pt x="1871" y="3542"/>
                    <a:pt x="2234" y="3542"/>
                  </a:cubicBezTo>
                  <a:cubicBezTo>
                    <a:pt x="4847" y="3542"/>
                    <a:pt x="8006" y="2940"/>
                    <a:pt x="10537" y="2940"/>
                  </a:cubicBezTo>
                  <a:cubicBezTo>
                    <a:pt x="10658" y="2940"/>
                    <a:pt x="10777" y="2941"/>
                    <a:pt x="10895" y="2944"/>
                  </a:cubicBezTo>
                  <a:cubicBezTo>
                    <a:pt x="13895" y="3028"/>
                    <a:pt x="16896" y="3170"/>
                    <a:pt x="19896" y="3218"/>
                  </a:cubicBezTo>
                  <a:cubicBezTo>
                    <a:pt x="20592" y="3235"/>
                    <a:pt x="21289" y="3244"/>
                    <a:pt x="21985" y="3244"/>
                  </a:cubicBezTo>
                  <a:cubicBezTo>
                    <a:pt x="22789" y="3244"/>
                    <a:pt x="23593" y="3232"/>
                    <a:pt x="24397" y="3206"/>
                  </a:cubicBezTo>
                  <a:cubicBezTo>
                    <a:pt x="25837" y="3170"/>
                    <a:pt x="27278" y="3087"/>
                    <a:pt x="28719" y="3040"/>
                  </a:cubicBezTo>
                  <a:cubicBezTo>
                    <a:pt x="30083" y="2995"/>
                    <a:pt x="31456" y="2960"/>
                    <a:pt x="32829" y="2960"/>
                  </a:cubicBezTo>
                  <a:cubicBezTo>
                    <a:pt x="34367" y="2960"/>
                    <a:pt x="35905" y="3003"/>
                    <a:pt x="37434" y="3123"/>
                  </a:cubicBezTo>
                  <a:cubicBezTo>
                    <a:pt x="39101" y="3266"/>
                    <a:pt x="40792" y="3456"/>
                    <a:pt x="42482" y="3504"/>
                  </a:cubicBezTo>
                  <a:lnTo>
                    <a:pt x="42494" y="3504"/>
                  </a:lnTo>
                  <a:cubicBezTo>
                    <a:pt x="42833" y="3530"/>
                    <a:pt x="43186" y="3542"/>
                    <a:pt x="43549" y="3542"/>
                  </a:cubicBezTo>
                  <a:cubicBezTo>
                    <a:pt x="46162" y="3542"/>
                    <a:pt x="49321" y="2940"/>
                    <a:pt x="51852" y="2940"/>
                  </a:cubicBezTo>
                  <a:cubicBezTo>
                    <a:pt x="51973" y="2940"/>
                    <a:pt x="52092" y="2941"/>
                    <a:pt x="52210" y="2944"/>
                  </a:cubicBezTo>
                  <a:cubicBezTo>
                    <a:pt x="55210" y="3028"/>
                    <a:pt x="58211" y="3170"/>
                    <a:pt x="61211" y="3230"/>
                  </a:cubicBezTo>
                  <a:cubicBezTo>
                    <a:pt x="61832" y="3240"/>
                    <a:pt x="62454" y="3246"/>
                    <a:pt x="63075" y="3246"/>
                  </a:cubicBezTo>
                  <a:cubicBezTo>
                    <a:pt x="63954" y="3246"/>
                    <a:pt x="64833" y="3234"/>
                    <a:pt x="65711" y="3206"/>
                  </a:cubicBezTo>
                  <a:cubicBezTo>
                    <a:pt x="67152" y="3170"/>
                    <a:pt x="68593" y="3087"/>
                    <a:pt x="70033" y="3040"/>
                  </a:cubicBezTo>
                  <a:cubicBezTo>
                    <a:pt x="71398" y="2995"/>
                    <a:pt x="72771" y="2960"/>
                    <a:pt x="74144" y="2960"/>
                  </a:cubicBezTo>
                  <a:cubicBezTo>
                    <a:pt x="75682" y="2960"/>
                    <a:pt x="77220" y="3003"/>
                    <a:pt x="78749" y="3123"/>
                  </a:cubicBezTo>
                  <a:cubicBezTo>
                    <a:pt x="80392" y="3266"/>
                    <a:pt x="82047" y="3456"/>
                    <a:pt x="83702" y="3504"/>
                  </a:cubicBezTo>
                  <a:lnTo>
                    <a:pt x="83714" y="3504"/>
                  </a:lnTo>
                  <a:cubicBezTo>
                    <a:pt x="84053" y="3530"/>
                    <a:pt x="84406" y="3542"/>
                    <a:pt x="84769" y="3542"/>
                  </a:cubicBezTo>
                  <a:cubicBezTo>
                    <a:pt x="87362" y="3542"/>
                    <a:pt x="90493" y="2950"/>
                    <a:pt x="93013" y="2950"/>
                  </a:cubicBezTo>
                  <a:cubicBezTo>
                    <a:pt x="93154" y="2950"/>
                    <a:pt x="93293" y="2952"/>
                    <a:pt x="93429" y="2956"/>
                  </a:cubicBezTo>
                  <a:cubicBezTo>
                    <a:pt x="96430" y="3028"/>
                    <a:pt x="99430" y="3170"/>
                    <a:pt x="102430" y="3230"/>
                  </a:cubicBezTo>
                  <a:cubicBezTo>
                    <a:pt x="103105" y="3241"/>
                    <a:pt x="103779" y="3247"/>
                    <a:pt x="104453" y="3247"/>
                  </a:cubicBezTo>
                  <a:cubicBezTo>
                    <a:pt x="105279" y="3247"/>
                    <a:pt x="106105" y="3238"/>
                    <a:pt x="106931" y="3218"/>
                  </a:cubicBezTo>
                  <a:cubicBezTo>
                    <a:pt x="108372" y="3170"/>
                    <a:pt x="109812" y="3087"/>
                    <a:pt x="111253" y="3040"/>
                  </a:cubicBezTo>
                  <a:cubicBezTo>
                    <a:pt x="112599" y="2995"/>
                    <a:pt x="113950" y="2961"/>
                    <a:pt x="115299" y="2961"/>
                  </a:cubicBezTo>
                  <a:cubicBezTo>
                    <a:pt x="116862" y="2961"/>
                    <a:pt x="118422" y="3007"/>
                    <a:pt x="119968" y="3135"/>
                  </a:cubicBezTo>
                  <a:cubicBezTo>
                    <a:pt x="121635" y="3266"/>
                    <a:pt x="123338" y="3468"/>
                    <a:pt x="125028" y="3504"/>
                  </a:cubicBezTo>
                  <a:cubicBezTo>
                    <a:pt x="125362" y="3536"/>
                    <a:pt x="125706" y="3546"/>
                    <a:pt x="126060" y="3546"/>
                  </a:cubicBezTo>
                  <a:cubicBezTo>
                    <a:pt x="126238" y="3546"/>
                    <a:pt x="126417" y="3544"/>
                    <a:pt x="126600" y="3540"/>
                  </a:cubicBezTo>
                  <a:lnTo>
                    <a:pt x="126600" y="242"/>
                  </a:lnTo>
                  <a:cubicBezTo>
                    <a:pt x="125909" y="242"/>
                    <a:pt x="125231" y="242"/>
                    <a:pt x="124588" y="218"/>
                  </a:cubicBezTo>
                  <a:cubicBezTo>
                    <a:pt x="124155" y="206"/>
                    <a:pt x="123722" y="201"/>
                    <a:pt x="123289" y="201"/>
                  </a:cubicBezTo>
                  <a:cubicBezTo>
                    <a:pt x="121052" y="201"/>
                    <a:pt x="118811" y="335"/>
                    <a:pt x="116587" y="384"/>
                  </a:cubicBezTo>
                  <a:cubicBezTo>
                    <a:pt x="116243" y="392"/>
                    <a:pt x="115899" y="396"/>
                    <a:pt x="115555" y="396"/>
                  </a:cubicBezTo>
                  <a:cubicBezTo>
                    <a:pt x="112751" y="396"/>
                    <a:pt x="109969" y="160"/>
                    <a:pt x="107169" y="75"/>
                  </a:cubicBezTo>
                  <a:cubicBezTo>
                    <a:pt x="105526" y="27"/>
                    <a:pt x="103871" y="3"/>
                    <a:pt x="102228" y="3"/>
                  </a:cubicBezTo>
                  <a:cubicBezTo>
                    <a:pt x="100621" y="3"/>
                    <a:pt x="99001" y="63"/>
                    <a:pt x="97394" y="63"/>
                  </a:cubicBezTo>
                  <a:cubicBezTo>
                    <a:pt x="93829" y="73"/>
                    <a:pt x="89494" y="240"/>
                    <a:pt x="85653" y="240"/>
                  </a:cubicBezTo>
                  <a:cubicBezTo>
                    <a:pt x="84888" y="240"/>
                    <a:pt x="84143" y="234"/>
                    <a:pt x="83428" y="218"/>
                  </a:cubicBezTo>
                  <a:cubicBezTo>
                    <a:pt x="82960" y="203"/>
                    <a:pt x="82491" y="197"/>
                    <a:pt x="82022" y="197"/>
                  </a:cubicBezTo>
                  <a:cubicBezTo>
                    <a:pt x="79805" y="197"/>
                    <a:pt x="77578" y="335"/>
                    <a:pt x="75367" y="384"/>
                  </a:cubicBezTo>
                  <a:cubicBezTo>
                    <a:pt x="75074" y="390"/>
                    <a:pt x="74780" y="393"/>
                    <a:pt x="74487" y="393"/>
                  </a:cubicBezTo>
                  <a:cubicBezTo>
                    <a:pt x="71631" y="393"/>
                    <a:pt x="68800" y="150"/>
                    <a:pt x="65950" y="75"/>
                  </a:cubicBezTo>
                  <a:cubicBezTo>
                    <a:pt x="64307" y="27"/>
                    <a:pt x="62652" y="3"/>
                    <a:pt x="61008" y="3"/>
                  </a:cubicBezTo>
                  <a:cubicBezTo>
                    <a:pt x="59401" y="3"/>
                    <a:pt x="57782" y="63"/>
                    <a:pt x="56175" y="63"/>
                  </a:cubicBezTo>
                  <a:cubicBezTo>
                    <a:pt x="52602" y="73"/>
                    <a:pt x="48262" y="244"/>
                    <a:pt x="44426" y="244"/>
                  </a:cubicBezTo>
                  <a:cubicBezTo>
                    <a:pt x="43608" y="244"/>
                    <a:pt x="42813" y="237"/>
                    <a:pt x="42054" y="218"/>
                  </a:cubicBezTo>
                  <a:cubicBezTo>
                    <a:pt x="41564" y="202"/>
                    <a:pt x="41074" y="196"/>
                    <a:pt x="40584" y="196"/>
                  </a:cubicBezTo>
                  <a:cubicBezTo>
                    <a:pt x="38404" y="196"/>
                    <a:pt x="36220" y="324"/>
                    <a:pt x="34053" y="373"/>
                  </a:cubicBezTo>
                  <a:cubicBezTo>
                    <a:pt x="33708" y="380"/>
                    <a:pt x="33363" y="384"/>
                    <a:pt x="33019" y="384"/>
                  </a:cubicBezTo>
                  <a:cubicBezTo>
                    <a:pt x="30215" y="384"/>
                    <a:pt x="27434" y="149"/>
                    <a:pt x="24635" y="75"/>
                  </a:cubicBezTo>
                  <a:cubicBezTo>
                    <a:pt x="23266" y="25"/>
                    <a:pt x="21888" y="0"/>
                    <a:pt x="205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6553641" y="3295434"/>
              <a:ext cx="450866" cy="22807"/>
            </a:xfrm>
            <a:custGeom>
              <a:avLst/>
              <a:gdLst/>
              <a:ahLst/>
              <a:cxnLst/>
              <a:rect l="l" t="t" r="r" b="b"/>
              <a:pathLst>
                <a:path w="17872" h="713" extrusionOk="0">
                  <a:moveTo>
                    <a:pt x="8582" y="1"/>
                  </a:moveTo>
                  <a:cubicBezTo>
                    <a:pt x="5719" y="1"/>
                    <a:pt x="2853" y="101"/>
                    <a:pt x="1" y="324"/>
                  </a:cubicBezTo>
                  <a:cubicBezTo>
                    <a:pt x="3215" y="490"/>
                    <a:pt x="6430" y="669"/>
                    <a:pt x="9656" y="705"/>
                  </a:cubicBezTo>
                  <a:cubicBezTo>
                    <a:pt x="10066" y="710"/>
                    <a:pt x="10477" y="713"/>
                    <a:pt x="10888" y="713"/>
                  </a:cubicBezTo>
                  <a:cubicBezTo>
                    <a:pt x="13213" y="713"/>
                    <a:pt x="15555" y="619"/>
                    <a:pt x="17872" y="335"/>
                  </a:cubicBezTo>
                  <a:cubicBezTo>
                    <a:pt x="17265" y="288"/>
                    <a:pt x="16669" y="252"/>
                    <a:pt x="16074" y="216"/>
                  </a:cubicBezTo>
                  <a:cubicBezTo>
                    <a:pt x="13586" y="78"/>
                    <a:pt x="11085" y="1"/>
                    <a:pt x="85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6112714" y="3696525"/>
              <a:ext cx="375764" cy="13467"/>
            </a:xfrm>
            <a:custGeom>
              <a:avLst/>
              <a:gdLst/>
              <a:ahLst/>
              <a:cxnLst/>
              <a:rect l="l" t="t" r="r" b="b"/>
              <a:pathLst>
                <a:path w="14895" h="421" extrusionOk="0">
                  <a:moveTo>
                    <a:pt x="13764" y="0"/>
                  </a:moveTo>
                  <a:cubicBezTo>
                    <a:pt x="9168" y="48"/>
                    <a:pt x="4584" y="131"/>
                    <a:pt x="0" y="238"/>
                  </a:cubicBezTo>
                  <a:cubicBezTo>
                    <a:pt x="2003" y="359"/>
                    <a:pt x="4007" y="420"/>
                    <a:pt x="6010" y="420"/>
                  </a:cubicBezTo>
                  <a:cubicBezTo>
                    <a:pt x="7376" y="420"/>
                    <a:pt x="8742" y="392"/>
                    <a:pt x="10109" y="334"/>
                  </a:cubicBezTo>
                  <a:cubicBezTo>
                    <a:pt x="11704" y="262"/>
                    <a:pt x="13299" y="155"/>
                    <a:pt x="148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7595915" y="3295434"/>
              <a:ext cx="450866" cy="22807"/>
            </a:xfrm>
            <a:custGeom>
              <a:avLst/>
              <a:gdLst/>
              <a:ahLst/>
              <a:cxnLst/>
              <a:rect l="l" t="t" r="r" b="b"/>
              <a:pathLst>
                <a:path w="17872" h="713" extrusionOk="0">
                  <a:moveTo>
                    <a:pt x="8582" y="1"/>
                  </a:moveTo>
                  <a:cubicBezTo>
                    <a:pt x="5718" y="1"/>
                    <a:pt x="2853" y="101"/>
                    <a:pt x="0" y="324"/>
                  </a:cubicBezTo>
                  <a:cubicBezTo>
                    <a:pt x="3215" y="490"/>
                    <a:pt x="6430" y="669"/>
                    <a:pt x="9656" y="705"/>
                  </a:cubicBezTo>
                  <a:cubicBezTo>
                    <a:pt x="10066" y="710"/>
                    <a:pt x="10477" y="713"/>
                    <a:pt x="10888" y="713"/>
                  </a:cubicBezTo>
                  <a:cubicBezTo>
                    <a:pt x="13212" y="713"/>
                    <a:pt x="15555" y="619"/>
                    <a:pt x="17871" y="335"/>
                  </a:cubicBezTo>
                  <a:cubicBezTo>
                    <a:pt x="17264" y="288"/>
                    <a:pt x="16669" y="252"/>
                    <a:pt x="16074" y="216"/>
                  </a:cubicBezTo>
                  <a:cubicBezTo>
                    <a:pt x="13586" y="78"/>
                    <a:pt x="11085" y="1"/>
                    <a:pt x="85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7154963" y="3696525"/>
              <a:ext cx="375789" cy="13467"/>
            </a:xfrm>
            <a:custGeom>
              <a:avLst/>
              <a:gdLst/>
              <a:ahLst/>
              <a:cxnLst/>
              <a:rect l="l" t="t" r="r" b="b"/>
              <a:pathLst>
                <a:path w="14896" h="421" extrusionOk="0">
                  <a:moveTo>
                    <a:pt x="13764" y="0"/>
                  </a:moveTo>
                  <a:cubicBezTo>
                    <a:pt x="9169" y="48"/>
                    <a:pt x="4585" y="131"/>
                    <a:pt x="1" y="238"/>
                  </a:cubicBezTo>
                  <a:cubicBezTo>
                    <a:pt x="2004" y="359"/>
                    <a:pt x="4007" y="420"/>
                    <a:pt x="6010" y="420"/>
                  </a:cubicBezTo>
                  <a:cubicBezTo>
                    <a:pt x="7377" y="420"/>
                    <a:pt x="8743" y="392"/>
                    <a:pt x="10109" y="334"/>
                  </a:cubicBezTo>
                  <a:cubicBezTo>
                    <a:pt x="11705" y="262"/>
                    <a:pt x="13300" y="155"/>
                    <a:pt x="148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5961627" y="3730623"/>
              <a:ext cx="3182373" cy="41808"/>
            </a:xfrm>
            <a:custGeom>
              <a:avLst/>
              <a:gdLst/>
              <a:ahLst/>
              <a:cxnLst/>
              <a:rect l="l" t="t" r="r" b="b"/>
              <a:pathLst>
                <a:path w="126147" h="1307" extrusionOk="0">
                  <a:moveTo>
                    <a:pt x="21146" y="0"/>
                  </a:moveTo>
                  <a:cubicBezTo>
                    <a:pt x="20347" y="0"/>
                    <a:pt x="19549" y="13"/>
                    <a:pt x="18753" y="42"/>
                  </a:cubicBezTo>
                  <a:cubicBezTo>
                    <a:pt x="15922" y="149"/>
                    <a:pt x="13151" y="323"/>
                    <a:pt x="10351" y="323"/>
                  </a:cubicBezTo>
                  <a:cubicBezTo>
                    <a:pt x="9417" y="323"/>
                    <a:pt x="8481" y="304"/>
                    <a:pt x="7537" y="256"/>
                  </a:cubicBezTo>
                  <a:cubicBezTo>
                    <a:pt x="5918" y="184"/>
                    <a:pt x="4298" y="101"/>
                    <a:pt x="2679" y="89"/>
                  </a:cubicBezTo>
                  <a:cubicBezTo>
                    <a:pt x="2346" y="89"/>
                    <a:pt x="786" y="434"/>
                    <a:pt x="119" y="458"/>
                  </a:cubicBezTo>
                  <a:cubicBezTo>
                    <a:pt x="143" y="756"/>
                    <a:pt x="0" y="911"/>
                    <a:pt x="24" y="1196"/>
                  </a:cubicBezTo>
                  <a:cubicBezTo>
                    <a:pt x="208" y="1199"/>
                    <a:pt x="397" y="1200"/>
                    <a:pt x="590" y="1200"/>
                  </a:cubicBezTo>
                  <a:cubicBezTo>
                    <a:pt x="3296" y="1200"/>
                    <a:pt x="6758" y="981"/>
                    <a:pt x="9359" y="958"/>
                  </a:cubicBezTo>
                  <a:cubicBezTo>
                    <a:pt x="10738" y="953"/>
                    <a:pt x="12117" y="948"/>
                    <a:pt x="13497" y="948"/>
                  </a:cubicBezTo>
                  <a:cubicBezTo>
                    <a:pt x="15203" y="948"/>
                    <a:pt x="16910" y="956"/>
                    <a:pt x="18622" y="982"/>
                  </a:cubicBezTo>
                  <a:cubicBezTo>
                    <a:pt x="21670" y="1030"/>
                    <a:pt x="24718" y="1137"/>
                    <a:pt x="27766" y="1208"/>
                  </a:cubicBezTo>
                  <a:cubicBezTo>
                    <a:pt x="30264" y="1261"/>
                    <a:pt x="32765" y="1306"/>
                    <a:pt x="35264" y="1306"/>
                  </a:cubicBezTo>
                  <a:cubicBezTo>
                    <a:pt x="37292" y="1306"/>
                    <a:pt x="39318" y="1276"/>
                    <a:pt x="41339" y="1196"/>
                  </a:cubicBezTo>
                  <a:cubicBezTo>
                    <a:pt x="41523" y="1199"/>
                    <a:pt x="41712" y="1200"/>
                    <a:pt x="41905" y="1200"/>
                  </a:cubicBezTo>
                  <a:cubicBezTo>
                    <a:pt x="44610" y="1200"/>
                    <a:pt x="48072" y="981"/>
                    <a:pt x="50673" y="958"/>
                  </a:cubicBezTo>
                  <a:cubicBezTo>
                    <a:pt x="52052" y="953"/>
                    <a:pt x="53431" y="948"/>
                    <a:pt x="54812" y="948"/>
                  </a:cubicBezTo>
                  <a:cubicBezTo>
                    <a:pt x="56518" y="948"/>
                    <a:pt x="58225" y="956"/>
                    <a:pt x="59936" y="982"/>
                  </a:cubicBezTo>
                  <a:cubicBezTo>
                    <a:pt x="62984" y="1030"/>
                    <a:pt x="66032" y="1137"/>
                    <a:pt x="69080" y="1208"/>
                  </a:cubicBezTo>
                  <a:cubicBezTo>
                    <a:pt x="71572" y="1261"/>
                    <a:pt x="74067" y="1306"/>
                    <a:pt x="76563" y="1306"/>
                  </a:cubicBezTo>
                  <a:cubicBezTo>
                    <a:pt x="78589" y="1306"/>
                    <a:pt x="80615" y="1276"/>
                    <a:pt x="82642" y="1196"/>
                  </a:cubicBezTo>
                  <a:cubicBezTo>
                    <a:pt x="82773" y="1198"/>
                    <a:pt x="82906" y="1198"/>
                    <a:pt x="83042" y="1198"/>
                  </a:cubicBezTo>
                  <a:cubicBezTo>
                    <a:pt x="85757" y="1198"/>
                    <a:pt x="89273" y="981"/>
                    <a:pt x="91893" y="958"/>
                  </a:cubicBezTo>
                  <a:cubicBezTo>
                    <a:pt x="93272" y="953"/>
                    <a:pt x="94653" y="948"/>
                    <a:pt x="96035" y="948"/>
                  </a:cubicBezTo>
                  <a:cubicBezTo>
                    <a:pt x="97743" y="948"/>
                    <a:pt x="99451" y="956"/>
                    <a:pt x="101156" y="982"/>
                  </a:cubicBezTo>
                  <a:cubicBezTo>
                    <a:pt x="104204" y="1030"/>
                    <a:pt x="107252" y="1137"/>
                    <a:pt x="110300" y="1208"/>
                  </a:cubicBezTo>
                  <a:cubicBezTo>
                    <a:pt x="112798" y="1261"/>
                    <a:pt x="115299" y="1306"/>
                    <a:pt x="117798" y="1306"/>
                  </a:cubicBezTo>
                  <a:cubicBezTo>
                    <a:pt x="119826" y="1306"/>
                    <a:pt x="121852" y="1276"/>
                    <a:pt x="123873" y="1196"/>
                  </a:cubicBezTo>
                  <a:cubicBezTo>
                    <a:pt x="124061" y="1200"/>
                    <a:pt x="124255" y="1201"/>
                    <a:pt x="124452" y="1201"/>
                  </a:cubicBezTo>
                  <a:cubicBezTo>
                    <a:pt x="124992" y="1201"/>
                    <a:pt x="125563" y="1190"/>
                    <a:pt x="126147" y="1173"/>
                  </a:cubicBezTo>
                  <a:lnTo>
                    <a:pt x="126147" y="137"/>
                  </a:lnTo>
                  <a:cubicBezTo>
                    <a:pt x="125623" y="220"/>
                    <a:pt x="124766" y="387"/>
                    <a:pt x="124206" y="434"/>
                  </a:cubicBezTo>
                  <a:cubicBezTo>
                    <a:pt x="122797" y="534"/>
                    <a:pt x="121382" y="574"/>
                    <a:pt x="119963" y="574"/>
                  </a:cubicBezTo>
                  <a:cubicBezTo>
                    <a:pt x="114559" y="574"/>
                    <a:pt x="109102" y="0"/>
                    <a:pt x="103691" y="0"/>
                  </a:cubicBezTo>
                  <a:cubicBezTo>
                    <a:pt x="102893" y="0"/>
                    <a:pt x="102095" y="13"/>
                    <a:pt x="101299" y="42"/>
                  </a:cubicBezTo>
                  <a:cubicBezTo>
                    <a:pt x="98446" y="141"/>
                    <a:pt x="95647" y="321"/>
                    <a:pt x="92821" y="321"/>
                  </a:cubicBezTo>
                  <a:cubicBezTo>
                    <a:pt x="91908" y="321"/>
                    <a:pt x="90992" y="302"/>
                    <a:pt x="90071" y="256"/>
                  </a:cubicBezTo>
                  <a:cubicBezTo>
                    <a:pt x="88452" y="173"/>
                    <a:pt x="86833" y="89"/>
                    <a:pt x="85213" y="89"/>
                  </a:cubicBezTo>
                  <a:cubicBezTo>
                    <a:pt x="84880" y="89"/>
                    <a:pt x="83320" y="434"/>
                    <a:pt x="82653" y="458"/>
                  </a:cubicBezTo>
                  <a:cubicBezTo>
                    <a:pt x="81352" y="541"/>
                    <a:pt x="80045" y="575"/>
                    <a:pt x="78735" y="575"/>
                  </a:cubicBezTo>
                  <a:cubicBezTo>
                    <a:pt x="73316" y="575"/>
                    <a:pt x="67841" y="2"/>
                    <a:pt x="62413" y="2"/>
                  </a:cubicBezTo>
                  <a:cubicBezTo>
                    <a:pt x="61630" y="2"/>
                    <a:pt x="60848" y="14"/>
                    <a:pt x="60067" y="42"/>
                  </a:cubicBezTo>
                  <a:cubicBezTo>
                    <a:pt x="57214" y="141"/>
                    <a:pt x="54422" y="321"/>
                    <a:pt x="51599" y="321"/>
                  </a:cubicBezTo>
                  <a:cubicBezTo>
                    <a:pt x="50688" y="321"/>
                    <a:pt x="49773" y="302"/>
                    <a:pt x="48852" y="256"/>
                  </a:cubicBezTo>
                  <a:cubicBezTo>
                    <a:pt x="47232" y="173"/>
                    <a:pt x="45613" y="89"/>
                    <a:pt x="43994" y="89"/>
                  </a:cubicBezTo>
                  <a:cubicBezTo>
                    <a:pt x="43696" y="89"/>
                    <a:pt x="42422" y="363"/>
                    <a:pt x="41672" y="434"/>
                  </a:cubicBezTo>
                  <a:cubicBezTo>
                    <a:pt x="40263" y="534"/>
                    <a:pt x="38847" y="574"/>
                    <a:pt x="37428" y="574"/>
                  </a:cubicBezTo>
                  <a:cubicBezTo>
                    <a:pt x="32021" y="574"/>
                    <a:pt x="26558" y="0"/>
                    <a:pt x="211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5946894" y="3880837"/>
              <a:ext cx="3197106" cy="83999"/>
            </a:xfrm>
            <a:custGeom>
              <a:avLst/>
              <a:gdLst/>
              <a:ahLst/>
              <a:cxnLst/>
              <a:rect l="l" t="t" r="r" b="b"/>
              <a:pathLst>
                <a:path w="126731" h="2626" extrusionOk="0">
                  <a:moveTo>
                    <a:pt x="16710" y="1"/>
                  </a:moveTo>
                  <a:cubicBezTo>
                    <a:pt x="11433" y="1"/>
                    <a:pt x="5587" y="335"/>
                    <a:pt x="822" y="846"/>
                  </a:cubicBezTo>
                  <a:cubicBezTo>
                    <a:pt x="834" y="1549"/>
                    <a:pt x="1" y="1251"/>
                    <a:pt x="1" y="1942"/>
                  </a:cubicBezTo>
                  <a:cubicBezTo>
                    <a:pt x="13" y="2025"/>
                    <a:pt x="1275" y="2370"/>
                    <a:pt x="1287" y="2442"/>
                  </a:cubicBezTo>
                  <a:cubicBezTo>
                    <a:pt x="1773" y="2495"/>
                    <a:pt x="2240" y="2515"/>
                    <a:pt x="2693" y="2515"/>
                  </a:cubicBezTo>
                  <a:cubicBezTo>
                    <a:pt x="4169" y="2515"/>
                    <a:pt x="5482" y="2299"/>
                    <a:pt x="6740" y="2299"/>
                  </a:cubicBezTo>
                  <a:cubicBezTo>
                    <a:pt x="8323" y="2299"/>
                    <a:pt x="9907" y="2299"/>
                    <a:pt x="11490" y="2287"/>
                  </a:cubicBezTo>
                  <a:cubicBezTo>
                    <a:pt x="12441" y="2287"/>
                    <a:pt x="13391" y="2300"/>
                    <a:pt x="14341" y="2300"/>
                  </a:cubicBezTo>
                  <a:cubicBezTo>
                    <a:pt x="14974" y="2300"/>
                    <a:pt x="15608" y="2294"/>
                    <a:pt x="16241" y="2275"/>
                  </a:cubicBezTo>
                  <a:cubicBezTo>
                    <a:pt x="17528" y="2238"/>
                    <a:pt x="18814" y="2220"/>
                    <a:pt x="20101" y="2220"/>
                  </a:cubicBezTo>
                  <a:cubicBezTo>
                    <a:pt x="22100" y="2220"/>
                    <a:pt x="24100" y="2262"/>
                    <a:pt x="26099" y="2335"/>
                  </a:cubicBezTo>
                  <a:cubicBezTo>
                    <a:pt x="27731" y="2394"/>
                    <a:pt x="29362" y="2489"/>
                    <a:pt x="30993" y="2585"/>
                  </a:cubicBezTo>
                  <a:cubicBezTo>
                    <a:pt x="31489" y="2612"/>
                    <a:pt x="31986" y="2623"/>
                    <a:pt x="32484" y="2623"/>
                  </a:cubicBezTo>
                  <a:cubicBezTo>
                    <a:pt x="33480" y="2623"/>
                    <a:pt x="34477" y="2581"/>
                    <a:pt x="35470" y="2549"/>
                  </a:cubicBezTo>
                  <a:cubicBezTo>
                    <a:pt x="37219" y="2496"/>
                    <a:pt x="38982" y="2418"/>
                    <a:pt x="40738" y="2418"/>
                  </a:cubicBezTo>
                  <a:cubicBezTo>
                    <a:pt x="41372" y="2418"/>
                    <a:pt x="42006" y="2428"/>
                    <a:pt x="42637" y="2454"/>
                  </a:cubicBezTo>
                  <a:cubicBezTo>
                    <a:pt x="43092" y="2498"/>
                    <a:pt x="43530" y="2516"/>
                    <a:pt x="43955" y="2516"/>
                  </a:cubicBezTo>
                  <a:cubicBezTo>
                    <a:pt x="45455" y="2516"/>
                    <a:pt x="46783" y="2299"/>
                    <a:pt x="48055" y="2299"/>
                  </a:cubicBezTo>
                  <a:cubicBezTo>
                    <a:pt x="48582" y="2303"/>
                    <a:pt x="49110" y="2304"/>
                    <a:pt x="49638" y="2304"/>
                  </a:cubicBezTo>
                  <a:cubicBezTo>
                    <a:pt x="50694" y="2304"/>
                    <a:pt x="51749" y="2299"/>
                    <a:pt x="52805" y="2299"/>
                  </a:cubicBezTo>
                  <a:cubicBezTo>
                    <a:pt x="53059" y="2297"/>
                    <a:pt x="53313" y="2296"/>
                    <a:pt x="53567" y="2296"/>
                  </a:cubicBezTo>
                  <a:cubicBezTo>
                    <a:pt x="54211" y="2296"/>
                    <a:pt x="54854" y="2301"/>
                    <a:pt x="55498" y="2301"/>
                  </a:cubicBezTo>
                  <a:cubicBezTo>
                    <a:pt x="56184" y="2301"/>
                    <a:pt x="56870" y="2296"/>
                    <a:pt x="57556" y="2275"/>
                  </a:cubicBezTo>
                  <a:cubicBezTo>
                    <a:pt x="58842" y="2238"/>
                    <a:pt x="60129" y="2220"/>
                    <a:pt x="61415" y="2220"/>
                  </a:cubicBezTo>
                  <a:cubicBezTo>
                    <a:pt x="63415" y="2220"/>
                    <a:pt x="65414" y="2262"/>
                    <a:pt x="67414" y="2335"/>
                  </a:cubicBezTo>
                  <a:cubicBezTo>
                    <a:pt x="69045" y="2394"/>
                    <a:pt x="70676" y="2489"/>
                    <a:pt x="72319" y="2585"/>
                  </a:cubicBezTo>
                  <a:cubicBezTo>
                    <a:pt x="72843" y="2614"/>
                    <a:pt x="73369" y="2626"/>
                    <a:pt x="73897" y="2626"/>
                  </a:cubicBezTo>
                  <a:cubicBezTo>
                    <a:pt x="74858" y="2626"/>
                    <a:pt x="75824" y="2587"/>
                    <a:pt x="76784" y="2549"/>
                  </a:cubicBezTo>
                  <a:cubicBezTo>
                    <a:pt x="78553" y="2495"/>
                    <a:pt x="80335" y="2413"/>
                    <a:pt x="82116" y="2413"/>
                  </a:cubicBezTo>
                  <a:cubicBezTo>
                    <a:pt x="82685" y="2413"/>
                    <a:pt x="83253" y="2422"/>
                    <a:pt x="83821" y="2442"/>
                  </a:cubicBezTo>
                  <a:cubicBezTo>
                    <a:pt x="84307" y="2495"/>
                    <a:pt x="84775" y="2515"/>
                    <a:pt x="85228" y="2515"/>
                  </a:cubicBezTo>
                  <a:cubicBezTo>
                    <a:pt x="86708" y="2515"/>
                    <a:pt x="88028" y="2299"/>
                    <a:pt x="89286" y="2299"/>
                  </a:cubicBezTo>
                  <a:lnTo>
                    <a:pt x="94025" y="2299"/>
                  </a:lnTo>
                  <a:cubicBezTo>
                    <a:pt x="94278" y="2297"/>
                    <a:pt x="94533" y="2296"/>
                    <a:pt x="94787" y="2296"/>
                  </a:cubicBezTo>
                  <a:cubicBezTo>
                    <a:pt x="95432" y="2296"/>
                    <a:pt x="96078" y="2301"/>
                    <a:pt x="96723" y="2301"/>
                  </a:cubicBezTo>
                  <a:cubicBezTo>
                    <a:pt x="97409" y="2301"/>
                    <a:pt x="98094" y="2296"/>
                    <a:pt x="98775" y="2275"/>
                  </a:cubicBezTo>
                  <a:cubicBezTo>
                    <a:pt x="100062" y="2238"/>
                    <a:pt x="101348" y="2220"/>
                    <a:pt x="102635" y="2220"/>
                  </a:cubicBezTo>
                  <a:cubicBezTo>
                    <a:pt x="104634" y="2220"/>
                    <a:pt x="106634" y="2262"/>
                    <a:pt x="108634" y="2335"/>
                  </a:cubicBezTo>
                  <a:cubicBezTo>
                    <a:pt x="110277" y="2394"/>
                    <a:pt x="111908" y="2489"/>
                    <a:pt x="113539" y="2585"/>
                  </a:cubicBezTo>
                  <a:cubicBezTo>
                    <a:pt x="114031" y="2612"/>
                    <a:pt x="114527" y="2623"/>
                    <a:pt x="115025" y="2623"/>
                  </a:cubicBezTo>
                  <a:cubicBezTo>
                    <a:pt x="116019" y="2623"/>
                    <a:pt x="117019" y="2581"/>
                    <a:pt x="118004" y="2549"/>
                  </a:cubicBezTo>
                  <a:cubicBezTo>
                    <a:pt x="119753" y="2496"/>
                    <a:pt x="121516" y="2418"/>
                    <a:pt x="123273" y="2418"/>
                  </a:cubicBezTo>
                  <a:cubicBezTo>
                    <a:pt x="123907" y="2418"/>
                    <a:pt x="124540" y="2428"/>
                    <a:pt x="125171" y="2454"/>
                  </a:cubicBezTo>
                  <a:cubicBezTo>
                    <a:pt x="125719" y="2501"/>
                    <a:pt x="126231" y="2513"/>
                    <a:pt x="126731" y="2513"/>
                  </a:cubicBezTo>
                  <a:lnTo>
                    <a:pt x="126731" y="644"/>
                  </a:lnTo>
                  <a:cubicBezTo>
                    <a:pt x="126076" y="703"/>
                    <a:pt x="125433" y="763"/>
                    <a:pt x="124802" y="834"/>
                  </a:cubicBezTo>
                  <a:cubicBezTo>
                    <a:pt x="123827" y="910"/>
                    <a:pt x="122843" y="939"/>
                    <a:pt x="121858" y="939"/>
                  </a:cubicBezTo>
                  <a:cubicBezTo>
                    <a:pt x="120979" y="939"/>
                    <a:pt x="120101" y="916"/>
                    <a:pt x="119230" y="882"/>
                  </a:cubicBezTo>
                  <a:cubicBezTo>
                    <a:pt x="116468" y="775"/>
                    <a:pt x="113729" y="525"/>
                    <a:pt x="110979" y="358"/>
                  </a:cubicBezTo>
                  <a:cubicBezTo>
                    <a:pt x="108038" y="168"/>
                    <a:pt x="105085" y="120"/>
                    <a:pt x="102133" y="37"/>
                  </a:cubicBezTo>
                  <a:cubicBezTo>
                    <a:pt x="101197" y="12"/>
                    <a:pt x="100230" y="1"/>
                    <a:pt x="99244" y="1"/>
                  </a:cubicBezTo>
                  <a:cubicBezTo>
                    <a:pt x="93968" y="1"/>
                    <a:pt x="88121" y="335"/>
                    <a:pt x="83357" y="846"/>
                  </a:cubicBezTo>
                  <a:cubicBezTo>
                    <a:pt x="82443" y="914"/>
                    <a:pt x="81520" y="940"/>
                    <a:pt x="80600" y="940"/>
                  </a:cubicBezTo>
                  <a:cubicBezTo>
                    <a:pt x="79732" y="940"/>
                    <a:pt x="78866" y="917"/>
                    <a:pt x="78011" y="882"/>
                  </a:cubicBezTo>
                  <a:cubicBezTo>
                    <a:pt x="75248" y="775"/>
                    <a:pt x="72510" y="525"/>
                    <a:pt x="69760" y="358"/>
                  </a:cubicBezTo>
                  <a:cubicBezTo>
                    <a:pt x="66819" y="168"/>
                    <a:pt x="63866" y="120"/>
                    <a:pt x="60913" y="37"/>
                  </a:cubicBezTo>
                  <a:cubicBezTo>
                    <a:pt x="60018" y="15"/>
                    <a:pt x="59094" y="4"/>
                    <a:pt x="58151" y="4"/>
                  </a:cubicBezTo>
                  <a:cubicBezTo>
                    <a:pt x="52890" y="4"/>
                    <a:pt x="47042" y="330"/>
                    <a:pt x="42256" y="834"/>
                  </a:cubicBezTo>
                  <a:cubicBezTo>
                    <a:pt x="41281" y="910"/>
                    <a:pt x="40300" y="939"/>
                    <a:pt x="39319" y="939"/>
                  </a:cubicBezTo>
                  <a:cubicBezTo>
                    <a:pt x="38443" y="939"/>
                    <a:pt x="37567" y="916"/>
                    <a:pt x="36696" y="882"/>
                  </a:cubicBezTo>
                  <a:cubicBezTo>
                    <a:pt x="33934" y="775"/>
                    <a:pt x="31195" y="525"/>
                    <a:pt x="28445" y="358"/>
                  </a:cubicBezTo>
                  <a:cubicBezTo>
                    <a:pt x="25504" y="168"/>
                    <a:pt x="22551" y="120"/>
                    <a:pt x="19599" y="37"/>
                  </a:cubicBezTo>
                  <a:cubicBezTo>
                    <a:pt x="18663" y="12"/>
                    <a:pt x="17696" y="1"/>
                    <a:pt x="167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5949316" y="3980254"/>
              <a:ext cx="3194684" cy="113524"/>
            </a:xfrm>
            <a:custGeom>
              <a:avLst/>
              <a:gdLst/>
              <a:ahLst/>
              <a:cxnLst/>
              <a:rect l="l" t="t" r="r" b="b"/>
              <a:pathLst>
                <a:path w="126635" h="3549" extrusionOk="0">
                  <a:moveTo>
                    <a:pt x="19693" y="0"/>
                  </a:moveTo>
                  <a:cubicBezTo>
                    <a:pt x="18074" y="12"/>
                    <a:pt x="16466" y="60"/>
                    <a:pt x="14847" y="72"/>
                  </a:cubicBezTo>
                  <a:cubicBezTo>
                    <a:pt x="11288" y="72"/>
                    <a:pt x="6954" y="241"/>
                    <a:pt x="3114" y="241"/>
                  </a:cubicBezTo>
                  <a:cubicBezTo>
                    <a:pt x="2291" y="241"/>
                    <a:pt x="1491" y="234"/>
                    <a:pt x="726" y="215"/>
                  </a:cubicBezTo>
                  <a:lnTo>
                    <a:pt x="726" y="215"/>
                  </a:lnTo>
                  <a:cubicBezTo>
                    <a:pt x="845" y="1132"/>
                    <a:pt x="0" y="1608"/>
                    <a:pt x="36" y="2525"/>
                  </a:cubicBezTo>
                  <a:cubicBezTo>
                    <a:pt x="36" y="2632"/>
                    <a:pt x="1167" y="3406"/>
                    <a:pt x="1167" y="3513"/>
                  </a:cubicBezTo>
                  <a:cubicBezTo>
                    <a:pt x="1495" y="3537"/>
                    <a:pt x="1836" y="3548"/>
                    <a:pt x="2187" y="3548"/>
                  </a:cubicBezTo>
                  <a:cubicBezTo>
                    <a:pt x="4811" y="3548"/>
                    <a:pt x="7980" y="2949"/>
                    <a:pt x="10530" y="2949"/>
                  </a:cubicBezTo>
                  <a:cubicBezTo>
                    <a:pt x="10653" y="2949"/>
                    <a:pt x="10775" y="2950"/>
                    <a:pt x="10894" y="2953"/>
                  </a:cubicBezTo>
                  <a:cubicBezTo>
                    <a:pt x="13895" y="3025"/>
                    <a:pt x="16883" y="3179"/>
                    <a:pt x="19895" y="3227"/>
                  </a:cubicBezTo>
                  <a:cubicBezTo>
                    <a:pt x="20570" y="3238"/>
                    <a:pt x="21244" y="3244"/>
                    <a:pt x="21918" y="3244"/>
                  </a:cubicBezTo>
                  <a:cubicBezTo>
                    <a:pt x="22744" y="3244"/>
                    <a:pt x="23570" y="3235"/>
                    <a:pt x="24396" y="3215"/>
                  </a:cubicBezTo>
                  <a:cubicBezTo>
                    <a:pt x="25837" y="3179"/>
                    <a:pt x="27277" y="3096"/>
                    <a:pt x="28718" y="3048"/>
                  </a:cubicBezTo>
                  <a:cubicBezTo>
                    <a:pt x="30088" y="2998"/>
                    <a:pt x="31467" y="2960"/>
                    <a:pt x="32845" y="2960"/>
                  </a:cubicBezTo>
                  <a:cubicBezTo>
                    <a:pt x="34375" y="2960"/>
                    <a:pt x="35905" y="3006"/>
                    <a:pt x="37421" y="3132"/>
                  </a:cubicBezTo>
                  <a:cubicBezTo>
                    <a:pt x="39100" y="3263"/>
                    <a:pt x="40791" y="3465"/>
                    <a:pt x="42482" y="3501"/>
                  </a:cubicBezTo>
                  <a:cubicBezTo>
                    <a:pt x="42482" y="3501"/>
                    <a:pt x="42482" y="3513"/>
                    <a:pt x="42482" y="3513"/>
                  </a:cubicBezTo>
                  <a:cubicBezTo>
                    <a:pt x="42810" y="3537"/>
                    <a:pt x="43151" y="3548"/>
                    <a:pt x="43501" y="3548"/>
                  </a:cubicBezTo>
                  <a:cubicBezTo>
                    <a:pt x="46126" y="3548"/>
                    <a:pt x="49294" y="2949"/>
                    <a:pt x="51845" y="2949"/>
                  </a:cubicBezTo>
                  <a:cubicBezTo>
                    <a:pt x="51968" y="2949"/>
                    <a:pt x="52089" y="2950"/>
                    <a:pt x="52209" y="2953"/>
                  </a:cubicBezTo>
                  <a:cubicBezTo>
                    <a:pt x="55209" y="3037"/>
                    <a:pt x="58198" y="3179"/>
                    <a:pt x="61210" y="3227"/>
                  </a:cubicBezTo>
                  <a:cubicBezTo>
                    <a:pt x="61960" y="3239"/>
                    <a:pt x="62710" y="3248"/>
                    <a:pt x="63460" y="3248"/>
                  </a:cubicBezTo>
                  <a:cubicBezTo>
                    <a:pt x="64211" y="3248"/>
                    <a:pt x="64961" y="3239"/>
                    <a:pt x="65711" y="3215"/>
                  </a:cubicBezTo>
                  <a:cubicBezTo>
                    <a:pt x="67151" y="3179"/>
                    <a:pt x="68592" y="3096"/>
                    <a:pt x="70033" y="3048"/>
                  </a:cubicBezTo>
                  <a:cubicBezTo>
                    <a:pt x="71397" y="3003"/>
                    <a:pt x="72770" y="2969"/>
                    <a:pt x="74142" y="2969"/>
                  </a:cubicBezTo>
                  <a:cubicBezTo>
                    <a:pt x="75678" y="2969"/>
                    <a:pt x="77214" y="3012"/>
                    <a:pt x="78736" y="3132"/>
                  </a:cubicBezTo>
                  <a:cubicBezTo>
                    <a:pt x="80379" y="3263"/>
                    <a:pt x="82046" y="3453"/>
                    <a:pt x="83701" y="3501"/>
                  </a:cubicBezTo>
                  <a:cubicBezTo>
                    <a:pt x="83701" y="3501"/>
                    <a:pt x="83713" y="3513"/>
                    <a:pt x="83713" y="3513"/>
                  </a:cubicBezTo>
                  <a:cubicBezTo>
                    <a:pt x="84040" y="3537"/>
                    <a:pt x="84380" y="3548"/>
                    <a:pt x="84729" y="3548"/>
                  </a:cubicBezTo>
                  <a:cubicBezTo>
                    <a:pt x="87346" y="3548"/>
                    <a:pt x="90514" y="2949"/>
                    <a:pt x="93064" y="2949"/>
                  </a:cubicBezTo>
                  <a:cubicBezTo>
                    <a:pt x="93187" y="2949"/>
                    <a:pt x="93309" y="2950"/>
                    <a:pt x="93428" y="2953"/>
                  </a:cubicBezTo>
                  <a:cubicBezTo>
                    <a:pt x="96429" y="3037"/>
                    <a:pt x="99429" y="3179"/>
                    <a:pt x="102430" y="3227"/>
                  </a:cubicBezTo>
                  <a:cubicBezTo>
                    <a:pt x="103180" y="3239"/>
                    <a:pt x="103930" y="3248"/>
                    <a:pt x="104680" y="3248"/>
                  </a:cubicBezTo>
                  <a:cubicBezTo>
                    <a:pt x="105430" y="3248"/>
                    <a:pt x="106180" y="3239"/>
                    <a:pt x="106930" y="3215"/>
                  </a:cubicBezTo>
                  <a:cubicBezTo>
                    <a:pt x="108371" y="3179"/>
                    <a:pt x="109811" y="3096"/>
                    <a:pt x="111252" y="3048"/>
                  </a:cubicBezTo>
                  <a:cubicBezTo>
                    <a:pt x="112617" y="3003"/>
                    <a:pt x="113989" y="2969"/>
                    <a:pt x="115362" y="2969"/>
                  </a:cubicBezTo>
                  <a:cubicBezTo>
                    <a:pt x="116900" y="2969"/>
                    <a:pt x="118439" y="3012"/>
                    <a:pt x="119968" y="3132"/>
                  </a:cubicBezTo>
                  <a:cubicBezTo>
                    <a:pt x="121634" y="3263"/>
                    <a:pt x="123325" y="3465"/>
                    <a:pt x="125016" y="3501"/>
                  </a:cubicBezTo>
                  <a:cubicBezTo>
                    <a:pt x="125016" y="3513"/>
                    <a:pt x="125028" y="3513"/>
                    <a:pt x="125028" y="3513"/>
                  </a:cubicBezTo>
                  <a:cubicBezTo>
                    <a:pt x="125351" y="3536"/>
                    <a:pt x="125693" y="3549"/>
                    <a:pt x="126046" y="3549"/>
                  </a:cubicBezTo>
                  <a:cubicBezTo>
                    <a:pt x="126240" y="3549"/>
                    <a:pt x="126437" y="3545"/>
                    <a:pt x="126635" y="3537"/>
                  </a:cubicBezTo>
                  <a:lnTo>
                    <a:pt x="126635" y="250"/>
                  </a:lnTo>
                  <a:cubicBezTo>
                    <a:pt x="125933" y="250"/>
                    <a:pt x="125242" y="239"/>
                    <a:pt x="124575" y="227"/>
                  </a:cubicBezTo>
                  <a:cubicBezTo>
                    <a:pt x="124088" y="211"/>
                    <a:pt x="123599" y="205"/>
                    <a:pt x="123111" y="205"/>
                  </a:cubicBezTo>
                  <a:cubicBezTo>
                    <a:pt x="120937" y="205"/>
                    <a:pt x="118752" y="333"/>
                    <a:pt x="116574" y="381"/>
                  </a:cubicBezTo>
                  <a:cubicBezTo>
                    <a:pt x="116230" y="389"/>
                    <a:pt x="115887" y="393"/>
                    <a:pt x="115544" y="393"/>
                  </a:cubicBezTo>
                  <a:cubicBezTo>
                    <a:pt x="112748" y="393"/>
                    <a:pt x="109968" y="158"/>
                    <a:pt x="107168" y="84"/>
                  </a:cubicBezTo>
                  <a:cubicBezTo>
                    <a:pt x="105799" y="34"/>
                    <a:pt x="104422" y="9"/>
                    <a:pt x="103050" y="9"/>
                  </a:cubicBezTo>
                  <a:cubicBezTo>
                    <a:pt x="102775" y="9"/>
                    <a:pt x="102501" y="10"/>
                    <a:pt x="102227" y="12"/>
                  </a:cubicBezTo>
                  <a:cubicBezTo>
                    <a:pt x="100608" y="12"/>
                    <a:pt x="99001" y="72"/>
                    <a:pt x="97393" y="72"/>
                  </a:cubicBezTo>
                  <a:cubicBezTo>
                    <a:pt x="93818" y="82"/>
                    <a:pt x="89482" y="249"/>
                    <a:pt x="85647" y="249"/>
                  </a:cubicBezTo>
                  <a:cubicBezTo>
                    <a:pt x="84884" y="249"/>
                    <a:pt x="84141" y="242"/>
                    <a:pt x="83427" y="227"/>
                  </a:cubicBezTo>
                  <a:cubicBezTo>
                    <a:pt x="82933" y="211"/>
                    <a:pt x="82439" y="205"/>
                    <a:pt x="81945" y="205"/>
                  </a:cubicBezTo>
                  <a:cubicBezTo>
                    <a:pt x="79748" y="205"/>
                    <a:pt x="77552" y="333"/>
                    <a:pt x="75355" y="381"/>
                  </a:cubicBezTo>
                  <a:cubicBezTo>
                    <a:pt x="75012" y="389"/>
                    <a:pt x="74669" y="393"/>
                    <a:pt x="74327" y="393"/>
                  </a:cubicBezTo>
                  <a:cubicBezTo>
                    <a:pt x="71530" y="393"/>
                    <a:pt x="68749" y="157"/>
                    <a:pt x="65949" y="72"/>
                  </a:cubicBezTo>
                  <a:cubicBezTo>
                    <a:pt x="64588" y="32"/>
                    <a:pt x="63218" y="9"/>
                    <a:pt x="61854" y="9"/>
                  </a:cubicBezTo>
                  <a:cubicBezTo>
                    <a:pt x="61572" y="9"/>
                    <a:pt x="61290" y="10"/>
                    <a:pt x="61008" y="12"/>
                  </a:cubicBezTo>
                  <a:cubicBezTo>
                    <a:pt x="59389" y="12"/>
                    <a:pt x="57781" y="60"/>
                    <a:pt x="56174" y="72"/>
                  </a:cubicBezTo>
                  <a:cubicBezTo>
                    <a:pt x="52559" y="82"/>
                    <a:pt x="48158" y="249"/>
                    <a:pt x="44282" y="249"/>
                  </a:cubicBezTo>
                  <a:cubicBezTo>
                    <a:pt x="43511" y="249"/>
                    <a:pt x="42760" y="242"/>
                    <a:pt x="42041" y="227"/>
                  </a:cubicBezTo>
                  <a:cubicBezTo>
                    <a:pt x="41554" y="211"/>
                    <a:pt x="41065" y="205"/>
                    <a:pt x="40576" y="205"/>
                  </a:cubicBezTo>
                  <a:cubicBezTo>
                    <a:pt x="38403" y="205"/>
                    <a:pt x="36217" y="333"/>
                    <a:pt x="34040" y="381"/>
                  </a:cubicBezTo>
                  <a:cubicBezTo>
                    <a:pt x="33697" y="389"/>
                    <a:pt x="33354" y="393"/>
                    <a:pt x="33012" y="393"/>
                  </a:cubicBezTo>
                  <a:cubicBezTo>
                    <a:pt x="30216" y="393"/>
                    <a:pt x="27434" y="157"/>
                    <a:pt x="24634" y="72"/>
                  </a:cubicBezTo>
                  <a:cubicBezTo>
                    <a:pt x="22991" y="24"/>
                    <a:pt x="21336" y="0"/>
                    <a:pt x="196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6552733" y="3852208"/>
              <a:ext cx="450588" cy="22711"/>
            </a:xfrm>
            <a:custGeom>
              <a:avLst/>
              <a:gdLst/>
              <a:ahLst/>
              <a:cxnLst/>
              <a:rect l="l" t="t" r="r" b="b"/>
              <a:pathLst>
                <a:path w="17861" h="710" extrusionOk="0">
                  <a:moveTo>
                    <a:pt x="8522" y="1"/>
                  </a:moveTo>
                  <a:cubicBezTo>
                    <a:pt x="5679" y="1"/>
                    <a:pt x="2833" y="98"/>
                    <a:pt x="1" y="312"/>
                  </a:cubicBezTo>
                  <a:cubicBezTo>
                    <a:pt x="3215" y="479"/>
                    <a:pt x="6430" y="670"/>
                    <a:pt x="9645" y="705"/>
                  </a:cubicBezTo>
                  <a:cubicBezTo>
                    <a:pt x="9956" y="708"/>
                    <a:pt x="10268" y="710"/>
                    <a:pt x="10580" y="710"/>
                  </a:cubicBezTo>
                  <a:cubicBezTo>
                    <a:pt x="13011" y="710"/>
                    <a:pt x="15454" y="620"/>
                    <a:pt x="17860" y="324"/>
                  </a:cubicBezTo>
                  <a:cubicBezTo>
                    <a:pt x="17265" y="289"/>
                    <a:pt x="16670" y="241"/>
                    <a:pt x="16074" y="217"/>
                  </a:cubicBezTo>
                  <a:cubicBezTo>
                    <a:pt x="13566" y="77"/>
                    <a:pt x="11045" y="1"/>
                    <a:pt x="85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6111806" y="4252947"/>
              <a:ext cx="375486" cy="13627"/>
            </a:xfrm>
            <a:custGeom>
              <a:avLst/>
              <a:gdLst/>
              <a:ahLst/>
              <a:cxnLst/>
              <a:rect l="l" t="t" r="r" b="b"/>
              <a:pathLst>
                <a:path w="14884" h="426" extrusionOk="0">
                  <a:moveTo>
                    <a:pt x="14883" y="0"/>
                  </a:moveTo>
                  <a:cubicBezTo>
                    <a:pt x="14514" y="0"/>
                    <a:pt x="14133" y="0"/>
                    <a:pt x="13752" y="12"/>
                  </a:cubicBezTo>
                  <a:cubicBezTo>
                    <a:pt x="9168" y="48"/>
                    <a:pt x="4584" y="143"/>
                    <a:pt x="0" y="238"/>
                  </a:cubicBezTo>
                  <a:cubicBezTo>
                    <a:pt x="2011" y="360"/>
                    <a:pt x="4029" y="425"/>
                    <a:pt x="6046" y="425"/>
                  </a:cubicBezTo>
                  <a:cubicBezTo>
                    <a:pt x="7398" y="425"/>
                    <a:pt x="8750" y="396"/>
                    <a:pt x="10097" y="334"/>
                  </a:cubicBezTo>
                  <a:lnTo>
                    <a:pt x="10097" y="346"/>
                  </a:lnTo>
                  <a:cubicBezTo>
                    <a:pt x="11692" y="274"/>
                    <a:pt x="13300" y="167"/>
                    <a:pt x="148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7595007" y="3852208"/>
              <a:ext cx="450563" cy="22711"/>
            </a:xfrm>
            <a:custGeom>
              <a:avLst/>
              <a:gdLst/>
              <a:ahLst/>
              <a:cxnLst/>
              <a:rect l="l" t="t" r="r" b="b"/>
              <a:pathLst>
                <a:path w="17860" h="710" extrusionOk="0">
                  <a:moveTo>
                    <a:pt x="8522" y="1"/>
                  </a:moveTo>
                  <a:cubicBezTo>
                    <a:pt x="5679" y="1"/>
                    <a:pt x="2833" y="98"/>
                    <a:pt x="0" y="312"/>
                  </a:cubicBezTo>
                  <a:cubicBezTo>
                    <a:pt x="3215" y="479"/>
                    <a:pt x="6430" y="670"/>
                    <a:pt x="9645" y="705"/>
                  </a:cubicBezTo>
                  <a:cubicBezTo>
                    <a:pt x="9956" y="708"/>
                    <a:pt x="10268" y="710"/>
                    <a:pt x="10579" y="710"/>
                  </a:cubicBezTo>
                  <a:cubicBezTo>
                    <a:pt x="13010" y="710"/>
                    <a:pt x="15454" y="620"/>
                    <a:pt x="17860" y="324"/>
                  </a:cubicBezTo>
                  <a:cubicBezTo>
                    <a:pt x="17265" y="289"/>
                    <a:pt x="16669" y="241"/>
                    <a:pt x="16074" y="217"/>
                  </a:cubicBezTo>
                  <a:cubicBezTo>
                    <a:pt x="13566" y="77"/>
                    <a:pt x="11045" y="1"/>
                    <a:pt x="85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7154080" y="4252947"/>
              <a:ext cx="375461" cy="13627"/>
            </a:xfrm>
            <a:custGeom>
              <a:avLst/>
              <a:gdLst/>
              <a:ahLst/>
              <a:cxnLst/>
              <a:rect l="l" t="t" r="r" b="b"/>
              <a:pathLst>
                <a:path w="14883" h="426" extrusionOk="0">
                  <a:moveTo>
                    <a:pt x="14883" y="0"/>
                  </a:moveTo>
                  <a:cubicBezTo>
                    <a:pt x="14514" y="0"/>
                    <a:pt x="14133" y="0"/>
                    <a:pt x="13752" y="12"/>
                  </a:cubicBezTo>
                  <a:cubicBezTo>
                    <a:pt x="9168" y="48"/>
                    <a:pt x="4584" y="143"/>
                    <a:pt x="0" y="238"/>
                  </a:cubicBezTo>
                  <a:cubicBezTo>
                    <a:pt x="2010" y="360"/>
                    <a:pt x="4029" y="425"/>
                    <a:pt x="6046" y="425"/>
                  </a:cubicBezTo>
                  <a:cubicBezTo>
                    <a:pt x="7398" y="425"/>
                    <a:pt x="8749" y="396"/>
                    <a:pt x="10097" y="334"/>
                  </a:cubicBezTo>
                  <a:lnTo>
                    <a:pt x="10097" y="346"/>
                  </a:lnTo>
                  <a:cubicBezTo>
                    <a:pt x="11692" y="274"/>
                    <a:pt x="13299" y="167"/>
                    <a:pt x="148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5960719" y="4287398"/>
              <a:ext cx="3183282" cy="41648"/>
            </a:xfrm>
            <a:custGeom>
              <a:avLst/>
              <a:gdLst/>
              <a:ahLst/>
              <a:cxnLst/>
              <a:rect l="l" t="t" r="r" b="b"/>
              <a:pathLst>
                <a:path w="126183" h="1302" extrusionOk="0">
                  <a:moveTo>
                    <a:pt x="62484" y="0"/>
                  </a:moveTo>
                  <a:cubicBezTo>
                    <a:pt x="61677" y="0"/>
                    <a:pt x="60872" y="13"/>
                    <a:pt x="60068" y="42"/>
                  </a:cubicBezTo>
                  <a:cubicBezTo>
                    <a:pt x="57215" y="141"/>
                    <a:pt x="54416" y="322"/>
                    <a:pt x="51589" y="322"/>
                  </a:cubicBezTo>
                  <a:cubicBezTo>
                    <a:pt x="50677" y="322"/>
                    <a:pt x="49761" y="303"/>
                    <a:pt x="48840" y="257"/>
                  </a:cubicBezTo>
                  <a:cubicBezTo>
                    <a:pt x="47221" y="173"/>
                    <a:pt x="45602" y="90"/>
                    <a:pt x="43982" y="90"/>
                  </a:cubicBezTo>
                  <a:cubicBezTo>
                    <a:pt x="43685" y="90"/>
                    <a:pt x="42411" y="352"/>
                    <a:pt x="41672" y="435"/>
                  </a:cubicBezTo>
                  <a:cubicBezTo>
                    <a:pt x="40261" y="535"/>
                    <a:pt x="38844" y="575"/>
                    <a:pt x="37424" y="575"/>
                  </a:cubicBezTo>
                  <a:cubicBezTo>
                    <a:pt x="32014" y="575"/>
                    <a:pt x="26557" y="1"/>
                    <a:pt x="21146" y="1"/>
                  </a:cubicBezTo>
                  <a:cubicBezTo>
                    <a:pt x="20347" y="1"/>
                    <a:pt x="19549" y="14"/>
                    <a:pt x="18753" y="42"/>
                  </a:cubicBezTo>
                  <a:cubicBezTo>
                    <a:pt x="15900" y="141"/>
                    <a:pt x="13101" y="322"/>
                    <a:pt x="10275" y="322"/>
                  </a:cubicBezTo>
                  <a:cubicBezTo>
                    <a:pt x="9362" y="322"/>
                    <a:pt x="8447" y="303"/>
                    <a:pt x="7525" y="257"/>
                  </a:cubicBezTo>
                  <a:cubicBezTo>
                    <a:pt x="5906" y="173"/>
                    <a:pt x="4287" y="90"/>
                    <a:pt x="2668" y="90"/>
                  </a:cubicBezTo>
                  <a:cubicBezTo>
                    <a:pt x="2334" y="90"/>
                    <a:pt x="774" y="423"/>
                    <a:pt x="108" y="447"/>
                  </a:cubicBezTo>
                  <a:cubicBezTo>
                    <a:pt x="132" y="745"/>
                    <a:pt x="1" y="900"/>
                    <a:pt x="24" y="1197"/>
                  </a:cubicBezTo>
                  <a:cubicBezTo>
                    <a:pt x="150" y="1198"/>
                    <a:pt x="278" y="1199"/>
                    <a:pt x="408" y="1199"/>
                  </a:cubicBezTo>
                  <a:cubicBezTo>
                    <a:pt x="3139" y="1199"/>
                    <a:pt x="6699" y="971"/>
                    <a:pt x="9347" y="959"/>
                  </a:cubicBezTo>
                  <a:cubicBezTo>
                    <a:pt x="10895" y="953"/>
                    <a:pt x="12440" y="944"/>
                    <a:pt x="13983" y="944"/>
                  </a:cubicBezTo>
                  <a:cubicBezTo>
                    <a:pt x="15526" y="944"/>
                    <a:pt x="17068" y="953"/>
                    <a:pt x="18610" y="983"/>
                  </a:cubicBezTo>
                  <a:cubicBezTo>
                    <a:pt x="21658" y="1031"/>
                    <a:pt x="24706" y="1138"/>
                    <a:pt x="27754" y="1197"/>
                  </a:cubicBezTo>
                  <a:cubicBezTo>
                    <a:pt x="30254" y="1257"/>
                    <a:pt x="32758" y="1301"/>
                    <a:pt x="35261" y="1301"/>
                  </a:cubicBezTo>
                  <a:cubicBezTo>
                    <a:pt x="37288" y="1301"/>
                    <a:pt x="39315" y="1272"/>
                    <a:pt x="41339" y="1197"/>
                  </a:cubicBezTo>
                  <a:cubicBezTo>
                    <a:pt x="41465" y="1198"/>
                    <a:pt x="41593" y="1199"/>
                    <a:pt x="41723" y="1199"/>
                  </a:cubicBezTo>
                  <a:cubicBezTo>
                    <a:pt x="44454" y="1199"/>
                    <a:pt x="48013" y="971"/>
                    <a:pt x="50662" y="959"/>
                  </a:cubicBezTo>
                  <a:cubicBezTo>
                    <a:pt x="52209" y="953"/>
                    <a:pt x="53754" y="944"/>
                    <a:pt x="55298" y="944"/>
                  </a:cubicBezTo>
                  <a:cubicBezTo>
                    <a:pt x="56841" y="944"/>
                    <a:pt x="58383" y="953"/>
                    <a:pt x="59925" y="983"/>
                  </a:cubicBezTo>
                  <a:cubicBezTo>
                    <a:pt x="62973" y="1031"/>
                    <a:pt x="66021" y="1138"/>
                    <a:pt x="69069" y="1197"/>
                  </a:cubicBezTo>
                  <a:cubicBezTo>
                    <a:pt x="71562" y="1257"/>
                    <a:pt x="74063" y="1301"/>
                    <a:pt x="76563" y="1301"/>
                  </a:cubicBezTo>
                  <a:cubicBezTo>
                    <a:pt x="78587" y="1301"/>
                    <a:pt x="80611" y="1272"/>
                    <a:pt x="82630" y="1197"/>
                  </a:cubicBezTo>
                  <a:cubicBezTo>
                    <a:pt x="82756" y="1198"/>
                    <a:pt x="82884" y="1199"/>
                    <a:pt x="83014" y="1199"/>
                  </a:cubicBezTo>
                  <a:cubicBezTo>
                    <a:pt x="85741" y="1199"/>
                    <a:pt x="89256" y="971"/>
                    <a:pt x="91881" y="959"/>
                  </a:cubicBezTo>
                  <a:cubicBezTo>
                    <a:pt x="93429" y="953"/>
                    <a:pt x="94974" y="944"/>
                    <a:pt x="96517" y="944"/>
                  </a:cubicBezTo>
                  <a:cubicBezTo>
                    <a:pt x="98060" y="944"/>
                    <a:pt x="99602" y="953"/>
                    <a:pt x="101144" y="983"/>
                  </a:cubicBezTo>
                  <a:cubicBezTo>
                    <a:pt x="104192" y="1031"/>
                    <a:pt x="107240" y="1138"/>
                    <a:pt x="110288" y="1197"/>
                  </a:cubicBezTo>
                  <a:cubicBezTo>
                    <a:pt x="112788" y="1257"/>
                    <a:pt x="115292" y="1301"/>
                    <a:pt x="117795" y="1301"/>
                  </a:cubicBezTo>
                  <a:cubicBezTo>
                    <a:pt x="119822" y="1301"/>
                    <a:pt x="121849" y="1272"/>
                    <a:pt x="123873" y="1197"/>
                  </a:cubicBezTo>
                  <a:cubicBezTo>
                    <a:pt x="124065" y="1201"/>
                    <a:pt x="124261" y="1202"/>
                    <a:pt x="124462" y="1202"/>
                  </a:cubicBezTo>
                  <a:cubicBezTo>
                    <a:pt x="125010" y="1202"/>
                    <a:pt x="125590" y="1191"/>
                    <a:pt x="126183" y="1174"/>
                  </a:cubicBezTo>
                  <a:lnTo>
                    <a:pt x="126183" y="126"/>
                  </a:lnTo>
                  <a:cubicBezTo>
                    <a:pt x="125671" y="209"/>
                    <a:pt x="124778" y="376"/>
                    <a:pt x="124207" y="435"/>
                  </a:cubicBezTo>
                  <a:cubicBezTo>
                    <a:pt x="122797" y="535"/>
                    <a:pt x="121382" y="575"/>
                    <a:pt x="119962" y="575"/>
                  </a:cubicBezTo>
                  <a:cubicBezTo>
                    <a:pt x="114555" y="575"/>
                    <a:pt x="109093" y="1"/>
                    <a:pt x="103680" y="1"/>
                  </a:cubicBezTo>
                  <a:cubicBezTo>
                    <a:pt x="102881" y="1"/>
                    <a:pt x="102083" y="14"/>
                    <a:pt x="101287" y="42"/>
                  </a:cubicBezTo>
                  <a:cubicBezTo>
                    <a:pt x="98434" y="141"/>
                    <a:pt x="95635" y="322"/>
                    <a:pt x="92809" y="322"/>
                  </a:cubicBezTo>
                  <a:cubicBezTo>
                    <a:pt x="91896" y="322"/>
                    <a:pt x="90981" y="303"/>
                    <a:pt x="90059" y="257"/>
                  </a:cubicBezTo>
                  <a:cubicBezTo>
                    <a:pt x="88452" y="173"/>
                    <a:pt x="86833" y="90"/>
                    <a:pt x="85202" y="90"/>
                  </a:cubicBezTo>
                  <a:cubicBezTo>
                    <a:pt x="84880" y="90"/>
                    <a:pt x="83309" y="423"/>
                    <a:pt x="82642" y="447"/>
                  </a:cubicBezTo>
                  <a:lnTo>
                    <a:pt x="82642" y="459"/>
                  </a:lnTo>
                  <a:cubicBezTo>
                    <a:pt x="81350" y="542"/>
                    <a:pt x="80054" y="575"/>
                    <a:pt x="78755" y="575"/>
                  </a:cubicBezTo>
                  <a:cubicBezTo>
                    <a:pt x="73350" y="575"/>
                    <a:pt x="67891" y="0"/>
                    <a:pt x="624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5946011" y="4437611"/>
              <a:ext cx="3197989" cy="83935"/>
            </a:xfrm>
            <a:custGeom>
              <a:avLst/>
              <a:gdLst/>
              <a:ahLst/>
              <a:cxnLst/>
              <a:rect l="l" t="t" r="r" b="b"/>
              <a:pathLst>
                <a:path w="126766" h="2624" extrusionOk="0">
                  <a:moveTo>
                    <a:pt x="57966" y="1"/>
                  </a:moveTo>
                  <a:cubicBezTo>
                    <a:pt x="52753" y="1"/>
                    <a:pt x="46989" y="324"/>
                    <a:pt x="42255" y="823"/>
                  </a:cubicBezTo>
                  <a:cubicBezTo>
                    <a:pt x="41258" y="907"/>
                    <a:pt x="40250" y="938"/>
                    <a:pt x="39243" y="938"/>
                  </a:cubicBezTo>
                  <a:cubicBezTo>
                    <a:pt x="38387" y="938"/>
                    <a:pt x="37531" y="916"/>
                    <a:pt x="36683" y="883"/>
                  </a:cubicBezTo>
                  <a:cubicBezTo>
                    <a:pt x="33933" y="776"/>
                    <a:pt x="31195" y="526"/>
                    <a:pt x="28444" y="347"/>
                  </a:cubicBezTo>
                  <a:cubicBezTo>
                    <a:pt x="25503" y="168"/>
                    <a:pt x="22539" y="109"/>
                    <a:pt x="19586" y="38"/>
                  </a:cubicBezTo>
                  <a:cubicBezTo>
                    <a:pt x="18652" y="13"/>
                    <a:pt x="17687" y="1"/>
                    <a:pt x="16702" y="1"/>
                  </a:cubicBezTo>
                  <a:cubicBezTo>
                    <a:pt x="11433" y="1"/>
                    <a:pt x="5586" y="336"/>
                    <a:pt x="822" y="847"/>
                  </a:cubicBezTo>
                  <a:cubicBezTo>
                    <a:pt x="834" y="1538"/>
                    <a:pt x="0" y="1240"/>
                    <a:pt x="0" y="1943"/>
                  </a:cubicBezTo>
                  <a:cubicBezTo>
                    <a:pt x="12" y="2026"/>
                    <a:pt x="1274" y="2359"/>
                    <a:pt x="1274" y="2443"/>
                  </a:cubicBezTo>
                  <a:cubicBezTo>
                    <a:pt x="1742" y="2491"/>
                    <a:pt x="2193" y="2510"/>
                    <a:pt x="2631" y="2510"/>
                  </a:cubicBezTo>
                  <a:cubicBezTo>
                    <a:pt x="4100" y="2510"/>
                    <a:pt x="5412" y="2299"/>
                    <a:pt x="6660" y="2299"/>
                  </a:cubicBezTo>
                  <a:cubicBezTo>
                    <a:pt x="6687" y="2299"/>
                    <a:pt x="6713" y="2300"/>
                    <a:pt x="6739" y="2300"/>
                  </a:cubicBezTo>
                  <a:cubicBezTo>
                    <a:pt x="8323" y="2300"/>
                    <a:pt x="9906" y="2300"/>
                    <a:pt x="11490" y="2288"/>
                  </a:cubicBezTo>
                  <a:cubicBezTo>
                    <a:pt x="11742" y="2286"/>
                    <a:pt x="11994" y="2285"/>
                    <a:pt x="12247" y="2285"/>
                  </a:cubicBezTo>
                  <a:cubicBezTo>
                    <a:pt x="12889" y="2285"/>
                    <a:pt x="13533" y="2290"/>
                    <a:pt x="14177" y="2290"/>
                  </a:cubicBezTo>
                  <a:cubicBezTo>
                    <a:pt x="14863" y="2290"/>
                    <a:pt x="15548" y="2285"/>
                    <a:pt x="16228" y="2264"/>
                  </a:cubicBezTo>
                  <a:cubicBezTo>
                    <a:pt x="17489" y="2227"/>
                    <a:pt x="18752" y="2210"/>
                    <a:pt x="20014" y="2210"/>
                  </a:cubicBezTo>
                  <a:cubicBezTo>
                    <a:pt x="22042" y="2210"/>
                    <a:pt x="24069" y="2255"/>
                    <a:pt x="26087" y="2335"/>
                  </a:cubicBezTo>
                  <a:cubicBezTo>
                    <a:pt x="27730" y="2395"/>
                    <a:pt x="29361" y="2490"/>
                    <a:pt x="30992" y="2585"/>
                  </a:cubicBezTo>
                  <a:cubicBezTo>
                    <a:pt x="31484" y="2613"/>
                    <a:pt x="31980" y="2624"/>
                    <a:pt x="32478" y="2624"/>
                  </a:cubicBezTo>
                  <a:cubicBezTo>
                    <a:pt x="33473" y="2624"/>
                    <a:pt x="34473" y="2581"/>
                    <a:pt x="35457" y="2550"/>
                  </a:cubicBezTo>
                  <a:cubicBezTo>
                    <a:pt x="37222" y="2488"/>
                    <a:pt x="38987" y="2407"/>
                    <a:pt x="40753" y="2407"/>
                  </a:cubicBezTo>
                  <a:cubicBezTo>
                    <a:pt x="41381" y="2407"/>
                    <a:pt x="42009" y="2418"/>
                    <a:pt x="42636" y="2443"/>
                  </a:cubicBezTo>
                  <a:cubicBezTo>
                    <a:pt x="43099" y="2491"/>
                    <a:pt x="43546" y="2510"/>
                    <a:pt x="43979" y="2510"/>
                  </a:cubicBezTo>
                  <a:cubicBezTo>
                    <a:pt x="45433" y="2510"/>
                    <a:pt x="46736" y="2299"/>
                    <a:pt x="47976" y="2299"/>
                  </a:cubicBezTo>
                  <a:cubicBezTo>
                    <a:pt x="48002" y="2299"/>
                    <a:pt x="48028" y="2300"/>
                    <a:pt x="48054" y="2300"/>
                  </a:cubicBezTo>
                  <a:cubicBezTo>
                    <a:pt x="49637" y="2300"/>
                    <a:pt x="51221" y="2300"/>
                    <a:pt x="52804" y="2288"/>
                  </a:cubicBezTo>
                  <a:cubicBezTo>
                    <a:pt x="53590" y="2288"/>
                    <a:pt x="54382" y="2294"/>
                    <a:pt x="55174" y="2294"/>
                  </a:cubicBezTo>
                  <a:cubicBezTo>
                    <a:pt x="55965" y="2294"/>
                    <a:pt x="56757" y="2288"/>
                    <a:pt x="57543" y="2264"/>
                  </a:cubicBezTo>
                  <a:cubicBezTo>
                    <a:pt x="58804" y="2227"/>
                    <a:pt x="60067" y="2210"/>
                    <a:pt x="61330" y="2210"/>
                  </a:cubicBezTo>
                  <a:cubicBezTo>
                    <a:pt x="63358" y="2210"/>
                    <a:pt x="65388" y="2255"/>
                    <a:pt x="67413" y="2335"/>
                  </a:cubicBezTo>
                  <a:cubicBezTo>
                    <a:pt x="69045" y="2395"/>
                    <a:pt x="70676" y="2490"/>
                    <a:pt x="72307" y="2585"/>
                  </a:cubicBezTo>
                  <a:cubicBezTo>
                    <a:pt x="72799" y="2613"/>
                    <a:pt x="73295" y="2624"/>
                    <a:pt x="73792" y="2624"/>
                  </a:cubicBezTo>
                  <a:cubicBezTo>
                    <a:pt x="74787" y="2624"/>
                    <a:pt x="75787" y="2581"/>
                    <a:pt x="76772" y="2550"/>
                  </a:cubicBezTo>
                  <a:cubicBezTo>
                    <a:pt x="78518" y="2488"/>
                    <a:pt x="80271" y="2412"/>
                    <a:pt x="82021" y="2412"/>
                  </a:cubicBezTo>
                  <a:cubicBezTo>
                    <a:pt x="82621" y="2412"/>
                    <a:pt x="83221" y="2421"/>
                    <a:pt x="83820" y="2443"/>
                  </a:cubicBezTo>
                  <a:cubicBezTo>
                    <a:pt x="84288" y="2491"/>
                    <a:pt x="84739" y="2510"/>
                    <a:pt x="85175" y="2510"/>
                  </a:cubicBezTo>
                  <a:cubicBezTo>
                    <a:pt x="86641" y="2510"/>
                    <a:pt x="87946" y="2299"/>
                    <a:pt x="89195" y="2299"/>
                  </a:cubicBezTo>
                  <a:cubicBezTo>
                    <a:pt x="89221" y="2299"/>
                    <a:pt x="89247" y="2300"/>
                    <a:pt x="89273" y="2300"/>
                  </a:cubicBezTo>
                  <a:cubicBezTo>
                    <a:pt x="90857" y="2300"/>
                    <a:pt x="92440" y="2300"/>
                    <a:pt x="94024" y="2288"/>
                  </a:cubicBezTo>
                  <a:cubicBezTo>
                    <a:pt x="94816" y="2288"/>
                    <a:pt x="95607" y="2294"/>
                    <a:pt x="96399" y="2294"/>
                  </a:cubicBezTo>
                  <a:cubicBezTo>
                    <a:pt x="97191" y="2294"/>
                    <a:pt x="97983" y="2288"/>
                    <a:pt x="98774" y="2264"/>
                  </a:cubicBezTo>
                  <a:cubicBezTo>
                    <a:pt x="100035" y="2227"/>
                    <a:pt x="101296" y="2210"/>
                    <a:pt x="102557" y="2210"/>
                  </a:cubicBezTo>
                  <a:cubicBezTo>
                    <a:pt x="104582" y="2210"/>
                    <a:pt x="106608" y="2255"/>
                    <a:pt x="108633" y="2335"/>
                  </a:cubicBezTo>
                  <a:cubicBezTo>
                    <a:pt x="110264" y="2395"/>
                    <a:pt x="111895" y="2490"/>
                    <a:pt x="113526" y="2585"/>
                  </a:cubicBezTo>
                  <a:cubicBezTo>
                    <a:pt x="114022" y="2613"/>
                    <a:pt x="114520" y="2624"/>
                    <a:pt x="115018" y="2624"/>
                  </a:cubicBezTo>
                  <a:cubicBezTo>
                    <a:pt x="116013" y="2624"/>
                    <a:pt x="117011" y="2581"/>
                    <a:pt x="118003" y="2550"/>
                  </a:cubicBezTo>
                  <a:cubicBezTo>
                    <a:pt x="119759" y="2488"/>
                    <a:pt x="121529" y="2407"/>
                    <a:pt x="123292" y="2407"/>
                  </a:cubicBezTo>
                  <a:cubicBezTo>
                    <a:pt x="123919" y="2407"/>
                    <a:pt x="124546" y="2418"/>
                    <a:pt x="125171" y="2443"/>
                  </a:cubicBezTo>
                  <a:cubicBezTo>
                    <a:pt x="125604" y="2489"/>
                    <a:pt x="126017" y="2506"/>
                    <a:pt x="126419" y="2506"/>
                  </a:cubicBezTo>
                  <a:cubicBezTo>
                    <a:pt x="126535" y="2506"/>
                    <a:pt x="126651" y="2505"/>
                    <a:pt x="126766" y="2502"/>
                  </a:cubicBezTo>
                  <a:lnTo>
                    <a:pt x="126766" y="633"/>
                  </a:lnTo>
                  <a:cubicBezTo>
                    <a:pt x="126099" y="692"/>
                    <a:pt x="125433" y="764"/>
                    <a:pt x="124801" y="835"/>
                  </a:cubicBezTo>
                  <a:lnTo>
                    <a:pt x="124790" y="823"/>
                  </a:lnTo>
                  <a:cubicBezTo>
                    <a:pt x="123814" y="905"/>
                    <a:pt x="122829" y="934"/>
                    <a:pt x="121846" y="934"/>
                  </a:cubicBezTo>
                  <a:cubicBezTo>
                    <a:pt x="120969" y="934"/>
                    <a:pt x="120094" y="911"/>
                    <a:pt x="119229" y="883"/>
                  </a:cubicBezTo>
                  <a:cubicBezTo>
                    <a:pt x="116467" y="776"/>
                    <a:pt x="113729" y="526"/>
                    <a:pt x="110978" y="347"/>
                  </a:cubicBezTo>
                  <a:cubicBezTo>
                    <a:pt x="108037" y="168"/>
                    <a:pt x="105073" y="109"/>
                    <a:pt x="102120" y="38"/>
                  </a:cubicBezTo>
                  <a:cubicBezTo>
                    <a:pt x="101186" y="13"/>
                    <a:pt x="100221" y="1"/>
                    <a:pt x="99236" y="1"/>
                  </a:cubicBezTo>
                  <a:cubicBezTo>
                    <a:pt x="93967" y="1"/>
                    <a:pt x="88120" y="336"/>
                    <a:pt x="83356" y="847"/>
                  </a:cubicBezTo>
                  <a:cubicBezTo>
                    <a:pt x="82469" y="913"/>
                    <a:pt x="81573" y="936"/>
                    <a:pt x="80677" y="936"/>
                  </a:cubicBezTo>
                  <a:cubicBezTo>
                    <a:pt x="79781" y="936"/>
                    <a:pt x="78885" y="913"/>
                    <a:pt x="77998" y="883"/>
                  </a:cubicBezTo>
                  <a:cubicBezTo>
                    <a:pt x="75248" y="776"/>
                    <a:pt x="72509" y="526"/>
                    <a:pt x="69759" y="347"/>
                  </a:cubicBezTo>
                  <a:cubicBezTo>
                    <a:pt x="66818" y="168"/>
                    <a:pt x="63853" y="109"/>
                    <a:pt x="60901" y="38"/>
                  </a:cubicBezTo>
                  <a:cubicBezTo>
                    <a:pt x="59950" y="13"/>
                    <a:pt x="58968" y="1"/>
                    <a:pt x="579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3"/>
            <p:cNvSpPr/>
            <p:nvPr/>
          </p:nvSpPr>
          <p:spPr>
            <a:xfrm>
              <a:off x="5948105" y="4537060"/>
              <a:ext cx="3195895" cy="113492"/>
            </a:xfrm>
            <a:custGeom>
              <a:avLst/>
              <a:gdLst/>
              <a:ahLst/>
              <a:cxnLst/>
              <a:rect l="l" t="t" r="r" b="b"/>
              <a:pathLst>
                <a:path w="126683" h="3548" extrusionOk="0">
                  <a:moveTo>
                    <a:pt x="19693" y="0"/>
                  </a:moveTo>
                  <a:cubicBezTo>
                    <a:pt x="18086" y="0"/>
                    <a:pt x="16467" y="60"/>
                    <a:pt x="14860" y="60"/>
                  </a:cubicBezTo>
                  <a:cubicBezTo>
                    <a:pt x="11287" y="70"/>
                    <a:pt x="6955" y="241"/>
                    <a:pt x="3115" y="241"/>
                  </a:cubicBezTo>
                  <a:cubicBezTo>
                    <a:pt x="2296" y="241"/>
                    <a:pt x="1500" y="233"/>
                    <a:pt x="739" y="215"/>
                  </a:cubicBezTo>
                  <a:lnTo>
                    <a:pt x="739" y="215"/>
                  </a:lnTo>
                  <a:cubicBezTo>
                    <a:pt x="846" y="1131"/>
                    <a:pt x="1" y="1608"/>
                    <a:pt x="36" y="2524"/>
                  </a:cubicBezTo>
                  <a:cubicBezTo>
                    <a:pt x="36" y="2620"/>
                    <a:pt x="1179" y="3406"/>
                    <a:pt x="1179" y="3501"/>
                  </a:cubicBezTo>
                  <a:cubicBezTo>
                    <a:pt x="1520" y="3527"/>
                    <a:pt x="1874" y="3539"/>
                    <a:pt x="2238" y="3539"/>
                  </a:cubicBezTo>
                  <a:cubicBezTo>
                    <a:pt x="4836" y="3539"/>
                    <a:pt x="7959" y="2947"/>
                    <a:pt x="10479" y="2947"/>
                  </a:cubicBezTo>
                  <a:cubicBezTo>
                    <a:pt x="10619" y="2947"/>
                    <a:pt x="10758" y="2949"/>
                    <a:pt x="10895" y="2953"/>
                  </a:cubicBezTo>
                  <a:cubicBezTo>
                    <a:pt x="13895" y="3025"/>
                    <a:pt x="16895" y="3167"/>
                    <a:pt x="19896" y="3227"/>
                  </a:cubicBezTo>
                  <a:cubicBezTo>
                    <a:pt x="20570" y="3238"/>
                    <a:pt x="21244" y="3244"/>
                    <a:pt x="21919" y="3244"/>
                  </a:cubicBezTo>
                  <a:cubicBezTo>
                    <a:pt x="22745" y="3244"/>
                    <a:pt x="23571" y="3235"/>
                    <a:pt x="24396" y="3215"/>
                  </a:cubicBezTo>
                  <a:cubicBezTo>
                    <a:pt x="25837" y="3167"/>
                    <a:pt x="27278" y="3084"/>
                    <a:pt x="28730" y="3036"/>
                  </a:cubicBezTo>
                  <a:cubicBezTo>
                    <a:pt x="30071" y="2992"/>
                    <a:pt x="31419" y="2958"/>
                    <a:pt x="32767" y="2958"/>
                  </a:cubicBezTo>
                  <a:cubicBezTo>
                    <a:pt x="34327" y="2958"/>
                    <a:pt x="35887" y="3004"/>
                    <a:pt x="37434" y="3132"/>
                  </a:cubicBezTo>
                  <a:cubicBezTo>
                    <a:pt x="39101" y="3263"/>
                    <a:pt x="40803" y="3465"/>
                    <a:pt x="42494" y="3501"/>
                  </a:cubicBezTo>
                  <a:cubicBezTo>
                    <a:pt x="42834" y="3527"/>
                    <a:pt x="43188" y="3539"/>
                    <a:pt x="43553" y="3539"/>
                  </a:cubicBezTo>
                  <a:cubicBezTo>
                    <a:pt x="46151" y="3539"/>
                    <a:pt x="49274" y="2947"/>
                    <a:pt x="51794" y="2947"/>
                  </a:cubicBezTo>
                  <a:cubicBezTo>
                    <a:pt x="51934" y="2947"/>
                    <a:pt x="52073" y="2949"/>
                    <a:pt x="52209" y="2953"/>
                  </a:cubicBezTo>
                  <a:cubicBezTo>
                    <a:pt x="55210" y="3025"/>
                    <a:pt x="58210" y="3167"/>
                    <a:pt x="61211" y="3227"/>
                  </a:cubicBezTo>
                  <a:cubicBezTo>
                    <a:pt x="61885" y="3238"/>
                    <a:pt x="62559" y="3244"/>
                    <a:pt x="63233" y="3244"/>
                  </a:cubicBezTo>
                  <a:cubicBezTo>
                    <a:pt x="64059" y="3244"/>
                    <a:pt x="64885" y="3235"/>
                    <a:pt x="65711" y="3215"/>
                  </a:cubicBezTo>
                  <a:cubicBezTo>
                    <a:pt x="67152" y="3167"/>
                    <a:pt x="68592" y="3096"/>
                    <a:pt x="70045" y="3036"/>
                  </a:cubicBezTo>
                  <a:cubicBezTo>
                    <a:pt x="71385" y="2992"/>
                    <a:pt x="72734" y="2958"/>
                    <a:pt x="74081" y="2958"/>
                  </a:cubicBezTo>
                  <a:cubicBezTo>
                    <a:pt x="75642" y="2958"/>
                    <a:pt x="77202" y="3004"/>
                    <a:pt x="78748" y="3132"/>
                  </a:cubicBezTo>
                  <a:cubicBezTo>
                    <a:pt x="80392" y="3263"/>
                    <a:pt x="82046" y="3453"/>
                    <a:pt x="83713" y="3501"/>
                  </a:cubicBezTo>
                  <a:cubicBezTo>
                    <a:pt x="83713" y="3501"/>
                    <a:pt x="83713" y="3501"/>
                    <a:pt x="83713" y="3513"/>
                  </a:cubicBezTo>
                  <a:cubicBezTo>
                    <a:pt x="84038" y="3537"/>
                    <a:pt x="84375" y="3547"/>
                    <a:pt x="84721" y="3547"/>
                  </a:cubicBezTo>
                  <a:cubicBezTo>
                    <a:pt x="87329" y="3547"/>
                    <a:pt x="90477" y="2947"/>
                    <a:pt x="93013" y="2947"/>
                  </a:cubicBezTo>
                  <a:cubicBezTo>
                    <a:pt x="93154" y="2947"/>
                    <a:pt x="93292" y="2949"/>
                    <a:pt x="93429" y="2953"/>
                  </a:cubicBezTo>
                  <a:cubicBezTo>
                    <a:pt x="96429" y="3025"/>
                    <a:pt x="99430" y="3179"/>
                    <a:pt x="102430" y="3227"/>
                  </a:cubicBezTo>
                  <a:cubicBezTo>
                    <a:pt x="103104" y="3238"/>
                    <a:pt x="103779" y="3244"/>
                    <a:pt x="104453" y="3244"/>
                  </a:cubicBezTo>
                  <a:cubicBezTo>
                    <a:pt x="105279" y="3244"/>
                    <a:pt x="106105" y="3235"/>
                    <a:pt x="106931" y="3215"/>
                  </a:cubicBezTo>
                  <a:cubicBezTo>
                    <a:pt x="108371" y="3167"/>
                    <a:pt x="109812" y="3096"/>
                    <a:pt x="111264" y="3048"/>
                  </a:cubicBezTo>
                  <a:cubicBezTo>
                    <a:pt x="112635" y="2998"/>
                    <a:pt x="114013" y="2960"/>
                    <a:pt x="115391" y="2960"/>
                  </a:cubicBezTo>
                  <a:cubicBezTo>
                    <a:pt x="116922" y="2960"/>
                    <a:pt x="118451" y="3006"/>
                    <a:pt x="119968" y="3132"/>
                  </a:cubicBezTo>
                  <a:cubicBezTo>
                    <a:pt x="121647" y="3263"/>
                    <a:pt x="123337" y="3465"/>
                    <a:pt x="125028" y="3501"/>
                  </a:cubicBezTo>
                  <a:cubicBezTo>
                    <a:pt x="125028" y="3501"/>
                    <a:pt x="125028" y="3513"/>
                    <a:pt x="125028" y="3513"/>
                  </a:cubicBezTo>
                  <a:cubicBezTo>
                    <a:pt x="125360" y="3535"/>
                    <a:pt x="125707" y="3544"/>
                    <a:pt x="126061" y="3544"/>
                  </a:cubicBezTo>
                  <a:cubicBezTo>
                    <a:pt x="126266" y="3544"/>
                    <a:pt x="126474" y="3541"/>
                    <a:pt x="126683" y="3536"/>
                  </a:cubicBezTo>
                  <a:lnTo>
                    <a:pt x="126683" y="250"/>
                  </a:lnTo>
                  <a:cubicBezTo>
                    <a:pt x="125969" y="250"/>
                    <a:pt x="125254" y="238"/>
                    <a:pt x="124588" y="227"/>
                  </a:cubicBezTo>
                  <a:cubicBezTo>
                    <a:pt x="124098" y="211"/>
                    <a:pt x="123608" y="205"/>
                    <a:pt x="123117" y="205"/>
                  </a:cubicBezTo>
                  <a:cubicBezTo>
                    <a:pt x="120938" y="205"/>
                    <a:pt x="118754" y="333"/>
                    <a:pt x="116587" y="381"/>
                  </a:cubicBezTo>
                  <a:cubicBezTo>
                    <a:pt x="116243" y="389"/>
                    <a:pt x="115901" y="393"/>
                    <a:pt x="115558" y="393"/>
                  </a:cubicBezTo>
                  <a:cubicBezTo>
                    <a:pt x="112760" y="393"/>
                    <a:pt x="109969" y="157"/>
                    <a:pt x="107169" y="72"/>
                  </a:cubicBezTo>
                  <a:cubicBezTo>
                    <a:pt x="105526" y="24"/>
                    <a:pt x="103883" y="0"/>
                    <a:pt x="102228" y="0"/>
                  </a:cubicBezTo>
                  <a:cubicBezTo>
                    <a:pt x="100620" y="12"/>
                    <a:pt x="99013" y="60"/>
                    <a:pt x="97394" y="72"/>
                  </a:cubicBezTo>
                  <a:cubicBezTo>
                    <a:pt x="93803" y="72"/>
                    <a:pt x="89431" y="248"/>
                    <a:pt x="85570" y="248"/>
                  </a:cubicBezTo>
                  <a:cubicBezTo>
                    <a:pt x="84834" y="248"/>
                    <a:pt x="84117" y="242"/>
                    <a:pt x="83428" y="227"/>
                  </a:cubicBezTo>
                  <a:cubicBezTo>
                    <a:pt x="82907" y="208"/>
                    <a:pt x="82386" y="200"/>
                    <a:pt x="81865" y="200"/>
                  </a:cubicBezTo>
                  <a:cubicBezTo>
                    <a:pt x="79700" y="200"/>
                    <a:pt x="77526" y="333"/>
                    <a:pt x="75367" y="381"/>
                  </a:cubicBezTo>
                  <a:cubicBezTo>
                    <a:pt x="75024" y="389"/>
                    <a:pt x="74681" y="393"/>
                    <a:pt x="74338" y="393"/>
                  </a:cubicBezTo>
                  <a:cubicBezTo>
                    <a:pt x="71540" y="393"/>
                    <a:pt x="68749" y="157"/>
                    <a:pt x="65949" y="72"/>
                  </a:cubicBezTo>
                  <a:cubicBezTo>
                    <a:pt x="64306" y="24"/>
                    <a:pt x="62663" y="0"/>
                    <a:pt x="61008" y="0"/>
                  </a:cubicBezTo>
                  <a:cubicBezTo>
                    <a:pt x="59401" y="12"/>
                    <a:pt x="57793" y="60"/>
                    <a:pt x="56174" y="60"/>
                  </a:cubicBezTo>
                  <a:cubicBezTo>
                    <a:pt x="52602" y="70"/>
                    <a:pt x="48269" y="241"/>
                    <a:pt x="44430" y="241"/>
                  </a:cubicBezTo>
                  <a:cubicBezTo>
                    <a:pt x="43611" y="241"/>
                    <a:pt x="42815" y="233"/>
                    <a:pt x="42053" y="215"/>
                  </a:cubicBezTo>
                  <a:cubicBezTo>
                    <a:pt x="41587" y="200"/>
                    <a:pt x="41121" y="194"/>
                    <a:pt x="40654" y="194"/>
                  </a:cubicBezTo>
                  <a:cubicBezTo>
                    <a:pt x="38451" y="194"/>
                    <a:pt x="36244" y="332"/>
                    <a:pt x="34052" y="381"/>
                  </a:cubicBezTo>
                  <a:cubicBezTo>
                    <a:pt x="33708" y="389"/>
                    <a:pt x="33364" y="393"/>
                    <a:pt x="33021" y="393"/>
                  </a:cubicBezTo>
                  <a:cubicBezTo>
                    <a:pt x="30216" y="393"/>
                    <a:pt x="27435" y="157"/>
                    <a:pt x="24635" y="72"/>
                  </a:cubicBezTo>
                  <a:cubicBezTo>
                    <a:pt x="22991" y="24"/>
                    <a:pt x="21337" y="0"/>
                    <a:pt x="196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6551547" y="4408790"/>
              <a:ext cx="450866" cy="22935"/>
            </a:xfrm>
            <a:custGeom>
              <a:avLst/>
              <a:gdLst/>
              <a:ahLst/>
              <a:cxnLst/>
              <a:rect l="l" t="t" r="r" b="b"/>
              <a:pathLst>
                <a:path w="17872" h="717" extrusionOk="0">
                  <a:moveTo>
                    <a:pt x="8659" y="1"/>
                  </a:moveTo>
                  <a:cubicBezTo>
                    <a:pt x="5770" y="1"/>
                    <a:pt x="2878" y="101"/>
                    <a:pt x="0" y="319"/>
                  </a:cubicBezTo>
                  <a:cubicBezTo>
                    <a:pt x="3215" y="486"/>
                    <a:pt x="6430" y="677"/>
                    <a:pt x="9656" y="712"/>
                  </a:cubicBezTo>
                  <a:cubicBezTo>
                    <a:pt x="9966" y="715"/>
                    <a:pt x="10277" y="716"/>
                    <a:pt x="10587" y="716"/>
                  </a:cubicBezTo>
                  <a:cubicBezTo>
                    <a:pt x="13010" y="716"/>
                    <a:pt x="15455" y="627"/>
                    <a:pt x="17871" y="331"/>
                  </a:cubicBezTo>
                  <a:cubicBezTo>
                    <a:pt x="17276" y="284"/>
                    <a:pt x="16669" y="248"/>
                    <a:pt x="16074" y="212"/>
                  </a:cubicBezTo>
                  <a:cubicBezTo>
                    <a:pt x="13611" y="75"/>
                    <a:pt x="11136" y="1"/>
                    <a:pt x="86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6110595" y="4809754"/>
              <a:ext cx="375789" cy="13467"/>
            </a:xfrm>
            <a:custGeom>
              <a:avLst/>
              <a:gdLst/>
              <a:ahLst/>
              <a:cxnLst/>
              <a:rect l="l" t="t" r="r" b="b"/>
              <a:pathLst>
                <a:path w="14896" h="421" extrusionOk="0">
                  <a:moveTo>
                    <a:pt x="13764" y="0"/>
                  </a:moveTo>
                  <a:cubicBezTo>
                    <a:pt x="9181" y="48"/>
                    <a:pt x="4585" y="131"/>
                    <a:pt x="1" y="238"/>
                  </a:cubicBezTo>
                  <a:cubicBezTo>
                    <a:pt x="2004" y="359"/>
                    <a:pt x="4007" y="420"/>
                    <a:pt x="6010" y="420"/>
                  </a:cubicBezTo>
                  <a:cubicBezTo>
                    <a:pt x="7377" y="420"/>
                    <a:pt x="8743" y="391"/>
                    <a:pt x="10109" y="334"/>
                  </a:cubicBezTo>
                  <a:cubicBezTo>
                    <a:pt x="11705" y="262"/>
                    <a:pt x="13300" y="155"/>
                    <a:pt x="148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7593796" y="4408790"/>
              <a:ext cx="450891" cy="22935"/>
            </a:xfrm>
            <a:custGeom>
              <a:avLst/>
              <a:gdLst/>
              <a:ahLst/>
              <a:cxnLst/>
              <a:rect l="l" t="t" r="r" b="b"/>
              <a:pathLst>
                <a:path w="17873" h="717" extrusionOk="0">
                  <a:moveTo>
                    <a:pt x="8660" y="1"/>
                  </a:moveTo>
                  <a:cubicBezTo>
                    <a:pt x="5771" y="1"/>
                    <a:pt x="2879" y="101"/>
                    <a:pt x="1" y="319"/>
                  </a:cubicBezTo>
                  <a:cubicBezTo>
                    <a:pt x="3216" y="486"/>
                    <a:pt x="6430" y="677"/>
                    <a:pt x="9657" y="712"/>
                  </a:cubicBezTo>
                  <a:cubicBezTo>
                    <a:pt x="9967" y="715"/>
                    <a:pt x="10277" y="716"/>
                    <a:pt x="10588" y="716"/>
                  </a:cubicBezTo>
                  <a:cubicBezTo>
                    <a:pt x="13011" y="716"/>
                    <a:pt x="15456" y="627"/>
                    <a:pt x="17872" y="331"/>
                  </a:cubicBezTo>
                  <a:cubicBezTo>
                    <a:pt x="17277" y="284"/>
                    <a:pt x="16670" y="248"/>
                    <a:pt x="16074" y="212"/>
                  </a:cubicBezTo>
                  <a:cubicBezTo>
                    <a:pt x="13612" y="75"/>
                    <a:pt x="11137" y="1"/>
                    <a:pt x="86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7152870" y="4809754"/>
              <a:ext cx="375789" cy="13467"/>
            </a:xfrm>
            <a:custGeom>
              <a:avLst/>
              <a:gdLst/>
              <a:ahLst/>
              <a:cxnLst/>
              <a:rect l="l" t="t" r="r" b="b"/>
              <a:pathLst>
                <a:path w="14896" h="421" extrusionOk="0">
                  <a:moveTo>
                    <a:pt x="13764" y="0"/>
                  </a:moveTo>
                  <a:cubicBezTo>
                    <a:pt x="9180" y="48"/>
                    <a:pt x="4584" y="131"/>
                    <a:pt x="0" y="238"/>
                  </a:cubicBezTo>
                  <a:cubicBezTo>
                    <a:pt x="2004" y="359"/>
                    <a:pt x="4007" y="420"/>
                    <a:pt x="6010" y="420"/>
                  </a:cubicBezTo>
                  <a:cubicBezTo>
                    <a:pt x="7376" y="420"/>
                    <a:pt x="8743" y="391"/>
                    <a:pt x="10109" y="334"/>
                  </a:cubicBezTo>
                  <a:cubicBezTo>
                    <a:pt x="11704" y="262"/>
                    <a:pt x="13300" y="155"/>
                    <a:pt x="148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5959508" y="4843916"/>
              <a:ext cx="3184493" cy="41808"/>
            </a:xfrm>
            <a:custGeom>
              <a:avLst/>
              <a:gdLst/>
              <a:ahLst/>
              <a:cxnLst/>
              <a:rect l="l" t="t" r="r" b="b"/>
              <a:pathLst>
                <a:path w="126231" h="1307" extrusionOk="0">
                  <a:moveTo>
                    <a:pt x="62422" y="0"/>
                  </a:moveTo>
                  <a:cubicBezTo>
                    <a:pt x="61640" y="0"/>
                    <a:pt x="60859" y="12"/>
                    <a:pt x="60080" y="39"/>
                  </a:cubicBezTo>
                  <a:cubicBezTo>
                    <a:pt x="57249" y="147"/>
                    <a:pt x="54472" y="321"/>
                    <a:pt x="51668" y="321"/>
                  </a:cubicBezTo>
                  <a:cubicBezTo>
                    <a:pt x="50733" y="321"/>
                    <a:pt x="49796" y="301"/>
                    <a:pt x="48852" y="254"/>
                  </a:cubicBezTo>
                  <a:cubicBezTo>
                    <a:pt x="47233" y="182"/>
                    <a:pt x="45614" y="99"/>
                    <a:pt x="43995" y="99"/>
                  </a:cubicBezTo>
                  <a:cubicBezTo>
                    <a:pt x="43697" y="99"/>
                    <a:pt x="42423" y="361"/>
                    <a:pt x="41673" y="432"/>
                  </a:cubicBezTo>
                  <a:cubicBezTo>
                    <a:pt x="40251" y="533"/>
                    <a:pt x="38824" y="573"/>
                    <a:pt x="37392" y="573"/>
                  </a:cubicBezTo>
                  <a:cubicBezTo>
                    <a:pt x="32005" y="573"/>
                    <a:pt x="26564" y="10"/>
                    <a:pt x="21177" y="10"/>
                  </a:cubicBezTo>
                  <a:cubicBezTo>
                    <a:pt x="20372" y="10"/>
                    <a:pt x="19568" y="22"/>
                    <a:pt x="18765" y="51"/>
                  </a:cubicBezTo>
                  <a:cubicBezTo>
                    <a:pt x="15897" y="151"/>
                    <a:pt x="13084" y="326"/>
                    <a:pt x="10242" y="326"/>
                  </a:cubicBezTo>
                  <a:cubicBezTo>
                    <a:pt x="9344" y="326"/>
                    <a:pt x="8444" y="309"/>
                    <a:pt x="7538" y="266"/>
                  </a:cubicBezTo>
                  <a:cubicBezTo>
                    <a:pt x="5918" y="182"/>
                    <a:pt x="4299" y="99"/>
                    <a:pt x="2680" y="99"/>
                  </a:cubicBezTo>
                  <a:cubicBezTo>
                    <a:pt x="2346" y="99"/>
                    <a:pt x="787" y="432"/>
                    <a:pt x="120" y="456"/>
                  </a:cubicBezTo>
                  <a:cubicBezTo>
                    <a:pt x="144" y="754"/>
                    <a:pt x="1" y="909"/>
                    <a:pt x="25" y="1194"/>
                  </a:cubicBezTo>
                  <a:cubicBezTo>
                    <a:pt x="209" y="1197"/>
                    <a:pt x="398" y="1198"/>
                    <a:pt x="591" y="1198"/>
                  </a:cubicBezTo>
                  <a:cubicBezTo>
                    <a:pt x="3297" y="1198"/>
                    <a:pt x="6759" y="979"/>
                    <a:pt x="9359" y="968"/>
                  </a:cubicBezTo>
                  <a:cubicBezTo>
                    <a:pt x="10901" y="956"/>
                    <a:pt x="12443" y="947"/>
                    <a:pt x="13986" y="947"/>
                  </a:cubicBezTo>
                  <a:cubicBezTo>
                    <a:pt x="15530" y="947"/>
                    <a:pt x="17075" y="956"/>
                    <a:pt x="18622" y="980"/>
                  </a:cubicBezTo>
                  <a:cubicBezTo>
                    <a:pt x="21670" y="1028"/>
                    <a:pt x="24718" y="1135"/>
                    <a:pt x="27766" y="1206"/>
                  </a:cubicBezTo>
                  <a:cubicBezTo>
                    <a:pt x="30264" y="1259"/>
                    <a:pt x="32766" y="1304"/>
                    <a:pt x="35265" y="1304"/>
                  </a:cubicBezTo>
                  <a:cubicBezTo>
                    <a:pt x="37292" y="1304"/>
                    <a:pt x="39318" y="1274"/>
                    <a:pt x="41339" y="1194"/>
                  </a:cubicBezTo>
                  <a:cubicBezTo>
                    <a:pt x="41524" y="1197"/>
                    <a:pt x="41713" y="1198"/>
                    <a:pt x="41906" y="1198"/>
                  </a:cubicBezTo>
                  <a:cubicBezTo>
                    <a:pt x="44612" y="1198"/>
                    <a:pt x="48073" y="979"/>
                    <a:pt x="50674" y="968"/>
                  </a:cubicBezTo>
                  <a:cubicBezTo>
                    <a:pt x="52216" y="956"/>
                    <a:pt x="53758" y="947"/>
                    <a:pt x="55301" y="947"/>
                  </a:cubicBezTo>
                  <a:cubicBezTo>
                    <a:pt x="56844" y="947"/>
                    <a:pt x="58389" y="956"/>
                    <a:pt x="59937" y="980"/>
                  </a:cubicBezTo>
                  <a:cubicBezTo>
                    <a:pt x="62985" y="1028"/>
                    <a:pt x="66033" y="1135"/>
                    <a:pt x="69081" y="1206"/>
                  </a:cubicBezTo>
                  <a:cubicBezTo>
                    <a:pt x="71629" y="1260"/>
                    <a:pt x="74182" y="1306"/>
                    <a:pt x="76736" y="1306"/>
                  </a:cubicBezTo>
                  <a:cubicBezTo>
                    <a:pt x="78704" y="1306"/>
                    <a:pt x="80673" y="1279"/>
                    <a:pt x="82642" y="1206"/>
                  </a:cubicBezTo>
                  <a:cubicBezTo>
                    <a:pt x="82768" y="1207"/>
                    <a:pt x="82895" y="1208"/>
                    <a:pt x="83024" y="1208"/>
                  </a:cubicBezTo>
                  <a:cubicBezTo>
                    <a:pt x="85742" y="1208"/>
                    <a:pt x="89268" y="980"/>
                    <a:pt x="91893" y="968"/>
                  </a:cubicBezTo>
                  <a:cubicBezTo>
                    <a:pt x="93435" y="956"/>
                    <a:pt x="94980" y="947"/>
                    <a:pt x="96525" y="947"/>
                  </a:cubicBezTo>
                  <a:cubicBezTo>
                    <a:pt x="98070" y="947"/>
                    <a:pt x="99615" y="956"/>
                    <a:pt x="101156" y="980"/>
                  </a:cubicBezTo>
                  <a:cubicBezTo>
                    <a:pt x="104204" y="1028"/>
                    <a:pt x="107252" y="1135"/>
                    <a:pt x="110300" y="1206"/>
                  </a:cubicBezTo>
                  <a:cubicBezTo>
                    <a:pt x="112856" y="1260"/>
                    <a:pt x="115415" y="1306"/>
                    <a:pt x="117971" y="1306"/>
                  </a:cubicBezTo>
                  <a:cubicBezTo>
                    <a:pt x="119941" y="1306"/>
                    <a:pt x="121910" y="1279"/>
                    <a:pt x="123874" y="1206"/>
                  </a:cubicBezTo>
                  <a:cubicBezTo>
                    <a:pt x="124600" y="1206"/>
                    <a:pt x="125398" y="1194"/>
                    <a:pt x="126231" y="1171"/>
                  </a:cubicBezTo>
                  <a:lnTo>
                    <a:pt x="126231" y="123"/>
                  </a:lnTo>
                  <a:cubicBezTo>
                    <a:pt x="125719" y="194"/>
                    <a:pt x="124802" y="385"/>
                    <a:pt x="124207" y="444"/>
                  </a:cubicBezTo>
                  <a:lnTo>
                    <a:pt x="124207" y="432"/>
                  </a:lnTo>
                  <a:cubicBezTo>
                    <a:pt x="122787" y="533"/>
                    <a:pt x="121361" y="573"/>
                    <a:pt x="119932" y="573"/>
                  </a:cubicBezTo>
                  <a:cubicBezTo>
                    <a:pt x="114513" y="573"/>
                    <a:pt x="109042" y="1"/>
                    <a:pt x="103618" y="1"/>
                  </a:cubicBezTo>
                  <a:cubicBezTo>
                    <a:pt x="102844" y="1"/>
                    <a:pt x="102071" y="13"/>
                    <a:pt x="101299" y="39"/>
                  </a:cubicBezTo>
                  <a:cubicBezTo>
                    <a:pt x="98469" y="147"/>
                    <a:pt x="95691" y="321"/>
                    <a:pt x="92888" y="321"/>
                  </a:cubicBezTo>
                  <a:cubicBezTo>
                    <a:pt x="91953" y="321"/>
                    <a:pt x="91015" y="301"/>
                    <a:pt x="90072" y="254"/>
                  </a:cubicBezTo>
                  <a:cubicBezTo>
                    <a:pt x="88452" y="182"/>
                    <a:pt x="86833" y="99"/>
                    <a:pt x="85214" y="99"/>
                  </a:cubicBezTo>
                  <a:cubicBezTo>
                    <a:pt x="84881" y="99"/>
                    <a:pt x="83321" y="432"/>
                    <a:pt x="82654" y="456"/>
                  </a:cubicBezTo>
                  <a:cubicBezTo>
                    <a:pt x="81352" y="539"/>
                    <a:pt x="80045" y="573"/>
                    <a:pt x="78736" y="573"/>
                  </a:cubicBezTo>
                  <a:cubicBezTo>
                    <a:pt x="73317" y="573"/>
                    <a:pt x="67843" y="0"/>
                    <a:pt x="624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5944800" y="4994194"/>
              <a:ext cx="3199200" cy="83871"/>
            </a:xfrm>
            <a:custGeom>
              <a:avLst/>
              <a:gdLst/>
              <a:ahLst/>
              <a:cxnLst/>
              <a:rect l="l" t="t" r="r" b="b"/>
              <a:pathLst>
                <a:path w="126814" h="2622" extrusionOk="0">
                  <a:moveTo>
                    <a:pt x="58150" y="0"/>
                  </a:moveTo>
                  <a:cubicBezTo>
                    <a:pt x="52890" y="0"/>
                    <a:pt x="47044" y="325"/>
                    <a:pt x="42268" y="830"/>
                  </a:cubicBezTo>
                  <a:cubicBezTo>
                    <a:pt x="41293" y="906"/>
                    <a:pt x="40308" y="935"/>
                    <a:pt x="39324" y="935"/>
                  </a:cubicBezTo>
                  <a:cubicBezTo>
                    <a:pt x="38445" y="935"/>
                    <a:pt x="37566" y="912"/>
                    <a:pt x="36696" y="878"/>
                  </a:cubicBezTo>
                  <a:cubicBezTo>
                    <a:pt x="33933" y="771"/>
                    <a:pt x="31195" y="521"/>
                    <a:pt x="28456" y="354"/>
                  </a:cubicBezTo>
                  <a:cubicBezTo>
                    <a:pt x="25516" y="175"/>
                    <a:pt x="22551" y="116"/>
                    <a:pt x="19598" y="33"/>
                  </a:cubicBezTo>
                  <a:cubicBezTo>
                    <a:pt x="18697" y="11"/>
                    <a:pt x="17768" y="0"/>
                    <a:pt x="16819" y="0"/>
                  </a:cubicBezTo>
                  <a:cubicBezTo>
                    <a:pt x="11514" y="0"/>
                    <a:pt x="5620" y="327"/>
                    <a:pt x="822" y="842"/>
                  </a:cubicBezTo>
                  <a:cubicBezTo>
                    <a:pt x="834" y="1545"/>
                    <a:pt x="1" y="1247"/>
                    <a:pt x="1" y="1949"/>
                  </a:cubicBezTo>
                  <a:cubicBezTo>
                    <a:pt x="12" y="2021"/>
                    <a:pt x="1275" y="2366"/>
                    <a:pt x="1286" y="2438"/>
                  </a:cubicBezTo>
                  <a:cubicBezTo>
                    <a:pt x="1772" y="2491"/>
                    <a:pt x="2241" y="2511"/>
                    <a:pt x="2694" y="2511"/>
                  </a:cubicBezTo>
                  <a:cubicBezTo>
                    <a:pt x="4173" y="2511"/>
                    <a:pt x="5491" y="2295"/>
                    <a:pt x="6739" y="2295"/>
                  </a:cubicBezTo>
                  <a:cubicBezTo>
                    <a:pt x="8323" y="2295"/>
                    <a:pt x="9907" y="2295"/>
                    <a:pt x="11490" y="2283"/>
                  </a:cubicBezTo>
                  <a:cubicBezTo>
                    <a:pt x="12440" y="2283"/>
                    <a:pt x="13390" y="2296"/>
                    <a:pt x="14340" y="2296"/>
                  </a:cubicBezTo>
                  <a:cubicBezTo>
                    <a:pt x="14974" y="2296"/>
                    <a:pt x="15607" y="2290"/>
                    <a:pt x="16241" y="2271"/>
                  </a:cubicBezTo>
                  <a:cubicBezTo>
                    <a:pt x="17527" y="2234"/>
                    <a:pt x="18814" y="2216"/>
                    <a:pt x="20100" y="2216"/>
                  </a:cubicBezTo>
                  <a:cubicBezTo>
                    <a:pt x="22100" y="2216"/>
                    <a:pt x="24099" y="2258"/>
                    <a:pt x="26099" y="2330"/>
                  </a:cubicBezTo>
                  <a:cubicBezTo>
                    <a:pt x="27730" y="2390"/>
                    <a:pt x="29361" y="2485"/>
                    <a:pt x="30993" y="2580"/>
                  </a:cubicBezTo>
                  <a:cubicBezTo>
                    <a:pt x="31489" y="2608"/>
                    <a:pt x="31986" y="2619"/>
                    <a:pt x="32484" y="2619"/>
                  </a:cubicBezTo>
                  <a:cubicBezTo>
                    <a:pt x="33480" y="2619"/>
                    <a:pt x="34477" y="2576"/>
                    <a:pt x="35469" y="2545"/>
                  </a:cubicBezTo>
                  <a:cubicBezTo>
                    <a:pt x="37219" y="2492"/>
                    <a:pt x="38982" y="2414"/>
                    <a:pt x="40738" y="2414"/>
                  </a:cubicBezTo>
                  <a:cubicBezTo>
                    <a:pt x="41372" y="2414"/>
                    <a:pt x="42005" y="2424"/>
                    <a:pt x="42637" y="2449"/>
                  </a:cubicBezTo>
                  <a:cubicBezTo>
                    <a:pt x="43092" y="2494"/>
                    <a:pt x="43530" y="2512"/>
                    <a:pt x="43955" y="2512"/>
                  </a:cubicBezTo>
                  <a:cubicBezTo>
                    <a:pt x="45454" y="2512"/>
                    <a:pt x="46783" y="2295"/>
                    <a:pt x="48054" y="2295"/>
                  </a:cubicBezTo>
                  <a:cubicBezTo>
                    <a:pt x="48582" y="2299"/>
                    <a:pt x="49110" y="2300"/>
                    <a:pt x="49638" y="2300"/>
                  </a:cubicBezTo>
                  <a:cubicBezTo>
                    <a:pt x="50693" y="2300"/>
                    <a:pt x="51749" y="2295"/>
                    <a:pt x="52805" y="2295"/>
                  </a:cubicBezTo>
                  <a:cubicBezTo>
                    <a:pt x="53059" y="2293"/>
                    <a:pt x="53313" y="2292"/>
                    <a:pt x="53567" y="2292"/>
                  </a:cubicBezTo>
                  <a:cubicBezTo>
                    <a:pt x="54210" y="2292"/>
                    <a:pt x="54854" y="2297"/>
                    <a:pt x="55498" y="2297"/>
                  </a:cubicBezTo>
                  <a:cubicBezTo>
                    <a:pt x="56184" y="2297"/>
                    <a:pt x="56870" y="2292"/>
                    <a:pt x="57555" y="2271"/>
                  </a:cubicBezTo>
                  <a:cubicBezTo>
                    <a:pt x="58842" y="2234"/>
                    <a:pt x="60128" y="2216"/>
                    <a:pt x="61415" y="2216"/>
                  </a:cubicBezTo>
                  <a:cubicBezTo>
                    <a:pt x="63415" y="2216"/>
                    <a:pt x="65414" y="2258"/>
                    <a:pt x="67414" y="2330"/>
                  </a:cubicBezTo>
                  <a:cubicBezTo>
                    <a:pt x="69057" y="2390"/>
                    <a:pt x="70688" y="2485"/>
                    <a:pt x="72319" y="2580"/>
                  </a:cubicBezTo>
                  <a:cubicBezTo>
                    <a:pt x="72842" y="2610"/>
                    <a:pt x="73370" y="2622"/>
                    <a:pt x="73900" y="2622"/>
                  </a:cubicBezTo>
                  <a:cubicBezTo>
                    <a:pt x="74863" y="2622"/>
                    <a:pt x="75831" y="2583"/>
                    <a:pt x="76784" y="2545"/>
                  </a:cubicBezTo>
                  <a:cubicBezTo>
                    <a:pt x="78562" y="2491"/>
                    <a:pt x="80346" y="2409"/>
                    <a:pt x="82122" y="2409"/>
                  </a:cubicBezTo>
                  <a:cubicBezTo>
                    <a:pt x="82689" y="2409"/>
                    <a:pt x="83256" y="2417"/>
                    <a:pt x="83821" y="2438"/>
                  </a:cubicBezTo>
                  <a:cubicBezTo>
                    <a:pt x="84306" y="2491"/>
                    <a:pt x="84775" y="2511"/>
                    <a:pt x="85228" y="2511"/>
                  </a:cubicBezTo>
                  <a:cubicBezTo>
                    <a:pt x="86707" y="2511"/>
                    <a:pt x="88028" y="2295"/>
                    <a:pt x="89286" y="2295"/>
                  </a:cubicBezTo>
                  <a:cubicBezTo>
                    <a:pt x="89813" y="2299"/>
                    <a:pt x="90340" y="2300"/>
                    <a:pt x="90866" y="2300"/>
                  </a:cubicBezTo>
                  <a:cubicBezTo>
                    <a:pt x="91918" y="2300"/>
                    <a:pt x="92969" y="2295"/>
                    <a:pt x="94024" y="2295"/>
                  </a:cubicBezTo>
                  <a:cubicBezTo>
                    <a:pt x="94278" y="2293"/>
                    <a:pt x="94532" y="2292"/>
                    <a:pt x="94787" y="2292"/>
                  </a:cubicBezTo>
                  <a:cubicBezTo>
                    <a:pt x="95432" y="2292"/>
                    <a:pt x="96078" y="2297"/>
                    <a:pt x="96722" y="2297"/>
                  </a:cubicBezTo>
                  <a:cubicBezTo>
                    <a:pt x="97409" y="2297"/>
                    <a:pt x="98094" y="2292"/>
                    <a:pt x="98775" y="2271"/>
                  </a:cubicBezTo>
                  <a:cubicBezTo>
                    <a:pt x="100061" y="2234"/>
                    <a:pt x="101350" y="2216"/>
                    <a:pt x="102638" y="2216"/>
                  </a:cubicBezTo>
                  <a:cubicBezTo>
                    <a:pt x="104640" y="2216"/>
                    <a:pt x="106641" y="2258"/>
                    <a:pt x="108633" y="2330"/>
                  </a:cubicBezTo>
                  <a:cubicBezTo>
                    <a:pt x="110276" y="2390"/>
                    <a:pt x="111907" y="2485"/>
                    <a:pt x="113539" y="2580"/>
                  </a:cubicBezTo>
                  <a:cubicBezTo>
                    <a:pt x="114062" y="2610"/>
                    <a:pt x="114590" y="2622"/>
                    <a:pt x="115119" y="2622"/>
                  </a:cubicBezTo>
                  <a:cubicBezTo>
                    <a:pt x="116083" y="2622"/>
                    <a:pt x="117050" y="2583"/>
                    <a:pt x="118003" y="2545"/>
                  </a:cubicBezTo>
                  <a:cubicBezTo>
                    <a:pt x="119753" y="2492"/>
                    <a:pt x="121516" y="2414"/>
                    <a:pt x="123277" y="2414"/>
                  </a:cubicBezTo>
                  <a:cubicBezTo>
                    <a:pt x="123913" y="2414"/>
                    <a:pt x="124548" y="2424"/>
                    <a:pt x="125183" y="2449"/>
                  </a:cubicBezTo>
                  <a:cubicBezTo>
                    <a:pt x="125617" y="2496"/>
                    <a:pt x="126043" y="2513"/>
                    <a:pt x="126457" y="2513"/>
                  </a:cubicBezTo>
                  <a:cubicBezTo>
                    <a:pt x="126577" y="2513"/>
                    <a:pt x="126696" y="2512"/>
                    <a:pt x="126814" y="2509"/>
                  </a:cubicBezTo>
                  <a:lnTo>
                    <a:pt x="126814" y="628"/>
                  </a:lnTo>
                  <a:cubicBezTo>
                    <a:pt x="126123" y="699"/>
                    <a:pt x="125457" y="759"/>
                    <a:pt x="124802" y="830"/>
                  </a:cubicBezTo>
                  <a:cubicBezTo>
                    <a:pt x="123827" y="906"/>
                    <a:pt x="122842" y="935"/>
                    <a:pt x="121858" y="935"/>
                  </a:cubicBezTo>
                  <a:cubicBezTo>
                    <a:pt x="120979" y="935"/>
                    <a:pt x="120100" y="912"/>
                    <a:pt x="119230" y="878"/>
                  </a:cubicBezTo>
                  <a:cubicBezTo>
                    <a:pt x="116479" y="771"/>
                    <a:pt x="113729" y="521"/>
                    <a:pt x="110991" y="354"/>
                  </a:cubicBezTo>
                  <a:cubicBezTo>
                    <a:pt x="108050" y="175"/>
                    <a:pt x="105085" y="116"/>
                    <a:pt x="102132" y="33"/>
                  </a:cubicBezTo>
                  <a:cubicBezTo>
                    <a:pt x="101231" y="11"/>
                    <a:pt x="100302" y="0"/>
                    <a:pt x="99353" y="0"/>
                  </a:cubicBezTo>
                  <a:cubicBezTo>
                    <a:pt x="94048" y="0"/>
                    <a:pt x="88154" y="327"/>
                    <a:pt x="83356" y="842"/>
                  </a:cubicBezTo>
                  <a:cubicBezTo>
                    <a:pt x="82443" y="910"/>
                    <a:pt x="81523" y="936"/>
                    <a:pt x="80604" y="936"/>
                  </a:cubicBezTo>
                  <a:cubicBezTo>
                    <a:pt x="79737" y="936"/>
                    <a:pt x="78871" y="913"/>
                    <a:pt x="78010" y="878"/>
                  </a:cubicBezTo>
                  <a:cubicBezTo>
                    <a:pt x="75248" y="771"/>
                    <a:pt x="72510" y="521"/>
                    <a:pt x="69771" y="354"/>
                  </a:cubicBezTo>
                  <a:cubicBezTo>
                    <a:pt x="66830" y="175"/>
                    <a:pt x="63866" y="116"/>
                    <a:pt x="60913" y="33"/>
                  </a:cubicBezTo>
                  <a:cubicBezTo>
                    <a:pt x="60017" y="11"/>
                    <a:pt x="59093" y="0"/>
                    <a:pt x="581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6550639" y="4965469"/>
              <a:ext cx="450563" cy="22775"/>
            </a:xfrm>
            <a:custGeom>
              <a:avLst/>
              <a:gdLst/>
              <a:ahLst/>
              <a:cxnLst/>
              <a:rect l="l" t="t" r="r" b="b"/>
              <a:pathLst>
                <a:path w="17860" h="712" extrusionOk="0">
                  <a:moveTo>
                    <a:pt x="8582" y="1"/>
                  </a:moveTo>
                  <a:cubicBezTo>
                    <a:pt x="5719" y="1"/>
                    <a:pt x="2853" y="101"/>
                    <a:pt x="0" y="323"/>
                  </a:cubicBezTo>
                  <a:cubicBezTo>
                    <a:pt x="3215" y="478"/>
                    <a:pt x="6430" y="669"/>
                    <a:pt x="9645" y="704"/>
                  </a:cubicBezTo>
                  <a:cubicBezTo>
                    <a:pt x="10026" y="709"/>
                    <a:pt x="10408" y="712"/>
                    <a:pt x="10790" y="712"/>
                  </a:cubicBezTo>
                  <a:cubicBezTo>
                    <a:pt x="13152" y="712"/>
                    <a:pt x="15523" y="610"/>
                    <a:pt x="17860" y="323"/>
                  </a:cubicBezTo>
                  <a:cubicBezTo>
                    <a:pt x="17265" y="288"/>
                    <a:pt x="16669" y="252"/>
                    <a:pt x="16074" y="216"/>
                  </a:cubicBezTo>
                  <a:cubicBezTo>
                    <a:pt x="13586" y="77"/>
                    <a:pt x="11085" y="1"/>
                    <a:pt x="85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7592913" y="4965469"/>
              <a:ext cx="450563" cy="22775"/>
            </a:xfrm>
            <a:custGeom>
              <a:avLst/>
              <a:gdLst/>
              <a:ahLst/>
              <a:cxnLst/>
              <a:rect l="l" t="t" r="r" b="b"/>
              <a:pathLst>
                <a:path w="17860" h="712" extrusionOk="0">
                  <a:moveTo>
                    <a:pt x="8582" y="1"/>
                  </a:moveTo>
                  <a:cubicBezTo>
                    <a:pt x="5718" y="1"/>
                    <a:pt x="2852" y="101"/>
                    <a:pt x="0" y="323"/>
                  </a:cubicBezTo>
                  <a:cubicBezTo>
                    <a:pt x="3215" y="478"/>
                    <a:pt x="6430" y="669"/>
                    <a:pt x="9656" y="704"/>
                  </a:cubicBezTo>
                  <a:cubicBezTo>
                    <a:pt x="10036" y="709"/>
                    <a:pt x="10417" y="712"/>
                    <a:pt x="10798" y="712"/>
                  </a:cubicBezTo>
                  <a:cubicBezTo>
                    <a:pt x="13151" y="712"/>
                    <a:pt x="15523" y="610"/>
                    <a:pt x="17860" y="323"/>
                  </a:cubicBezTo>
                  <a:cubicBezTo>
                    <a:pt x="17264" y="288"/>
                    <a:pt x="16669" y="252"/>
                    <a:pt x="16074" y="216"/>
                  </a:cubicBezTo>
                  <a:cubicBezTo>
                    <a:pt x="13586" y="77"/>
                    <a:pt x="11085" y="1"/>
                    <a:pt x="85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5966420" y="83761"/>
              <a:ext cx="3177580" cy="113524"/>
            </a:xfrm>
            <a:custGeom>
              <a:avLst/>
              <a:gdLst/>
              <a:ahLst/>
              <a:cxnLst/>
              <a:rect l="l" t="t" r="r" b="b"/>
              <a:pathLst>
                <a:path w="125957" h="3549" extrusionOk="0">
                  <a:moveTo>
                    <a:pt x="19694" y="1"/>
                  </a:moveTo>
                  <a:cubicBezTo>
                    <a:pt x="18074" y="1"/>
                    <a:pt x="16467" y="60"/>
                    <a:pt x="14860" y="60"/>
                  </a:cubicBezTo>
                  <a:cubicBezTo>
                    <a:pt x="11288" y="70"/>
                    <a:pt x="6947" y="242"/>
                    <a:pt x="3104" y="242"/>
                  </a:cubicBezTo>
                  <a:cubicBezTo>
                    <a:pt x="2285" y="242"/>
                    <a:pt x="1489" y="234"/>
                    <a:pt x="727" y="215"/>
                  </a:cubicBezTo>
                  <a:lnTo>
                    <a:pt x="727" y="215"/>
                  </a:lnTo>
                  <a:cubicBezTo>
                    <a:pt x="846" y="1132"/>
                    <a:pt x="1" y="1608"/>
                    <a:pt x="37" y="2525"/>
                  </a:cubicBezTo>
                  <a:cubicBezTo>
                    <a:pt x="37" y="2620"/>
                    <a:pt x="1168" y="3406"/>
                    <a:pt x="1180" y="3501"/>
                  </a:cubicBezTo>
                  <a:cubicBezTo>
                    <a:pt x="1519" y="3528"/>
                    <a:pt x="1872" y="3539"/>
                    <a:pt x="2235" y="3539"/>
                  </a:cubicBezTo>
                  <a:cubicBezTo>
                    <a:pt x="4828" y="3539"/>
                    <a:pt x="7958" y="2948"/>
                    <a:pt x="10479" y="2948"/>
                  </a:cubicBezTo>
                  <a:cubicBezTo>
                    <a:pt x="10620" y="2948"/>
                    <a:pt x="10758" y="2950"/>
                    <a:pt x="10895" y="2954"/>
                  </a:cubicBezTo>
                  <a:cubicBezTo>
                    <a:pt x="13895" y="3025"/>
                    <a:pt x="16896" y="3168"/>
                    <a:pt x="19896" y="3227"/>
                  </a:cubicBezTo>
                  <a:cubicBezTo>
                    <a:pt x="20570" y="3238"/>
                    <a:pt x="21245" y="3244"/>
                    <a:pt x="21919" y="3244"/>
                  </a:cubicBezTo>
                  <a:cubicBezTo>
                    <a:pt x="22745" y="3244"/>
                    <a:pt x="23571" y="3235"/>
                    <a:pt x="24397" y="3216"/>
                  </a:cubicBezTo>
                  <a:cubicBezTo>
                    <a:pt x="25837" y="3168"/>
                    <a:pt x="27278" y="3085"/>
                    <a:pt x="28719" y="3037"/>
                  </a:cubicBezTo>
                  <a:cubicBezTo>
                    <a:pt x="30059" y="2993"/>
                    <a:pt x="31407" y="2959"/>
                    <a:pt x="32756" y="2959"/>
                  </a:cubicBezTo>
                  <a:cubicBezTo>
                    <a:pt x="34318" y="2959"/>
                    <a:pt x="35881" y="3004"/>
                    <a:pt x="37434" y="3132"/>
                  </a:cubicBezTo>
                  <a:cubicBezTo>
                    <a:pt x="39101" y="3263"/>
                    <a:pt x="40792" y="3466"/>
                    <a:pt x="42482" y="3501"/>
                  </a:cubicBezTo>
                  <a:lnTo>
                    <a:pt x="42494" y="3501"/>
                  </a:lnTo>
                  <a:cubicBezTo>
                    <a:pt x="42833" y="3528"/>
                    <a:pt x="43186" y="3539"/>
                    <a:pt x="43550" y="3539"/>
                  </a:cubicBezTo>
                  <a:cubicBezTo>
                    <a:pt x="46142" y="3539"/>
                    <a:pt x="49273" y="2948"/>
                    <a:pt x="51794" y="2948"/>
                  </a:cubicBezTo>
                  <a:cubicBezTo>
                    <a:pt x="51934" y="2948"/>
                    <a:pt x="52073" y="2950"/>
                    <a:pt x="52210" y="2954"/>
                  </a:cubicBezTo>
                  <a:cubicBezTo>
                    <a:pt x="55210" y="3025"/>
                    <a:pt x="58210" y="3168"/>
                    <a:pt x="61211" y="3227"/>
                  </a:cubicBezTo>
                  <a:cubicBezTo>
                    <a:pt x="61885" y="3238"/>
                    <a:pt x="62559" y="3244"/>
                    <a:pt x="63234" y="3244"/>
                  </a:cubicBezTo>
                  <a:cubicBezTo>
                    <a:pt x="64060" y="3244"/>
                    <a:pt x="64886" y="3235"/>
                    <a:pt x="65711" y="3216"/>
                  </a:cubicBezTo>
                  <a:cubicBezTo>
                    <a:pt x="67152" y="3168"/>
                    <a:pt x="68593" y="3096"/>
                    <a:pt x="70033" y="3037"/>
                  </a:cubicBezTo>
                  <a:cubicBezTo>
                    <a:pt x="71374" y="2993"/>
                    <a:pt x="72722" y="2959"/>
                    <a:pt x="74071" y="2959"/>
                  </a:cubicBezTo>
                  <a:cubicBezTo>
                    <a:pt x="75633" y="2959"/>
                    <a:pt x="77196" y="3004"/>
                    <a:pt x="78749" y="3132"/>
                  </a:cubicBezTo>
                  <a:cubicBezTo>
                    <a:pt x="80392" y="3263"/>
                    <a:pt x="82047" y="3454"/>
                    <a:pt x="83702" y="3501"/>
                  </a:cubicBezTo>
                  <a:cubicBezTo>
                    <a:pt x="83702" y="3501"/>
                    <a:pt x="83714" y="3501"/>
                    <a:pt x="83714" y="3513"/>
                  </a:cubicBezTo>
                  <a:cubicBezTo>
                    <a:pt x="84037" y="3537"/>
                    <a:pt x="84373" y="3548"/>
                    <a:pt x="84718" y="3548"/>
                  </a:cubicBezTo>
                  <a:cubicBezTo>
                    <a:pt x="87321" y="3548"/>
                    <a:pt x="90476" y="2948"/>
                    <a:pt x="93013" y="2948"/>
                  </a:cubicBezTo>
                  <a:cubicBezTo>
                    <a:pt x="93154" y="2948"/>
                    <a:pt x="93293" y="2950"/>
                    <a:pt x="93429" y="2954"/>
                  </a:cubicBezTo>
                  <a:cubicBezTo>
                    <a:pt x="96430" y="3025"/>
                    <a:pt x="99430" y="3180"/>
                    <a:pt x="102430" y="3227"/>
                  </a:cubicBezTo>
                  <a:cubicBezTo>
                    <a:pt x="103105" y="3238"/>
                    <a:pt x="103779" y="3244"/>
                    <a:pt x="104453" y="3244"/>
                  </a:cubicBezTo>
                  <a:cubicBezTo>
                    <a:pt x="105279" y="3244"/>
                    <a:pt x="106105" y="3235"/>
                    <a:pt x="106931" y="3216"/>
                  </a:cubicBezTo>
                  <a:cubicBezTo>
                    <a:pt x="108371" y="3168"/>
                    <a:pt x="109812" y="3096"/>
                    <a:pt x="111253" y="3049"/>
                  </a:cubicBezTo>
                  <a:cubicBezTo>
                    <a:pt x="112629" y="2998"/>
                    <a:pt x="114010" y="2961"/>
                    <a:pt x="115390" y="2961"/>
                  </a:cubicBezTo>
                  <a:cubicBezTo>
                    <a:pt x="116922" y="2961"/>
                    <a:pt x="118452" y="3007"/>
                    <a:pt x="119968" y="3132"/>
                  </a:cubicBezTo>
                  <a:cubicBezTo>
                    <a:pt x="121635" y="3263"/>
                    <a:pt x="123338" y="3466"/>
                    <a:pt x="125028" y="3501"/>
                  </a:cubicBezTo>
                  <a:cubicBezTo>
                    <a:pt x="125028" y="3501"/>
                    <a:pt x="125028" y="3513"/>
                    <a:pt x="125028" y="3513"/>
                  </a:cubicBezTo>
                  <a:cubicBezTo>
                    <a:pt x="125326" y="3537"/>
                    <a:pt x="125636" y="3537"/>
                    <a:pt x="125957" y="3549"/>
                  </a:cubicBezTo>
                  <a:lnTo>
                    <a:pt x="125957" y="239"/>
                  </a:lnTo>
                  <a:cubicBezTo>
                    <a:pt x="125493" y="239"/>
                    <a:pt x="125028" y="227"/>
                    <a:pt x="124588" y="227"/>
                  </a:cubicBezTo>
                  <a:cubicBezTo>
                    <a:pt x="124098" y="212"/>
                    <a:pt x="123608" y="205"/>
                    <a:pt x="123118" y="205"/>
                  </a:cubicBezTo>
                  <a:cubicBezTo>
                    <a:pt x="120938" y="205"/>
                    <a:pt x="118754" y="333"/>
                    <a:pt x="116587" y="382"/>
                  </a:cubicBezTo>
                  <a:cubicBezTo>
                    <a:pt x="116242" y="390"/>
                    <a:pt x="115899" y="393"/>
                    <a:pt x="115555" y="393"/>
                  </a:cubicBezTo>
                  <a:cubicBezTo>
                    <a:pt x="112751" y="393"/>
                    <a:pt x="109969" y="157"/>
                    <a:pt x="107169" y="72"/>
                  </a:cubicBezTo>
                  <a:cubicBezTo>
                    <a:pt x="105526" y="25"/>
                    <a:pt x="103871" y="1"/>
                    <a:pt x="102228" y="1"/>
                  </a:cubicBezTo>
                  <a:cubicBezTo>
                    <a:pt x="100621" y="13"/>
                    <a:pt x="99001" y="60"/>
                    <a:pt x="97394" y="60"/>
                  </a:cubicBezTo>
                  <a:cubicBezTo>
                    <a:pt x="93801" y="70"/>
                    <a:pt x="89425" y="249"/>
                    <a:pt x="85562" y="249"/>
                  </a:cubicBezTo>
                  <a:cubicBezTo>
                    <a:pt x="84829" y="249"/>
                    <a:pt x="84115" y="242"/>
                    <a:pt x="83428" y="227"/>
                  </a:cubicBezTo>
                  <a:cubicBezTo>
                    <a:pt x="82908" y="209"/>
                    <a:pt x="82387" y="201"/>
                    <a:pt x="81865" y="201"/>
                  </a:cubicBezTo>
                  <a:cubicBezTo>
                    <a:pt x="79700" y="201"/>
                    <a:pt x="77526" y="334"/>
                    <a:pt x="75367" y="382"/>
                  </a:cubicBezTo>
                  <a:cubicBezTo>
                    <a:pt x="75023" y="390"/>
                    <a:pt x="74679" y="393"/>
                    <a:pt x="74336" y="393"/>
                  </a:cubicBezTo>
                  <a:cubicBezTo>
                    <a:pt x="71531" y="393"/>
                    <a:pt x="68750" y="157"/>
                    <a:pt x="65950" y="72"/>
                  </a:cubicBezTo>
                  <a:cubicBezTo>
                    <a:pt x="64306" y="25"/>
                    <a:pt x="62651" y="1"/>
                    <a:pt x="61008" y="1"/>
                  </a:cubicBezTo>
                  <a:cubicBezTo>
                    <a:pt x="59401" y="13"/>
                    <a:pt x="57782" y="60"/>
                    <a:pt x="56174" y="60"/>
                  </a:cubicBezTo>
                  <a:cubicBezTo>
                    <a:pt x="52602" y="70"/>
                    <a:pt x="48261" y="242"/>
                    <a:pt x="44419" y="242"/>
                  </a:cubicBezTo>
                  <a:cubicBezTo>
                    <a:pt x="43600" y="242"/>
                    <a:pt x="42803" y="234"/>
                    <a:pt x="42042" y="215"/>
                  </a:cubicBezTo>
                  <a:cubicBezTo>
                    <a:pt x="41578" y="201"/>
                    <a:pt x="41113" y="194"/>
                    <a:pt x="40648" y="194"/>
                  </a:cubicBezTo>
                  <a:cubicBezTo>
                    <a:pt x="38451" y="194"/>
                    <a:pt x="36244" y="333"/>
                    <a:pt x="34053" y="382"/>
                  </a:cubicBezTo>
                  <a:cubicBezTo>
                    <a:pt x="33708" y="390"/>
                    <a:pt x="33364" y="393"/>
                    <a:pt x="33021" y="393"/>
                  </a:cubicBezTo>
                  <a:cubicBezTo>
                    <a:pt x="30216" y="393"/>
                    <a:pt x="27435" y="157"/>
                    <a:pt x="24635" y="72"/>
                  </a:cubicBezTo>
                  <a:cubicBezTo>
                    <a:pt x="22992" y="25"/>
                    <a:pt x="21337" y="1"/>
                    <a:pt x="196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8211062" y="356454"/>
              <a:ext cx="375764" cy="13467"/>
            </a:xfrm>
            <a:custGeom>
              <a:avLst/>
              <a:gdLst/>
              <a:ahLst/>
              <a:cxnLst/>
              <a:rect l="l" t="t" r="r" b="b"/>
              <a:pathLst>
                <a:path w="14895" h="421" extrusionOk="0">
                  <a:moveTo>
                    <a:pt x="13764" y="1"/>
                  </a:moveTo>
                  <a:cubicBezTo>
                    <a:pt x="9180" y="48"/>
                    <a:pt x="4584" y="132"/>
                    <a:pt x="0" y="239"/>
                  </a:cubicBezTo>
                  <a:cubicBezTo>
                    <a:pt x="2003" y="359"/>
                    <a:pt x="4007" y="421"/>
                    <a:pt x="6010" y="421"/>
                  </a:cubicBezTo>
                  <a:cubicBezTo>
                    <a:pt x="7376" y="421"/>
                    <a:pt x="8742" y="392"/>
                    <a:pt x="10109" y="334"/>
                  </a:cubicBezTo>
                  <a:cubicBezTo>
                    <a:pt x="11704" y="263"/>
                    <a:pt x="13299" y="155"/>
                    <a:pt x="148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5992556" y="207136"/>
              <a:ext cx="3151445" cy="69861"/>
            </a:xfrm>
            <a:custGeom>
              <a:avLst/>
              <a:gdLst/>
              <a:ahLst/>
              <a:cxnLst/>
              <a:rect l="l" t="t" r="r" b="b"/>
              <a:pathLst>
                <a:path w="124921" h="2184" extrusionOk="0">
                  <a:moveTo>
                    <a:pt x="73179" y="0"/>
                  </a:moveTo>
                  <a:cubicBezTo>
                    <a:pt x="71470" y="0"/>
                    <a:pt x="69755" y="62"/>
                    <a:pt x="68057" y="132"/>
                  </a:cubicBezTo>
                  <a:cubicBezTo>
                    <a:pt x="66592" y="192"/>
                    <a:pt x="65140" y="263"/>
                    <a:pt x="63675" y="287"/>
                  </a:cubicBezTo>
                  <a:cubicBezTo>
                    <a:pt x="63256" y="294"/>
                    <a:pt x="62837" y="297"/>
                    <a:pt x="62419" y="297"/>
                  </a:cubicBezTo>
                  <a:cubicBezTo>
                    <a:pt x="61337" y="297"/>
                    <a:pt x="60256" y="277"/>
                    <a:pt x="59175" y="251"/>
                  </a:cubicBezTo>
                  <a:cubicBezTo>
                    <a:pt x="58456" y="234"/>
                    <a:pt x="57721" y="227"/>
                    <a:pt x="56973" y="227"/>
                  </a:cubicBezTo>
                  <a:cubicBezTo>
                    <a:pt x="52059" y="227"/>
                    <a:pt x="46601" y="552"/>
                    <a:pt x="41744" y="573"/>
                  </a:cubicBezTo>
                  <a:lnTo>
                    <a:pt x="41744" y="561"/>
                  </a:lnTo>
                  <a:cubicBezTo>
                    <a:pt x="39637" y="537"/>
                    <a:pt x="37517" y="251"/>
                    <a:pt x="35434" y="109"/>
                  </a:cubicBezTo>
                  <a:cubicBezTo>
                    <a:pt x="34281" y="32"/>
                    <a:pt x="33121" y="4"/>
                    <a:pt x="31959" y="4"/>
                  </a:cubicBezTo>
                  <a:cubicBezTo>
                    <a:pt x="30217" y="4"/>
                    <a:pt x="28471" y="68"/>
                    <a:pt x="26742" y="132"/>
                  </a:cubicBezTo>
                  <a:cubicBezTo>
                    <a:pt x="25290" y="192"/>
                    <a:pt x="23825" y="263"/>
                    <a:pt x="22372" y="287"/>
                  </a:cubicBezTo>
                  <a:cubicBezTo>
                    <a:pt x="21954" y="294"/>
                    <a:pt x="21534" y="297"/>
                    <a:pt x="21114" y="297"/>
                  </a:cubicBezTo>
                  <a:cubicBezTo>
                    <a:pt x="20030" y="297"/>
                    <a:pt x="18945" y="277"/>
                    <a:pt x="17872" y="251"/>
                  </a:cubicBezTo>
                  <a:cubicBezTo>
                    <a:pt x="17164" y="235"/>
                    <a:pt x="16441" y="228"/>
                    <a:pt x="15706" y="228"/>
                  </a:cubicBezTo>
                  <a:cubicBezTo>
                    <a:pt x="10625" y="228"/>
                    <a:pt x="4972" y="573"/>
                    <a:pt x="1" y="573"/>
                  </a:cubicBezTo>
                  <a:cubicBezTo>
                    <a:pt x="13" y="1037"/>
                    <a:pt x="215" y="1692"/>
                    <a:pt x="215" y="2168"/>
                  </a:cubicBezTo>
                  <a:cubicBezTo>
                    <a:pt x="643" y="2178"/>
                    <a:pt x="1071" y="2183"/>
                    <a:pt x="1502" y="2183"/>
                  </a:cubicBezTo>
                  <a:cubicBezTo>
                    <a:pt x="6975" y="2183"/>
                    <a:pt x="12635" y="1426"/>
                    <a:pt x="17946" y="1426"/>
                  </a:cubicBezTo>
                  <a:cubicBezTo>
                    <a:pt x="18622" y="1426"/>
                    <a:pt x="19292" y="1438"/>
                    <a:pt x="19956" y="1466"/>
                  </a:cubicBezTo>
                  <a:cubicBezTo>
                    <a:pt x="24277" y="1645"/>
                    <a:pt x="28564" y="2049"/>
                    <a:pt x="32898" y="2085"/>
                  </a:cubicBezTo>
                  <a:cubicBezTo>
                    <a:pt x="35779" y="2109"/>
                    <a:pt x="38660" y="2085"/>
                    <a:pt x="41530" y="2156"/>
                  </a:cubicBezTo>
                  <a:cubicBezTo>
                    <a:pt x="41988" y="2168"/>
                    <a:pt x="42448" y="2174"/>
                    <a:pt x="42909" y="2174"/>
                  </a:cubicBezTo>
                  <a:cubicBezTo>
                    <a:pt x="48353" y="2174"/>
                    <a:pt x="53979" y="1426"/>
                    <a:pt x="59260" y="1426"/>
                  </a:cubicBezTo>
                  <a:cubicBezTo>
                    <a:pt x="59936" y="1426"/>
                    <a:pt x="60606" y="1438"/>
                    <a:pt x="61270" y="1466"/>
                  </a:cubicBezTo>
                  <a:cubicBezTo>
                    <a:pt x="65592" y="1645"/>
                    <a:pt x="69878" y="2049"/>
                    <a:pt x="74212" y="2085"/>
                  </a:cubicBezTo>
                  <a:cubicBezTo>
                    <a:pt x="77058" y="2109"/>
                    <a:pt x="79915" y="2085"/>
                    <a:pt x="82761" y="2156"/>
                  </a:cubicBezTo>
                  <a:cubicBezTo>
                    <a:pt x="83219" y="2168"/>
                    <a:pt x="83679" y="2174"/>
                    <a:pt x="84141" y="2174"/>
                  </a:cubicBezTo>
                  <a:cubicBezTo>
                    <a:pt x="89583" y="2174"/>
                    <a:pt x="95201" y="1426"/>
                    <a:pt x="100479" y="1426"/>
                  </a:cubicBezTo>
                  <a:cubicBezTo>
                    <a:pt x="101155" y="1426"/>
                    <a:pt x="101826" y="1438"/>
                    <a:pt x="102490" y="1466"/>
                  </a:cubicBezTo>
                  <a:cubicBezTo>
                    <a:pt x="106812" y="1645"/>
                    <a:pt x="111098" y="2049"/>
                    <a:pt x="115432" y="2085"/>
                  </a:cubicBezTo>
                  <a:cubicBezTo>
                    <a:pt x="118313" y="2109"/>
                    <a:pt x="121194" y="2085"/>
                    <a:pt x="124076" y="2156"/>
                  </a:cubicBezTo>
                  <a:cubicBezTo>
                    <a:pt x="124350" y="2168"/>
                    <a:pt x="124635" y="2168"/>
                    <a:pt x="124921" y="2168"/>
                  </a:cubicBezTo>
                  <a:lnTo>
                    <a:pt x="124921" y="561"/>
                  </a:lnTo>
                  <a:cubicBezTo>
                    <a:pt x="124707" y="561"/>
                    <a:pt x="124492" y="573"/>
                    <a:pt x="124290" y="573"/>
                  </a:cubicBezTo>
                  <a:lnTo>
                    <a:pt x="124278" y="573"/>
                  </a:lnTo>
                  <a:lnTo>
                    <a:pt x="124278" y="561"/>
                  </a:lnTo>
                  <a:cubicBezTo>
                    <a:pt x="122171" y="537"/>
                    <a:pt x="120051" y="251"/>
                    <a:pt x="117968" y="109"/>
                  </a:cubicBezTo>
                  <a:cubicBezTo>
                    <a:pt x="116785" y="30"/>
                    <a:pt x="115594" y="0"/>
                    <a:pt x="114401" y="0"/>
                  </a:cubicBezTo>
                  <a:cubicBezTo>
                    <a:pt x="112689" y="0"/>
                    <a:pt x="110974" y="62"/>
                    <a:pt x="109276" y="132"/>
                  </a:cubicBezTo>
                  <a:cubicBezTo>
                    <a:pt x="107824" y="192"/>
                    <a:pt x="106359" y="263"/>
                    <a:pt x="104907" y="287"/>
                  </a:cubicBezTo>
                  <a:cubicBezTo>
                    <a:pt x="104488" y="294"/>
                    <a:pt x="104068" y="297"/>
                    <a:pt x="103648" y="297"/>
                  </a:cubicBezTo>
                  <a:cubicBezTo>
                    <a:pt x="102564" y="297"/>
                    <a:pt x="101479" y="277"/>
                    <a:pt x="100406" y="251"/>
                  </a:cubicBezTo>
                  <a:cubicBezTo>
                    <a:pt x="99689" y="234"/>
                    <a:pt x="98956" y="227"/>
                    <a:pt x="98211" y="227"/>
                  </a:cubicBezTo>
                  <a:cubicBezTo>
                    <a:pt x="93314" y="227"/>
                    <a:pt x="87895" y="552"/>
                    <a:pt x="83059" y="573"/>
                  </a:cubicBezTo>
                  <a:lnTo>
                    <a:pt x="83059" y="561"/>
                  </a:lnTo>
                  <a:cubicBezTo>
                    <a:pt x="80951" y="537"/>
                    <a:pt x="78832" y="251"/>
                    <a:pt x="76736" y="109"/>
                  </a:cubicBezTo>
                  <a:cubicBezTo>
                    <a:pt x="75558" y="30"/>
                    <a:pt x="74370" y="0"/>
                    <a:pt x="731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5979942" y="288193"/>
              <a:ext cx="3164058" cy="75171"/>
            </a:xfrm>
            <a:custGeom>
              <a:avLst/>
              <a:gdLst/>
              <a:ahLst/>
              <a:cxnLst/>
              <a:rect l="l" t="t" r="r" b="b"/>
              <a:pathLst>
                <a:path w="125421" h="2350" extrusionOk="0">
                  <a:moveTo>
                    <a:pt x="100753" y="1"/>
                  </a:moveTo>
                  <a:cubicBezTo>
                    <a:pt x="95032" y="1"/>
                    <a:pt x="88572" y="707"/>
                    <a:pt x="82916" y="718"/>
                  </a:cubicBezTo>
                  <a:cubicBezTo>
                    <a:pt x="79856" y="646"/>
                    <a:pt x="76796" y="694"/>
                    <a:pt x="73724" y="646"/>
                  </a:cubicBezTo>
                  <a:cubicBezTo>
                    <a:pt x="69807" y="587"/>
                    <a:pt x="65925" y="218"/>
                    <a:pt x="62008" y="51"/>
                  </a:cubicBezTo>
                  <a:cubicBezTo>
                    <a:pt x="61208" y="16"/>
                    <a:pt x="60387" y="1"/>
                    <a:pt x="59550" y="1"/>
                  </a:cubicBezTo>
                  <a:cubicBezTo>
                    <a:pt x="53800" y="1"/>
                    <a:pt x="47300" y="718"/>
                    <a:pt x="41625" y="718"/>
                  </a:cubicBezTo>
                  <a:cubicBezTo>
                    <a:pt x="38565" y="646"/>
                    <a:pt x="35481" y="694"/>
                    <a:pt x="32409" y="646"/>
                  </a:cubicBezTo>
                  <a:cubicBezTo>
                    <a:pt x="28492" y="587"/>
                    <a:pt x="24611" y="218"/>
                    <a:pt x="20694" y="51"/>
                  </a:cubicBezTo>
                  <a:cubicBezTo>
                    <a:pt x="19894" y="17"/>
                    <a:pt x="19073" y="2"/>
                    <a:pt x="18237" y="2"/>
                  </a:cubicBezTo>
                  <a:cubicBezTo>
                    <a:pt x="12466" y="2"/>
                    <a:pt x="5939" y="718"/>
                    <a:pt x="254" y="718"/>
                  </a:cubicBezTo>
                  <a:cubicBezTo>
                    <a:pt x="213" y="718"/>
                    <a:pt x="172" y="718"/>
                    <a:pt x="132" y="718"/>
                  </a:cubicBezTo>
                  <a:lnTo>
                    <a:pt x="132" y="718"/>
                  </a:lnTo>
                  <a:cubicBezTo>
                    <a:pt x="167" y="1313"/>
                    <a:pt x="1" y="1754"/>
                    <a:pt x="48" y="2349"/>
                  </a:cubicBezTo>
                  <a:cubicBezTo>
                    <a:pt x="1504" y="2349"/>
                    <a:pt x="2161" y="1932"/>
                    <a:pt x="2385" y="1932"/>
                  </a:cubicBezTo>
                  <a:cubicBezTo>
                    <a:pt x="2388" y="1932"/>
                    <a:pt x="2391" y="1932"/>
                    <a:pt x="2394" y="1932"/>
                  </a:cubicBezTo>
                  <a:cubicBezTo>
                    <a:pt x="4108" y="1635"/>
                    <a:pt x="5906" y="1504"/>
                    <a:pt x="7609" y="1444"/>
                  </a:cubicBezTo>
                  <a:cubicBezTo>
                    <a:pt x="8604" y="1402"/>
                    <a:pt x="9602" y="1384"/>
                    <a:pt x="10601" y="1384"/>
                  </a:cubicBezTo>
                  <a:cubicBezTo>
                    <a:pt x="13271" y="1384"/>
                    <a:pt x="15947" y="1514"/>
                    <a:pt x="18598" y="1670"/>
                  </a:cubicBezTo>
                  <a:cubicBezTo>
                    <a:pt x="20408" y="1766"/>
                    <a:pt x="22218" y="1885"/>
                    <a:pt x="24027" y="2004"/>
                  </a:cubicBezTo>
                  <a:cubicBezTo>
                    <a:pt x="24827" y="1991"/>
                    <a:pt x="25625" y="1985"/>
                    <a:pt x="26424" y="1985"/>
                  </a:cubicBezTo>
                  <a:cubicBezTo>
                    <a:pt x="31406" y="1985"/>
                    <a:pt x="36376" y="2214"/>
                    <a:pt x="41363" y="2337"/>
                  </a:cubicBezTo>
                  <a:lnTo>
                    <a:pt x="41363" y="2349"/>
                  </a:lnTo>
                  <a:lnTo>
                    <a:pt x="41470" y="2349"/>
                  </a:lnTo>
                  <a:cubicBezTo>
                    <a:pt x="41470" y="2349"/>
                    <a:pt x="41482" y="2337"/>
                    <a:pt x="41482" y="2337"/>
                  </a:cubicBezTo>
                  <a:cubicBezTo>
                    <a:pt x="42854" y="2314"/>
                    <a:pt x="43475" y="1932"/>
                    <a:pt x="43687" y="1932"/>
                  </a:cubicBezTo>
                  <a:cubicBezTo>
                    <a:pt x="43690" y="1932"/>
                    <a:pt x="43693" y="1932"/>
                    <a:pt x="43697" y="1932"/>
                  </a:cubicBezTo>
                  <a:cubicBezTo>
                    <a:pt x="45423" y="1635"/>
                    <a:pt x="47221" y="1504"/>
                    <a:pt x="48923" y="1444"/>
                  </a:cubicBezTo>
                  <a:cubicBezTo>
                    <a:pt x="49919" y="1402"/>
                    <a:pt x="50916" y="1384"/>
                    <a:pt x="51914" y="1384"/>
                  </a:cubicBezTo>
                  <a:cubicBezTo>
                    <a:pt x="54581" y="1384"/>
                    <a:pt x="57253" y="1514"/>
                    <a:pt x="59913" y="1670"/>
                  </a:cubicBezTo>
                  <a:cubicBezTo>
                    <a:pt x="61723" y="1766"/>
                    <a:pt x="63532" y="1885"/>
                    <a:pt x="65342" y="2004"/>
                  </a:cubicBezTo>
                  <a:cubicBezTo>
                    <a:pt x="66138" y="1991"/>
                    <a:pt x="66933" y="1985"/>
                    <a:pt x="67728" y="1985"/>
                  </a:cubicBezTo>
                  <a:cubicBezTo>
                    <a:pt x="72687" y="1985"/>
                    <a:pt x="77626" y="2214"/>
                    <a:pt x="82582" y="2337"/>
                  </a:cubicBezTo>
                  <a:lnTo>
                    <a:pt x="82809" y="2337"/>
                  </a:lnTo>
                  <a:cubicBezTo>
                    <a:pt x="84110" y="2302"/>
                    <a:pt x="84695" y="1932"/>
                    <a:pt x="84918" y="1932"/>
                  </a:cubicBezTo>
                  <a:cubicBezTo>
                    <a:pt x="84921" y="1932"/>
                    <a:pt x="84925" y="1932"/>
                    <a:pt x="84928" y="1932"/>
                  </a:cubicBezTo>
                  <a:cubicBezTo>
                    <a:pt x="86642" y="1635"/>
                    <a:pt x="88440" y="1504"/>
                    <a:pt x="90143" y="1444"/>
                  </a:cubicBezTo>
                  <a:cubicBezTo>
                    <a:pt x="91138" y="1402"/>
                    <a:pt x="92136" y="1384"/>
                    <a:pt x="93135" y="1384"/>
                  </a:cubicBezTo>
                  <a:cubicBezTo>
                    <a:pt x="95805" y="1384"/>
                    <a:pt x="98481" y="1514"/>
                    <a:pt x="101132" y="1670"/>
                  </a:cubicBezTo>
                  <a:cubicBezTo>
                    <a:pt x="102954" y="1766"/>
                    <a:pt x="104764" y="1885"/>
                    <a:pt x="106573" y="2004"/>
                  </a:cubicBezTo>
                  <a:cubicBezTo>
                    <a:pt x="107371" y="1991"/>
                    <a:pt x="108168" y="1985"/>
                    <a:pt x="108965" y="1985"/>
                  </a:cubicBezTo>
                  <a:cubicBezTo>
                    <a:pt x="113940" y="1985"/>
                    <a:pt x="118910" y="2214"/>
                    <a:pt x="123897" y="2337"/>
                  </a:cubicBezTo>
                  <a:lnTo>
                    <a:pt x="124016" y="2337"/>
                  </a:lnTo>
                  <a:cubicBezTo>
                    <a:pt x="124623" y="2325"/>
                    <a:pt x="125076" y="2254"/>
                    <a:pt x="125421" y="2159"/>
                  </a:cubicBezTo>
                  <a:lnTo>
                    <a:pt x="125421" y="706"/>
                  </a:lnTo>
                  <a:cubicBezTo>
                    <a:pt x="124996" y="718"/>
                    <a:pt x="124584" y="718"/>
                    <a:pt x="124171" y="718"/>
                  </a:cubicBezTo>
                  <a:lnTo>
                    <a:pt x="124171" y="718"/>
                  </a:lnTo>
                  <a:cubicBezTo>
                    <a:pt x="121099" y="646"/>
                    <a:pt x="118027" y="694"/>
                    <a:pt x="114944" y="646"/>
                  </a:cubicBezTo>
                  <a:cubicBezTo>
                    <a:pt x="111026" y="587"/>
                    <a:pt x="107145" y="218"/>
                    <a:pt x="103228" y="51"/>
                  </a:cubicBezTo>
                  <a:cubicBezTo>
                    <a:pt x="102422" y="16"/>
                    <a:pt x="101596" y="1"/>
                    <a:pt x="1007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8199937" y="912877"/>
              <a:ext cx="375789" cy="13851"/>
            </a:xfrm>
            <a:custGeom>
              <a:avLst/>
              <a:gdLst/>
              <a:ahLst/>
              <a:cxnLst/>
              <a:rect l="l" t="t" r="r" b="b"/>
              <a:pathLst>
                <a:path w="14896" h="433" extrusionOk="0">
                  <a:moveTo>
                    <a:pt x="14895" y="1"/>
                  </a:moveTo>
                  <a:lnTo>
                    <a:pt x="14895" y="1"/>
                  </a:lnTo>
                  <a:cubicBezTo>
                    <a:pt x="14705" y="7"/>
                    <a:pt x="14517" y="7"/>
                    <a:pt x="14330" y="7"/>
                  </a:cubicBezTo>
                  <a:cubicBezTo>
                    <a:pt x="14142" y="7"/>
                    <a:pt x="13955" y="7"/>
                    <a:pt x="13764" y="13"/>
                  </a:cubicBezTo>
                  <a:cubicBezTo>
                    <a:pt x="9180" y="60"/>
                    <a:pt x="4596" y="144"/>
                    <a:pt x="1" y="251"/>
                  </a:cubicBezTo>
                  <a:cubicBezTo>
                    <a:pt x="2004" y="371"/>
                    <a:pt x="4007" y="432"/>
                    <a:pt x="6010" y="432"/>
                  </a:cubicBezTo>
                  <a:cubicBezTo>
                    <a:pt x="7377" y="432"/>
                    <a:pt x="8743" y="404"/>
                    <a:pt x="10109" y="346"/>
                  </a:cubicBezTo>
                  <a:cubicBezTo>
                    <a:pt x="11705" y="275"/>
                    <a:pt x="13300" y="167"/>
                    <a:pt x="148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5971541" y="449794"/>
              <a:ext cx="3172459" cy="56522"/>
            </a:xfrm>
            <a:custGeom>
              <a:avLst/>
              <a:gdLst/>
              <a:ahLst/>
              <a:cxnLst/>
              <a:rect l="l" t="t" r="r" b="b"/>
              <a:pathLst>
                <a:path w="125754" h="1767" extrusionOk="0">
                  <a:moveTo>
                    <a:pt x="56455" y="0"/>
                  </a:moveTo>
                  <a:cubicBezTo>
                    <a:pt x="50882" y="0"/>
                    <a:pt x="43067" y="157"/>
                    <a:pt x="41410" y="250"/>
                  </a:cubicBezTo>
                  <a:cubicBezTo>
                    <a:pt x="39517" y="321"/>
                    <a:pt x="37636" y="357"/>
                    <a:pt x="35743" y="357"/>
                  </a:cubicBezTo>
                  <a:cubicBezTo>
                    <a:pt x="32707" y="357"/>
                    <a:pt x="29671" y="297"/>
                    <a:pt x="26623" y="226"/>
                  </a:cubicBezTo>
                  <a:cubicBezTo>
                    <a:pt x="23575" y="155"/>
                    <a:pt x="20515" y="47"/>
                    <a:pt x="17467" y="12"/>
                  </a:cubicBezTo>
                  <a:cubicBezTo>
                    <a:pt x="16780" y="4"/>
                    <a:pt x="16019" y="1"/>
                    <a:pt x="15210" y="1"/>
                  </a:cubicBezTo>
                  <a:cubicBezTo>
                    <a:pt x="9522" y="1"/>
                    <a:pt x="1449" y="166"/>
                    <a:pt x="0" y="250"/>
                  </a:cubicBezTo>
                  <a:cubicBezTo>
                    <a:pt x="36" y="750"/>
                    <a:pt x="500" y="1095"/>
                    <a:pt x="512" y="1595"/>
                  </a:cubicBezTo>
                  <a:cubicBezTo>
                    <a:pt x="1094" y="1718"/>
                    <a:pt x="1765" y="1761"/>
                    <a:pt x="2477" y="1761"/>
                  </a:cubicBezTo>
                  <a:cubicBezTo>
                    <a:pt x="4112" y="1761"/>
                    <a:pt x="5965" y="1536"/>
                    <a:pt x="7465" y="1536"/>
                  </a:cubicBezTo>
                  <a:cubicBezTo>
                    <a:pt x="11299" y="1559"/>
                    <a:pt x="15133" y="1559"/>
                    <a:pt x="18967" y="1559"/>
                  </a:cubicBezTo>
                  <a:cubicBezTo>
                    <a:pt x="21896" y="1559"/>
                    <a:pt x="24789" y="1428"/>
                    <a:pt x="27706" y="1274"/>
                  </a:cubicBezTo>
                  <a:cubicBezTo>
                    <a:pt x="29962" y="1158"/>
                    <a:pt x="32218" y="1056"/>
                    <a:pt x="34479" y="1056"/>
                  </a:cubicBezTo>
                  <a:cubicBezTo>
                    <a:pt x="35249" y="1056"/>
                    <a:pt x="36019" y="1068"/>
                    <a:pt x="36791" y="1095"/>
                  </a:cubicBezTo>
                  <a:cubicBezTo>
                    <a:pt x="38469" y="1155"/>
                    <a:pt x="40184" y="1286"/>
                    <a:pt x="41827" y="1583"/>
                  </a:cubicBezTo>
                  <a:lnTo>
                    <a:pt x="41827" y="1595"/>
                  </a:lnTo>
                  <a:cubicBezTo>
                    <a:pt x="42412" y="1722"/>
                    <a:pt x="43088" y="1766"/>
                    <a:pt x="43806" y="1766"/>
                  </a:cubicBezTo>
                  <a:cubicBezTo>
                    <a:pt x="45407" y="1766"/>
                    <a:pt x="47218" y="1547"/>
                    <a:pt x="48700" y="1547"/>
                  </a:cubicBezTo>
                  <a:cubicBezTo>
                    <a:pt x="48726" y="1547"/>
                    <a:pt x="48753" y="1547"/>
                    <a:pt x="48780" y="1548"/>
                  </a:cubicBezTo>
                  <a:cubicBezTo>
                    <a:pt x="52614" y="1559"/>
                    <a:pt x="56448" y="1559"/>
                    <a:pt x="60282" y="1559"/>
                  </a:cubicBezTo>
                  <a:cubicBezTo>
                    <a:pt x="63210" y="1559"/>
                    <a:pt x="66104" y="1428"/>
                    <a:pt x="69021" y="1274"/>
                  </a:cubicBezTo>
                  <a:cubicBezTo>
                    <a:pt x="71277" y="1158"/>
                    <a:pt x="73533" y="1056"/>
                    <a:pt x="75793" y="1056"/>
                  </a:cubicBezTo>
                  <a:cubicBezTo>
                    <a:pt x="76563" y="1056"/>
                    <a:pt x="77334" y="1068"/>
                    <a:pt x="78105" y="1095"/>
                  </a:cubicBezTo>
                  <a:cubicBezTo>
                    <a:pt x="79748" y="1155"/>
                    <a:pt x="81427" y="1286"/>
                    <a:pt x="83046" y="1571"/>
                  </a:cubicBezTo>
                  <a:cubicBezTo>
                    <a:pt x="83046" y="1583"/>
                    <a:pt x="83046" y="1583"/>
                    <a:pt x="83046" y="1595"/>
                  </a:cubicBezTo>
                  <a:cubicBezTo>
                    <a:pt x="83632" y="1722"/>
                    <a:pt x="84308" y="1766"/>
                    <a:pt x="85025" y="1766"/>
                  </a:cubicBezTo>
                  <a:cubicBezTo>
                    <a:pt x="86627" y="1766"/>
                    <a:pt x="88437" y="1547"/>
                    <a:pt x="89919" y="1547"/>
                  </a:cubicBezTo>
                  <a:cubicBezTo>
                    <a:pt x="89946" y="1547"/>
                    <a:pt x="89973" y="1547"/>
                    <a:pt x="90000" y="1548"/>
                  </a:cubicBezTo>
                  <a:cubicBezTo>
                    <a:pt x="93833" y="1559"/>
                    <a:pt x="97667" y="1559"/>
                    <a:pt x="101501" y="1559"/>
                  </a:cubicBezTo>
                  <a:cubicBezTo>
                    <a:pt x="104430" y="1559"/>
                    <a:pt x="107323" y="1428"/>
                    <a:pt x="110240" y="1274"/>
                  </a:cubicBezTo>
                  <a:cubicBezTo>
                    <a:pt x="112496" y="1158"/>
                    <a:pt x="114752" y="1056"/>
                    <a:pt x="117013" y="1056"/>
                  </a:cubicBezTo>
                  <a:cubicBezTo>
                    <a:pt x="117783" y="1056"/>
                    <a:pt x="118553" y="1068"/>
                    <a:pt x="119325" y="1095"/>
                  </a:cubicBezTo>
                  <a:cubicBezTo>
                    <a:pt x="121003" y="1155"/>
                    <a:pt x="122718" y="1286"/>
                    <a:pt x="124361" y="1583"/>
                  </a:cubicBezTo>
                  <a:lnTo>
                    <a:pt x="124361" y="1595"/>
                  </a:lnTo>
                  <a:cubicBezTo>
                    <a:pt x="124790" y="1690"/>
                    <a:pt x="125254" y="1738"/>
                    <a:pt x="125754" y="1750"/>
                  </a:cubicBezTo>
                  <a:lnTo>
                    <a:pt x="125754" y="190"/>
                  </a:lnTo>
                  <a:cubicBezTo>
                    <a:pt x="124932" y="214"/>
                    <a:pt x="124301" y="226"/>
                    <a:pt x="123944" y="250"/>
                  </a:cubicBezTo>
                  <a:cubicBezTo>
                    <a:pt x="122063" y="321"/>
                    <a:pt x="120170" y="357"/>
                    <a:pt x="118277" y="357"/>
                  </a:cubicBezTo>
                  <a:cubicBezTo>
                    <a:pt x="118052" y="358"/>
                    <a:pt x="117826" y="358"/>
                    <a:pt x="117601" y="358"/>
                  </a:cubicBezTo>
                  <a:cubicBezTo>
                    <a:pt x="114789" y="358"/>
                    <a:pt x="111968" y="292"/>
                    <a:pt x="109157" y="226"/>
                  </a:cubicBezTo>
                  <a:cubicBezTo>
                    <a:pt x="106109" y="155"/>
                    <a:pt x="103049" y="47"/>
                    <a:pt x="100001" y="12"/>
                  </a:cubicBezTo>
                  <a:cubicBezTo>
                    <a:pt x="99314" y="4"/>
                    <a:pt x="98553" y="1"/>
                    <a:pt x="97744" y="1"/>
                  </a:cubicBezTo>
                  <a:cubicBezTo>
                    <a:pt x="92056" y="1"/>
                    <a:pt x="83983" y="166"/>
                    <a:pt x="82534" y="250"/>
                  </a:cubicBezTo>
                  <a:cubicBezTo>
                    <a:pt x="80713" y="321"/>
                    <a:pt x="78891" y="357"/>
                    <a:pt x="77057" y="357"/>
                  </a:cubicBezTo>
                  <a:cubicBezTo>
                    <a:pt x="74021" y="357"/>
                    <a:pt x="70973" y="297"/>
                    <a:pt x="67937" y="226"/>
                  </a:cubicBezTo>
                  <a:cubicBezTo>
                    <a:pt x="64889" y="155"/>
                    <a:pt x="61829" y="47"/>
                    <a:pt x="58781" y="12"/>
                  </a:cubicBezTo>
                  <a:cubicBezTo>
                    <a:pt x="58075" y="4"/>
                    <a:pt x="57290" y="0"/>
                    <a:pt x="564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5981456" y="763911"/>
              <a:ext cx="3162545" cy="69573"/>
            </a:xfrm>
            <a:custGeom>
              <a:avLst/>
              <a:gdLst/>
              <a:ahLst/>
              <a:cxnLst/>
              <a:rect l="l" t="t" r="r" b="b"/>
              <a:pathLst>
                <a:path w="125361" h="2175" extrusionOk="0">
                  <a:moveTo>
                    <a:pt x="73128" y="0"/>
                  </a:moveTo>
                  <a:cubicBezTo>
                    <a:pt x="71435" y="0"/>
                    <a:pt x="69738" y="59"/>
                    <a:pt x="68056" y="121"/>
                  </a:cubicBezTo>
                  <a:cubicBezTo>
                    <a:pt x="66592" y="181"/>
                    <a:pt x="65139" y="264"/>
                    <a:pt x="63675" y="276"/>
                  </a:cubicBezTo>
                  <a:cubicBezTo>
                    <a:pt x="63143" y="285"/>
                    <a:pt x="62612" y="289"/>
                    <a:pt x="62080" y="289"/>
                  </a:cubicBezTo>
                  <a:cubicBezTo>
                    <a:pt x="61112" y="289"/>
                    <a:pt x="60143" y="275"/>
                    <a:pt x="59174" y="252"/>
                  </a:cubicBezTo>
                  <a:cubicBezTo>
                    <a:pt x="58454" y="235"/>
                    <a:pt x="57718" y="228"/>
                    <a:pt x="56969" y="228"/>
                  </a:cubicBezTo>
                  <a:cubicBezTo>
                    <a:pt x="52055" y="228"/>
                    <a:pt x="46599" y="552"/>
                    <a:pt x="41743" y="562"/>
                  </a:cubicBezTo>
                  <a:cubicBezTo>
                    <a:pt x="39636" y="538"/>
                    <a:pt x="37517" y="252"/>
                    <a:pt x="35433" y="110"/>
                  </a:cubicBezTo>
                  <a:cubicBezTo>
                    <a:pt x="34250" y="31"/>
                    <a:pt x="33059" y="1"/>
                    <a:pt x="31866" y="1"/>
                  </a:cubicBezTo>
                  <a:cubicBezTo>
                    <a:pt x="30155" y="1"/>
                    <a:pt x="28440" y="63"/>
                    <a:pt x="26742" y="133"/>
                  </a:cubicBezTo>
                  <a:cubicBezTo>
                    <a:pt x="25289" y="181"/>
                    <a:pt x="23825" y="264"/>
                    <a:pt x="22372" y="288"/>
                  </a:cubicBezTo>
                  <a:cubicBezTo>
                    <a:pt x="21997" y="291"/>
                    <a:pt x="21621" y="293"/>
                    <a:pt x="21245" y="293"/>
                  </a:cubicBezTo>
                  <a:cubicBezTo>
                    <a:pt x="20117" y="293"/>
                    <a:pt x="18988" y="279"/>
                    <a:pt x="17871" y="252"/>
                  </a:cubicBezTo>
                  <a:cubicBezTo>
                    <a:pt x="17125" y="233"/>
                    <a:pt x="16362" y="225"/>
                    <a:pt x="15585" y="225"/>
                  </a:cubicBezTo>
                  <a:cubicBezTo>
                    <a:pt x="10536" y="225"/>
                    <a:pt x="4932" y="574"/>
                    <a:pt x="0" y="574"/>
                  </a:cubicBezTo>
                  <a:cubicBezTo>
                    <a:pt x="12" y="1038"/>
                    <a:pt x="214" y="1693"/>
                    <a:pt x="214" y="2157"/>
                  </a:cubicBezTo>
                  <a:cubicBezTo>
                    <a:pt x="673" y="2169"/>
                    <a:pt x="1133" y="2174"/>
                    <a:pt x="1594" y="2174"/>
                  </a:cubicBezTo>
                  <a:cubicBezTo>
                    <a:pt x="7038" y="2174"/>
                    <a:pt x="12664" y="1427"/>
                    <a:pt x="17944" y="1427"/>
                  </a:cubicBezTo>
                  <a:cubicBezTo>
                    <a:pt x="18621" y="1427"/>
                    <a:pt x="19291" y="1439"/>
                    <a:pt x="19955" y="1467"/>
                  </a:cubicBezTo>
                  <a:cubicBezTo>
                    <a:pt x="24277" y="1645"/>
                    <a:pt x="28563" y="2050"/>
                    <a:pt x="32897" y="2086"/>
                  </a:cubicBezTo>
                  <a:cubicBezTo>
                    <a:pt x="35778" y="2110"/>
                    <a:pt x="38660" y="2074"/>
                    <a:pt x="41529" y="2157"/>
                  </a:cubicBezTo>
                  <a:cubicBezTo>
                    <a:pt x="41961" y="2168"/>
                    <a:pt x="42394" y="2172"/>
                    <a:pt x="42828" y="2172"/>
                  </a:cubicBezTo>
                  <a:cubicBezTo>
                    <a:pt x="48320" y="2172"/>
                    <a:pt x="53999" y="1418"/>
                    <a:pt x="59325" y="1418"/>
                  </a:cubicBezTo>
                  <a:cubicBezTo>
                    <a:pt x="59979" y="1418"/>
                    <a:pt x="60627" y="1429"/>
                    <a:pt x="61270" y="1455"/>
                  </a:cubicBezTo>
                  <a:cubicBezTo>
                    <a:pt x="65592" y="1634"/>
                    <a:pt x="69878" y="2038"/>
                    <a:pt x="74212" y="2086"/>
                  </a:cubicBezTo>
                  <a:cubicBezTo>
                    <a:pt x="77057" y="2110"/>
                    <a:pt x="79915" y="2074"/>
                    <a:pt x="82760" y="2145"/>
                  </a:cubicBezTo>
                  <a:lnTo>
                    <a:pt x="82760" y="2157"/>
                  </a:lnTo>
                  <a:cubicBezTo>
                    <a:pt x="83192" y="2168"/>
                    <a:pt x="83625" y="2172"/>
                    <a:pt x="84060" y="2172"/>
                  </a:cubicBezTo>
                  <a:cubicBezTo>
                    <a:pt x="89550" y="2172"/>
                    <a:pt x="95221" y="1418"/>
                    <a:pt x="100544" y="1418"/>
                  </a:cubicBezTo>
                  <a:cubicBezTo>
                    <a:pt x="101198" y="1418"/>
                    <a:pt x="101847" y="1429"/>
                    <a:pt x="102489" y="1455"/>
                  </a:cubicBezTo>
                  <a:cubicBezTo>
                    <a:pt x="106811" y="1634"/>
                    <a:pt x="111097" y="2038"/>
                    <a:pt x="115431" y="2086"/>
                  </a:cubicBezTo>
                  <a:cubicBezTo>
                    <a:pt x="118313" y="2110"/>
                    <a:pt x="121194" y="2074"/>
                    <a:pt x="124075" y="2145"/>
                  </a:cubicBezTo>
                  <a:lnTo>
                    <a:pt x="124075" y="2157"/>
                  </a:lnTo>
                  <a:cubicBezTo>
                    <a:pt x="124504" y="2169"/>
                    <a:pt x="124932" y="2169"/>
                    <a:pt x="125361" y="2169"/>
                  </a:cubicBezTo>
                  <a:lnTo>
                    <a:pt x="125361" y="562"/>
                  </a:lnTo>
                  <a:lnTo>
                    <a:pt x="124278" y="562"/>
                  </a:lnTo>
                  <a:cubicBezTo>
                    <a:pt x="122170" y="538"/>
                    <a:pt x="120051" y="240"/>
                    <a:pt x="117967" y="110"/>
                  </a:cubicBezTo>
                  <a:cubicBezTo>
                    <a:pt x="116767" y="30"/>
                    <a:pt x="115559" y="0"/>
                    <a:pt x="114350" y="0"/>
                  </a:cubicBezTo>
                  <a:cubicBezTo>
                    <a:pt x="112655" y="0"/>
                    <a:pt x="110957" y="59"/>
                    <a:pt x="109276" y="121"/>
                  </a:cubicBezTo>
                  <a:cubicBezTo>
                    <a:pt x="107823" y="181"/>
                    <a:pt x="106359" y="264"/>
                    <a:pt x="104906" y="276"/>
                  </a:cubicBezTo>
                  <a:cubicBezTo>
                    <a:pt x="104375" y="285"/>
                    <a:pt x="103842" y="289"/>
                    <a:pt x="103309" y="289"/>
                  </a:cubicBezTo>
                  <a:cubicBezTo>
                    <a:pt x="102338" y="289"/>
                    <a:pt x="101367" y="275"/>
                    <a:pt x="100406" y="252"/>
                  </a:cubicBezTo>
                  <a:cubicBezTo>
                    <a:pt x="99671" y="235"/>
                    <a:pt x="98920" y="227"/>
                    <a:pt x="98156" y="227"/>
                  </a:cubicBezTo>
                  <a:cubicBezTo>
                    <a:pt x="93273" y="227"/>
                    <a:pt x="87876" y="541"/>
                    <a:pt x="83058" y="562"/>
                  </a:cubicBezTo>
                  <a:cubicBezTo>
                    <a:pt x="80951" y="538"/>
                    <a:pt x="78831" y="240"/>
                    <a:pt x="76736" y="110"/>
                  </a:cubicBezTo>
                  <a:cubicBezTo>
                    <a:pt x="75541" y="30"/>
                    <a:pt x="74336" y="0"/>
                    <a:pt x="731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5968842" y="844871"/>
              <a:ext cx="3175158" cy="74883"/>
            </a:xfrm>
            <a:custGeom>
              <a:avLst/>
              <a:gdLst/>
              <a:ahLst/>
              <a:cxnLst/>
              <a:rect l="l" t="t" r="r" b="b"/>
              <a:pathLst>
                <a:path w="125861" h="2341" extrusionOk="0">
                  <a:moveTo>
                    <a:pt x="59457" y="1"/>
                  </a:moveTo>
                  <a:cubicBezTo>
                    <a:pt x="53730" y="1"/>
                    <a:pt x="47269" y="711"/>
                    <a:pt x="41624" y="722"/>
                  </a:cubicBezTo>
                  <a:cubicBezTo>
                    <a:pt x="38564" y="650"/>
                    <a:pt x="35481" y="698"/>
                    <a:pt x="32409" y="650"/>
                  </a:cubicBezTo>
                  <a:cubicBezTo>
                    <a:pt x="28492" y="591"/>
                    <a:pt x="24610" y="222"/>
                    <a:pt x="20693" y="55"/>
                  </a:cubicBezTo>
                  <a:cubicBezTo>
                    <a:pt x="19872" y="18"/>
                    <a:pt x="19029" y="2"/>
                    <a:pt x="18170" y="2"/>
                  </a:cubicBezTo>
                  <a:cubicBezTo>
                    <a:pt x="12415" y="2"/>
                    <a:pt x="5916" y="722"/>
                    <a:pt x="252" y="722"/>
                  </a:cubicBezTo>
                  <a:cubicBezTo>
                    <a:pt x="211" y="722"/>
                    <a:pt x="171" y="722"/>
                    <a:pt x="131" y="722"/>
                  </a:cubicBezTo>
                  <a:lnTo>
                    <a:pt x="131" y="722"/>
                  </a:lnTo>
                  <a:cubicBezTo>
                    <a:pt x="167" y="1305"/>
                    <a:pt x="0" y="1758"/>
                    <a:pt x="48" y="2341"/>
                  </a:cubicBezTo>
                  <a:cubicBezTo>
                    <a:pt x="1484" y="2341"/>
                    <a:pt x="2143" y="1935"/>
                    <a:pt x="2375" y="1935"/>
                  </a:cubicBezTo>
                  <a:cubicBezTo>
                    <a:pt x="2381" y="1935"/>
                    <a:pt x="2387" y="1936"/>
                    <a:pt x="2393" y="1936"/>
                  </a:cubicBezTo>
                  <a:cubicBezTo>
                    <a:pt x="4108" y="1627"/>
                    <a:pt x="5906" y="1508"/>
                    <a:pt x="7608" y="1436"/>
                  </a:cubicBezTo>
                  <a:cubicBezTo>
                    <a:pt x="8562" y="1399"/>
                    <a:pt x="9518" y="1383"/>
                    <a:pt x="10475" y="1383"/>
                  </a:cubicBezTo>
                  <a:cubicBezTo>
                    <a:pt x="13186" y="1383"/>
                    <a:pt x="15905" y="1513"/>
                    <a:pt x="18598" y="1662"/>
                  </a:cubicBezTo>
                  <a:cubicBezTo>
                    <a:pt x="20407" y="1770"/>
                    <a:pt x="22217" y="1889"/>
                    <a:pt x="24027" y="2008"/>
                  </a:cubicBezTo>
                  <a:cubicBezTo>
                    <a:pt x="24826" y="1994"/>
                    <a:pt x="25625" y="1989"/>
                    <a:pt x="26423" y="1989"/>
                  </a:cubicBezTo>
                  <a:cubicBezTo>
                    <a:pt x="31406" y="1989"/>
                    <a:pt x="36375" y="2218"/>
                    <a:pt x="41362" y="2341"/>
                  </a:cubicBezTo>
                  <a:lnTo>
                    <a:pt x="41481" y="2341"/>
                  </a:lnTo>
                  <a:cubicBezTo>
                    <a:pt x="42835" y="2318"/>
                    <a:pt x="43458" y="1935"/>
                    <a:pt x="43678" y="1935"/>
                  </a:cubicBezTo>
                  <a:cubicBezTo>
                    <a:pt x="43684" y="1935"/>
                    <a:pt x="43690" y="1936"/>
                    <a:pt x="43696" y="1936"/>
                  </a:cubicBezTo>
                  <a:cubicBezTo>
                    <a:pt x="45422" y="1627"/>
                    <a:pt x="47220" y="1508"/>
                    <a:pt x="48923" y="1436"/>
                  </a:cubicBezTo>
                  <a:cubicBezTo>
                    <a:pt x="49876" y="1399"/>
                    <a:pt x="50832" y="1383"/>
                    <a:pt x="51787" y="1383"/>
                  </a:cubicBezTo>
                  <a:cubicBezTo>
                    <a:pt x="54496" y="1383"/>
                    <a:pt x="57211" y="1513"/>
                    <a:pt x="59912" y="1662"/>
                  </a:cubicBezTo>
                  <a:cubicBezTo>
                    <a:pt x="61722" y="1770"/>
                    <a:pt x="63532" y="1889"/>
                    <a:pt x="65342" y="2008"/>
                  </a:cubicBezTo>
                  <a:cubicBezTo>
                    <a:pt x="66162" y="1994"/>
                    <a:pt x="66983" y="1988"/>
                    <a:pt x="67802" y="1988"/>
                  </a:cubicBezTo>
                  <a:cubicBezTo>
                    <a:pt x="72736" y="1988"/>
                    <a:pt x="77650" y="2208"/>
                    <a:pt x="82582" y="2341"/>
                  </a:cubicBezTo>
                  <a:lnTo>
                    <a:pt x="82808" y="2341"/>
                  </a:lnTo>
                  <a:cubicBezTo>
                    <a:pt x="84090" y="2295"/>
                    <a:pt x="84677" y="1935"/>
                    <a:pt x="84907" y="1935"/>
                  </a:cubicBezTo>
                  <a:cubicBezTo>
                    <a:pt x="84914" y="1935"/>
                    <a:pt x="84921" y="1935"/>
                    <a:pt x="84927" y="1936"/>
                  </a:cubicBezTo>
                  <a:cubicBezTo>
                    <a:pt x="86642" y="1627"/>
                    <a:pt x="88440" y="1508"/>
                    <a:pt x="90142" y="1436"/>
                  </a:cubicBezTo>
                  <a:cubicBezTo>
                    <a:pt x="91096" y="1399"/>
                    <a:pt x="92052" y="1383"/>
                    <a:pt x="93009" y="1383"/>
                  </a:cubicBezTo>
                  <a:cubicBezTo>
                    <a:pt x="95720" y="1383"/>
                    <a:pt x="98439" y="1513"/>
                    <a:pt x="101132" y="1662"/>
                  </a:cubicBezTo>
                  <a:cubicBezTo>
                    <a:pt x="102953" y="1770"/>
                    <a:pt x="104751" y="1889"/>
                    <a:pt x="106573" y="2008"/>
                  </a:cubicBezTo>
                  <a:cubicBezTo>
                    <a:pt x="107370" y="1994"/>
                    <a:pt x="108168" y="1989"/>
                    <a:pt x="108965" y="1989"/>
                  </a:cubicBezTo>
                  <a:cubicBezTo>
                    <a:pt x="113940" y="1989"/>
                    <a:pt x="118909" y="2218"/>
                    <a:pt x="123896" y="2341"/>
                  </a:cubicBezTo>
                  <a:lnTo>
                    <a:pt x="124016" y="2341"/>
                  </a:lnTo>
                  <a:cubicBezTo>
                    <a:pt x="124920" y="2329"/>
                    <a:pt x="125504" y="2151"/>
                    <a:pt x="125861" y="2031"/>
                  </a:cubicBezTo>
                  <a:lnTo>
                    <a:pt x="125861" y="698"/>
                  </a:lnTo>
                  <a:cubicBezTo>
                    <a:pt x="125294" y="710"/>
                    <a:pt x="124726" y="722"/>
                    <a:pt x="124170" y="722"/>
                  </a:cubicBezTo>
                  <a:lnTo>
                    <a:pt x="124170" y="722"/>
                  </a:lnTo>
                  <a:cubicBezTo>
                    <a:pt x="121098" y="650"/>
                    <a:pt x="118027" y="698"/>
                    <a:pt x="114943" y="650"/>
                  </a:cubicBezTo>
                  <a:cubicBezTo>
                    <a:pt x="111026" y="591"/>
                    <a:pt x="107144" y="222"/>
                    <a:pt x="103227" y="55"/>
                  </a:cubicBezTo>
                  <a:cubicBezTo>
                    <a:pt x="102401" y="17"/>
                    <a:pt x="101552" y="1"/>
                    <a:pt x="100686" y="1"/>
                  </a:cubicBezTo>
                  <a:cubicBezTo>
                    <a:pt x="94982" y="1"/>
                    <a:pt x="88549" y="711"/>
                    <a:pt x="82915" y="722"/>
                  </a:cubicBezTo>
                  <a:cubicBezTo>
                    <a:pt x="79855" y="650"/>
                    <a:pt x="76795" y="698"/>
                    <a:pt x="73724" y="650"/>
                  </a:cubicBezTo>
                  <a:cubicBezTo>
                    <a:pt x="69806" y="591"/>
                    <a:pt x="65925" y="222"/>
                    <a:pt x="62008" y="55"/>
                  </a:cubicBezTo>
                  <a:cubicBezTo>
                    <a:pt x="61178" y="17"/>
                    <a:pt x="60326" y="1"/>
                    <a:pt x="594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8199029" y="1469683"/>
              <a:ext cx="375789" cy="13467"/>
            </a:xfrm>
            <a:custGeom>
              <a:avLst/>
              <a:gdLst/>
              <a:ahLst/>
              <a:cxnLst/>
              <a:rect l="l" t="t" r="r" b="b"/>
              <a:pathLst>
                <a:path w="14896" h="421" extrusionOk="0">
                  <a:moveTo>
                    <a:pt x="14896" y="1"/>
                  </a:moveTo>
                  <a:cubicBezTo>
                    <a:pt x="14515" y="1"/>
                    <a:pt x="14134" y="1"/>
                    <a:pt x="13753" y="12"/>
                  </a:cubicBezTo>
                  <a:cubicBezTo>
                    <a:pt x="9169" y="48"/>
                    <a:pt x="4585" y="143"/>
                    <a:pt x="1" y="239"/>
                  </a:cubicBezTo>
                  <a:cubicBezTo>
                    <a:pt x="1997" y="359"/>
                    <a:pt x="4002" y="420"/>
                    <a:pt x="6005" y="420"/>
                  </a:cubicBezTo>
                  <a:cubicBezTo>
                    <a:pt x="7371" y="420"/>
                    <a:pt x="8736" y="392"/>
                    <a:pt x="10097" y="334"/>
                  </a:cubicBezTo>
                  <a:cubicBezTo>
                    <a:pt x="11693" y="274"/>
                    <a:pt x="13300" y="167"/>
                    <a:pt x="148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5970633" y="1006472"/>
              <a:ext cx="3173367" cy="56394"/>
            </a:xfrm>
            <a:custGeom>
              <a:avLst/>
              <a:gdLst/>
              <a:ahLst/>
              <a:cxnLst/>
              <a:rect l="l" t="t" r="r" b="b"/>
              <a:pathLst>
                <a:path w="125790" h="1763" extrusionOk="0">
                  <a:moveTo>
                    <a:pt x="56159" y="1"/>
                  </a:moveTo>
                  <a:cubicBezTo>
                    <a:pt x="50608" y="1"/>
                    <a:pt x="43029" y="160"/>
                    <a:pt x="41410" y="242"/>
                  </a:cubicBezTo>
                  <a:cubicBezTo>
                    <a:pt x="39517" y="313"/>
                    <a:pt x="37624" y="349"/>
                    <a:pt x="35743" y="349"/>
                  </a:cubicBezTo>
                  <a:cubicBezTo>
                    <a:pt x="35480" y="350"/>
                    <a:pt x="35216" y="350"/>
                    <a:pt x="34953" y="350"/>
                  </a:cubicBezTo>
                  <a:cubicBezTo>
                    <a:pt x="32170" y="350"/>
                    <a:pt x="29396" y="295"/>
                    <a:pt x="26623" y="230"/>
                  </a:cubicBezTo>
                  <a:cubicBezTo>
                    <a:pt x="23563" y="158"/>
                    <a:pt x="20515" y="51"/>
                    <a:pt x="17455" y="16"/>
                  </a:cubicBezTo>
                  <a:cubicBezTo>
                    <a:pt x="16693" y="6"/>
                    <a:pt x="15838" y="1"/>
                    <a:pt x="14926" y="1"/>
                  </a:cubicBezTo>
                  <a:cubicBezTo>
                    <a:pt x="9263" y="1"/>
                    <a:pt x="1416" y="172"/>
                    <a:pt x="0" y="254"/>
                  </a:cubicBezTo>
                  <a:cubicBezTo>
                    <a:pt x="24" y="742"/>
                    <a:pt x="489" y="1099"/>
                    <a:pt x="512" y="1587"/>
                  </a:cubicBezTo>
                  <a:cubicBezTo>
                    <a:pt x="1098" y="1714"/>
                    <a:pt x="1773" y="1758"/>
                    <a:pt x="2489" y="1758"/>
                  </a:cubicBezTo>
                  <a:cubicBezTo>
                    <a:pt x="4087" y="1758"/>
                    <a:pt x="5891" y="1539"/>
                    <a:pt x="7373" y="1539"/>
                  </a:cubicBezTo>
                  <a:cubicBezTo>
                    <a:pt x="7400" y="1539"/>
                    <a:pt x="7427" y="1539"/>
                    <a:pt x="7454" y="1540"/>
                  </a:cubicBezTo>
                  <a:cubicBezTo>
                    <a:pt x="11288" y="1551"/>
                    <a:pt x="15133" y="1563"/>
                    <a:pt x="18967" y="1563"/>
                  </a:cubicBezTo>
                  <a:cubicBezTo>
                    <a:pt x="21884" y="1563"/>
                    <a:pt x="24789" y="1420"/>
                    <a:pt x="27706" y="1278"/>
                  </a:cubicBezTo>
                  <a:cubicBezTo>
                    <a:pt x="30010" y="1159"/>
                    <a:pt x="32327" y="1055"/>
                    <a:pt x="34648" y="1055"/>
                  </a:cubicBezTo>
                  <a:cubicBezTo>
                    <a:pt x="35362" y="1055"/>
                    <a:pt x="36076" y="1065"/>
                    <a:pt x="36791" y="1087"/>
                  </a:cubicBezTo>
                  <a:cubicBezTo>
                    <a:pt x="38470" y="1147"/>
                    <a:pt x="40184" y="1289"/>
                    <a:pt x="41827" y="1587"/>
                  </a:cubicBezTo>
                  <a:lnTo>
                    <a:pt x="41827" y="1599"/>
                  </a:lnTo>
                  <a:cubicBezTo>
                    <a:pt x="42401" y="1720"/>
                    <a:pt x="43060" y="1762"/>
                    <a:pt x="43760" y="1762"/>
                  </a:cubicBezTo>
                  <a:cubicBezTo>
                    <a:pt x="45369" y="1762"/>
                    <a:pt x="47193" y="1539"/>
                    <a:pt x="48688" y="1539"/>
                  </a:cubicBezTo>
                  <a:cubicBezTo>
                    <a:pt x="48715" y="1539"/>
                    <a:pt x="48742" y="1539"/>
                    <a:pt x="48768" y="1540"/>
                  </a:cubicBezTo>
                  <a:cubicBezTo>
                    <a:pt x="52602" y="1551"/>
                    <a:pt x="56448" y="1563"/>
                    <a:pt x="60282" y="1563"/>
                  </a:cubicBezTo>
                  <a:cubicBezTo>
                    <a:pt x="63199" y="1563"/>
                    <a:pt x="66104" y="1420"/>
                    <a:pt x="69021" y="1278"/>
                  </a:cubicBezTo>
                  <a:cubicBezTo>
                    <a:pt x="71268" y="1162"/>
                    <a:pt x="73528" y="1060"/>
                    <a:pt x="75792" y="1060"/>
                  </a:cubicBezTo>
                  <a:cubicBezTo>
                    <a:pt x="76563" y="1060"/>
                    <a:pt x="77334" y="1072"/>
                    <a:pt x="78105" y="1099"/>
                  </a:cubicBezTo>
                  <a:cubicBezTo>
                    <a:pt x="79749" y="1147"/>
                    <a:pt x="81427" y="1278"/>
                    <a:pt x="83047" y="1575"/>
                  </a:cubicBezTo>
                  <a:cubicBezTo>
                    <a:pt x="83047" y="1575"/>
                    <a:pt x="83047" y="1587"/>
                    <a:pt x="83047" y="1599"/>
                  </a:cubicBezTo>
                  <a:cubicBezTo>
                    <a:pt x="83620" y="1720"/>
                    <a:pt x="84281" y="1762"/>
                    <a:pt x="84982" y="1762"/>
                  </a:cubicBezTo>
                  <a:cubicBezTo>
                    <a:pt x="86593" y="1762"/>
                    <a:pt x="88420" y="1539"/>
                    <a:pt x="89908" y="1539"/>
                  </a:cubicBezTo>
                  <a:cubicBezTo>
                    <a:pt x="89935" y="1539"/>
                    <a:pt x="89961" y="1539"/>
                    <a:pt x="89988" y="1540"/>
                  </a:cubicBezTo>
                  <a:cubicBezTo>
                    <a:pt x="93834" y="1551"/>
                    <a:pt x="97667" y="1563"/>
                    <a:pt x="101501" y="1563"/>
                  </a:cubicBezTo>
                  <a:cubicBezTo>
                    <a:pt x="104430" y="1563"/>
                    <a:pt x="107323" y="1420"/>
                    <a:pt x="110240" y="1278"/>
                  </a:cubicBezTo>
                  <a:cubicBezTo>
                    <a:pt x="112496" y="1162"/>
                    <a:pt x="114752" y="1060"/>
                    <a:pt x="117013" y="1060"/>
                  </a:cubicBezTo>
                  <a:cubicBezTo>
                    <a:pt x="117783" y="1060"/>
                    <a:pt x="118554" y="1072"/>
                    <a:pt x="119325" y="1099"/>
                  </a:cubicBezTo>
                  <a:cubicBezTo>
                    <a:pt x="121004" y="1147"/>
                    <a:pt x="122718" y="1289"/>
                    <a:pt x="124361" y="1587"/>
                  </a:cubicBezTo>
                  <a:lnTo>
                    <a:pt x="124361" y="1599"/>
                  </a:lnTo>
                  <a:cubicBezTo>
                    <a:pt x="124790" y="1694"/>
                    <a:pt x="125278" y="1730"/>
                    <a:pt x="125790" y="1754"/>
                  </a:cubicBezTo>
                  <a:lnTo>
                    <a:pt x="125790" y="182"/>
                  </a:lnTo>
                  <a:cubicBezTo>
                    <a:pt x="124945" y="206"/>
                    <a:pt x="124302" y="230"/>
                    <a:pt x="123945" y="242"/>
                  </a:cubicBezTo>
                  <a:cubicBezTo>
                    <a:pt x="122051" y="325"/>
                    <a:pt x="120158" y="349"/>
                    <a:pt x="118277" y="361"/>
                  </a:cubicBezTo>
                  <a:cubicBezTo>
                    <a:pt x="115229" y="361"/>
                    <a:pt x="112193" y="301"/>
                    <a:pt x="109157" y="230"/>
                  </a:cubicBezTo>
                  <a:cubicBezTo>
                    <a:pt x="106097" y="158"/>
                    <a:pt x="103049" y="51"/>
                    <a:pt x="99989" y="16"/>
                  </a:cubicBezTo>
                  <a:cubicBezTo>
                    <a:pt x="99304" y="8"/>
                    <a:pt x="98544" y="5"/>
                    <a:pt x="97736" y="5"/>
                  </a:cubicBezTo>
                  <a:cubicBezTo>
                    <a:pt x="92054" y="5"/>
                    <a:pt x="83973" y="170"/>
                    <a:pt x="82535" y="254"/>
                  </a:cubicBezTo>
                  <a:cubicBezTo>
                    <a:pt x="80713" y="325"/>
                    <a:pt x="78879" y="349"/>
                    <a:pt x="77058" y="349"/>
                  </a:cubicBezTo>
                  <a:cubicBezTo>
                    <a:pt x="76794" y="350"/>
                    <a:pt x="76531" y="350"/>
                    <a:pt x="76268" y="350"/>
                  </a:cubicBezTo>
                  <a:cubicBezTo>
                    <a:pt x="73485" y="350"/>
                    <a:pt x="70711" y="295"/>
                    <a:pt x="67938" y="230"/>
                  </a:cubicBezTo>
                  <a:cubicBezTo>
                    <a:pt x="64878" y="158"/>
                    <a:pt x="61830" y="51"/>
                    <a:pt x="58770" y="16"/>
                  </a:cubicBezTo>
                  <a:cubicBezTo>
                    <a:pt x="57984" y="5"/>
                    <a:pt x="57100" y="1"/>
                    <a:pt x="561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3"/>
            <p:cNvSpPr/>
            <p:nvPr/>
          </p:nvSpPr>
          <p:spPr>
            <a:xfrm>
              <a:off x="5980548" y="1320461"/>
              <a:ext cx="3163453" cy="69765"/>
            </a:xfrm>
            <a:custGeom>
              <a:avLst/>
              <a:gdLst/>
              <a:ahLst/>
              <a:cxnLst/>
              <a:rect l="l" t="t" r="r" b="b"/>
              <a:pathLst>
                <a:path w="125397" h="2181" extrusionOk="0">
                  <a:moveTo>
                    <a:pt x="73263" y="1"/>
                  </a:moveTo>
                  <a:cubicBezTo>
                    <a:pt x="71521" y="1"/>
                    <a:pt x="69778" y="65"/>
                    <a:pt x="68057" y="129"/>
                  </a:cubicBezTo>
                  <a:cubicBezTo>
                    <a:pt x="66592" y="189"/>
                    <a:pt x="65139" y="260"/>
                    <a:pt x="63675" y="284"/>
                  </a:cubicBezTo>
                  <a:cubicBezTo>
                    <a:pt x="63256" y="291"/>
                    <a:pt x="62837" y="294"/>
                    <a:pt x="62418" y="294"/>
                  </a:cubicBezTo>
                  <a:cubicBezTo>
                    <a:pt x="61337" y="294"/>
                    <a:pt x="60256" y="274"/>
                    <a:pt x="59174" y="248"/>
                  </a:cubicBezTo>
                  <a:cubicBezTo>
                    <a:pt x="58454" y="231"/>
                    <a:pt x="57718" y="224"/>
                    <a:pt x="56969" y="224"/>
                  </a:cubicBezTo>
                  <a:cubicBezTo>
                    <a:pt x="52047" y="224"/>
                    <a:pt x="46590" y="549"/>
                    <a:pt x="41744" y="570"/>
                  </a:cubicBezTo>
                  <a:cubicBezTo>
                    <a:pt x="39636" y="534"/>
                    <a:pt x="37505" y="248"/>
                    <a:pt x="35421" y="117"/>
                  </a:cubicBezTo>
                  <a:cubicBezTo>
                    <a:pt x="34240" y="34"/>
                    <a:pt x="33049" y="3"/>
                    <a:pt x="31855" y="3"/>
                  </a:cubicBezTo>
                  <a:cubicBezTo>
                    <a:pt x="30149" y="3"/>
                    <a:pt x="28437" y="66"/>
                    <a:pt x="26742" y="129"/>
                  </a:cubicBezTo>
                  <a:cubicBezTo>
                    <a:pt x="25277" y="189"/>
                    <a:pt x="23825" y="260"/>
                    <a:pt x="22360" y="284"/>
                  </a:cubicBezTo>
                  <a:cubicBezTo>
                    <a:pt x="21941" y="291"/>
                    <a:pt x="21522" y="294"/>
                    <a:pt x="21104" y="294"/>
                  </a:cubicBezTo>
                  <a:cubicBezTo>
                    <a:pt x="20022" y="294"/>
                    <a:pt x="18941" y="274"/>
                    <a:pt x="17860" y="248"/>
                  </a:cubicBezTo>
                  <a:cubicBezTo>
                    <a:pt x="17154" y="232"/>
                    <a:pt x="16432" y="225"/>
                    <a:pt x="15698" y="225"/>
                  </a:cubicBezTo>
                  <a:cubicBezTo>
                    <a:pt x="10625" y="225"/>
                    <a:pt x="4972" y="570"/>
                    <a:pt x="0" y="570"/>
                  </a:cubicBezTo>
                  <a:cubicBezTo>
                    <a:pt x="12" y="1034"/>
                    <a:pt x="215" y="1701"/>
                    <a:pt x="215" y="2165"/>
                  </a:cubicBezTo>
                  <a:cubicBezTo>
                    <a:pt x="642" y="2175"/>
                    <a:pt x="1071" y="2180"/>
                    <a:pt x="1501" y="2180"/>
                  </a:cubicBezTo>
                  <a:cubicBezTo>
                    <a:pt x="6975" y="2180"/>
                    <a:pt x="12635" y="1423"/>
                    <a:pt x="17946" y="1423"/>
                  </a:cubicBezTo>
                  <a:cubicBezTo>
                    <a:pt x="18622" y="1423"/>
                    <a:pt x="19292" y="1435"/>
                    <a:pt x="19955" y="1463"/>
                  </a:cubicBezTo>
                  <a:cubicBezTo>
                    <a:pt x="24265" y="1641"/>
                    <a:pt x="28563" y="2046"/>
                    <a:pt x="32885" y="2082"/>
                  </a:cubicBezTo>
                  <a:cubicBezTo>
                    <a:pt x="35767" y="2106"/>
                    <a:pt x="38648" y="2082"/>
                    <a:pt x="41529" y="2153"/>
                  </a:cubicBezTo>
                  <a:lnTo>
                    <a:pt x="41529" y="2165"/>
                  </a:lnTo>
                  <a:cubicBezTo>
                    <a:pt x="41957" y="2175"/>
                    <a:pt x="42386" y="2180"/>
                    <a:pt x="42816" y="2180"/>
                  </a:cubicBezTo>
                  <a:cubicBezTo>
                    <a:pt x="48289" y="2180"/>
                    <a:pt x="53950" y="1423"/>
                    <a:pt x="59260" y="1423"/>
                  </a:cubicBezTo>
                  <a:cubicBezTo>
                    <a:pt x="59936" y="1423"/>
                    <a:pt x="60607" y="1435"/>
                    <a:pt x="61270" y="1463"/>
                  </a:cubicBezTo>
                  <a:cubicBezTo>
                    <a:pt x="65580" y="1641"/>
                    <a:pt x="69878" y="2046"/>
                    <a:pt x="74200" y="2082"/>
                  </a:cubicBezTo>
                  <a:cubicBezTo>
                    <a:pt x="77058" y="2106"/>
                    <a:pt x="79903" y="2082"/>
                    <a:pt x="82749" y="2153"/>
                  </a:cubicBezTo>
                  <a:lnTo>
                    <a:pt x="82749" y="2165"/>
                  </a:lnTo>
                  <a:cubicBezTo>
                    <a:pt x="83176" y="2175"/>
                    <a:pt x="83605" y="2180"/>
                    <a:pt x="84035" y="2180"/>
                  </a:cubicBezTo>
                  <a:cubicBezTo>
                    <a:pt x="89509" y="2180"/>
                    <a:pt x="95169" y="1423"/>
                    <a:pt x="100480" y="1423"/>
                  </a:cubicBezTo>
                  <a:cubicBezTo>
                    <a:pt x="101156" y="1423"/>
                    <a:pt x="101826" y="1435"/>
                    <a:pt x="102489" y="1463"/>
                  </a:cubicBezTo>
                  <a:cubicBezTo>
                    <a:pt x="106811" y="1641"/>
                    <a:pt x="111098" y="2046"/>
                    <a:pt x="115431" y="2082"/>
                  </a:cubicBezTo>
                  <a:cubicBezTo>
                    <a:pt x="118313" y="2106"/>
                    <a:pt x="121194" y="2082"/>
                    <a:pt x="124064" y="2153"/>
                  </a:cubicBezTo>
                  <a:cubicBezTo>
                    <a:pt x="124504" y="2165"/>
                    <a:pt x="124956" y="2177"/>
                    <a:pt x="125397" y="2177"/>
                  </a:cubicBezTo>
                  <a:lnTo>
                    <a:pt x="125397" y="558"/>
                  </a:lnTo>
                  <a:cubicBezTo>
                    <a:pt x="125028" y="558"/>
                    <a:pt x="124647" y="570"/>
                    <a:pt x="124278" y="570"/>
                  </a:cubicBezTo>
                  <a:lnTo>
                    <a:pt x="124278" y="558"/>
                  </a:lnTo>
                  <a:cubicBezTo>
                    <a:pt x="122170" y="534"/>
                    <a:pt x="120039" y="248"/>
                    <a:pt x="117956" y="106"/>
                  </a:cubicBezTo>
                  <a:cubicBezTo>
                    <a:pt x="116808" y="29"/>
                    <a:pt x="115651" y="1"/>
                    <a:pt x="114491" y="1"/>
                  </a:cubicBezTo>
                  <a:cubicBezTo>
                    <a:pt x="112751" y="1"/>
                    <a:pt x="111005" y="65"/>
                    <a:pt x="109276" y="129"/>
                  </a:cubicBezTo>
                  <a:cubicBezTo>
                    <a:pt x="107811" y="189"/>
                    <a:pt x="106359" y="260"/>
                    <a:pt x="104894" y="284"/>
                  </a:cubicBezTo>
                  <a:cubicBezTo>
                    <a:pt x="104476" y="291"/>
                    <a:pt x="104057" y="294"/>
                    <a:pt x="103638" y="294"/>
                  </a:cubicBezTo>
                  <a:cubicBezTo>
                    <a:pt x="102556" y="294"/>
                    <a:pt x="101475" y="274"/>
                    <a:pt x="100394" y="248"/>
                  </a:cubicBezTo>
                  <a:cubicBezTo>
                    <a:pt x="99679" y="231"/>
                    <a:pt x="98947" y="224"/>
                    <a:pt x="98203" y="224"/>
                  </a:cubicBezTo>
                  <a:cubicBezTo>
                    <a:pt x="93311" y="224"/>
                    <a:pt x="87884" y="549"/>
                    <a:pt x="83058" y="570"/>
                  </a:cubicBezTo>
                  <a:cubicBezTo>
                    <a:pt x="80951" y="534"/>
                    <a:pt x="78820" y="248"/>
                    <a:pt x="76736" y="106"/>
                  </a:cubicBezTo>
                  <a:cubicBezTo>
                    <a:pt x="75584" y="29"/>
                    <a:pt x="74423" y="1"/>
                    <a:pt x="73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3"/>
            <p:cNvSpPr/>
            <p:nvPr/>
          </p:nvSpPr>
          <p:spPr>
            <a:xfrm>
              <a:off x="5967934" y="1401422"/>
              <a:ext cx="3176067" cy="75139"/>
            </a:xfrm>
            <a:custGeom>
              <a:avLst/>
              <a:gdLst/>
              <a:ahLst/>
              <a:cxnLst/>
              <a:rect l="l" t="t" r="r" b="b"/>
              <a:pathLst>
                <a:path w="125897" h="2349" extrusionOk="0">
                  <a:moveTo>
                    <a:pt x="100752" y="1"/>
                  </a:moveTo>
                  <a:cubicBezTo>
                    <a:pt x="95029" y="1"/>
                    <a:pt x="88561" y="707"/>
                    <a:pt x="82915" y="718"/>
                  </a:cubicBezTo>
                  <a:cubicBezTo>
                    <a:pt x="79856" y="646"/>
                    <a:pt x="76784" y="694"/>
                    <a:pt x="73724" y="646"/>
                  </a:cubicBezTo>
                  <a:cubicBezTo>
                    <a:pt x="69807" y="587"/>
                    <a:pt x="65913" y="218"/>
                    <a:pt x="62008" y="51"/>
                  </a:cubicBezTo>
                  <a:cubicBezTo>
                    <a:pt x="61208" y="16"/>
                    <a:pt x="60387" y="1"/>
                    <a:pt x="59550" y="1"/>
                  </a:cubicBezTo>
                  <a:cubicBezTo>
                    <a:pt x="53800" y="1"/>
                    <a:pt x="47299" y="718"/>
                    <a:pt x="41625" y="718"/>
                  </a:cubicBezTo>
                  <a:cubicBezTo>
                    <a:pt x="38553" y="646"/>
                    <a:pt x="35481" y="706"/>
                    <a:pt x="32409" y="646"/>
                  </a:cubicBezTo>
                  <a:cubicBezTo>
                    <a:pt x="28492" y="587"/>
                    <a:pt x="24599" y="218"/>
                    <a:pt x="20693" y="51"/>
                  </a:cubicBezTo>
                  <a:cubicBezTo>
                    <a:pt x="19894" y="17"/>
                    <a:pt x="19073" y="2"/>
                    <a:pt x="18237" y="2"/>
                  </a:cubicBezTo>
                  <a:cubicBezTo>
                    <a:pt x="12466" y="2"/>
                    <a:pt x="5939" y="718"/>
                    <a:pt x="253" y="718"/>
                  </a:cubicBezTo>
                  <a:cubicBezTo>
                    <a:pt x="213" y="718"/>
                    <a:pt x="172" y="718"/>
                    <a:pt x="131" y="718"/>
                  </a:cubicBezTo>
                  <a:lnTo>
                    <a:pt x="131" y="718"/>
                  </a:lnTo>
                  <a:cubicBezTo>
                    <a:pt x="167" y="1313"/>
                    <a:pt x="0" y="1754"/>
                    <a:pt x="36" y="2349"/>
                  </a:cubicBezTo>
                  <a:cubicBezTo>
                    <a:pt x="1484" y="2349"/>
                    <a:pt x="2132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5"/>
                    <a:pt x="5906" y="1515"/>
                    <a:pt x="7597" y="1444"/>
                  </a:cubicBezTo>
                  <a:cubicBezTo>
                    <a:pt x="8553" y="1407"/>
                    <a:pt x="9511" y="1391"/>
                    <a:pt x="10468" y="1391"/>
                  </a:cubicBezTo>
                  <a:cubicBezTo>
                    <a:pt x="13182" y="1391"/>
                    <a:pt x="15896" y="1521"/>
                    <a:pt x="18598" y="1670"/>
                  </a:cubicBezTo>
                  <a:cubicBezTo>
                    <a:pt x="20408" y="1777"/>
                    <a:pt x="22217" y="1885"/>
                    <a:pt x="24027" y="2004"/>
                  </a:cubicBezTo>
                  <a:cubicBezTo>
                    <a:pt x="24826" y="1990"/>
                    <a:pt x="25625" y="1985"/>
                    <a:pt x="26423" y="1985"/>
                  </a:cubicBezTo>
                  <a:cubicBezTo>
                    <a:pt x="31406" y="1985"/>
                    <a:pt x="36374" y="2214"/>
                    <a:pt x="41351" y="2337"/>
                  </a:cubicBezTo>
                  <a:lnTo>
                    <a:pt x="41351" y="2349"/>
                  </a:lnTo>
                  <a:lnTo>
                    <a:pt x="41482" y="2349"/>
                  </a:lnTo>
                  <a:cubicBezTo>
                    <a:pt x="42855" y="2325"/>
                    <a:pt x="43476" y="1932"/>
                    <a:pt x="43687" y="1932"/>
                  </a:cubicBezTo>
                  <a:cubicBezTo>
                    <a:pt x="43690" y="1932"/>
                    <a:pt x="43693" y="1932"/>
                    <a:pt x="43696" y="1932"/>
                  </a:cubicBezTo>
                  <a:cubicBezTo>
                    <a:pt x="45411" y="1635"/>
                    <a:pt x="47209" y="1515"/>
                    <a:pt x="48911" y="1444"/>
                  </a:cubicBezTo>
                  <a:cubicBezTo>
                    <a:pt x="49868" y="1407"/>
                    <a:pt x="50825" y="1391"/>
                    <a:pt x="51783" y="1391"/>
                  </a:cubicBezTo>
                  <a:cubicBezTo>
                    <a:pt x="54496" y="1391"/>
                    <a:pt x="57211" y="1521"/>
                    <a:pt x="59913" y="1670"/>
                  </a:cubicBezTo>
                  <a:cubicBezTo>
                    <a:pt x="61722" y="1766"/>
                    <a:pt x="63532" y="1885"/>
                    <a:pt x="65342" y="2004"/>
                  </a:cubicBezTo>
                  <a:cubicBezTo>
                    <a:pt x="66136" y="1990"/>
                    <a:pt x="66930" y="1985"/>
                    <a:pt x="67724" y="1985"/>
                  </a:cubicBezTo>
                  <a:cubicBezTo>
                    <a:pt x="72678" y="1985"/>
                    <a:pt x="77624" y="2214"/>
                    <a:pt x="82570" y="2337"/>
                  </a:cubicBezTo>
                  <a:lnTo>
                    <a:pt x="82570" y="2349"/>
                  </a:lnTo>
                  <a:lnTo>
                    <a:pt x="82773" y="2349"/>
                  </a:lnTo>
                  <a:cubicBezTo>
                    <a:pt x="82784" y="2349"/>
                    <a:pt x="82796" y="2337"/>
                    <a:pt x="82808" y="2337"/>
                  </a:cubicBezTo>
                  <a:cubicBezTo>
                    <a:pt x="84078" y="2302"/>
                    <a:pt x="84677" y="1943"/>
                    <a:pt x="84896" y="1943"/>
                  </a:cubicBezTo>
                  <a:cubicBezTo>
                    <a:pt x="84903" y="1943"/>
                    <a:pt x="84910" y="1943"/>
                    <a:pt x="84916" y="1944"/>
                  </a:cubicBezTo>
                  <a:cubicBezTo>
                    <a:pt x="86630" y="1635"/>
                    <a:pt x="88440" y="1515"/>
                    <a:pt x="90131" y="1444"/>
                  </a:cubicBezTo>
                  <a:cubicBezTo>
                    <a:pt x="91087" y="1407"/>
                    <a:pt x="92045" y="1391"/>
                    <a:pt x="93002" y="1391"/>
                  </a:cubicBezTo>
                  <a:cubicBezTo>
                    <a:pt x="95716" y="1391"/>
                    <a:pt x="98430" y="1521"/>
                    <a:pt x="101132" y="1670"/>
                  </a:cubicBezTo>
                  <a:cubicBezTo>
                    <a:pt x="102942" y="1777"/>
                    <a:pt x="104752" y="1885"/>
                    <a:pt x="106561" y="2004"/>
                  </a:cubicBezTo>
                  <a:cubicBezTo>
                    <a:pt x="107360" y="1990"/>
                    <a:pt x="108159" y="1985"/>
                    <a:pt x="108958" y="1985"/>
                  </a:cubicBezTo>
                  <a:cubicBezTo>
                    <a:pt x="113940" y="1985"/>
                    <a:pt x="118908" y="2214"/>
                    <a:pt x="123885" y="2337"/>
                  </a:cubicBezTo>
                  <a:lnTo>
                    <a:pt x="123885" y="2349"/>
                  </a:lnTo>
                  <a:lnTo>
                    <a:pt x="124016" y="2349"/>
                  </a:lnTo>
                  <a:cubicBezTo>
                    <a:pt x="124956" y="2325"/>
                    <a:pt x="125552" y="2135"/>
                    <a:pt x="125897" y="2027"/>
                  </a:cubicBezTo>
                  <a:lnTo>
                    <a:pt x="125897" y="694"/>
                  </a:lnTo>
                  <a:cubicBezTo>
                    <a:pt x="125314" y="706"/>
                    <a:pt x="124730" y="718"/>
                    <a:pt x="124159" y="718"/>
                  </a:cubicBezTo>
                  <a:cubicBezTo>
                    <a:pt x="121087" y="646"/>
                    <a:pt x="118015" y="706"/>
                    <a:pt x="114943" y="646"/>
                  </a:cubicBezTo>
                  <a:cubicBezTo>
                    <a:pt x="111026" y="587"/>
                    <a:pt x="107133" y="218"/>
                    <a:pt x="103228" y="51"/>
                  </a:cubicBezTo>
                  <a:cubicBezTo>
                    <a:pt x="102422" y="16"/>
                    <a:pt x="101595" y="1"/>
                    <a:pt x="1007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8198146" y="2026489"/>
              <a:ext cx="375486" cy="13467"/>
            </a:xfrm>
            <a:custGeom>
              <a:avLst/>
              <a:gdLst/>
              <a:ahLst/>
              <a:cxnLst/>
              <a:rect l="l" t="t" r="r" b="b"/>
              <a:pathLst>
                <a:path w="14884" h="421" extrusionOk="0">
                  <a:moveTo>
                    <a:pt x="13752" y="0"/>
                  </a:moveTo>
                  <a:cubicBezTo>
                    <a:pt x="9168" y="48"/>
                    <a:pt x="4584" y="131"/>
                    <a:pt x="0" y="239"/>
                  </a:cubicBezTo>
                  <a:cubicBezTo>
                    <a:pt x="1996" y="359"/>
                    <a:pt x="3997" y="420"/>
                    <a:pt x="5999" y="420"/>
                  </a:cubicBezTo>
                  <a:cubicBezTo>
                    <a:pt x="7364" y="420"/>
                    <a:pt x="8730" y="392"/>
                    <a:pt x="10097" y="334"/>
                  </a:cubicBezTo>
                  <a:cubicBezTo>
                    <a:pt x="11692" y="262"/>
                    <a:pt x="13288" y="155"/>
                    <a:pt x="148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5969725" y="1563023"/>
              <a:ext cx="3174275" cy="56522"/>
            </a:xfrm>
            <a:custGeom>
              <a:avLst/>
              <a:gdLst/>
              <a:ahLst/>
              <a:cxnLst/>
              <a:rect l="l" t="t" r="r" b="b"/>
              <a:pathLst>
                <a:path w="125826" h="1767" extrusionOk="0">
                  <a:moveTo>
                    <a:pt x="15198" y="1"/>
                  </a:moveTo>
                  <a:cubicBezTo>
                    <a:pt x="9511" y="1"/>
                    <a:pt x="1439" y="166"/>
                    <a:pt x="1" y="250"/>
                  </a:cubicBezTo>
                  <a:cubicBezTo>
                    <a:pt x="25" y="750"/>
                    <a:pt x="489" y="1107"/>
                    <a:pt x="501" y="1595"/>
                  </a:cubicBezTo>
                  <a:cubicBezTo>
                    <a:pt x="1086" y="1722"/>
                    <a:pt x="1762" y="1766"/>
                    <a:pt x="2480" y="1766"/>
                  </a:cubicBezTo>
                  <a:cubicBezTo>
                    <a:pt x="4081" y="1766"/>
                    <a:pt x="5891" y="1547"/>
                    <a:pt x="7373" y="1547"/>
                  </a:cubicBezTo>
                  <a:cubicBezTo>
                    <a:pt x="7400" y="1547"/>
                    <a:pt x="7427" y="1547"/>
                    <a:pt x="7454" y="1547"/>
                  </a:cubicBezTo>
                  <a:cubicBezTo>
                    <a:pt x="11288" y="1559"/>
                    <a:pt x="15122" y="1559"/>
                    <a:pt x="18956" y="1559"/>
                  </a:cubicBezTo>
                  <a:cubicBezTo>
                    <a:pt x="21884" y="1559"/>
                    <a:pt x="24778" y="1428"/>
                    <a:pt x="27695" y="1274"/>
                  </a:cubicBezTo>
                  <a:cubicBezTo>
                    <a:pt x="29951" y="1158"/>
                    <a:pt x="32207" y="1056"/>
                    <a:pt x="34467" y="1056"/>
                  </a:cubicBezTo>
                  <a:cubicBezTo>
                    <a:pt x="35237" y="1056"/>
                    <a:pt x="36008" y="1068"/>
                    <a:pt x="36779" y="1095"/>
                  </a:cubicBezTo>
                  <a:cubicBezTo>
                    <a:pt x="38458" y="1155"/>
                    <a:pt x="40172" y="1285"/>
                    <a:pt x="41816" y="1583"/>
                  </a:cubicBezTo>
                  <a:lnTo>
                    <a:pt x="41816" y="1595"/>
                  </a:lnTo>
                  <a:cubicBezTo>
                    <a:pt x="42401" y="1722"/>
                    <a:pt x="43077" y="1766"/>
                    <a:pt x="43794" y="1766"/>
                  </a:cubicBezTo>
                  <a:cubicBezTo>
                    <a:pt x="45396" y="1766"/>
                    <a:pt x="47206" y="1547"/>
                    <a:pt x="48688" y="1547"/>
                  </a:cubicBezTo>
                  <a:cubicBezTo>
                    <a:pt x="48715" y="1547"/>
                    <a:pt x="48742" y="1547"/>
                    <a:pt x="48769" y="1547"/>
                  </a:cubicBezTo>
                  <a:cubicBezTo>
                    <a:pt x="52603" y="1559"/>
                    <a:pt x="56436" y="1559"/>
                    <a:pt x="60270" y="1559"/>
                  </a:cubicBezTo>
                  <a:cubicBezTo>
                    <a:pt x="63199" y="1559"/>
                    <a:pt x="66092" y="1428"/>
                    <a:pt x="69009" y="1274"/>
                  </a:cubicBezTo>
                  <a:cubicBezTo>
                    <a:pt x="71265" y="1158"/>
                    <a:pt x="73521" y="1056"/>
                    <a:pt x="75782" y="1056"/>
                  </a:cubicBezTo>
                  <a:cubicBezTo>
                    <a:pt x="76552" y="1056"/>
                    <a:pt x="77323" y="1068"/>
                    <a:pt x="78094" y="1095"/>
                  </a:cubicBezTo>
                  <a:cubicBezTo>
                    <a:pt x="79749" y="1155"/>
                    <a:pt x="81428" y="1285"/>
                    <a:pt x="83035" y="1571"/>
                  </a:cubicBezTo>
                  <a:cubicBezTo>
                    <a:pt x="83035" y="1583"/>
                    <a:pt x="83035" y="1595"/>
                    <a:pt x="83035" y="1595"/>
                  </a:cubicBezTo>
                  <a:cubicBezTo>
                    <a:pt x="83621" y="1722"/>
                    <a:pt x="84296" y="1766"/>
                    <a:pt x="85014" y="1766"/>
                  </a:cubicBezTo>
                  <a:cubicBezTo>
                    <a:pt x="86615" y="1766"/>
                    <a:pt x="88426" y="1547"/>
                    <a:pt x="89908" y="1547"/>
                  </a:cubicBezTo>
                  <a:cubicBezTo>
                    <a:pt x="89935" y="1547"/>
                    <a:pt x="89961" y="1547"/>
                    <a:pt x="89988" y="1547"/>
                  </a:cubicBezTo>
                  <a:cubicBezTo>
                    <a:pt x="93822" y="1559"/>
                    <a:pt x="97656" y="1559"/>
                    <a:pt x="101502" y="1559"/>
                  </a:cubicBezTo>
                  <a:cubicBezTo>
                    <a:pt x="104419" y="1559"/>
                    <a:pt x="107324" y="1428"/>
                    <a:pt x="110229" y="1274"/>
                  </a:cubicBezTo>
                  <a:cubicBezTo>
                    <a:pt x="112485" y="1158"/>
                    <a:pt x="114747" y="1056"/>
                    <a:pt x="117007" y="1056"/>
                  </a:cubicBezTo>
                  <a:cubicBezTo>
                    <a:pt x="117776" y="1056"/>
                    <a:pt x="118545" y="1068"/>
                    <a:pt x="119313" y="1095"/>
                  </a:cubicBezTo>
                  <a:cubicBezTo>
                    <a:pt x="121004" y="1155"/>
                    <a:pt x="122707" y="1285"/>
                    <a:pt x="124350" y="1595"/>
                  </a:cubicBezTo>
                  <a:cubicBezTo>
                    <a:pt x="124802" y="1690"/>
                    <a:pt x="125302" y="1738"/>
                    <a:pt x="125826" y="1762"/>
                  </a:cubicBezTo>
                  <a:lnTo>
                    <a:pt x="125826" y="190"/>
                  </a:lnTo>
                  <a:cubicBezTo>
                    <a:pt x="124957" y="214"/>
                    <a:pt x="124302" y="238"/>
                    <a:pt x="123933" y="250"/>
                  </a:cubicBezTo>
                  <a:cubicBezTo>
                    <a:pt x="122052" y="321"/>
                    <a:pt x="120159" y="357"/>
                    <a:pt x="118266" y="357"/>
                  </a:cubicBezTo>
                  <a:cubicBezTo>
                    <a:pt x="118039" y="358"/>
                    <a:pt x="117813" y="358"/>
                    <a:pt x="117586" y="358"/>
                  </a:cubicBezTo>
                  <a:cubicBezTo>
                    <a:pt x="114776" y="358"/>
                    <a:pt x="111966" y="293"/>
                    <a:pt x="109145" y="238"/>
                  </a:cubicBezTo>
                  <a:cubicBezTo>
                    <a:pt x="106097" y="166"/>
                    <a:pt x="103037" y="59"/>
                    <a:pt x="99989" y="23"/>
                  </a:cubicBezTo>
                  <a:cubicBezTo>
                    <a:pt x="99190" y="13"/>
                    <a:pt x="98289" y="8"/>
                    <a:pt x="97329" y="8"/>
                  </a:cubicBezTo>
                  <a:cubicBezTo>
                    <a:pt x="91671" y="8"/>
                    <a:pt x="83940" y="168"/>
                    <a:pt x="82535" y="250"/>
                  </a:cubicBezTo>
                  <a:lnTo>
                    <a:pt x="82535" y="262"/>
                  </a:lnTo>
                  <a:cubicBezTo>
                    <a:pt x="80701" y="321"/>
                    <a:pt x="78880" y="357"/>
                    <a:pt x="77046" y="357"/>
                  </a:cubicBezTo>
                  <a:cubicBezTo>
                    <a:pt x="76821" y="358"/>
                    <a:pt x="76596" y="358"/>
                    <a:pt x="76370" y="358"/>
                  </a:cubicBezTo>
                  <a:cubicBezTo>
                    <a:pt x="73560" y="358"/>
                    <a:pt x="70748" y="292"/>
                    <a:pt x="67926" y="226"/>
                  </a:cubicBezTo>
                  <a:cubicBezTo>
                    <a:pt x="64878" y="154"/>
                    <a:pt x="61818" y="47"/>
                    <a:pt x="58770" y="12"/>
                  </a:cubicBezTo>
                  <a:cubicBezTo>
                    <a:pt x="58095" y="4"/>
                    <a:pt x="57348" y="1"/>
                    <a:pt x="56555" y="1"/>
                  </a:cubicBezTo>
                  <a:cubicBezTo>
                    <a:pt x="50975" y="1"/>
                    <a:pt x="43066" y="166"/>
                    <a:pt x="41399" y="250"/>
                  </a:cubicBezTo>
                  <a:cubicBezTo>
                    <a:pt x="39518" y="321"/>
                    <a:pt x="37625" y="357"/>
                    <a:pt x="35731" y="357"/>
                  </a:cubicBezTo>
                  <a:cubicBezTo>
                    <a:pt x="35506" y="358"/>
                    <a:pt x="35281" y="358"/>
                    <a:pt x="35056" y="358"/>
                  </a:cubicBezTo>
                  <a:cubicBezTo>
                    <a:pt x="32245" y="358"/>
                    <a:pt x="29433" y="292"/>
                    <a:pt x="26611" y="226"/>
                  </a:cubicBezTo>
                  <a:cubicBezTo>
                    <a:pt x="23563" y="154"/>
                    <a:pt x="20503" y="47"/>
                    <a:pt x="17455" y="12"/>
                  </a:cubicBezTo>
                  <a:cubicBezTo>
                    <a:pt x="16769" y="4"/>
                    <a:pt x="16008" y="1"/>
                    <a:pt x="151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5979639" y="1877172"/>
              <a:ext cx="3164361" cy="69541"/>
            </a:xfrm>
            <a:custGeom>
              <a:avLst/>
              <a:gdLst/>
              <a:ahLst/>
              <a:cxnLst/>
              <a:rect l="l" t="t" r="r" b="b"/>
              <a:pathLst>
                <a:path w="125433" h="2174" extrusionOk="0">
                  <a:moveTo>
                    <a:pt x="31855" y="0"/>
                  </a:moveTo>
                  <a:cubicBezTo>
                    <a:pt x="30143" y="0"/>
                    <a:pt x="28428" y="62"/>
                    <a:pt x="26730" y="132"/>
                  </a:cubicBezTo>
                  <a:cubicBezTo>
                    <a:pt x="25278" y="192"/>
                    <a:pt x="23825" y="263"/>
                    <a:pt x="22361" y="287"/>
                  </a:cubicBezTo>
                  <a:cubicBezTo>
                    <a:pt x="21942" y="294"/>
                    <a:pt x="21523" y="297"/>
                    <a:pt x="21104" y="297"/>
                  </a:cubicBezTo>
                  <a:cubicBezTo>
                    <a:pt x="20023" y="297"/>
                    <a:pt x="18941" y="277"/>
                    <a:pt x="17860" y="251"/>
                  </a:cubicBezTo>
                  <a:cubicBezTo>
                    <a:pt x="17153" y="235"/>
                    <a:pt x="16429" y="227"/>
                    <a:pt x="15694" y="227"/>
                  </a:cubicBezTo>
                  <a:cubicBezTo>
                    <a:pt x="10614" y="227"/>
                    <a:pt x="4962" y="573"/>
                    <a:pt x="1" y="573"/>
                  </a:cubicBezTo>
                  <a:cubicBezTo>
                    <a:pt x="1" y="1037"/>
                    <a:pt x="203" y="1692"/>
                    <a:pt x="215" y="2156"/>
                  </a:cubicBezTo>
                  <a:cubicBezTo>
                    <a:pt x="673" y="2168"/>
                    <a:pt x="1133" y="2173"/>
                    <a:pt x="1595" y="2173"/>
                  </a:cubicBezTo>
                  <a:cubicBezTo>
                    <a:pt x="7037" y="2173"/>
                    <a:pt x="12655" y="1426"/>
                    <a:pt x="17933" y="1426"/>
                  </a:cubicBezTo>
                  <a:cubicBezTo>
                    <a:pt x="18609" y="1426"/>
                    <a:pt x="19280" y="1438"/>
                    <a:pt x="19944" y="1466"/>
                  </a:cubicBezTo>
                  <a:cubicBezTo>
                    <a:pt x="24266" y="1644"/>
                    <a:pt x="28552" y="2049"/>
                    <a:pt x="32886" y="2085"/>
                  </a:cubicBezTo>
                  <a:cubicBezTo>
                    <a:pt x="35767" y="2109"/>
                    <a:pt x="38648" y="2085"/>
                    <a:pt x="41530" y="2156"/>
                  </a:cubicBezTo>
                  <a:cubicBezTo>
                    <a:pt x="41988" y="2168"/>
                    <a:pt x="42448" y="2173"/>
                    <a:pt x="42909" y="2173"/>
                  </a:cubicBezTo>
                  <a:cubicBezTo>
                    <a:pt x="48352" y="2173"/>
                    <a:pt x="53969" y="1426"/>
                    <a:pt x="59248" y="1426"/>
                  </a:cubicBezTo>
                  <a:cubicBezTo>
                    <a:pt x="59924" y="1426"/>
                    <a:pt x="60595" y="1438"/>
                    <a:pt x="61258" y="1466"/>
                  </a:cubicBezTo>
                  <a:cubicBezTo>
                    <a:pt x="65580" y="1644"/>
                    <a:pt x="69867" y="2049"/>
                    <a:pt x="74200" y="2085"/>
                  </a:cubicBezTo>
                  <a:cubicBezTo>
                    <a:pt x="77046" y="2109"/>
                    <a:pt x="79904" y="2085"/>
                    <a:pt x="82749" y="2156"/>
                  </a:cubicBezTo>
                  <a:cubicBezTo>
                    <a:pt x="83208" y="2168"/>
                    <a:pt x="83668" y="2173"/>
                    <a:pt x="84129" y="2173"/>
                  </a:cubicBezTo>
                  <a:cubicBezTo>
                    <a:pt x="89571" y="2173"/>
                    <a:pt x="95189" y="1426"/>
                    <a:pt x="100468" y="1426"/>
                  </a:cubicBezTo>
                  <a:cubicBezTo>
                    <a:pt x="101144" y="1426"/>
                    <a:pt x="101814" y="1438"/>
                    <a:pt x="102478" y="1466"/>
                  </a:cubicBezTo>
                  <a:cubicBezTo>
                    <a:pt x="106800" y="1644"/>
                    <a:pt x="111086" y="2049"/>
                    <a:pt x="115420" y="2085"/>
                  </a:cubicBezTo>
                  <a:cubicBezTo>
                    <a:pt x="118301" y="2109"/>
                    <a:pt x="121182" y="2085"/>
                    <a:pt x="124064" y="2156"/>
                  </a:cubicBezTo>
                  <a:cubicBezTo>
                    <a:pt x="124516" y="2168"/>
                    <a:pt x="124981" y="2168"/>
                    <a:pt x="125433" y="2168"/>
                  </a:cubicBezTo>
                  <a:lnTo>
                    <a:pt x="125433" y="561"/>
                  </a:lnTo>
                  <a:cubicBezTo>
                    <a:pt x="125052" y="561"/>
                    <a:pt x="124659" y="573"/>
                    <a:pt x="124278" y="573"/>
                  </a:cubicBezTo>
                  <a:lnTo>
                    <a:pt x="124278" y="561"/>
                  </a:lnTo>
                  <a:cubicBezTo>
                    <a:pt x="122159" y="537"/>
                    <a:pt x="120039" y="251"/>
                    <a:pt x="117956" y="108"/>
                  </a:cubicBezTo>
                  <a:cubicBezTo>
                    <a:pt x="116773" y="30"/>
                    <a:pt x="115582" y="0"/>
                    <a:pt x="114389" y="0"/>
                  </a:cubicBezTo>
                  <a:cubicBezTo>
                    <a:pt x="112677" y="0"/>
                    <a:pt x="110963" y="62"/>
                    <a:pt x="109264" y="132"/>
                  </a:cubicBezTo>
                  <a:cubicBezTo>
                    <a:pt x="107812" y="180"/>
                    <a:pt x="106347" y="263"/>
                    <a:pt x="104895" y="287"/>
                  </a:cubicBezTo>
                  <a:cubicBezTo>
                    <a:pt x="104520" y="290"/>
                    <a:pt x="104145" y="291"/>
                    <a:pt x="103770" y="291"/>
                  </a:cubicBezTo>
                  <a:cubicBezTo>
                    <a:pt x="102644" y="291"/>
                    <a:pt x="101519" y="278"/>
                    <a:pt x="100394" y="251"/>
                  </a:cubicBezTo>
                  <a:cubicBezTo>
                    <a:pt x="99663" y="234"/>
                    <a:pt x="98914" y="226"/>
                    <a:pt x="98153" y="226"/>
                  </a:cubicBezTo>
                  <a:cubicBezTo>
                    <a:pt x="93274" y="226"/>
                    <a:pt x="87868" y="542"/>
                    <a:pt x="83059" y="573"/>
                  </a:cubicBezTo>
                  <a:lnTo>
                    <a:pt x="83059" y="561"/>
                  </a:lnTo>
                  <a:cubicBezTo>
                    <a:pt x="80939" y="537"/>
                    <a:pt x="78820" y="251"/>
                    <a:pt x="76736" y="108"/>
                  </a:cubicBezTo>
                  <a:cubicBezTo>
                    <a:pt x="75553" y="30"/>
                    <a:pt x="74362" y="0"/>
                    <a:pt x="73170" y="0"/>
                  </a:cubicBezTo>
                  <a:cubicBezTo>
                    <a:pt x="71458" y="0"/>
                    <a:pt x="69743" y="62"/>
                    <a:pt x="68045" y="132"/>
                  </a:cubicBezTo>
                  <a:cubicBezTo>
                    <a:pt x="66592" y="192"/>
                    <a:pt x="65128" y="263"/>
                    <a:pt x="63675" y="287"/>
                  </a:cubicBezTo>
                  <a:cubicBezTo>
                    <a:pt x="63256" y="294"/>
                    <a:pt x="62837" y="297"/>
                    <a:pt x="62419" y="297"/>
                  </a:cubicBezTo>
                  <a:cubicBezTo>
                    <a:pt x="61337" y="297"/>
                    <a:pt x="60256" y="277"/>
                    <a:pt x="59175" y="251"/>
                  </a:cubicBezTo>
                  <a:cubicBezTo>
                    <a:pt x="58455" y="234"/>
                    <a:pt x="57718" y="226"/>
                    <a:pt x="56969" y="226"/>
                  </a:cubicBezTo>
                  <a:cubicBezTo>
                    <a:pt x="52047" y="226"/>
                    <a:pt x="46591" y="552"/>
                    <a:pt x="41744" y="573"/>
                  </a:cubicBezTo>
                  <a:lnTo>
                    <a:pt x="41744" y="561"/>
                  </a:lnTo>
                  <a:cubicBezTo>
                    <a:pt x="39625" y="537"/>
                    <a:pt x="37505" y="251"/>
                    <a:pt x="35422" y="108"/>
                  </a:cubicBezTo>
                  <a:cubicBezTo>
                    <a:pt x="34239" y="30"/>
                    <a:pt x="33048" y="0"/>
                    <a:pt x="318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5967026" y="1958132"/>
              <a:ext cx="3176975" cy="74851"/>
            </a:xfrm>
            <a:custGeom>
              <a:avLst/>
              <a:gdLst/>
              <a:ahLst/>
              <a:cxnLst/>
              <a:rect l="l" t="t" r="r" b="b"/>
              <a:pathLst>
                <a:path w="125933" h="2340" extrusionOk="0">
                  <a:moveTo>
                    <a:pt x="18170" y="1"/>
                  </a:moveTo>
                  <a:cubicBezTo>
                    <a:pt x="12412" y="1"/>
                    <a:pt x="5905" y="721"/>
                    <a:pt x="240" y="721"/>
                  </a:cubicBezTo>
                  <a:cubicBezTo>
                    <a:pt x="200" y="721"/>
                    <a:pt x="160" y="721"/>
                    <a:pt x="120" y="721"/>
                  </a:cubicBezTo>
                  <a:lnTo>
                    <a:pt x="120" y="721"/>
                  </a:lnTo>
                  <a:cubicBezTo>
                    <a:pt x="167" y="1304"/>
                    <a:pt x="1" y="1756"/>
                    <a:pt x="36" y="2340"/>
                  </a:cubicBezTo>
                  <a:cubicBezTo>
                    <a:pt x="1473" y="2340"/>
                    <a:pt x="2132" y="1934"/>
                    <a:pt x="2364" y="1934"/>
                  </a:cubicBezTo>
                  <a:cubicBezTo>
                    <a:pt x="2370" y="1934"/>
                    <a:pt x="2376" y="1934"/>
                    <a:pt x="2382" y="1935"/>
                  </a:cubicBezTo>
                  <a:cubicBezTo>
                    <a:pt x="4096" y="1637"/>
                    <a:pt x="5894" y="1506"/>
                    <a:pt x="7597" y="1447"/>
                  </a:cubicBezTo>
                  <a:cubicBezTo>
                    <a:pt x="8595" y="1405"/>
                    <a:pt x="9595" y="1386"/>
                    <a:pt x="10595" y="1386"/>
                  </a:cubicBezTo>
                  <a:cubicBezTo>
                    <a:pt x="13266" y="1386"/>
                    <a:pt x="15938" y="1517"/>
                    <a:pt x="18598" y="1673"/>
                  </a:cubicBezTo>
                  <a:cubicBezTo>
                    <a:pt x="20408" y="1768"/>
                    <a:pt x="22218" y="1887"/>
                    <a:pt x="24027" y="2007"/>
                  </a:cubicBezTo>
                  <a:cubicBezTo>
                    <a:pt x="24827" y="1993"/>
                    <a:pt x="25625" y="1987"/>
                    <a:pt x="26424" y="1987"/>
                  </a:cubicBezTo>
                  <a:cubicBezTo>
                    <a:pt x="31406" y="1987"/>
                    <a:pt x="36374" y="2217"/>
                    <a:pt x="41351" y="2340"/>
                  </a:cubicBezTo>
                  <a:lnTo>
                    <a:pt x="41470" y="2340"/>
                  </a:lnTo>
                  <a:cubicBezTo>
                    <a:pt x="42823" y="2317"/>
                    <a:pt x="43446" y="1934"/>
                    <a:pt x="43677" y="1934"/>
                  </a:cubicBezTo>
                  <a:cubicBezTo>
                    <a:pt x="43684" y="1934"/>
                    <a:pt x="43690" y="1934"/>
                    <a:pt x="43697" y="1935"/>
                  </a:cubicBezTo>
                  <a:cubicBezTo>
                    <a:pt x="45411" y="1637"/>
                    <a:pt x="47209" y="1506"/>
                    <a:pt x="48911" y="1447"/>
                  </a:cubicBezTo>
                  <a:cubicBezTo>
                    <a:pt x="49917" y="1405"/>
                    <a:pt x="50923" y="1386"/>
                    <a:pt x="51929" y="1386"/>
                  </a:cubicBezTo>
                  <a:cubicBezTo>
                    <a:pt x="54594" y="1386"/>
                    <a:pt x="57260" y="1514"/>
                    <a:pt x="59913" y="1661"/>
                  </a:cubicBezTo>
                  <a:cubicBezTo>
                    <a:pt x="61723" y="1768"/>
                    <a:pt x="63532" y="1887"/>
                    <a:pt x="65342" y="2007"/>
                  </a:cubicBezTo>
                  <a:cubicBezTo>
                    <a:pt x="66136" y="1993"/>
                    <a:pt x="66930" y="1987"/>
                    <a:pt x="67724" y="1987"/>
                  </a:cubicBezTo>
                  <a:cubicBezTo>
                    <a:pt x="72678" y="1987"/>
                    <a:pt x="77624" y="2217"/>
                    <a:pt x="82570" y="2340"/>
                  </a:cubicBezTo>
                  <a:lnTo>
                    <a:pt x="82797" y="2340"/>
                  </a:lnTo>
                  <a:cubicBezTo>
                    <a:pt x="84098" y="2305"/>
                    <a:pt x="84695" y="1935"/>
                    <a:pt x="84906" y="1935"/>
                  </a:cubicBezTo>
                  <a:cubicBezTo>
                    <a:pt x="84910" y="1935"/>
                    <a:pt x="84913" y="1935"/>
                    <a:pt x="84916" y="1935"/>
                  </a:cubicBezTo>
                  <a:cubicBezTo>
                    <a:pt x="86630" y="1637"/>
                    <a:pt x="88428" y="1506"/>
                    <a:pt x="90131" y="1447"/>
                  </a:cubicBezTo>
                  <a:cubicBezTo>
                    <a:pt x="91130" y="1405"/>
                    <a:pt x="92129" y="1386"/>
                    <a:pt x="93129" y="1386"/>
                  </a:cubicBezTo>
                  <a:cubicBezTo>
                    <a:pt x="95800" y="1386"/>
                    <a:pt x="98472" y="1517"/>
                    <a:pt x="101132" y="1673"/>
                  </a:cubicBezTo>
                  <a:cubicBezTo>
                    <a:pt x="102942" y="1768"/>
                    <a:pt x="104752" y="1887"/>
                    <a:pt x="106562" y="2007"/>
                  </a:cubicBezTo>
                  <a:cubicBezTo>
                    <a:pt x="107361" y="1993"/>
                    <a:pt x="108159" y="1987"/>
                    <a:pt x="108958" y="1987"/>
                  </a:cubicBezTo>
                  <a:cubicBezTo>
                    <a:pt x="113940" y="1987"/>
                    <a:pt x="118908" y="2217"/>
                    <a:pt x="123885" y="2340"/>
                  </a:cubicBezTo>
                  <a:lnTo>
                    <a:pt x="124004" y="2340"/>
                  </a:lnTo>
                  <a:cubicBezTo>
                    <a:pt x="124992" y="2328"/>
                    <a:pt x="125588" y="2126"/>
                    <a:pt x="125933" y="2007"/>
                  </a:cubicBezTo>
                  <a:lnTo>
                    <a:pt x="125933" y="697"/>
                  </a:lnTo>
                  <a:cubicBezTo>
                    <a:pt x="125338" y="709"/>
                    <a:pt x="124742" y="721"/>
                    <a:pt x="124159" y="721"/>
                  </a:cubicBezTo>
                  <a:cubicBezTo>
                    <a:pt x="121087" y="649"/>
                    <a:pt x="118015" y="697"/>
                    <a:pt x="114944" y="649"/>
                  </a:cubicBezTo>
                  <a:cubicBezTo>
                    <a:pt x="111026" y="590"/>
                    <a:pt x="107133" y="221"/>
                    <a:pt x="103228" y="54"/>
                  </a:cubicBezTo>
                  <a:cubicBezTo>
                    <a:pt x="102422" y="19"/>
                    <a:pt x="101595" y="3"/>
                    <a:pt x="100753" y="3"/>
                  </a:cubicBezTo>
                  <a:cubicBezTo>
                    <a:pt x="95030" y="3"/>
                    <a:pt x="88561" y="710"/>
                    <a:pt x="82916" y="721"/>
                  </a:cubicBezTo>
                  <a:cubicBezTo>
                    <a:pt x="79856" y="649"/>
                    <a:pt x="76784" y="697"/>
                    <a:pt x="73724" y="649"/>
                  </a:cubicBezTo>
                  <a:cubicBezTo>
                    <a:pt x="69795" y="590"/>
                    <a:pt x="65914" y="221"/>
                    <a:pt x="62008" y="54"/>
                  </a:cubicBezTo>
                  <a:cubicBezTo>
                    <a:pt x="61208" y="19"/>
                    <a:pt x="60387" y="4"/>
                    <a:pt x="59549" y="4"/>
                  </a:cubicBezTo>
                  <a:cubicBezTo>
                    <a:pt x="53797" y="4"/>
                    <a:pt x="47289" y="721"/>
                    <a:pt x="41625" y="721"/>
                  </a:cubicBezTo>
                  <a:cubicBezTo>
                    <a:pt x="38553" y="649"/>
                    <a:pt x="35481" y="697"/>
                    <a:pt x="32398" y="649"/>
                  </a:cubicBezTo>
                  <a:cubicBezTo>
                    <a:pt x="28480" y="590"/>
                    <a:pt x="24599" y="221"/>
                    <a:pt x="20694" y="54"/>
                  </a:cubicBezTo>
                  <a:cubicBezTo>
                    <a:pt x="19873" y="17"/>
                    <a:pt x="19030" y="1"/>
                    <a:pt x="181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8196935" y="2582912"/>
              <a:ext cx="375789" cy="13851"/>
            </a:xfrm>
            <a:custGeom>
              <a:avLst/>
              <a:gdLst/>
              <a:ahLst/>
              <a:cxnLst/>
              <a:rect l="l" t="t" r="r" b="b"/>
              <a:pathLst>
                <a:path w="14896" h="433" extrusionOk="0">
                  <a:moveTo>
                    <a:pt x="14895" y="0"/>
                  </a:moveTo>
                  <a:lnTo>
                    <a:pt x="14895" y="0"/>
                  </a:lnTo>
                  <a:cubicBezTo>
                    <a:pt x="14705" y="6"/>
                    <a:pt x="14514" y="6"/>
                    <a:pt x="14325" y="6"/>
                  </a:cubicBezTo>
                  <a:cubicBezTo>
                    <a:pt x="14136" y="6"/>
                    <a:pt x="13949" y="6"/>
                    <a:pt x="13764" y="12"/>
                  </a:cubicBezTo>
                  <a:cubicBezTo>
                    <a:pt x="9168" y="60"/>
                    <a:pt x="4585" y="143"/>
                    <a:pt x="1" y="251"/>
                  </a:cubicBezTo>
                  <a:cubicBezTo>
                    <a:pt x="2004" y="371"/>
                    <a:pt x="4007" y="432"/>
                    <a:pt x="6010" y="432"/>
                  </a:cubicBezTo>
                  <a:cubicBezTo>
                    <a:pt x="7377" y="432"/>
                    <a:pt x="8743" y="404"/>
                    <a:pt x="10109" y="346"/>
                  </a:cubicBezTo>
                  <a:cubicBezTo>
                    <a:pt x="11704" y="274"/>
                    <a:pt x="13300" y="167"/>
                    <a:pt x="148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5968539" y="2119829"/>
              <a:ext cx="3175461" cy="56330"/>
            </a:xfrm>
            <a:custGeom>
              <a:avLst/>
              <a:gdLst/>
              <a:ahLst/>
              <a:cxnLst/>
              <a:rect l="l" t="t" r="r" b="b"/>
              <a:pathLst>
                <a:path w="125873" h="1761" extrusionOk="0">
                  <a:moveTo>
                    <a:pt x="56433" y="0"/>
                  </a:moveTo>
                  <a:cubicBezTo>
                    <a:pt x="50861" y="0"/>
                    <a:pt x="43055" y="155"/>
                    <a:pt x="41410" y="238"/>
                  </a:cubicBezTo>
                  <a:cubicBezTo>
                    <a:pt x="39517" y="321"/>
                    <a:pt x="37636" y="345"/>
                    <a:pt x="35743" y="357"/>
                  </a:cubicBezTo>
                  <a:cubicBezTo>
                    <a:pt x="32695" y="357"/>
                    <a:pt x="29659" y="297"/>
                    <a:pt x="26623" y="226"/>
                  </a:cubicBezTo>
                  <a:cubicBezTo>
                    <a:pt x="23563" y="154"/>
                    <a:pt x="20515" y="47"/>
                    <a:pt x="17455" y="11"/>
                  </a:cubicBezTo>
                  <a:cubicBezTo>
                    <a:pt x="16769" y="4"/>
                    <a:pt x="16010" y="1"/>
                    <a:pt x="15201" y="1"/>
                  </a:cubicBezTo>
                  <a:cubicBezTo>
                    <a:pt x="9520" y="1"/>
                    <a:pt x="1439" y="166"/>
                    <a:pt x="0" y="250"/>
                  </a:cubicBezTo>
                  <a:cubicBezTo>
                    <a:pt x="24" y="738"/>
                    <a:pt x="488" y="1095"/>
                    <a:pt x="512" y="1595"/>
                  </a:cubicBezTo>
                  <a:cubicBezTo>
                    <a:pt x="1086" y="1716"/>
                    <a:pt x="1746" y="1758"/>
                    <a:pt x="2447" y="1758"/>
                  </a:cubicBezTo>
                  <a:cubicBezTo>
                    <a:pt x="4059" y="1758"/>
                    <a:pt x="5886" y="1535"/>
                    <a:pt x="7373" y="1535"/>
                  </a:cubicBezTo>
                  <a:cubicBezTo>
                    <a:pt x="7400" y="1535"/>
                    <a:pt x="7427" y="1535"/>
                    <a:pt x="7453" y="1535"/>
                  </a:cubicBezTo>
                  <a:cubicBezTo>
                    <a:pt x="11299" y="1559"/>
                    <a:pt x="15133" y="1559"/>
                    <a:pt x="18967" y="1559"/>
                  </a:cubicBezTo>
                  <a:cubicBezTo>
                    <a:pt x="21896" y="1559"/>
                    <a:pt x="24789" y="1416"/>
                    <a:pt x="27706" y="1273"/>
                  </a:cubicBezTo>
                  <a:cubicBezTo>
                    <a:pt x="29962" y="1158"/>
                    <a:pt x="32218" y="1056"/>
                    <a:pt x="34479" y="1056"/>
                  </a:cubicBezTo>
                  <a:cubicBezTo>
                    <a:pt x="35249" y="1056"/>
                    <a:pt x="36019" y="1068"/>
                    <a:pt x="36790" y="1095"/>
                  </a:cubicBezTo>
                  <a:cubicBezTo>
                    <a:pt x="38469" y="1154"/>
                    <a:pt x="40184" y="1285"/>
                    <a:pt x="41827" y="1583"/>
                  </a:cubicBezTo>
                  <a:lnTo>
                    <a:pt x="41827" y="1595"/>
                  </a:lnTo>
                  <a:cubicBezTo>
                    <a:pt x="42409" y="1718"/>
                    <a:pt x="43080" y="1761"/>
                    <a:pt x="43792" y="1761"/>
                  </a:cubicBezTo>
                  <a:cubicBezTo>
                    <a:pt x="45425" y="1761"/>
                    <a:pt x="47276" y="1535"/>
                    <a:pt x="48768" y="1535"/>
                  </a:cubicBezTo>
                  <a:cubicBezTo>
                    <a:pt x="52614" y="1559"/>
                    <a:pt x="56448" y="1559"/>
                    <a:pt x="60281" y="1559"/>
                  </a:cubicBezTo>
                  <a:cubicBezTo>
                    <a:pt x="63210" y="1559"/>
                    <a:pt x="66104" y="1428"/>
                    <a:pt x="69021" y="1273"/>
                  </a:cubicBezTo>
                  <a:cubicBezTo>
                    <a:pt x="71277" y="1158"/>
                    <a:pt x="73532" y="1056"/>
                    <a:pt x="75793" y="1056"/>
                  </a:cubicBezTo>
                  <a:cubicBezTo>
                    <a:pt x="76563" y="1056"/>
                    <a:pt x="77334" y="1068"/>
                    <a:pt x="78105" y="1095"/>
                  </a:cubicBezTo>
                  <a:cubicBezTo>
                    <a:pt x="79748" y="1154"/>
                    <a:pt x="81427" y="1285"/>
                    <a:pt x="83046" y="1571"/>
                  </a:cubicBezTo>
                  <a:cubicBezTo>
                    <a:pt x="83046" y="1583"/>
                    <a:pt x="83046" y="1583"/>
                    <a:pt x="83046" y="1595"/>
                  </a:cubicBezTo>
                  <a:cubicBezTo>
                    <a:pt x="83628" y="1718"/>
                    <a:pt x="84299" y="1761"/>
                    <a:pt x="85011" y="1761"/>
                  </a:cubicBezTo>
                  <a:cubicBezTo>
                    <a:pt x="86646" y="1761"/>
                    <a:pt x="88499" y="1535"/>
                    <a:pt x="89999" y="1535"/>
                  </a:cubicBezTo>
                  <a:cubicBezTo>
                    <a:pt x="93833" y="1559"/>
                    <a:pt x="97667" y="1559"/>
                    <a:pt x="101501" y="1559"/>
                  </a:cubicBezTo>
                  <a:cubicBezTo>
                    <a:pt x="104430" y="1559"/>
                    <a:pt x="107323" y="1428"/>
                    <a:pt x="110240" y="1273"/>
                  </a:cubicBezTo>
                  <a:cubicBezTo>
                    <a:pt x="112496" y="1158"/>
                    <a:pt x="114752" y="1056"/>
                    <a:pt x="117013" y="1056"/>
                  </a:cubicBezTo>
                  <a:cubicBezTo>
                    <a:pt x="117783" y="1056"/>
                    <a:pt x="118553" y="1068"/>
                    <a:pt x="119325" y="1095"/>
                  </a:cubicBezTo>
                  <a:cubicBezTo>
                    <a:pt x="121003" y="1154"/>
                    <a:pt x="122718" y="1285"/>
                    <a:pt x="124361" y="1583"/>
                  </a:cubicBezTo>
                  <a:lnTo>
                    <a:pt x="124361" y="1595"/>
                  </a:lnTo>
                  <a:cubicBezTo>
                    <a:pt x="124813" y="1690"/>
                    <a:pt x="125337" y="1738"/>
                    <a:pt x="125873" y="1750"/>
                  </a:cubicBezTo>
                  <a:lnTo>
                    <a:pt x="125873" y="178"/>
                  </a:lnTo>
                  <a:cubicBezTo>
                    <a:pt x="124992" y="202"/>
                    <a:pt x="124313" y="226"/>
                    <a:pt x="123944" y="250"/>
                  </a:cubicBezTo>
                  <a:cubicBezTo>
                    <a:pt x="122051" y="321"/>
                    <a:pt x="120170" y="345"/>
                    <a:pt x="118277" y="357"/>
                  </a:cubicBezTo>
                  <a:cubicBezTo>
                    <a:pt x="115229" y="357"/>
                    <a:pt x="112193" y="297"/>
                    <a:pt x="109157" y="226"/>
                  </a:cubicBezTo>
                  <a:cubicBezTo>
                    <a:pt x="106097" y="154"/>
                    <a:pt x="103049" y="47"/>
                    <a:pt x="99989" y="11"/>
                  </a:cubicBezTo>
                  <a:cubicBezTo>
                    <a:pt x="99304" y="4"/>
                    <a:pt x="98544" y="1"/>
                    <a:pt x="97735" y="1"/>
                  </a:cubicBezTo>
                  <a:cubicBezTo>
                    <a:pt x="92054" y="1"/>
                    <a:pt x="83973" y="166"/>
                    <a:pt x="82534" y="250"/>
                  </a:cubicBezTo>
                  <a:cubicBezTo>
                    <a:pt x="80713" y="321"/>
                    <a:pt x="78879" y="345"/>
                    <a:pt x="77057" y="357"/>
                  </a:cubicBezTo>
                  <a:cubicBezTo>
                    <a:pt x="74009" y="357"/>
                    <a:pt x="70973" y="297"/>
                    <a:pt x="67937" y="226"/>
                  </a:cubicBezTo>
                  <a:cubicBezTo>
                    <a:pt x="64877" y="154"/>
                    <a:pt x="61829" y="47"/>
                    <a:pt x="58769" y="11"/>
                  </a:cubicBezTo>
                  <a:cubicBezTo>
                    <a:pt x="58060" y="4"/>
                    <a:pt x="57272" y="0"/>
                    <a:pt x="564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"/>
            <p:cNvSpPr/>
            <p:nvPr/>
          </p:nvSpPr>
          <p:spPr>
            <a:xfrm>
              <a:off x="5978454" y="2433946"/>
              <a:ext cx="3165547" cy="69509"/>
            </a:xfrm>
            <a:custGeom>
              <a:avLst/>
              <a:gdLst/>
              <a:ahLst/>
              <a:cxnLst/>
              <a:rect l="l" t="t" r="r" b="b"/>
              <a:pathLst>
                <a:path w="125480" h="2173" extrusionOk="0">
                  <a:moveTo>
                    <a:pt x="73128" y="0"/>
                  </a:moveTo>
                  <a:cubicBezTo>
                    <a:pt x="71435" y="0"/>
                    <a:pt x="69738" y="59"/>
                    <a:pt x="68056" y="121"/>
                  </a:cubicBezTo>
                  <a:cubicBezTo>
                    <a:pt x="66592" y="181"/>
                    <a:pt x="65139" y="264"/>
                    <a:pt x="63675" y="276"/>
                  </a:cubicBezTo>
                  <a:cubicBezTo>
                    <a:pt x="63143" y="284"/>
                    <a:pt x="62612" y="288"/>
                    <a:pt x="62080" y="288"/>
                  </a:cubicBezTo>
                  <a:cubicBezTo>
                    <a:pt x="61112" y="288"/>
                    <a:pt x="60143" y="275"/>
                    <a:pt x="59174" y="252"/>
                  </a:cubicBezTo>
                  <a:cubicBezTo>
                    <a:pt x="58454" y="235"/>
                    <a:pt x="57718" y="227"/>
                    <a:pt x="56968" y="227"/>
                  </a:cubicBezTo>
                  <a:cubicBezTo>
                    <a:pt x="52053" y="227"/>
                    <a:pt x="46589" y="551"/>
                    <a:pt x="41743" y="562"/>
                  </a:cubicBezTo>
                  <a:cubicBezTo>
                    <a:pt x="39636" y="538"/>
                    <a:pt x="37505" y="252"/>
                    <a:pt x="35421" y="109"/>
                  </a:cubicBezTo>
                  <a:cubicBezTo>
                    <a:pt x="34243" y="31"/>
                    <a:pt x="33055" y="1"/>
                    <a:pt x="31864" y="1"/>
                  </a:cubicBezTo>
                  <a:cubicBezTo>
                    <a:pt x="30154" y="1"/>
                    <a:pt x="28440" y="63"/>
                    <a:pt x="26741" y="133"/>
                  </a:cubicBezTo>
                  <a:cubicBezTo>
                    <a:pt x="25277" y="181"/>
                    <a:pt x="23824" y="264"/>
                    <a:pt x="22360" y="288"/>
                  </a:cubicBezTo>
                  <a:cubicBezTo>
                    <a:pt x="21985" y="291"/>
                    <a:pt x="21610" y="292"/>
                    <a:pt x="21235" y="292"/>
                  </a:cubicBezTo>
                  <a:cubicBezTo>
                    <a:pt x="20110" y="292"/>
                    <a:pt x="18985" y="279"/>
                    <a:pt x="17859" y="252"/>
                  </a:cubicBezTo>
                  <a:cubicBezTo>
                    <a:pt x="17115" y="233"/>
                    <a:pt x="16353" y="225"/>
                    <a:pt x="15577" y="225"/>
                  </a:cubicBezTo>
                  <a:cubicBezTo>
                    <a:pt x="10535" y="225"/>
                    <a:pt x="4932" y="574"/>
                    <a:pt x="0" y="574"/>
                  </a:cubicBezTo>
                  <a:cubicBezTo>
                    <a:pt x="12" y="1038"/>
                    <a:pt x="214" y="1693"/>
                    <a:pt x="214" y="2157"/>
                  </a:cubicBezTo>
                  <a:cubicBezTo>
                    <a:pt x="646" y="2167"/>
                    <a:pt x="1079" y="2172"/>
                    <a:pt x="1514" y="2172"/>
                  </a:cubicBezTo>
                  <a:cubicBezTo>
                    <a:pt x="7005" y="2172"/>
                    <a:pt x="12684" y="1418"/>
                    <a:pt x="18010" y="1418"/>
                  </a:cubicBezTo>
                  <a:cubicBezTo>
                    <a:pt x="18664" y="1418"/>
                    <a:pt x="19313" y="1429"/>
                    <a:pt x="19955" y="1455"/>
                  </a:cubicBezTo>
                  <a:cubicBezTo>
                    <a:pt x="24265" y="1645"/>
                    <a:pt x="28563" y="2038"/>
                    <a:pt x="32885" y="2086"/>
                  </a:cubicBezTo>
                  <a:cubicBezTo>
                    <a:pt x="35766" y="2110"/>
                    <a:pt x="38660" y="2074"/>
                    <a:pt x="41529" y="2145"/>
                  </a:cubicBezTo>
                  <a:lnTo>
                    <a:pt x="41529" y="2157"/>
                  </a:lnTo>
                  <a:cubicBezTo>
                    <a:pt x="41957" y="2167"/>
                    <a:pt x="42386" y="2172"/>
                    <a:pt x="42816" y="2172"/>
                  </a:cubicBezTo>
                  <a:cubicBezTo>
                    <a:pt x="48289" y="2172"/>
                    <a:pt x="53949" y="1415"/>
                    <a:pt x="59260" y="1415"/>
                  </a:cubicBezTo>
                  <a:cubicBezTo>
                    <a:pt x="59936" y="1415"/>
                    <a:pt x="60606" y="1427"/>
                    <a:pt x="61270" y="1455"/>
                  </a:cubicBezTo>
                  <a:cubicBezTo>
                    <a:pt x="65580" y="1633"/>
                    <a:pt x="69878" y="2038"/>
                    <a:pt x="74200" y="2074"/>
                  </a:cubicBezTo>
                  <a:cubicBezTo>
                    <a:pt x="77057" y="2110"/>
                    <a:pt x="79903" y="2074"/>
                    <a:pt x="82748" y="2145"/>
                  </a:cubicBezTo>
                  <a:lnTo>
                    <a:pt x="82748" y="2157"/>
                  </a:lnTo>
                  <a:cubicBezTo>
                    <a:pt x="83176" y="2167"/>
                    <a:pt x="83605" y="2172"/>
                    <a:pt x="84035" y="2172"/>
                  </a:cubicBezTo>
                  <a:cubicBezTo>
                    <a:pt x="89508" y="2172"/>
                    <a:pt x="95169" y="1415"/>
                    <a:pt x="100480" y="1415"/>
                  </a:cubicBezTo>
                  <a:cubicBezTo>
                    <a:pt x="101155" y="1415"/>
                    <a:pt x="101826" y="1427"/>
                    <a:pt x="102489" y="1455"/>
                  </a:cubicBezTo>
                  <a:cubicBezTo>
                    <a:pt x="106811" y="1633"/>
                    <a:pt x="111097" y="2038"/>
                    <a:pt x="115431" y="2074"/>
                  </a:cubicBezTo>
                  <a:cubicBezTo>
                    <a:pt x="118312" y="2110"/>
                    <a:pt x="121194" y="2074"/>
                    <a:pt x="124063" y="2145"/>
                  </a:cubicBezTo>
                  <a:lnTo>
                    <a:pt x="124063" y="2157"/>
                  </a:lnTo>
                  <a:cubicBezTo>
                    <a:pt x="124539" y="2169"/>
                    <a:pt x="125004" y="2169"/>
                    <a:pt x="125480" y="2169"/>
                  </a:cubicBezTo>
                  <a:lnTo>
                    <a:pt x="125480" y="550"/>
                  </a:lnTo>
                  <a:cubicBezTo>
                    <a:pt x="125075" y="562"/>
                    <a:pt x="124670" y="562"/>
                    <a:pt x="124277" y="562"/>
                  </a:cubicBezTo>
                  <a:cubicBezTo>
                    <a:pt x="122170" y="538"/>
                    <a:pt x="120051" y="240"/>
                    <a:pt x="117955" y="109"/>
                  </a:cubicBezTo>
                  <a:cubicBezTo>
                    <a:pt x="116760" y="30"/>
                    <a:pt x="115555" y="0"/>
                    <a:pt x="114347" y="0"/>
                  </a:cubicBezTo>
                  <a:cubicBezTo>
                    <a:pt x="112655" y="0"/>
                    <a:pt x="110957" y="59"/>
                    <a:pt x="109276" y="121"/>
                  </a:cubicBezTo>
                  <a:cubicBezTo>
                    <a:pt x="107811" y="181"/>
                    <a:pt x="106359" y="264"/>
                    <a:pt x="104894" y="276"/>
                  </a:cubicBezTo>
                  <a:cubicBezTo>
                    <a:pt x="104363" y="284"/>
                    <a:pt x="103831" y="288"/>
                    <a:pt x="103300" y="288"/>
                  </a:cubicBezTo>
                  <a:cubicBezTo>
                    <a:pt x="102331" y="288"/>
                    <a:pt x="101362" y="275"/>
                    <a:pt x="100394" y="252"/>
                  </a:cubicBezTo>
                  <a:cubicBezTo>
                    <a:pt x="99661" y="234"/>
                    <a:pt x="98911" y="227"/>
                    <a:pt x="98148" y="227"/>
                  </a:cubicBezTo>
                  <a:cubicBezTo>
                    <a:pt x="93273" y="227"/>
                    <a:pt x="87876" y="541"/>
                    <a:pt x="83058" y="562"/>
                  </a:cubicBezTo>
                  <a:cubicBezTo>
                    <a:pt x="80951" y="538"/>
                    <a:pt x="78819" y="240"/>
                    <a:pt x="76736" y="109"/>
                  </a:cubicBezTo>
                  <a:cubicBezTo>
                    <a:pt x="75541" y="30"/>
                    <a:pt x="74336" y="0"/>
                    <a:pt x="73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3"/>
            <p:cNvSpPr/>
            <p:nvPr/>
          </p:nvSpPr>
          <p:spPr>
            <a:xfrm>
              <a:off x="5965815" y="2514651"/>
              <a:ext cx="3178186" cy="75139"/>
            </a:xfrm>
            <a:custGeom>
              <a:avLst/>
              <a:gdLst/>
              <a:ahLst/>
              <a:cxnLst/>
              <a:rect l="l" t="t" r="r" b="b"/>
              <a:pathLst>
                <a:path w="125981" h="2349" extrusionOk="0">
                  <a:moveTo>
                    <a:pt x="59552" y="1"/>
                  </a:moveTo>
                  <a:cubicBezTo>
                    <a:pt x="53802" y="1"/>
                    <a:pt x="47301" y="719"/>
                    <a:pt x="41625" y="730"/>
                  </a:cubicBezTo>
                  <a:cubicBezTo>
                    <a:pt x="38553" y="658"/>
                    <a:pt x="35482" y="706"/>
                    <a:pt x="32410" y="658"/>
                  </a:cubicBezTo>
                  <a:cubicBezTo>
                    <a:pt x="28493" y="599"/>
                    <a:pt x="24599" y="229"/>
                    <a:pt x="20694" y="51"/>
                  </a:cubicBezTo>
                  <a:cubicBezTo>
                    <a:pt x="19903" y="17"/>
                    <a:pt x="19092" y="2"/>
                    <a:pt x="18265" y="2"/>
                  </a:cubicBezTo>
                  <a:cubicBezTo>
                    <a:pt x="12486" y="2"/>
                    <a:pt x="5948" y="730"/>
                    <a:pt x="252" y="730"/>
                  </a:cubicBezTo>
                  <a:cubicBezTo>
                    <a:pt x="212" y="730"/>
                    <a:pt x="172" y="730"/>
                    <a:pt x="132" y="730"/>
                  </a:cubicBezTo>
                  <a:lnTo>
                    <a:pt x="132" y="730"/>
                  </a:lnTo>
                  <a:cubicBezTo>
                    <a:pt x="168" y="1313"/>
                    <a:pt x="1" y="1765"/>
                    <a:pt x="37" y="2349"/>
                  </a:cubicBezTo>
                  <a:cubicBezTo>
                    <a:pt x="1485" y="2349"/>
                    <a:pt x="2133" y="1943"/>
                    <a:pt x="2364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109" y="1634"/>
                    <a:pt x="5906" y="1515"/>
                    <a:pt x="7609" y="1444"/>
                  </a:cubicBezTo>
                  <a:cubicBezTo>
                    <a:pt x="8563" y="1407"/>
                    <a:pt x="9518" y="1390"/>
                    <a:pt x="10474" y="1390"/>
                  </a:cubicBezTo>
                  <a:cubicBezTo>
                    <a:pt x="13182" y="1390"/>
                    <a:pt x="15897" y="1521"/>
                    <a:pt x="18599" y="1670"/>
                  </a:cubicBezTo>
                  <a:cubicBezTo>
                    <a:pt x="20408" y="1777"/>
                    <a:pt x="22218" y="1896"/>
                    <a:pt x="24028" y="2004"/>
                  </a:cubicBezTo>
                  <a:cubicBezTo>
                    <a:pt x="24825" y="1990"/>
                    <a:pt x="25621" y="1985"/>
                    <a:pt x="26418" y="1985"/>
                  </a:cubicBezTo>
                  <a:cubicBezTo>
                    <a:pt x="31402" y="1985"/>
                    <a:pt x="36374" y="2215"/>
                    <a:pt x="41363" y="2349"/>
                  </a:cubicBezTo>
                  <a:lnTo>
                    <a:pt x="41482" y="2349"/>
                  </a:lnTo>
                  <a:cubicBezTo>
                    <a:pt x="42836" y="2326"/>
                    <a:pt x="43459" y="1943"/>
                    <a:pt x="43679" y="1943"/>
                  </a:cubicBezTo>
                  <a:cubicBezTo>
                    <a:pt x="43685" y="1943"/>
                    <a:pt x="43691" y="1943"/>
                    <a:pt x="43697" y="1944"/>
                  </a:cubicBezTo>
                  <a:cubicBezTo>
                    <a:pt x="45411" y="1634"/>
                    <a:pt x="47221" y="1515"/>
                    <a:pt x="48912" y="1444"/>
                  </a:cubicBezTo>
                  <a:cubicBezTo>
                    <a:pt x="49868" y="1407"/>
                    <a:pt x="50826" y="1390"/>
                    <a:pt x="51784" y="1390"/>
                  </a:cubicBezTo>
                  <a:cubicBezTo>
                    <a:pt x="54497" y="1390"/>
                    <a:pt x="57212" y="1521"/>
                    <a:pt x="59913" y="1670"/>
                  </a:cubicBezTo>
                  <a:cubicBezTo>
                    <a:pt x="61723" y="1777"/>
                    <a:pt x="63533" y="1884"/>
                    <a:pt x="65342" y="2004"/>
                  </a:cubicBezTo>
                  <a:cubicBezTo>
                    <a:pt x="66137" y="1990"/>
                    <a:pt x="66931" y="1984"/>
                    <a:pt x="67725" y="1984"/>
                  </a:cubicBezTo>
                  <a:cubicBezTo>
                    <a:pt x="72679" y="1984"/>
                    <a:pt x="77626" y="2214"/>
                    <a:pt x="82583" y="2337"/>
                  </a:cubicBezTo>
                  <a:lnTo>
                    <a:pt x="82583" y="2349"/>
                  </a:lnTo>
                  <a:lnTo>
                    <a:pt x="82809" y="2349"/>
                  </a:lnTo>
                  <a:cubicBezTo>
                    <a:pt x="84091" y="2303"/>
                    <a:pt x="84678" y="1943"/>
                    <a:pt x="84908" y="1943"/>
                  </a:cubicBezTo>
                  <a:cubicBezTo>
                    <a:pt x="84915" y="1943"/>
                    <a:pt x="84922" y="1943"/>
                    <a:pt x="84928" y="1944"/>
                  </a:cubicBezTo>
                  <a:cubicBezTo>
                    <a:pt x="86643" y="1634"/>
                    <a:pt x="88441" y="1515"/>
                    <a:pt x="90143" y="1444"/>
                  </a:cubicBezTo>
                  <a:cubicBezTo>
                    <a:pt x="91097" y="1407"/>
                    <a:pt x="92052" y="1390"/>
                    <a:pt x="93008" y="1390"/>
                  </a:cubicBezTo>
                  <a:cubicBezTo>
                    <a:pt x="95716" y="1390"/>
                    <a:pt x="98431" y="1521"/>
                    <a:pt x="101133" y="1670"/>
                  </a:cubicBezTo>
                  <a:cubicBezTo>
                    <a:pt x="102942" y="1777"/>
                    <a:pt x="104752" y="1884"/>
                    <a:pt x="106562" y="2004"/>
                  </a:cubicBezTo>
                  <a:cubicBezTo>
                    <a:pt x="107359" y="1990"/>
                    <a:pt x="108156" y="1985"/>
                    <a:pt x="108952" y="1985"/>
                  </a:cubicBezTo>
                  <a:cubicBezTo>
                    <a:pt x="113936" y="1985"/>
                    <a:pt x="118908" y="2215"/>
                    <a:pt x="123897" y="2349"/>
                  </a:cubicBezTo>
                  <a:lnTo>
                    <a:pt x="124016" y="2349"/>
                  </a:lnTo>
                  <a:cubicBezTo>
                    <a:pt x="125040" y="2325"/>
                    <a:pt x="125648" y="2111"/>
                    <a:pt x="125981" y="2004"/>
                  </a:cubicBezTo>
                  <a:lnTo>
                    <a:pt x="125981" y="694"/>
                  </a:lnTo>
                  <a:cubicBezTo>
                    <a:pt x="125362" y="718"/>
                    <a:pt x="124755" y="730"/>
                    <a:pt x="124159" y="730"/>
                  </a:cubicBezTo>
                  <a:cubicBezTo>
                    <a:pt x="121099" y="658"/>
                    <a:pt x="118016" y="706"/>
                    <a:pt x="114944" y="658"/>
                  </a:cubicBezTo>
                  <a:cubicBezTo>
                    <a:pt x="111027" y="599"/>
                    <a:pt x="107145" y="229"/>
                    <a:pt x="103228" y="51"/>
                  </a:cubicBezTo>
                  <a:cubicBezTo>
                    <a:pt x="102431" y="16"/>
                    <a:pt x="101614" y="1"/>
                    <a:pt x="100781" y="1"/>
                  </a:cubicBezTo>
                  <a:cubicBezTo>
                    <a:pt x="95054" y="1"/>
                    <a:pt x="88581" y="719"/>
                    <a:pt x="82916" y="730"/>
                  </a:cubicBezTo>
                  <a:cubicBezTo>
                    <a:pt x="79856" y="658"/>
                    <a:pt x="76784" y="706"/>
                    <a:pt x="73724" y="658"/>
                  </a:cubicBezTo>
                  <a:cubicBezTo>
                    <a:pt x="69807" y="599"/>
                    <a:pt x="65914" y="229"/>
                    <a:pt x="62009" y="51"/>
                  </a:cubicBezTo>
                  <a:cubicBezTo>
                    <a:pt x="61209" y="16"/>
                    <a:pt x="60389" y="1"/>
                    <a:pt x="595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3"/>
            <p:cNvSpPr/>
            <p:nvPr/>
          </p:nvSpPr>
          <p:spPr>
            <a:xfrm>
              <a:off x="8196027" y="3139718"/>
              <a:ext cx="375486" cy="13467"/>
            </a:xfrm>
            <a:custGeom>
              <a:avLst/>
              <a:gdLst/>
              <a:ahLst/>
              <a:cxnLst/>
              <a:rect l="l" t="t" r="r" b="b"/>
              <a:pathLst>
                <a:path w="14884" h="421" extrusionOk="0">
                  <a:moveTo>
                    <a:pt x="13753" y="0"/>
                  </a:moveTo>
                  <a:cubicBezTo>
                    <a:pt x="9169" y="48"/>
                    <a:pt x="4585" y="143"/>
                    <a:pt x="1" y="239"/>
                  </a:cubicBezTo>
                  <a:cubicBezTo>
                    <a:pt x="1997" y="359"/>
                    <a:pt x="4002" y="420"/>
                    <a:pt x="6005" y="420"/>
                  </a:cubicBezTo>
                  <a:cubicBezTo>
                    <a:pt x="7371" y="420"/>
                    <a:pt x="8736" y="392"/>
                    <a:pt x="10097" y="334"/>
                  </a:cubicBezTo>
                  <a:cubicBezTo>
                    <a:pt x="11693" y="274"/>
                    <a:pt x="13288" y="167"/>
                    <a:pt x="148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3"/>
            <p:cNvSpPr/>
            <p:nvPr/>
          </p:nvSpPr>
          <p:spPr>
            <a:xfrm>
              <a:off x="5967631" y="2676507"/>
              <a:ext cx="3176369" cy="56266"/>
            </a:xfrm>
            <a:custGeom>
              <a:avLst/>
              <a:gdLst/>
              <a:ahLst/>
              <a:cxnLst/>
              <a:rect l="l" t="t" r="r" b="b"/>
              <a:pathLst>
                <a:path w="125909" h="1759" extrusionOk="0">
                  <a:moveTo>
                    <a:pt x="14795" y="0"/>
                  </a:moveTo>
                  <a:cubicBezTo>
                    <a:pt x="9136" y="0"/>
                    <a:pt x="1405" y="160"/>
                    <a:pt x="0" y="242"/>
                  </a:cubicBezTo>
                  <a:cubicBezTo>
                    <a:pt x="24" y="742"/>
                    <a:pt x="489" y="1099"/>
                    <a:pt x="500" y="1587"/>
                  </a:cubicBezTo>
                  <a:cubicBezTo>
                    <a:pt x="1086" y="1714"/>
                    <a:pt x="1762" y="1758"/>
                    <a:pt x="2479" y="1758"/>
                  </a:cubicBezTo>
                  <a:cubicBezTo>
                    <a:pt x="4081" y="1758"/>
                    <a:pt x="5891" y="1539"/>
                    <a:pt x="7373" y="1539"/>
                  </a:cubicBezTo>
                  <a:cubicBezTo>
                    <a:pt x="7400" y="1539"/>
                    <a:pt x="7427" y="1539"/>
                    <a:pt x="7454" y="1539"/>
                  </a:cubicBezTo>
                  <a:cubicBezTo>
                    <a:pt x="11288" y="1551"/>
                    <a:pt x="15121" y="1551"/>
                    <a:pt x="18967" y="1551"/>
                  </a:cubicBezTo>
                  <a:cubicBezTo>
                    <a:pt x="21884" y="1551"/>
                    <a:pt x="24777" y="1420"/>
                    <a:pt x="27694" y="1277"/>
                  </a:cubicBezTo>
                  <a:cubicBezTo>
                    <a:pt x="30007" y="1159"/>
                    <a:pt x="32327" y="1055"/>
                    <a:pt x="34642" y="1055"/>
                  </a:cubicBezTo>
                  <a:cubicBezTo>
                    <a:pt x="35355" y="1055"/>
                    <a:pt x="36067" y="1064"/>
                    <a:pt x="36779" y="1087"/>
                  </a:cubicBezTo>
                  <a:cubicBezTo>
                    <a:pt x="38458" y="1146"/>
                    <a:pt x="40172" y="1277"/>
                    <a:pt x="41815" y="1587"/>
                  </a:cubicBezTo>
                  <a:cubicBezTo>
                    <a:pt x="42401" y="1714"/>
                    <a:pt x="43076" y="1758"/>
                    <a:pt x="43794" y="1758"/>
                  </a:cubicBezTo>
                  <a:cubicBezTo>
                    <a:pt x="45396" y="1758"/>
                    <a:pt x="47206" y="1539"/>
                    <a:pt x="48688" y="1539"/>
                  </a:cubicBezTo>
                  <a:cubicBezTo>
                    <a:pt x="48715" y="1539"/>
                    <a:pt x="48742" y="1539"/>
                    <a:pt x="48768" y="1539"/>
                  </a:cubicBezTo>
                  <a:cubicBezTo>
                    <a:pt x="52602" y="1551"/>
                    <a:pt x="56436" y="1563"/>
                    <a:pt x="60282" y="1563"/>
                  </a:cubicBezTo>
                  <a:cubicBezTo>
                    <a:pt x="63199" y="1563"/>
                    <a:pt x="66092" y="1420"/>
                    <a:pt x="69009" y="1277"/>
                  </a:cubicBezTo>
                  <a:cubicBezTo>
                    <a:pt x="71322" y="1159"/>
                    <a:pt x="73641" y="1055"/>
                    <a:pt x="75957" y="1055"/>
                  </a:cubicBezTo>
                  <a:cubicBezTo>
                    <a:pt x="76670" y="1055"/>
                    <a:pt x="77382" y="1064"/>
                    <a:pt x="78094" y="1087"/>
                  </a:cubicBezTo>
                  <a:cubicBezTo>
                    <a:pt x="79748" y="1146"/>
                    <a:pt x="81427" y="1277"/>
                    <a:pt x="83035" y="1563"/>
                  </a:cubicBezTo>
                  <a:cubicBezTo>
                    <a:pt x="83035" y="1575"/>
                    <a:pt x="83035" y="1587"/>
                    <a:pt x="83035" y="1587"/>
                  </a:cubicBezTo>
                  <a:cubicBezTo>
                    <a:pt x="83620" y="1714"/>
                    <a:pt x="84296" y="1758"/>
                    <a:pt x="85013" y="1758"/>
                  </a:cubicBezTo>
                  <a:cubicBezTo>
                    <a:pt x="86615" y="1758"/>
                    <a:pt x="88425" y="1539"/>
                    <a:pt x="89907" y="1539"/>
                  </a:cubicBezTo>
                  <a:cubicBezTo>
                    <a:pt x="89934" y="1539"/>
                    <a:pt x="89961" y="1539"/>
                    <a:pt x="89988" y="1539"/>
                  </a:cubicBezTo>
                  <a:cubicBezTo>
                    <a:pt x="93822" y="1551"/>
                    <a:pt x="97655" y="1563"/>
                    <a:pt x="101501" y="1563"/>
                  </a:cubicBezTo>
                  <a:cubicBezTo>
                    <a:pt x="104418" y="1563"/>
                    <a:pt x="107323" y="1420"/>
                    <a:pt x="110228" y="1277"/>
                  </a:cubicBezTo>
                  <a:cubicBezTo>
                    <a:pt x="112541" y="1159"/>
                    <a:pt x="114861" y="1055"/>
                    <a:pt x="117177" y="1055"/>
                  </a:cubicBezTo>
                  <a:cubicBezTo>
                    <a:pt x="117889" y="1055"/>
                    <a:pt x="118601" y="1064"/>
                    <a:pt x="119313" y="1087"/>
                  </a:cubicBezTo>
                  <a:cubicBezTo>
                    <a:pt x="121004" y="1146"/>
                    <a:pt x="122706" y="1289"/>
                    <a:pt x="124349" y="1587"/>
                  </a:cubicBezTo>
                  <a:lnTo>
                    <a:pt x="124349" y="1599"/>
                  </a:lnTo>
                  <a:cubicBezTo>
                    <a:pt x="124826" y="1694"/>
                    <a:pt x="125349" y="1742"/>
                    <a:pt x="125909" y="1754"/>
                  </a:cubicBezTo>
                  <a:lnTo>
                    <a:pt x="125909" y="182"/>
                  </a:lnTo>
                  <a:cubicBezTo>
                    <a:pt x="125004" y="206"/>
                    <a:pt x="124314" y="230"/>
                    <a:pt x="123933" y="242"/>
                  </a:cubicBezTo>
                  <a:cubicBezTo>
                    <a:pt x="122051" y="313"/>
                    <a:pt x="120158" y="349"/>
                    <a:pt x="118265" y="361"/>
                  </a:cubicBezTo>
                  <a:cubicBezTo>
                    <a:pt x="115229" y="361"/>
                    <a:pt x="112193" y="301"/>
                    <a:pt x="109157" y="230"/>
                  </a:cubicBezTo>
                  <a:cubicBezTo>
                    <a:pt x="106097" y="158"/>
                    <a:pt x="103037" y="51"/>
                    <a:pt x="99989" y="15"/>
                  </a:cubicBezTo>
                  <a:cubicBezTo>
                    <a:pt x="99302" y="8"/>
                    <a:pt x="98541" y="5"/>
                    <a:pt x="97732" y="5"/>
                  </a:cubicBezTo>
                  <a:cubicBezTo>
                    <a:pt x="92045" y="5"/>
                    <a:pt x="83973" y="170"/>
                    <a:pt x="82535" y="253"/>
                  </a:cubicBezTo>
                  <a:cubicBezTo>
                    <a:pt x="80701" y="325"/>
                    <a:pt x="78879" y="349"/>
                    <a:pt x="77046" y="349"/>
                  </a:cubicBezTo>
                  <a:cubicBezTo>
                    <a:pt x="76783" y="350"/>
                    <a:pt x="76521" y="350"/>
                    <a:pt x="76258" y="350"/>
                  </a:cubicBezTo>
                  <a:cubicBezTo>
                    <a:pt x="73485" y="350"/>
                    <a:pt x="70711" y="295"/>
                    <a:pt x="67937" y="230"/>
                  </a:cubicBezTo>
                  <a:cubicBezTo>
                    <a:pt x="64878" y="158"/>
                    <a:pt x="61818" y="51"/>
                    <a:pt x="58770" y="15"/>
                  </a:cubicBezTo>
                  <a:cubicBezTo>
                    <a:pt x="57984" y="5"/>
                    <a:pt x="57100" y="0"/>
                    <a:pt x="56158" y="0"/>
                  </a:cubicBezTo>
                  <a:cubicBezTo>
                    <a:pt x="50608" y="0"/>
                    <a:pt x="43027" y="160"/>
                    <a:pt x="41398" y="242"/>
                  </a:cubicBezTo>
                  <a:cubicBezTo>
                    <a:pt x="39517" y="313"/>
                    <a:pt x="37624" y="349"/>
                    <a:pt x="35731" y="349"/>
                  </a:cubicBezTo>
                  <a:cubicBezTo>
                    <a:pt x="35505" y="350"/>
                    <a:pt x="35278" y="350"/>
                    <a:pt x="35052" y="350"/>
                  </a:cubicBezTo>
                  <a:cubicBezTo>
                    <a:pt x="32242" y="350"/>
                    <a:pt x="29432" y="285"/>
                    <a:pt x="26623" y="230"/>
                  </a:cubicBezTo>
                  <a:cubicBezTo>
                    <a:pt x="23563" y="158"/>
                    <a:pt x="20503" y="51"/>
                    <a:pt x="17455" y="15"/>
                  </a:cubicBezTo>
                  <a:cubicBezTo>
                    <a:pt x="16655" y="5"/>
                    <a:pt x="15755" y="0"/>
                    <a:pt x="147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5977546" y="2990401"/>
              <a:ext cx="3166455" cy="69829"/>
            </a:xfrm>
            <a:custGeom>
              <a:avLst/>
              <a:gdLst/>
              <a:ahLst/>
              <a:cxnLst/>
              <a:rect l="l" t="t" r="r" b="b"/>
              <a:pathLst>
                <a:path w="125516" h="2183" extrusionOk="0">
                  <a:moveTo>
                    <a:pt x="114389" y="0"/>
                  </a:moveTo>
                  <a:cubicBezTo>
                    <a:pt x="112677" y="0"/>
                    <a:pt x="110962" y="62"/>
                    <a:pt x="109264" y="132"/>
                  </a:cubicBezTo>
                  <a:cubicBezTo>
                    <a:pt x="107811" y="192"/>
                    <a:pt x="106359" y="263"/>
                    <a:pt x="104894" y="287"/>
                  </a:cubicBezTo>
                  <a:cubicBezTo>
                    <a:pt x="104475" y="294"/>
                    <a:pt x="104057" y="296"/>
                    <a:pt x="103638" y="296"/>
                  </a:cubicBezTo>
                  <a:cubicBezTo>
                    <a:pt x="102556" y="296"/>
                    <a:pt x="101475" y="277"/>
                    <a:pt x="100394" y="251"/>
                  </a:cubicBezTo>
                  <a:cubicBezTo>
                    <a:pt x="99678" y="234"/>
                    <a:pt x="98947" y="226"/>
                    <a:pt x="98203" y="226"/>
                  </a:cubicBezTo>
                  <a:cubicBezTo>
                    <a:pt x="93311" y="226"/>
                    <a:pt x="87884" y="552"/>
                    <a:pt x="83058" y="573"/>
                  </a:cubicBezTo>
                  <a:lnTo>
                    <a:pt x="83058" y="561"/>
                  </a:lnTo>
                  <a:cubicBezTo>
                    <a:pt x="80939" y="537"/>
                    <a:pt x="78820" y="251"/>
                    <a:pt x="76736" y="108"/>
                  </a:cubicBezTo>
                  <a:cubicBezTo>
                    <a:pt x="75584" y="32"/>
                    <a:pt x="74423" y="4"/>
                    <a:pt x="73262" y="4"/>
                  </a:cubicBezTo>
                  <a:cubicBezTo>
                    <a:pt x="71519" y="4"/>
                    <a:pt x="69773" y="68"/>
                    <a:pt x="68045" y="132"/>
                  </a:cubicBezTo>
                  <a:cubicBezTo>
                    <a:pt x="66592" y="192"/>
                    <a:pt x="65128" y="263"/>
                    <a:pt x="63675" y="287"/>
                  </a:cubicBezTo>
                  <a:cubicBezTo>
                    <a:pt x="63256" y="294"/>
                    <a:pt x="62837" y="296"/>
                    <a:pt x="62418" y="296"/>
                  </a:cubicBezTo>
                  <a:cubicBezTo>
                    <a:pt x="61337" y="296"/>
                    <a:pt x="60256" y="277"/>
                    <a:pt x="59174" y="251"/>
                  </a:cubicBezTo>
                  <a:cubicBezTo>
                    <a:pt x="58454" y="234"/>
                    <a:pt x="57718" y="226"/>
                    <a:pt x="56969" y="226"/>
                  </a:cubicBezTo>
                  <a:cubicBezTo>
                    <a:pt x="52047" y="226"/>
                    <a:pt x="46590" y="552"/>
                    <a:pt x="41744" y="573"/>
                  </a:cubicBezTo>
                  <a:cubicBezTo>
                    <a:pt x="39624" y="537"/>
                    <a:pt x="37505" y="251"/>
                    <a:pt x="35421" y="120"/>
                  </a:cubicBezTo>
                  <a:cubicBezTo>
                    <a:pt x="34235" y="37"/>
                    <a:pt x="33041" y="6"/>
                    <a:pt x="31846" y="6"/>
                  </a:cubicBezTo>
                  <a:cubicBezTo>
                    <a:pt x="30137" y="6"/>
                    <a:pt x="28425" y="69"/>
                    <a:pt x="26730" y="132"/>
                  </a:cubicBezTo>
                  <a:cubicBezTo>
                    <a:pt x="25277" y="192"/>
                    <a:pt x="23825" y="263"/>
                    <a:pt x="22360" y="287"/>
                  </a:cubicBezTo>
                  <a:cubicBezTo>
                    <a:pt x="21941" y="294"/>
                    <a:pt x="21522" y="296"/>
                    <a:pt x="21104" y="296"/>
                  </a:cubicBezTo>
                  <a:cubicBezTo>
                    <a:pt x="20022" y="296"/>
                    <a:pt x="18941" y="277"/>
                    <a:pt x="17860" y="251"/>
                  </a:cubicBezTo>
                  <a:cubicBezTo>
                    <a:pt x="17154" y="235"/>
                    <a:pt x="16431" y="227"/>
                    <a:pt x="15697" y="227"/>
                  </a:cubicBezTo>
                  <a:cubicBezTo>
                    <a:pt x="10622" y="227"/>
                    <a:pt x="4962" y="573"/>
                    <a:pt x="0" y="573"/>
                  </a:cubicBezTo>
                  <a:cubicBezTo>
                    <a:pt x="0" y="1037"/>
                    <a:pt x="203" y="1704"/>
                    <a:pt x="215" y="2168"/>
                  </a:cubicBezTo>
                  <a:cubicBezTo>
                    <a:pt x="642" y="2178"/>
                    <a:pt x="1071" y="2183"/>
                    <a:pt x="1501" y="2183"/>
                  </a:cubicBezTo>
                  <a:cubicBezTo>
                    <a:pt x="6973" y="2183"/>
                    <a:pt x="12625" y="1426"/>
                    <a:pt x="17934" y="1426"/>
                  </a:cubicBezTo>
                  <a:cubicBezTo>
                    <a:pt x="18610" y="1426"/>
                    <a:pt x="19280" y="1438"/>
                    <a:pt x="19943" y="1466"/>
                  </a:cubicBezTo>
                  <a:cubicBezTo>
                    <a:pt x="24265" y="1644"/>
                    <a:pt x="28552" y="2049"/>
                    <a:pt x="32885" y="2085"/>
                  </a:cubicBezTo>
                  <a:cubicBezTo>
                    <a:pt x="35767" y="2109"/>
                    <a:pt x="38648" y="2085"/>
                    <a:pt x="41529" y="2156"/>
                  </a:cubicBezTo>
                  <a:lnTo>
                    <a:pt x="41529" y="2168"/>
                  </a:lnTo>
                  <a:cubicBezTo>
                    <a:pt x="41957" y="2178"/>
                    <a:pt x="42386" y="2183"/>
                    <a:pt x="42816" y="2183"/>
                  </a:cubicBezTo>
                  <a:cubicBezTo>
                    <a:pt x="48288" y="2183"/>
                    <a:pt x="53940" y="1426"/>
                    <a:pt x="59249" y="1426"/>
                  </a:cubicBezTo>
                  <a:cubicBezTo>
                    <a:pt x="59924" y="1426"/>
                    <a:pt x="60595" y="1438"/>
                    <a:pt x="61258" y="1466"/>
                  </a:cubicBezTo>
                  <a:cubicBezTo>
                    <a:pt x="65580" y="1644"/>
                    <a:pt x="69866" y="2049"/>
                    <a:pt x="74200" y="2085"/>
                  </a:cubicBezTo>
                  <a:cubicBezTo>
                    <a:pt x="77058" y="2109"/>
                    <a:pt x="79903" y="2085"/>
                    <a:pt x="82749" y="2156"/>
                  </a:cubicBezTo>
                  <a:lnTo>
                    <a:pt x="82749" y="2168"/>
                  </a:lnTo>
                  <a:cubicBezTo>
                    <a:pt x="83176" y="2178"/>
                    <a:pt x="83605" y="2183"/>
                    <a:pt x="84035" y="2183"/>
                  </a:cubicBezTo>
                  <a:cubicBezTo>
                    <a:pt x="89509" y="2183"/>
                    <a:pt x="95168" y="1426"/>
                    <a:pt x="100471" y="1426"/>
                  </a:cubicBezTo>
                  <a:cubicBezTo>
                    <a:pt x="101146" y="1426"/>
                    <a:pt x="101815" y="1438"/>
                    <a:pt x="102477" y="1466"/>
                  </a:cubicBezTo>
                  <a:cubicBezTo>
                    <a:pt x="106799" y="1644"/>
                    <a:pt x="111086" y="2049"/>
                    <a:pt x="115420" y="2085"/>
                  </a:cubicBezTo>
                  <a:cubicBezTo>
                    <a:pt x="118301" y="2109"/>
                    <a:pt x="121182" y="2085"/>
                    <a:pt x="124063" y="2156"/>
                  </a:cubicBezTo>
                  <a:cubicBezTo>
                    <a:pt x="124540" y="2168"/>
                    <a:pt x="125028" y="2180"/>
                    <a:pt x="125516" y="2180"/>
                  </a:cubicBezTo>
                  <a:lnTo>
                    <a:pt x="125516" y="561"/>
                  </a:lnTo>
                  <a:cubicBezTo>
                    <a:pt x="125099" y="561"/>
                    <a:pt x="124683" y="573"/>
                    <a:pt x="124278" y="573"/>
                  </a:cubicBezTo>
                  <a:lnTo>
                    <a:pt x="124278" y="561"/>
                  </a:lnTo>
                  <a:cubicBezTo>
                    <a:pt x="122170" y="537"/>
                    <a:pt x="120039" y="251"/>
                    <a:pt x="117956" y="108"/>
                  </a:cubicBezTo>
                  <a:cubicBezTo>
                    <a:pt x="116772" y="30"/>
                    <a:pt x="115581" y="0"/>
                    <a:pt x="1143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5964932" y="3071457"/>
              <a:ext cx="3179069" cy="75139"/>
            </a:xfrm>
            <a:custGeom>
              <a:avLst/>
              <a:gdLst/>
              <a:ahLst/>
              <a:cxnLst/>
              <a:rect l="l" t="t" r="r" b="b"/>
              <a:pathLst>
                <a:path w="126016" h="2349" extrusionOk="0">
                  <a:moveTo>
                    <a:pt x="100752" y="0"/>
                  </a:moveTo>
                  <a:cubicBezTo>
                    <a:pt x="95029" y="0"/>
                    <a:pt x="88561" y="707"/>
                    <a:pt x="82915" y="718"/>
                  </a:cubicBezTo>
                  <a:cubicBezTo>
                    <a:pt x="79855" y="646"/>
                    <a:pt x="76784" y="694"/>
                    <a:pt x="73724" y="646"/>
                  </a:cubicBezTo>
                  <a:cubicBezTo>
                    <a:pt x="69795" y="587"/>
                    <a:pt x="65913" y="217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ubicBezTo>
                    <a:pt x="53797" y="1"/>
                    <a:pt x="47289" y="718"/>
                    <a:pt x="41625" y="718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7"/>
                    <a:pt x="24599" y="217"/>
                    <a:pt x="20693" y="51"/>
                  </a:cubicBezTo>
                  <a:cubicBezTo>
                    <a:pt x="19894" y="16"/>
                    <a:pt x="19073" y="1"/>
                    <a:pt x="18236" y="1"/>
                  </a:cubicBezTo>
                  <a:cubicBezTo>
                    <a:pt x="12463" y="1"/>
                    <a:pt x="5927" y="718"/>
                    <a:pt x="241" y="718"/>
                  </a:cubicBezTo>
                  <a:cubicBezTo>
                    <a:pt x="201" y="718"/>
                    <a:pt x="160" y="718"/>
                    <a:pt x="119" y="718"/>
                  </a:cubicBezTo>
                  <a:lnTo>
                    <a:pt x="119" y="718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92" y="2349"/>
                    <a:pt x="2149" y="1932"/>
                    <a:pt x="2372" y="1932"/>
                  </a:cubicBezTo>
                  <a:cubicBezTo>
                    <a:pt x="2376" y="1932"/>
                    <a:pt x="2379" y="1932"/>
                    <a:pt x="2382" y="1932"/>
                  </a:cubicBezTo>
                  <a:cubicBezTo>
                    <a:pt x="4096" y="1634"/>
                    <a:pt x="5894" y="1503"/>
                    <a:pt x="7596" y="1444"/>
                  </a:cubicBezTo>
                  <a:cubicBezTo>
                    <a:pt x="8595" y="1402"/>
                    <a:pt x="9595" y="1383"/>
                    <a:pt x="10594" y="1383"/>
                  </a:cubicBezTo>
                  <a:cubicBezTo>
                    <a:pt x="13266" y="1383"/>
                    <a:pt x="15938" y="1514"/>
                    <a:pt x="18598" y="1670"/>
                  </a:cubicBezTo>
                  <a:cubicBezTo>
                    <a:pt x="20408" y="1765"/>
                    <a:pt x="22217" y="1884"/>
                    <a:pt x="24027" y="2003"/>
                  </a:cubicBezTo>
                  <a:cubicBezTo>
                    <a:pt x="24826" y="1990"/>
                    <a:pt x="25625" y="1984"/>
                    <a:pt x="26423" y="1984"/>
                  </a:cubicBezTo>
                  <a:cubicBezTo>
                    <a:pt x="31406" y="1984"/>
                    <a:pt x="36374" y="2214"/>
                    <a:pt x="41351" y="2337"/>
                  </a:cubicBezTo>
                  <a:lnTo>
                    <a:pt x="41351" y="2349"/>
                  </a:lnTo>
                  <a:lnTo>
                    <a:pt x="41458" y="2349"/>
                  </a:lnTo>
                  <a:cubicBezTo>
                    <a:pt x="41470" y="2349"/>
                    <a:pt x="41470" y="2337"/>
                    <a:pt x="41470" y="2337"/>
                  </a:cubicBezTo>
                  <a:cubicBezTo>
                    <a:pt x="42843" y="2325"/>
                    <a:pt x="43464" y="1932"/>
                    <a:pt x="43687" y="1932"/>
                  </a:cubicBezTo>
                  <a:cubicBezTo>
                    <a:pt x="43690" y="1932"/>
                    <a:pt x="43693" y="1932"/>
                    <a:pt x="43696" y="1932"/>
                  </a:cubicBezTo>
                  <a:cubicBezTo>
                    <a:pt x="45411" y="1634"/>
                    <a:pt x="47209" y="1503"/>
                    <a:pt x="48911" y="1444"/>
                  </a:cubicBezTo>
                  <a:cubicBezTo>
                    <a:pt x="49910" y="1402"/>
                    <a:pt x="50909" y="1383"/>
                    <a:pt x="51909" y="1383"/>
                  </a:cubicBezTo>
                  <a:cubicBezTo>
                    <a:pt x="54580" y="1383"/>
                    <a:pt x="57253" y="1514"/>
                    <a:pt x="59913" y="1670"/>
                  </a:cubicBezTo>
                  <a:cubicBezTo>
                    <a:pt x="61722" y="1765"/>
                    <a:pt x="63532" y="1884"/>
                    <a:pt x="65342" y="2003"/>
                  </a:cubicBezTo>
                  <a:cubicBezTo>
                    <a:pt x="66136" y="1990"/>
                    <a:pt x="66930" y="1984"/>
                    <a:pt x="67724" y="1984"/>
                  </a:cubicBezTo>
                  <a:cubicBezTo>
                    <a:pt x="72678" y="1984"/>
                    <a:pt x="77624" y="2214"/>
                    <a:pt x="82570" y="2337"/>
                  </a:cubicBezTo>
                  <a:lnTo>
                    <a:pt x="82570" y="2349"/>
                  </a:lnTo>
                  <a:cubicBezTo>
                    <a:pt x="82618" y="2349"/>
                    <a:pt x="82653" y="2337"/>
                    <a:pt x="82689" y="2337"/>
                  </a:cubicBezTo>
                  <a:cubicBezTo>
                    <a:pt x="82713" y="2337"/>
                    <a:pt x="82749" y="2337"/>
                    <a:pt x="82773" y="2349"/>
                  </a:cubicBezTo>
                  <a:cubicBezTo>
                    <a:pt x="82784" y="2349"/>
                    <a:pt x="82796" y="2337"/>
                    <a:pt x="82808" y="2337"/>
                  </a:cubicBezTo>
                  <a:cubicBezTo>
                    <a:pt x="84098" y="2302"/>
                    <a:pt x="84695" y="1932"/>
                    <a:pt x="84906" y="1932"/>
                  </a:cubicBezTo>
                  <a:cubicBezTo>
                    <a:pt x="84909" y="1932"/>
                    <a:pt x="84913" y="1932"/>
                    <a:pt x="84916" y="1932"/>
                  </a:cubicBezTo>
                  <a:cubicBezTo>
                    <a:pt x="86630" y="1634"/>
                    <a:pt x="88428" y="1503"/>
                    <a:pt x="90131" y="1444"/>
                  </a:cubicBezTo>
                  <a:cubicBezTo>
                    <a:pt x="91129" y="1402"/>
                    <a:pt x="92129" y="1383"/>
                    <a:pt x="93128" y="1383"/>
                  </a:cubicBezTo>
                  <a:cubicBezTo>
                    <a:pt x="95800" y="1383"/>
                    <a:pt x="98472" y="1514"/>
                    <a:pt x="101132" y="1670"/>
                  </a:cubicBezTo>
                  <a:cubicBezTo>
                    <a:pt x="102942" y="1765"/>
                    <a:pt x="104751" y="1884"/>
                    <a:pt x="106561" y="2003"/>
                  </a:cubicBezTo>
                  <a:cubicBezTo>
                    <a:pt x="107360" y="1990"/>
                    <a:pt x="108159" y="1984"/>
                    <a:pt x="108958" y="1984"/>
                  </a:cubicBezTo>
                  <a:cubicBezTo>
                    <a:pt x="113940" y="1984"/>
                    <a:pt x="118908" y="2214"/>
                    <a:pt x="123885" y="2337"/>
                  </a:cubicBezTo>
                  <a:lnTo>
                    <a:pt x="123885" y="2349"/>
                  </a:lnTo>
                  <a:lnTo>
                    <a:pt x="123992" y="2349"/>
                  </a:lnTo>
                  <a:cubicBezTo>
                    <a:pt x="124004" y="2349"/>
                    <a:pt x="124004" y="2337"/>
                    <a:pt x="124004" y="2337"/>
                  </a:cubicBezTo>
                  <a:cubicBezTo>
                    <a:pt x="125075" y="2325"/>
                    <a:pt x="125695" y="2087"/>
                    <a:pt x="126016" y="1980"/>
                  </a:cubicBezTo>
                  <a:lnTo>
                    <a:pt x="126016" y="694"/>
                  </a:lnTo>
                  <a:cubicBezTo>
                    <a:pt x="125385" y="706"/>
                    <a:pt x="124766" y="718"/>
                    <a:pt x="124159" y="718"/>
                  </a:cubicBezTo>
                  <a:cubicBezTo>
                    <a:pt x="121087" y="646"/>
                    <a:pt x="118015" y="694"/>
                    <a:pt x="114943" y="646"/>
                  </a:cubicBezTo>
                  <a:cubicBezTo>
                    <a:pt x="111026" y="587"/>
                    <a:pt x="107133" y="217"/>
                    <a:pt x="103227" y="51"/>
                  </a:cubicBezTo>
                  <a:cubicBezTo>
                    <a:pt x="102422" y="16"/>
                    <a:pt x="101595" y="0"/>
                    <a:pt x="1007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8194841" y="3696525"/>
              <a:ext cx="375764" cy="13467"/>
            </a:xfrm>
            <a:custGeom>
              <a:avLst/>
              <a:gdLst/>
              <a:ahLst/>
              <a:cxnLst/>
              <a:rect l="l" t="t" r="r" b="b"/>
              <a:pathLst>
                <a:path w="14895" h="421" extrusionOk="0">
                  <a:moveTo>
                    <a:pt x="13764" y="0"/>
                  </a:moveTo>
                  <a:cubicBezTo>
                    <a:pt x="9180" y="48"/>
                    <a:pt x="4584" y="131"/>
                    <a:pt x="0" y="238"/>
                  </a:cubicBezTo>
                  <a:cubicBezTo>
                    <a:pt x="2003" y="359"/>
                    <a:pt x="4007" y="420"/>
                    <a:pt x="6010" y="420"/>
                  </a:cubicBezTo>
                  <a:cubicBezTo>
                    <a:pt x="7376" y="420"/>
                    <a:pt x="8742" y="392"/>
                    <a:pt x="10109" y="334"/>
                  </a:cubicBezTo>
                  <a:cubicBezTo>
                    <a:pt x="11704" y="262"/>
                    <a:pt x="13300" y="155"/>
                    <a:pt x="148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5966420" y="3233058"/>
              <a:ext cx="3177580" cy="56522"/>
            </a:xfrm>
            <a:custGeom>
              <a:avLst/>
              <a:gdLst/>
              <a:ahLst/>
              <a:cxnLst/>
              <a:rect l="l" t="t" r="r" b="b"/>
              <a:pathLst>
                <a:path w="125957" h="1767" extrusionOk="0">
                  <a:moveTo>
                    <a:pt x="56447" y="0"/>
                  </a:moveTo>
                  <a:cubicBezTo>
                    <a:pt x="50880" y="0"/>
                    <a:pt x="43057" y="156"/>
                    <a:pt x="41411" y="249"/>
                  </a:cubicBezTo>
                  <a:cubicBezTo>
                    <a:pt x="39518" y="321"/>
                    <a:pt x="37636" y="357"/>
                    <a:pt x="35743" y="357"/>
                  </a:cubicBezTo>
                  <a:cubicBezTo>
                    <a:pt x="32707" y="357"/>
                    <a:pt x="29659" y="297"/>
                    <a:pt x="26623" y="226"/>
                  </a:cubicBezTo>
                  <a:cubicBezTo>
                    <a:pt x="23575" y="154"/>
                    <a:pt x="20515" y="47"/>
                    <a:pt x="17455" y="11"/>
                  </a:cubicBezTo>
                  <a:cubicBezTo>
                    <a:pt x="16770" y="4"/>
                    <a:pt x="16010" y="1"/>
                    <a:pt x="15202" y="1"/>
                  </a:cubicBezTo>
                  <a:cubicBezTo>
                    <a:pt x="9523" y="1"/>
                    <a:pt x="1450" y="166"/>
                    <a:pt x="1" y="249"/>
                  </a:cubicBezTo>
                  <a:cubicBezTo>
                    <a:pt x="37" y="750"/>
                    <a:pt x="489" y="1095"/>
                    <a:pt x="513" y="1595"/>
                  </a:cubicBezTo>
                  <a:cubicBezTo>
                    <a:pt x="1095" y="1718"/>
                    <a:pt x="1765" y="1761"/>
                    <a:pt x="2478" y="1761"/>
                  </a:cubicBezTo>
                  <a:cubicBezTo>
                    <a:pt x="4111" y="1761"/>
                    <a:pt x="5962" y="1535"/>
                    <a:pt x="7454" y="1535"/>
                  </a:cubicBezTo>
                  <a:cubicBezTo>
                    <a:pt x="11300" y="1559"/>
                    <a:pt x="15134" y="1559"/>
                    <a:pt x="18967" y="1559"/>
                  </a:cubicBezTo>
                  <a:cubicBezTo>
                    <a:pt x="21896" y="1559"/>
                    <a:pt x="24790" y="1428"/>
                    <a:pt x="27707" y="1273"/>
                  </a:cubicBezTo>
                  <a:cubicBezTo>
                    <a:pt x="29963" y="1158"/>
                    <a:pt x="32218" y="1056"/>
                    <a:pt x="34479" y="1056"/>
                  </a:cubicBezTo>
                  <a:cubicBezTo>
                    <a:pt x="35249" y="1056"/>
                    <a:pt x="36020" y="1068"/>
                    <a:pt x="36791" y="1095"/>
                  </a:cubicBezTo>
                  <a:cubicBezTo>
                    <a:pt x="38470" y="1154"/>
                    <a:pt x="40184" y="1285"/>
                    <a:pt x="41827" y="1583"/>
                  </a:cubicBezTo>
                  <a:lnTo>
                    <a:pt x="41827" y="1595"/>
                  </a:lnTo>
                  <a:cubicBezTo>
                    <a:pt x="42413" y="1722"/>
                    <a:pt x="43089" y="1766"/>
                    <a:pt x="43806" y="1766"/>
                  </a:cubicBezTo>
                  <a:cubicBezTo>
                    <a:pt x="45407" y="1766"/>
                    <a:pt x="47215" y="1547"/>
                    <a:pt x="48689" y="1547"/>
                  </a:cubicBezTo>
                  <a:cubicBezTo>
                    <a:pt x="48715" y="1547"/>
                    <a:pt x="48742" y="1547"/>
                    <a:pt x="48769" y="1547"/>
                  </a:cubicBezTo>
                  <a:cubicBezTo>
                    <a:pt x="52615" y="1559"/>
                    <a:pt x="56448" y="1559"/>
                    <a:pt x="60282" y="1559"/>
                  </a:cubicBezTo>
                  <a:cubicBezTo>
                    <a:pt x="63211" y="1559"/>
                    <a:pt x="66104" y="1428"/>
                    <a:pt x="69021" y="1273"/>
                  </a:cubicBezTo>
                  <a:cubicBezTo>
                    <a:pt x="71277" y="1158"/>
                    <a:pt x="73533" y="1056"/>
                    <a:pt x="75794" y="1056"/>
                  </a:cubicBezTo>
                  <a:cubicBezTo>
                    <a:pt x="76564" y="1056"/>
                    <a:pt x="77334" y="1068"/>
                    <a:pt x="78106" y="1095"/>
                  </a:cubicBezTo>
                  <a:cubicBezTo>
                    <a:pt x="79749" y="1154"/>
                    <a:pt x="81428" y="1285"/>
                    <a:pt x="83047" y="1571"/>
                  </a:cubicBezTo>
                  <a:cubicBezTo>
                    <a:pt x="83047" y="1583"/>
                    <a:pt x="83047" y="1583"/>
                    <a:pt x="83047" y="1595"/>
                  </a:cubicBezTo>
                  <a:cubicBezTo>
                    <a:pt x="83633" y="1722"/>
                    <a:pt x="84308" y="1766"/>
                    <a:pt x="85026" y="1766"/>
                  </a:cubicBezTo>
                  <a:cubicBezTo>
                    <a:pt x="86627" y="1766"/>
                    <a:pt x="88438" y="1547"/>
                    <a:pt x="89920" y="1547"/>
                  </a:cubicBezTo>
                  <a:cubicBezTo>
                    <a:pt x="89947" y="1547"/>
                    <a:pt x="89973" y="1547"/>
                    <a:pt x="90000" y="1547"/>
                  </a:cubicBezTo>
                  <a:cubicBezTo>
                    <a:pt x="93834" y="1559"/>
                    <a:pt x="97668" y="1559"/>
                    <a:pt x="101502" y="1559"/>
                  </a:cubicBezTo>
                  <a:cubicBezTo>
                    <a:pt x="104431" y="1559"/>
                    <a:pt x="107324" y="1428"/>
                    <a:pt x="110241" y="1273"/>
                  </a:cubicBezTo>
                  <a:cubicBezTo>
                    <a:pt x="112497" y="1158"/>
                    <a:pt x="114753" y="1056"/>
                    <a:pt x="117013" y="1056"/>
                  </a:cubicBezTo>
                  <a:cubicBezTo>
                    <a:pt x="117783" y="1056"/>
                    <a:pt x="118554" y="1068"/>
                    <a:pt x="119325" y="1095"/>
                  </a:cubicBezTo>
                  <a:cubicBezTo>
                    <a:pt x="121004" y="1154"/>
                    <a:pt x="122719" y="1285"/>
                    <a:pt x="124362" y="1583"/>
                  </a:cubicBezTo>
                  <a:lnTo>
                    <a:pt x="124362" y="1595"/>
                  </a:lnTo>
                  <a:cubicBezTo>
                    <a:pt x="124838" y="1702"/>
                    <a:pt x="125386" y="1750"/>
                    <a:pt x="125957" y="1762"/>
                  </a:cubicBezTo>
                  <a:lnTo>
                    <a:pt x="125957" y="178"/>
                  </a:lnTo>
                  <a:cubicBezTo>
                    <a:pt x="125028" y="202"/>
                    <a:pt x="124326" y="226"/>
                    <a:pt x="123945" y="249"/>
                  </a:cubicBezTo>
                  <a:cubicBezTo>
                    <a:pt x="122052" y="321"/>
                    <a:pt x="120171" y="357"/>
                    <a:pt x="118277" y="357"/>
                  </a:cubicBezTo>
                  <a:cubicBezTo>
                    <a:pt x="118052" y="357"/>
                    <a:pt x="117827" y="358"/>
                    <a:pt x="117602" y="358"/>
                  </a:cubicBezTo>
                  <a:cubicBezTo>
                    <a:pt x="114789" y="358"/>
                    <a:pt x="111968" y="292"/>
                    <a:pt x="109157" y="226"/>
                  </a:cubicBezTo>
                  <a:cubicBezTo>
                    <a:pt x="106109" y="166"/>
                    <a:pt x="103049" y="47"/>
                    <a:pt x="99989" y="11"/>
                  </a:cubicBezTo>
                  <a:cubicBezTo>
                    <a:pt x="99304" y="4"/>
                    <a:pt x="98545" y="1"/>
                    <a:pt x="97736" y="1"/>
                  </a:cubicBezTo>
                  <a:cubicBezTo>
                    <a:pt x="92057" y="1"/>
                    <a:pt x="83984" y="166"/>
                    <a:pt x="82535" y="249"/>
                  </a:cubicBezTo>
                  <a:cubicBezTo>
                    <a:pt x="80713" y="321"/>
                    <a:pt x="78880" y="357"/>
                    <a:pt x="77058" y="357"/>
                  </a:cubicBezTo>
                  <a:cubicBezTo>
                    <a:pt x="76833" y="357"/>
                    <a:pt x="76608" y="358"/>
                    <a:pt x="76382" y="358"/>
                  </a:cubicBezTo>
                  <a:cubicBezTo>
                    <a:pt x="73570" y="358"/>
                    <a:pt x="70749" y="292"/>
                    <a:pt x="67938" y="226"/>
                  </a:cubicBezTo>
                  <a:cubicBezTo>
                    <a:pt x="64890" y="154"/>
                    <a:pt x="61830" y="47"/>
                    <a:pt x="58770" y="11"/>
                  </a:cubicBezTo>
                  <a:cubicBezTo>
                    <a:pt x="58065" y="4"/>
                    <a:pt x="57281" y="0"/>
                    <a:pt x="564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5976335" y="3547175"/>
              <a:ext cx="3167666" cy="69573"/>
            </a:xfrm>
            <a:custGeom>
              <a:avLst/>
              <a:gdLst/>
              <a:ahLst/>
              <a:cxnLst/>
              <a:rect l="l" t="t" r="r" b="b"/>
              <a:pathLst>
                <a:path w="125564" h="2175" extrusionOk="0">
                  <a:moveTo>
                    <a:pt x="31864" y="1"/>
                  </a:moveTo>
                  <a:cubicBezTo>
                    <a:pt x="30155" y="1"/>
                    <a:pt x="28440" y="63"/>
                    <a:pt x="26742" y="133"/>
                  </a:cubicBezTo>
                  <a:cubicBezTo>
                    <a:pt x="25278" y="193"/>
                    <a:pt x="23825" y="264"/>
                    <a:pt x="22361" y="288"/>
                  </a:cubicBezTo>
                  <a:cubicBezTo>
                    <a:pt x="21942" y="294"/>
                    <a:pt x="21523" y="297"/>
                    <a:pt x="21104" y="297"/>
                  </a:cubicBezTo>
                  <a:cubicBezTo>
                    <a:pt x="20023" y="297"/>
                    <a:pt x="18941" y="278"/>
                    <a:pt x="17860" y="252"/>
                  </a:cubicBezTo>
                  <a:cubicBezTo>
                    <a:pt x="17154" y="236"/>
                    <a:pt x="16432" y="228"/>
                    <a:pt x="15698" y="228"/>
                  </a:cubicBezTo>
                  <a:cubicBezTo>
                    <a:pt x="10625" y="228"/>
                    <a:pt x="4972" y="574"/>
                    <a:pt x="1" y="574"/>
                  </a:cubicBezTo>
                  <a:cubicBezTo>
                    <a:pt x="13" y="1038"/>
                    <a:pt x="215" y="1693"/>
                    <a:pt x="215" y="2157"/>
                  </a:cubicBezTo>
                  <a:cubicBezTo>
                    <a:pt x="673" y="2169"/>
                    <a:pt x="1133" y="2174"/>
                    <a:pt x="1595" y="2174"/>
                  </a:cubicBezTo>
                  <a:cubicBezTo>
                    <a:pt x="7039" y="2174"/>
                    <a:pt x="12664" y="1427"/>
                    <a:pt x="17945" y="1427"/>
                  </a:cubicBezTo>
                  <a:cubicBezTo>
                    <a:pt x="18621" y="1427"/>
                    <a:pt x="19292" y="1439"/>
                    <a:pt x="19956" y="1467"/>
                  </a:cubicBezTo>
                  <a:cubicBezTo>
                    <a:pt x="24278" y="1645"/>
                    <a:pt x="28564" y="2050"/>
                    <a:pt x="32898" y="2086"/>
                  </a:cubicBezTo>
                  <a:cubicBezTo>
                    <a:pt x="35779" y="2109"/>
                    <a:pt x="38660" y="2086"/>
                    <a:pt x="41530" y="2157"/>
                  </a:cubicBezTo>
                  <a:cubicBezTo>
                    <a:pt x="41988" y="2169"/>
                    <a:pt x="42448" y="2174"/>
                    <a:pt x="42910" y="2174"/>
                  </a:cubicBezTo>
                  <a:cubicBezTo>
                    <a:pt x="48353" y="2174"/>
                    <a:pt x="53979" y="1427"/>
                    <a:pt x="59260" y="1427"/>
                  </a:cubicBezTo>
                  <a:cubicBezTo>
                    <a:pt x="59936" y="1427"/>
                    <a:pt x="60606" y="1439"/>
                    <a:pt x="61270" y="1467"/>
                  </a:cubicBezTo>
                  <a:cubicBezTo>
                    <a:pt x="65592" y="1645"/>
                    <a:pt x="69878" y="2050"/>
                    <a:pt x="74212" y="2086"/>
                  </a:cubicBezTo>
                  <a:cubicBezTo>
                    <a:pt x="77058" y="2109"/>
                    <a:pt x="79904" y="2086"/>
                    <a:pt x="82749" y="2157"/>
                  </a:cubicBezTo>
                  <a:cubicBezTo>
                    <a:pt x="83208" y="2169"/>
                    <a:pt x="83668" y="2174"/>
                    <a:pt x="84129" y="2174"/>
                  </a:cubicBezTo>
                  <a:cubicBezTo>
                    <a:pt x="89573" y="2174"/>
                    <a:pt x="95199" y="1427"/>
                    <a:pt x="100479" y="1427"/>
                  </a:cubicBezTo>
                  <a:cubicBezTo>
                    <a:pt x="101155" y="1427"/>
                    <a:pt x="101826" y="1439"/>
                    <a:pt x="102490" y="1467"/>
                  </a:cubicBezTo>
                  <a:cubicBezTo>
                    <a:pt x="106812" y="1645"/>
                    <a:pt x="111098" y="2050"/>
                    <a:pt x="115432" y="2086"/>
                  </a:cubicBezTo>
                  <a:cubicBezTo>
                    <a:pt x="118313" y="2109"/>
                    <a:pt x="121194" y="2074"/>
                    <a:pt x="124064" y="2157"/>
                  </a:cubicBezTo>
                  <a:cubicBezTo>
                    <a:pt x="124564" y="2169"/>
                    <a:pt x="125064" y="2169"/>
                    <a:pt x="125564" y="2169"/>
                  </a:cubicBezTo>
                  <a:lnTo>
                    <a:pt x="125564" y="562"/>
                  </a:lnTo>
                  <a:cubicBezTo>
                    <a:pt x="125135" y="562"/>
                    <a:pt x="124707" y="562"/>
                    <a:pt x="124278" y="574"/>
                  </a:cubicBezTo>
                  <a:lnTo>
                    <a:pt x="124278" y="562"/>
                  </a:lnTo>
                  <a:cubicBezTo>
                    <a:pt x="122171" y="538"/>
                    <a:pt x="120051" y="252"/>
                    <a:pt x="117956" y="109"/>
                  </a:cubicBezTo>
                  <a:cubicBezTo>
                    <a:pt x="116778" y="31"/>
                    <a:pt x="115589" y="1"/>
                    <a:pt x="114399" y="1"/>
                  </a:cubicBezTo>
                  <a:cubicBezTo>
                    <a:pt x="112689" y="1"/>
                    <a:pt x="110974" y="63"/>
                    <a:pt x="109276" y="133"/>
                  </a:cubicBezTo>
                  <a:cubicBezTo>
                    <a:pt x="107812" y="181"/>
                    <a:pt x="106359" y="264"/>
                    <a:pt x="104895" y="288"/>
                  </a:cubicBezTo>
                  <a:cubicBezTo>
                    <a:pt x="104520" y="291"/>
                    <a:pt x="104145" y="292"/>
                    <a:pt x="103770" y="292"/>
                  </a:cubicBezTo>
                  <a:cubicBezTo>
                    <a:pt x="102644" y="292"/>
                    <a:pt x="101519" y="279"/>
                    <a:pt x="100394" y="252"/>
                  </a:cubicBezTo>
                  <a:cubicBezTo>
                    <a:pt x="99661" y="234"/>
                    <a:pt x="98911" y="227"/>
                    <a:pt x="98149" y="227"/>
                  </a:cubicBezTo>
                  <a:cubicBezTo>
                    <a:pt x="93274" y="227"/>
                    <a:pt x="87877" y="541"/>
                    <a:pt x="83059" y="562"/>
                  </a:cubicBezTo>
                  <a:cubicBezTo>
                    <a:pt x="80951" y="538"/>
                    <a:pt x="78832" y="252"/>
                    <a:pt x="76736" y="109"/>
                  </a:cubicBezTo>
                  <a:cubicBezTo>
                    <a:pt x="75558" y="31"/>
                    <a:pt x="74370" y="1"/>
                    <a:pt x="73179" y="1"/>
                  </a:cubicBezTo>
                  <a:cubicBezTo>
                    <a:pt x="71470" y="1"/>
                    <a:pt x="69755" y="63"/>
                    <a:pt x="68057" y="133"/>
                  </a:cubicBezTo>
                  <a:cubicBezTo>
                    <a:pt x="66592" y="181"/>
                    <a:pt x="65140" y="264"/>
                    <a:pt x="63675" y="288"/>
                  </a:cubicBezTo>
                  <a:cubicBezTo>
                    <a:pt x="63300" y="291"/>
                    <a:pt x="62925" y="292"/>
                    <a:pt x="62550" y="292"/>
                  </a:cubicBezTo>
                  <a:cubicBezTo>
                    <a:pt x="61425" y="292"/>
                    <a:pt x="60300" y="279"/>
                    <a:pt x="59175" y="252"/>
                  </a:cubicBezTo>
                  <a:cubicBezTo>
                    <a:pt x="58456" y="235"/>
                    <a:pt x="57721" y="227"/>
                    <a:pt x="56974" y="227"/>
                  </a:cubicBezTo>
                  <a:cubicBezTo>
                    <a:pt x="52059" y="227"/>
                    <a:pt x="46601" y="553"/>
                    <a:pt x="41744" y="574"/>
                  </a:cubicBezTo>
                  <a:lnTo>
                    <a:pt x="41744" y="562"/>
                  </a:lnTo>
                  <a:cubicBezTo>
                    <a:pt x="39637" y="538"/>
                    <a:pt x="37517" y="252"/>
                    <a:pt x="35422" y="109"/>
                  </a:cubicBezTo>
                  <a:cubicBezTo>
                    <a:pt x="34244" y="31"/>
                    <a:pt x="33055" y="1"/>
                    <a:pt x="318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5964024" y="3628167"/>
              <a:ext cx="3179977" cy="74851"/>
            </a:xfrm>
            <a:custGeom>
              <a:avLst/>
              <a:gdLst/>
              <a:ahLst/>
              <a:cxnLst/>
              <a:rect l="l" t="t" r="r" b="b"/>
              <a:pathLst>
                <a:path w="126052" h="2340" extrusionOk="0">
                  <a:moveTo>
                    <a:pt x="18158" y="1"/>
                  </a:moveTo>
                  <a:cubicBezTo>
                    <a:pt x="12403" y="1"/>
                    <a:pt x="5904" y="721"/>
                    <a:pt x="240" y="721"/>
                  </a:cubicBezTo>
                  <a:cubicBezTo>
                    <a:pt x="200" y="721"/>
                    <a:pt x="160" y="721"/>
                    <a:pt x="120" y="720"/>
                  </a:cubicBezTo>
                  <a:lnTo>
                    <a:pt x="120" y="720"/>
                  </a:lnTo>
                  <a:cubicBezTo>
                    <a:pt x="167" y="1304"/>
                    <a:pt x="1" y="1756"/>
                    <a:pt x="36" y="2340"/>
                  </a:cubicBezTo>
                  <a:cubicBezTo>
                    <a:pt x="1473" y="2340"/>
                    <a:pt x="2131" y="1934"/>
                    <a:pt x="2363" y="1934"/>
                  </a:cubicBezTo>
                  <a:cubicBezTo>
                    <a:pt x="2370" y="1934"/>
                    <a:pt x="2376" y="1934"/>
                    <a:pt x="2382" y="1935"/>
                  </a:cubicBezTo>
                  <a:cubicBezTo>
                    <a:pt x="4096" y="1637"/>
                    <a:pt x="5894" y="1506"/>
                    <a:pt x="7597" y="1435"/>
                  </a:cubicBezTo>
                  <a:cubicBezTo>
                    <a:pt x="8553" y="1398"/>
                    <a:pt x="9511" y="1381"/>
                    <a:pt x="10468" y="1381"/>
                  </a:cubicBezTo>
                  <a:cubicBezTo>
                    <a:pt x="13181" y="1381"/>
                    <a:pt x="15893" y="1511"/>
                    <a:pt x="18586" y="1661"/>
                  </a:cubicBezTo>
                  <a:cubicBezTo>
                    <a:pt x="20408" y="1768"/>
                    <a:pt x="22218" y="1887"/>
                    <a:pt x="24027" y="2006"/>
                  </a:cubicBezTo>
                  <a:cubicBezTo>
                    <a:pt x="24825" y="1993"/>
                    <a:pt x="25622" y="1987"/>
                    <a:pt x="26420" y="1987"/>
                  </a:cubicBezTo>
                  <a:cubicBezTo>
                    <a:pt x="31397" y="1987"/>
                    <a:pt x="36374" y="2217"/>
                    <a:pt x="41351" y="2340"/>
                  </a:cubicBezTo>
                  <a:lnTo>
                    <a:pt x="41470" y="2340"/>
                  </a:lnTo>
                  <a:cubicBezTo>
                    <a:pt x="42823" y="2317"/>
                    <a:pt x="43446" y="1934"/>
                    <a:pt x="43677" y="1934"/>
                  </a:cubicBezTo>
                  <a:cubicBezTo>
                    <a:pt x="43684" y="1934"/>
                    <a:pt x="43690" y="1934"/>
                    <a:pt x="43696" y="1935"/>
                  </a:cubicBezTo>
                  <a:cubicBezTo>
                    <a:pt x="45411" y="1625"/>
                    <a:pt x="47209" y="1506"/>
                    <a:pt x="48911" y="1435"/>
                  </a:cubicBezTo>
                  <a:cubicBezTo>
                    <a:pt x="49865" y="1398"/>
                    <a:pt x="50821" y="1381"/>
                    <a:pt x="51778" y="1381"/>
                  </a:cubicBezTo>
                  <a:cubicBezTo>
                    <a:pt x="54489" y="1381"/>
                    <a:pt x="57208" y="1511"/>
                    <a:pt x="59901" y="1661"/>
                  </a:cubicBezTo>
                  <a:cubicBezTo>
                    <a:pt x="61723" y="1768"/>
                    <a:pt x="63532" y="1887"/>
                    <a:pt x="65342" y="2006"/>
                  </a:cubicBezTo>
                  <a:cubicBezTo>
                    <a:pt x="66161" y="1993"/>
                    <a:pt x="66980" y="1987"/>
                    <a:pt x="67798" y="1987"/>
                  </a:cubicBezTo>
                  <a:cubicBezTo>
                    <a:pt x="72725" y="1987"/>
                    <a:pt x="77639" y="2207"/>
                    <a:pt x="82570" y="2340"/>
                  </a:cubicBezTo>
                  <a:lnTo>
                    <a:pt x="82797" y="2340"/>
                  </a:lnTo>
                  <a:cubicBezTo>
                    <a:pt x="84078" y="2294"/>
                    <a:pt x="84677" y="1934"/>
                    <a:pt x="84896" y="1934"/>
                  </a:cubicBezTo>
                  <a:cubicBezTo>
                    <a:pt x="84903" y="1934"/>
                    <a:pt x="84910" y="1934"/>
                    <a:pt x="84916" y="1935"/>
                  </a:cubicBezTo>
                  <a:cubicBezTo>
                    <a:pt x="86630" y="1625"/>
                    <a:pt x="88428" y="1506"/>
                    <a:pt x="90131" y="1435"/>
                  </a:cubicBezTo>
                  <a:cubicBezTo>
                    <a:pt x="91087" y="1398"/>
                    <a:pt x="92045" y="1381"/>
                    <a:pt x="93003" y="1381"/>
                  </a:cubicBezTo>
                  <a:cubicBezTo>
                    <a:pt x="95716" y="1381"/>
                    <a:pt x="98431" y="1511"/>
                    <a:pt x="101132" y="1661"/>
                  </a:cubicBezTo>
                  <a:cubicBezTo>
                    <a:pt x="102942" y="1768"/>
                    <a:pt x="104752" y="1887"/>
                    <a:pt x="106561" y="2006"/>
                  </a:cubicBezTo>
                  <a:cubicBezTo>
                    <a:pt x="107359" y="1993"/>
                    <a:pt x="108157" y="1987"/>
                    <a:pt x="108954" y="1987"/>
                  </a:cubicBezTo>
                  <a:cubicBezTo>
                    <a:pt x="113931" y="1987"/>
                    <a:pt x="118908" y="2217"/>
                    <a:pt x="123885" y="2340"/>
                  </a:cubicBezTo>
                  <a:lnTo>
                    <a:pt x="124004" y="2340"/>
                  </a:lnTo>
                  <a:cubicBezTo>
                    <a:pt x="125123" y="2328"/>
                    <a:pt x="125742" y="2066"/>
                    <a:pt x="126052" y="1971"/>
                  </a:cubicBezTo>
                  <a:lnTo>
                    <a:pt x="126052" y="685"/>
                  </a:lnTo>
                  <a:cubicBezTo>
                    <a:pt x="125413" y="708"/>
                    <a:pt x="124786" y="720"/>
                    <a:pt x="124159" y="720"/>
                  </a:cubicBezTo>
                  <a:lnTo>
                    <a:pt x="124159" y="720"/>
                  </a:lnTo>
                  <a:cubicBezTo>
                    <a:pt x="121087" y="649"/>
                    <a:pt x="118015" y="697"/>
                    <a:pt x="114932" y="649"/>
                  </a:cubicBezTo>
                  <a:cubicBezTo>
                    <a:pt x="111014" y="589"/>
                    <a:pt x="107133" y="220"/>
                    <a:pt x="103228" y="54"/>
                  </a:cubicBezTo>
                  <a:cubicBezTo>
                    <a:pt x="102421" y="19"/>
                    <a:pt x="101593" y="3"/>
                    <a:pt x="100749" y="3"/>
                  </a:cubicBezTo>
                  <a:cubicBezTo>
                    <a:pt x="95021" y="3"/>
                    <a:pt x="88561" y="710"/>
                    <a:pt x="82916" y="720"/>
                  </a:cubicBezTo>
                  <a:cubicBezTo>
                    <a:pt x="79844" y="649"/>
                    <a:pt x="76784" y="697"/>
                    <a:pt x="73712" y="649"/>
                  </a:cubicBezTo>
                  <a:cubicBezTo>
                    <a:pt x="69795" y="589"/>
                    <a:pt x="65914" y="220"/>
                    <a:pt x="61996" y="54"/>
                  </a:cubicBezTo>
                  <a:cubicBezTo>
                    <a:pt x="61188" y="19"/>
                    <a:pt x="60358" y="3"/>
                    <a:pt x="59512" y="3"/>
                  </a:cubicBezTo>
                  <a:cubicBezTo>
                    <a:pt x="53768" y="3"/>
                    <a:pt x="47279" y="710"/>
                    <a:pt x="41613" y="720"/>
                  </a:cubicBezTo>
                  <a:cubicBezTo>
                    <a:pt x="38553" y="649"/>
                    <a:pt x="35469" y="697"/>
                    <a:pt x="32397" y="649"/>
                  </a:cubicBezTo>
                  <a:cubicBezTo>
                    <a:pt x="28480" y="589"/>
                    <a:pt x="24599" y="220"/>
                    <a:pt x="20682" y="54"/>
                  </a:cubicBezTo>
                  <a:cubicBezTo>
                    <a:pt x="19861" y="17"/>
                    <a:pt x="19018" y="1"/>
                    <a:pt x="181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8193933" y="4252947"/>
              <a:ext cx="375789" cy="13627"/>
            </a:xfrm>
            <a:custGeom>
              <a:avLst/>
              <a:gdLst/>
              <a:ahLst/>
              <a:cxnLst/>
              <a:rect l="l" t="t" r="r" b="b"/>
              <a:pathLst>
                <a:path w="14896" h="426" extrusionOk="0">
                  <a:moveTo>
                    <a:pt x="14895" y="0"/>
                  </a:moveTo>
                  <a:cubicBezTo>
                    <a:pt x="14514" y="0"/>
                    <a:pt x="14133" y="0"/>
                    <a:pt x="13752" y="12"/>
                  </a:cubicBezTo>
                  <a:cubicBezTo>
                    <a:pt x="9168" y="48"/>
                    <a:pt x="4584" y="143"/>
                    <a:pt x="1" y="238"/>
                  </a:cubicBezTo>
                  <a:cubicBezTo>
                    <a:pt x="2011" y="360"/>
                    <a:pt x="4029" y="425"/>
                    <a:pt x="6046" y="425"/>
                  </a:cubicBezTo>
                  <a:cubicBezTo>
                    <a:pt x="7398" y="425"/>
                    <a:pt x="8750" y="396"/>
                    <a:pt x="10097" y="334"/>
                  </a:cubicBezTo>
                  <a:lnTo>
                    <a:pt x="10097" y="346"/>
                  </a:lnTo>
                  <a:cubicBezTo>
                    <a:pt x="11692" y="274"/>
                    <a:pt x="13300" y="167"/>
                    <a:pt x="148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5965537" y="3789832"/>
              <a:ext cx="3178463" cy="56394"/>
            </a:xfrm>
            <a:custGeom>
              <a:avLst/>
              <a:gdLst/>
              <a:ahLst/>
              <a:cxnLst/>
              <a:rect l="l" t="t" r="r" b="b"/>
              <a:pathLst>
                <a:path w="125992" h="1763" extrusionOk="0">
                  <a:moveTo>
                    <a:pt x="56442" y="1"/>
                  </a:moveTo>
                  <a:cubicBezTo>
                    <a:pt x="50870" y="1"/>
                    <a:pt x="43055" y="157"/>
                    <a:pt x="41398" y="250"/>
                  </a:cubicBezTo>
                  <a:cubicBezTo>
                    <a:pt x="39517" y="322"/>
                    <a:pt x="37624" y="346"/>
                    <a:pt x="35743" y="358"/>
                  </a:cubicBezTo>
                  <a:cubicBezTo>
                    <a:pt x="32695" y="358"/>
                    <a:pt x="29659" y="298"/>
                    <a:pt x="26622" y="227"/>
                  </a:cubicBezTo>
                  <a:cubicBezTo>
                    <a:pt x="23563" y="155"/>
                    <a:pt x="20515" y="48"/>
                    <a:pt x="17455" y="12"/>
                  </a:cubicBezTo>
                  <a:cubicBezTo>
                    <a:pt x="16768" y="5"/>
                    <a:pt x="16007" y="1"/>
                    <a:pt x="15198" y="1"/>
                  </a:cubicBezTo>
                  <a:cubicBezTo>
                    <a:pt x="9511" y="1"/>
                    <a:pt x="1438" y="167"/>
                    <a:pt x="0" y="250"/>
                  </a:cubicBezTo>
                  <a:cubicBezTo>
                    <a:pt x="24" y="739"/>
                    <a:pt x="488" y="1096"/>
                    <a:pt x="500" y="1596"/>
                  </a:cubicBezTo>
                  <a:cubicBezTo>
                    <a:pt x="1078" y="1717"/>
                    <a:pt x="1739" y="1759"/>
                    <a:pt x="2441" y="1759"/>
                  </a:cubicBezTo>
                  <a:cubicBezTo>
                    <a:pt x="4054" y="1759"/>
                    <a:pt x="5878" y="1536"/>
                    <a:pt x="7373" y="1536"/>
                  </a:cubicBezTo>
                  <a:cubicBezTo>
                    <a:pt x="7400" y="1536"/>
                    <a:pt x="7427" y="1536"/>
                    <a:pt x="7453" y="1536"/>
                  </a:cubicBezTo>
                  <a:cubicBezTo>
                    <a:pt x="11287" y="1560"/>
                    <a:pt x="15133" y="1560"/>
                    <a:pt x="18967" y="1560"/>
                  </a:cubicBezTo>
                  <a:cubicBezTo>
                    <a:pt x="21884" y="1560"/>
                    <a:pt x="24789" y="1417"/>
                    <a:pt x="27694" y="1274"/>
                  </a:cubicBezTo>
                  <a:cubicBezTo>
                    <a:pt x="29950" y="1159"/>
                    <a:pt x="32212" y="1057"/>
                    <a:pt x="34472" y="1057"/>
                  </a:cubicBezTo>
                  <a:cubicBezTo>
                    <a:pt x="35241" y="1057"/>
                    <a:pt x="36010" y="1068"/>
                    <a:pt x="36778" y="1096"/>
                  </a:cubicBezTo>
                  <a:cubicBezTo>
                    <a:pt x="38469" y="1155"/>
                    <a:pt x="40172" y="1286"/>
                    <a:pt x="41815" y="1584"/>
                  </a:cubicBezTo>
                  <a:lnTo>
                    <a:pt x="41815" y="1596"/>
                  </a:lnTo>
                  <a:cubicBezTo>
                    <a:pt x="42400" y="1719"/>
                    <a:pt x="43073" y="1761"/>
                    <a:pt x="43785" y="1761"/>
                  </a:cubicBezTo>
                  <a:cubicBezTo>
                    <a:pt x="45420" y="1761"/>
                    <a:pt x="47267" y="1536"/>
                    <a:pt x="48768" y="1536"/>
                  </a:cubicBezTo>
                  <a:cubicBezTo>
                    <a:pt x="52602" y="1560"/>
                    <a:pt x="56448" y="1560"/>
                    <a:pt x="60281" y="1560"/>
                  </a:cubicBezTo>
                  <a:cubicBezTo>
                    <a:pt x="63198" y="1560"/>
                    <a:pt x="66104" y="1429"/>
                    <a:pt x="69009" y="1274"/>
                  </a:cubicBezTo>
                  <a:cubicBezTo>
                    <a:pt x="71265" y="1159"/>
                    <a:pt x="73527" y="1057"/>
                    <a:pt x="75786" y="1057"/>
                  </a:cubicBezTo>
                  <a:cubicBezTo>
                    <a:pt x="76556" y="1057"/>
                    <a:pt x="77325" y="1068"/>
                    <a:pt x="78093" y="1096"/>
                  </a:cubicBezTo>
                  <a:cubicBezTo>
                    <a:pt x="79748" y="1155"/>
                    <a:pt x="81427" y="1286"/>
                    <a:pt x="83034" y="1572"/>
                  </a:cubicBezTo>
                  <a:cubicBezTo>
                    <a:pt x="83034" y="1584"/>
                    <a:pt x="83046" y="1584"/>
                    <a:pt x="83046" y="1596"/>
                  </a:cubicBezTo>
                  <a:cubicBezTo>
                    <a:pt x="83628" y="1719"/>
                    <a:pt x="84299" y="1761"/>
                    <a:pt x="85011" y="1761"/>
                  </a:cubicBezTo>
                  <a:cubicBezTo>
                    <a:pt x="86644" y="1761"/>
                    <a:pt x="88495" y="1536"/>
                    <a:pt x="89988" y="1536"/>
                  </a:cubicBezTo>
                  <a:cubicBezTo>
                    <a:pt x="93833" y="1560"/>
                    <a:pt x="97667" y="1560"/>
                    <a:pt x="101501" y="1560"/>
                  </a:cubicBezTo>
                  <a:cubicBezTo>
                    <a:pt x="104430" y="1560"/>
                    <a:pt x="107323" y="1429"/>
                    <a:pt x="110240" y="1274"/>
                  </a:cubicBezTo>
                  <a:cubicBezTo>
                    <a:pt x="112496" y="1159"/>
                    <a:pt x="114752" y="1057"/>
                    <a:pt x="117013" y="1057"/>
                  </a:cubicBezTo>
                  <a:cubicBezTo>
                    <a:pt x="117783" y="1057"/>
                    <a:pt x="118553" y="1068"/>
                    <a:pt x="119325" y="1096"/>
                  </a:cubicBezTo>
                  <a:cubicBezTo>
                    <a:pt x="121003" y="1155"/>
                    <a:pt x="122718" y="1286"/>
                    <a:pt x="124361" y="1584"/>
                  </a:cubicBezTo>
                  <a:lnTo>
                    <a:pt x="124361" y="1596"/>
                  </a:lnTo>
                  <a:cubicBezTo>
                    <a:pt x="124849" y="1703"/>
                    <a:pt x="125409" y="1751"/>
                    <a:pt x="125992" y="1762"/>
                  </a:cubicBezTo>
                  <a:lnTo>
                    <a:pt x="125992" y="179"/>
                  </a:lnTo>
                  <a:cubicBezTo>
                    <a:pt x="125051" y="203"/>
                    <a:pt x="124325" y="227"/>
                    <a:pt x="123944" y="250"/>
                  </a:cubicBezTo>
                  <a:lnTo>
                    <a:pt x="123932" y="250"/>
                  </a:lnTo>
                  <a:cubicBezTo>
                    <a:pt x="122051" y="322"/>
                    <a:pt x="120158" y="358"/>
                    <a:pt x="118277" y="358"/>
                  </a:cubicBezTo>
                  <a:cubicBezTo>
                    <a:pt x="115229" y="358"/>
                    <a:pt x="112193" y="298"/>
                    <a:pt x="109157" y="227"/>
                  </a:cubicBezTo>
                  <a:cubicBezTo>
                    <a:pt x="106097" y="155"/>
                    <a:pt x="103049" y="48"/>
                    <a:pt x="99989" y="12"/>
                  </a:cubicBezTo>
                  <a:cubicBezTo>
                    <a:pt x="99302" y="5"/>
                    <a:pt x="98541" y="1"/>
                    <a:pt x="97732" y="1"/>
                  </a:cubicBezTo>
                  <a:cubicBezTo>
                    <a:pt x="92045" y="1"/>
                    <a:pt x="83973" y="167"/>
                    <a:pt x="82534" y="250"/>
                  </a:cubicBezTo>
                  <a:cubicBezTo>
                    <a:pt x="80713" y="322"/>
                    <a:pt x="78879" y="358"/>
                    <a:pt x="77057" y="358"/>
                  </a:cubicBezTo>
                  <a:cubicBezTo>
                    <a:pt x="74009" y="358"/>
                    <a:pt x="70973" y="298"/>
                    <a:pt x="67937" y="227"/>
                  </a:cubicBezTo>
                  <a:cubicBezTo>
                    <a:pt x="64877" y="155"/>
                    <a:pt x="61829" y="48"/>
                    <a:pt x="58769" y="12"/>
                  </a:cubicBezTo>
                  <a:cubicBezTo>
                    <a:pt x="58063" y="4"/>
                    <a:pt x="57278" y="1"/>
                    <a:pt x="564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5975426" y="4103790"/>
              <a:ext cx="3168574" cy="69669"/>
            </a:xfrm>
            <a:custGeom>
              <a:avLst/>
              <a:gdLst/>
              <a:ahLst/>
              <a:cxnLst/>
              <a:rect l="l" t="t" r="r" b="b"/>
              <a:pathLst>
                <a:path w="125600" h="2178" extrusionOk="0">
                  <a:moveTo>
                    <a:pt x="114381" y="1"/>
                  </a:moveTo>
                  <a:cubicBezTo>
                    <a:pt x="112674" y="1"/>
                    <a:pt x="110965" y="64"/>
                    <a:pt x="109277" y="127"/>
                  </a:cubicBezTo>
                  <a:cubicBezTo>
                    <a:pt x="107812" y="187"/>
                    <a:pt x="106360" y="258"/>
                    <a:pt x="104895" y="282"/>
                  </a:cubicBezTo>
                  <a:cubicBezTo>
                    <a:pt x="104476" y="288"/>
                    <a:pt x="104057" y="291"/>
                    <a:pt x="103638" y="291"/>
                  </a:cubicBezTo>
                  <a:cubicBezTo>
                    <a:pt x="102557" y="291"/>
                    <a:pt x="101476" y="272"/>
                    <a:pt x="100394" y="246"/>
                  </a:cubicBezTo>
                  <a:cubicBezTo>
                    <a:pt x="99679" y="229"/>
                    <a:pt x="98947" y="221"/>
                    <a:pt x="98203" y="221"/>
                  </a:cubicBezTo>
                  <a:cubicBezTo>
                    <a:pt x="93312" y="221"/>
                    <a:pt x="87885" y="547"/>
                    <a:pt x="83059" y="568"/>
                  </a:cubicBezTo>
                  <a:cubicBezTo>
                    <a:pt x="80940" y="544"/>
                    <a:pt x="78820" y="246"/>
                    <a:pt x="76737" y="115"/>
                  </a:cubicBezTo>
                  <a:cubicBezTo>
                    <a:pt x="75537" y="36"/>
                    <a:pt x="74329" y="6"/>
                    <a:pt x="73119" y="6"/>
                  </a:cubicBezTo>
                  <a:cubicBezTo>
                    <a:pt x="71424" y="6"/>
                    <a:pt x="69727" y="64"/>
                    <a:pt x="68045" y="127"/>
                  </a:cubicBezTo>
                  <a:cubicBezTo>
                    <a:pt x="66593" y="187"/>
                    <a:pt x="65140" y="270"/>
                    <a:pt x="63676" y="282"/>
                  </a:cubicBezTo>
                  <a:cubicBezTo>
                    <a:pt x="63144" y="290"/>
                    <a:pt x="62613" y="294"/>
                    <a:pt x="62081" y="294"/>
                  </a:cubicBezTo>
                  <a:cubicBezTo>
                    <a:pt x="61113" y="294"/>
                    <a:pt x="60144" y="281"/>
                    <a:pt x="59175" y="258"/>
                  </a:cubicBezTo>
                  <a:cubicBezTo>
                    <a:pt x="58399" y="238"/>
                    <a:pt x="57604" y="229"/>
                    <a:pt x="56795" y="229"/>
                  </a:cubicBezTo>
                  <a:cubicBezTo>
                    <a:pt x="51919" y="229"/>
                    <a:pt x="46534" y="547"/>
                    <a:pt x="41744" y="568"/>
                  </a:cubicBezTo>
                  <a:cubicBezTo>
                    <a:pt x="39637" y="544"/>
                    <a:pt x="37506" y="246"/>
                    <a:pt x="35422" y="115"/>
                  </a:cubicBezTo>
                  <a:cubicBezTo>
                    <a:pt x="34222" y="36"/>
                    <a:pt x="33014" y="6"/>
                    <a:pt x="31805" y="6"/>
                  </a:cubicBezTo>
                  <a:cubicBezTo>
                    <a:pt x="30110" y="6"/>
                    <a:pt x="28412" y="64"/>
                    <a:pt x="26731" y="127"/>
                  </a:cubicBezTo>
                  <a:cubicBezTo>
                    <a:pt x="25278" y="187"/>
                    <a:pt x="23825" y="270"/>
                    <a:pt x="22361" y="282"/>
                  </a:cubicBezTo>
                  <a:cubicBezTo>
                    <a:pt x="21829" y="290"/>
                    <a:pt x="21298" y="294"/>
                    <a:pt x="20767" y="294"/>
                  </a:cubicBezTo>
                  <a:cubicBezTo>
                    <a:pt x="19798" y="294"/>
                    <a:pt x="18829" y="281"/>
                    <a:pt x="17860" y="258"/>
                  </a:cubicBezTo>
                  <a:cubicBezTo>
                    <a:pt x="17099" y="239"/>
                    <a:pt x="16319" y="230"/>
                    <a:pt x="15524" y="230"/>
                  </a:cubicBezTo>
                  <a:cubicBezTo>
                    <a:pt x="10494" y="230"/>
                    <a:pt x="4906" y="568"/>
                    <a:pt x="1" y="568"/>
                  </a:cubicBezTo>
                  <a:cubicBezTo>
                    <a:pt x="1" y="1044"/>
                    <a:pt x="203" y="1699"/>
                    <a:pt x="215" y="2163"/>
                  </a:cubicBezTo>
                  <a:cubicBezTo>
                    <a:pt x="643" y="2173"/>
                    <a:pt x="1072" y="2178"/>
                    <a:pt x="1502" y="2178"/>
                  </a:cubicBezTo>
                  <a:cubicBezTo>
                    <a:pt x="6974" y="2178"/>
                    <a:pt x="12626" y="1421"/>
                    <a:pt x="17935" y="1421"/>
                  </a:cubicBezTo>
                  <a:cubicBezTo>
                    <a:pt x="18610" y="1421"/>
                    <a:pt x="19281" y="1433"/>
                    <a:pt x="19944" y="1461"/>
                  </a:cubicBezTo>
                  <a:cubicBezTo>
                    <a:pt x="24266" y="1639"/>
                    <a:pt x="28552" y="2044"/>
                    <a:pt x="32886" y="2080"/>
                  </a:cubicBezTo>
                  <a:cubicBezTo>
                    <a:pt x="35767" y="2115"/>
                    <a:pt x="38649" y="2080"/>
                    <a:pt x="41530" y="2151"/>
                  </a:cubicBezTo>
                  <a:lnTo>
                    <a:pt x="41530" y="2163"/>
                  </a:lnTo>
                  <a:cubicBezTo>
                    <a:pt x="41958" y="2173"/>
                    <a:pt x="42386" y="2178"/>
                    <a:pt x="42817" y="2178"/>
                  </a:cubicBezTo>
                  <a:cubicBezTo>
                    <a:pt x="48288" y="2178"/>
                    <a:pt x="53940" y="1421"/>
                    <a:pt x="59250" y="1421"/>
                  </a:cubicBezTo>
                  <a:cubicBezTo>
                    <a:pt x="59925" y="1421"/>
                    <a:pt x="60595" y="1433"/>
                    <a:pt x="61259" y="1461"/>
                  </a:cubicBezTo>
                  <a:cubicBezTo>
                    <a:pt x="65581" y="1639"/>
                    <a:pt x="69867" y="2044"/>
                    <a:pt x="74201" y="2080"/>
                  </a:cubicBezTo>
                  <a:cubicBezTo>
                    <a:pt x="77058" y="2103"/>
                    <a:pt x="79904" y="2080"/>
                    <a:pt x="82749" y="2151"/>
                  </a:cubicBezTo>
                  <a:lnTo>
                    <a:pt x="82749" y="2163"/>
                  </a:lnTo>
                  <a:cubicBezTo>
                    <a:pt x="83177" y="2173"/>
                    <a:pt x="83606" y="2178"/>
                    <a:pt x="84036" y="2178"/>
                  </a:cubicBezTo>
                  <a:cubicBezTo>
                    <a:pt x="89509" y="2178"/>
                    <a:pt x="95169" y="1421"/>
                    <a:pt x="100472" y="1421"/>
                  </a:cubicBezTo>
                  <a:cubicBezTo>
                    <a:pt x="101147" y="1421"/>
                    <a:pt x="101816" y="1433"/>
                    <a:pt x="102478" y="1461"/>
                  </a:cubicBezTo>
                  <a:cubicBezTo>
                    <a:pt x="106800" y="1639"/>
                    <a:pt x="111098" y="2044"/>
                    <a:pt x="115420" y="2080"/>
                  </a:cubicBezTo>
                  <a:cubicBezTo>
                    <a:pt x="118301" y="2103"/>
                    <a:pt x="121183" y="2080"/>
                    <a:pt x="124064" y="2151"/>
                  </a:cubicBezTo>
                  <a:lnTo>
                    <a:pt x="124064" y="2163"/>
                  </a:lnTo>
                  <a:cubicBezTo>
                    <a:pt x="124576" y="2175"/>
                    <a:pt x="125088" y="2175"/>
                    <a:pt x="125600" y="2175"/>
                  </a:cubicBezTo>
                  <a:lnTo>
                    <a:pt x="125600" y="556"/>
                  </a:lnTo>
                  <a:cubicBezTo>
                    <a:pt x="125159" y="556"/>
                    <a:pt x="124719" y="568"/>
                    <a:pt x="124278" y="568"/>
                  </a:cubicBezTo>
                  <a:cubicBezTo>
                    <a:pt x="122159" y="532"/>
                    <a:pt x="120040" y="246"/>
                    <a:pt x="117956" y="115"/>
                  </a:cubicBezTo>
                  <a:cubicBezTo>
                    <a:pt x="116770" y="32"/>
                    <a:pt x="115576" y="1"/>
                    <a:pt x="114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5962813" y="4184686"/>
              <a:ext cx="3181188" cy="75139"/>
            </a:xfrm>
            <a:custGeom>
              <a:avLst/>
              <a:gdLst/>
              <a:ahLst/>
              <a:cxnLst/>
              <a:rect l="l" t="t" r="r" b="b"/>
              <a:pathLst>
                <a:path w="126100" h="2349" extrusionOk="0">
                  <a:moveTo>
                    <a:pt x="100753" y="0"/>
                  </a:moveTo>
                  <a:cubicBezTo>
                    <a:pt x="95030" y="0"/>
                    <a:pt x="88561" y="707"/>
                    <a:pt x="82916" y="717"/>
                  </a:cubicBezTo>
                  <a:cubicBezTo>
                    <a:pt x="79856" y="658"/>
                    <a:pt x="76784" y="706"/>
                    <a:pt x="73724" y="658"/>
                  </a:cubicBezTo>
                  <a:cubicBezTo>
                    <a:pt x="69807" y="586"/>
                    <a:pt x="65914" y="229"/>
                    <a:pt x="62009" y="51"/>
                  </a:cubicBezTo>
                  <a:cubicBezTo>
                    <a:pt x="61209" y="16"/>
                    <a:pt x="60389" y="1"/>
                    <a:pt x="59552" y="1"/>
                  </a:cubicBezTo>
                  <a:cubicBezTo>
                    <a:pt x="53802" y="1"/>
                    <a:pt x="47301" y="719"/>
                    <a:pt x="41625" y="729"/>
                  </a:cubicBezTo>
                  <a:cubicBezTo>
                    <a:pt x="38553" y="658"/>
                    <a:pt x="35482" y="706"/>
                    <a:pt x="32410" y="658"/>
                  </a:cubicBezTo>
                  <a:cubicBezTo>
                    <a:pt x="28493" y="586"/>
                    <a:pt x="24599" y="229"/>
                    <a:pt x="20694" y="51"/>
                  </a:cubicBezTo>
                  <a:cubicBezTo>
                    <a:pt x="19903" y="17"/>
                    <a:pt x="19092" y="2"/>
                    <a:pt x="18265" y="2"/>
                  </a:cubicBezTo>
                  <a:cubicBezTo>
                    <a:pt x="12486" y="2"/>
                    <a:pt x="5948" y="729"/>
                    <a:pt x="252" y="729"/>
                  </a:cubicBezTo>
                  <a:cubicBezTo>
                    <a:pt x="212" y="729"/>
                    <a:pt x="172" y="729"/>
                    <a:pt x="132" y="729"/>
                  </a:cubicBezTo>
                  <a:lnTo>
                    <a:pt x="132" y="729"/>
                  </a:lnTo>
                  <a:cubicBezTo>
                    <a:pt x="168" y="1313"/>
                    <a:pt x="1" y="1765"/>
                    <a:pt x="37" y="2349"/>
                  </a:cubicBezTo>
                  <a:cubicBezTo>
                    <a:pt x="1485" y="2349"/>
                    <a:pt x="2132" y="1943"/>
                    <a:pt x="2364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7" y="1634"/>
                    <a:pt x="5895" y="1515"/>
                    <a:pt x="7597" y="1444"/>
                  </a:cubicBezTo>
                  <a:cubicBezTo>
                    <a:pt x="8554" y="1406"/>
                    <a:pt x="9511" y="1390"/>
                    <a:pt x="10469" y="1390"/>
                  </a:cubicBezTo>
                  <a:cubicBezTo>
                    <a:pt x="13182" y="1390"/>
                    <a:pt x="15897" y="1520"/>
                    <a:pt x="18598" y="1670"/>
                  </a:cubicBezTo>
                  <a:cubicBezTo>
                    <a:pt x="20408" y="1777"/>
                    <a:pt x="22218" y="1884"/>
                    <a:pt x="24028" y="2003"/>
                  </a:cubicBezTo>
                  <a:cubicBezTo>
                    <a:pt x="24825" y="1990"/>
                    <a:pt x="25621" y="1984"/>
                    <a:pt x="26418" y="1984"/>
                  </a:cubicBezTo>
                  <a:cubicBezTo>
                    <a:pt x="31402" y="1984"/>
                    <a:pt x="36372" y="2215"/>
                    <a:pt x="41351" y="2349"/>
                  </a:cubicBezTo>
                  <a:lnTo>
                    <a:pt x="41482" y="2349"/>
                  </a:lnTo>
                  <a:cubicBezTo>
                    <a:pt x="42836" y="2325"/>
                    <a:pt x="43458" y="1943"/>
                    <a:pt x="43678" y="1943"/>
                  </a:cubicBezTo>
                  <a:cubicBezTo>
                    <a:pt x="43685" y="1943"/>
                    <a:pt x="43691" y="1943"/>
                    <a:pt x="43697" y="1944"/>
                  </a:cubicBezTo>
                  <a:cubicBezTo>
                    <a:pt x="45411" y="1634"/>
                    <a:pt x="47209" y="1515"/>
                    <a:pt x="48912" y="1444"/>
                  </a:cubicBezTo>
                  <a:cubicBezTo>
                    <a:pt x="49868" y="1406"/>
                    <a:pt x="50826" y="1390"/>
                    <a:pt x="51784" y="1390"/>
                  </a:cubicBezTo>
                  <a:cubicBezTo>
                    <a:pt x="54497" y="1390"/>
                    <a:pt x="57211" y="1520"/>
                    <a:pt x="59913" y="1670"/>
                  </a:cubicBezTo>
                  <a:cubicBezTo>
                    <a:pt x="61723" y="1777"/>
                    <a:pt x="63533" y="1884"/>
                    <a:pt x="65342" y="2003"/>
                  </a:cubicBezTo>
                  <a:cubicBezTo>
                    <a:pt x="66137" y="1990"/>
                    <a:pt x="66931" y="1984"/>
                    <a:pt x="67725" y="1984"/>
                  </a:cubicBezTo>
                  <a:cubicBezTo>
                    <a:pt x="72678" y="1984"/>
                    <a:pt x="77625" y="2214"/>
                    <a:pt x="82571" y="2337"/>
                  </a:cubicBezTo>
                  <a:lnTo>
                    <a:pt x="82571" y="2349"/>
                  </a:lnTo>
                  <a:lnTo>
                    <a:pt x="82773" y="2349"/>
                  </a:lnTo>
                  <a:cubicBezTo>
                    <a:pt x="82785" y="2349"/>
                    <a:pt x="82797" y="2349"/>
                    <a:pt x="82809" y="2337"/>
                  </a:cubicBezTo>
                  <a:cubicBezTo>
                    <a:pt x="84079" y="2302"/>
                    <a:pt x="84677" y="1943"/>
                    <a:pt x="84897" y="1943"/>
                  </a:cubicBezTo>
                  <a:cubicBezTo>
                    <a:pt x="84904" y="1943"/>
                    <a:pt x="84910" y="1943"/>
                    <a:pt x="84916" y="1944"/>
                  </a:cubicBezTo>
                  <a:cubicBezTo>
                    <a:pt x="86631" y="1634"/>
                    <a:pt x="88429" y="1515"/>
                    <a:pt x="90131" y="1444"/>
                  </a:cubicBezTo>
                  <a:cubicBezTo>
                    <a:pt x="91088" y="1406"/>
                    <a:pt x="92045" y="1390"/>
                    <a:pt x="93003" y="1390"/>
                  </a:cubicBezTo>
                  <a:cubicBezTo>
                    <a:pt x="95716" y="1390"/>
                    <a:pt x="98431" y="1520"/>
                    <a:pt x="101133" y="1670"/>
                  </a:cubicBezTo>
                  <a:cubicBezTo>
                    <a:pt x="102942" y="1777"/>
                    <a:pt x="104752" y="1884"/>
                    <a:pt x="106562" y="2003"/>
                  </a:cubicBezTo>
                  <a:cubicBezTo>
                    <a:pt x="107359" y="1990"/>
                    <a:pt x="108156" y="1984"/>
                    <a:pt x="108952" y="1984"/>
                  </a:cubicBezTo>
                  <a:cubicBezTo>
                    <a:pt x="113936" y="1984"/>
                    <a:pt x="118906" y="2215"/>
                    <a:pt x="123885" y="2349"/>
                  </a:cubicBezTo>
                  <a:lnTo>
                    <a:pt x="124016" y="2349"/>
                  </a:lnTo>
                  <a:cubicBezTo>
                    <a:pt x="125183" y="2325"/>
                    <a:pt x="125802" y="2039"/>
                    <a:pt x="126100" y="1956"/>
                  </a:cubicBezTo>
                  <a:lnTo>
                    <a:pt x="126100" y="694"/>
                  </a:lnTo>
                  <a:cubicBezTo>
                    <a:pt x="125445" y="706"/>
                    <a:pt x="124790" y="717"/>
                    <a:pt x="124159" y="717"/>
                  </a:cubicBezTo>
                  <a:lnTo>
                    <a:pt x="124159" y="729"/>
                  </a:lnTo>
                  <a:cubicBezTo>
                    <a:pt x="121087" y="658"/>
                    <a:pt x="118016" y="706"/>
                    <a:pt x="114944" y="658"/>
                  </a:cubicBezTo>
                  <a:cubicBezTo>
                    <a:pt x="111027" y="586"/>
                    <a:pt x="107133" y="229"/>
                    <a:pt x="103228" y="51"/>
                  </a:cubicBezTo>
                  <a:cubicBezTo>
                    <a:pt x="102423" y="16"/>
                    <a:pt x="101596" y="0"/>
                    <a:pt x="1007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8192722" y="4809754"/>
              <a:ext cx="375789" cy="13467"/>
            </a:xfrm>
            <a:custGeom>
              <a:avLst/>
              <a:gdLst/>
              <a:ahLst/>
              <a:cxnLst/>
              <a:rect l="l" t="t" r="r" b="b"/>
              <a:pathLst>
                <a:path w="14896" h="421" extrusionOk="0">
                  <a:moveTo>
                    <a:pt x="13765" y="0"/>
                  </a:moveTo>
                  <a:cubicBezTo>
                    <a:pt x="9181" y="48"/>
                    <a:pt x="4597" y="131"/>
                    <a:pt x="1" y="238"/>
                  </a:cubicBezTo>
                  <a:cubicBezTo>
                    <a:pt x="2004" y="359"/>
                    <a:pt x="4007" y="420"/>
                    <a:pt x="6011" y="420"/>
                  </a:cubicBezTo>
                  <a:cubicBezTo>
                    <a:pt x="7377" y="420"/>
                    <a:pt x="8743" y="391"/>
                    <a:pt x="10109" y="334"/>
                  </a:cubicBezTo>
                  <a:cubicBezTo>
                    <a:pt x="11705" y="262"/>
                    <a:pt x="13300" y="155"/>
                    <a:pt x="148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5964326" y="4346543"/>
              <a:ext cx="3179674" cy="56266"/>
            </a:xfrm>
            <a:custGeom>
              <a:avLst/>
              <a:gdLst/>
              <a:ahLst/>
              <a:cxnLst/>
              <a:rect l="l" t="t" r="r" b="b"/>
              <a:pathLst>
                <a:path w="126040" h="1759" extrusionOk="0">
                  <a:moveTo>
                    <a:pt x="14806" y="0"/>
                  </a:moveTo>
                  <a:cubicBezTo>
                    <a:pt x="9148" y="0"/>
                    <a:pt x="1415" y="160"/>
                    <a:pt x="0" y="241"/>
                  </a:cubicBezTo>
                  <a:cubicBezTo>
                    <a:pt x="36" y="741"/>
                    <a:pt x="501" y="1099"/>
                    <a:pt x="512" y="1587"/>
                  </a:cubicBezTo>
                  <a:cubicBezTo>
                    <a:pt x="1098" y="1714"/>
                    <a:pt x="1774" y="1758"/>
                    <a:pt x="2491" y="1758"/>
                  </a:cubicBezTo>
                  <a:cubicBezTo>
                    <a:pt x="4093" y="1758"/>
                    <a:pt x="5903" y="1539"/>
                    <a:pt x="7385" y="1539"/>
                  </a:cubicBezTo>
                  <a:cubicBezTo>
                    <a:pt x="7412" y="1539"/>
                    <a:pt x="7439" y="1539"/>
                    <a:pt x="7466" y="1539"/>
                  </a:cubicBezTo>
                  <a:cubicBezTo>
                    <a:pt x="11299" y="1551"/>
                    <a:pt x="15133" y="1551"/>
                    <a:pt x="18967" y="1551"/>
                  </a:cubicBezTo>
                  <a:cubicBezTo>
                    <a:pt x="21896" y="1551"/>
                    <a:pt x="24789" y="1420"/>
                    <a:pt x="27706" y="1277"/>
                  </a:cubicBezTo>
                  <a:cubicBezTo>
                    <a:pt x="30019" y="1159"/>
                    <a:pt x="32332" y="1054"/>
                    <a:pt x="34649" y="1054"/>
                  </a:cubicBezTo>
                  <a:cubicBezTo>
                    <a:pt x="35363" y="1054"/>
                    <a:pt x="36076" y="1064"/>
                    <a:pt x="36791" y="1087"/>
                  </a:cubicBezTo>
                  <a:cubicBezTo>
                    <a:pt x="38470" y="1146"/>
                    <a:pt x="40184" y="1277"/>
                    <a:pt x="41827" y="1587"/>
                  </a:cubicBezTo>
                  <a:cubicBezTo>
                    <a:pt x="42413" y="1714"/>
                    <a:pt x="43088" y="1758"/>
                    <a:pt x="43806" y="1758"/>
                  </a:cubicBezTo>
                  <a:cubicBezTo>
                    <a:pt x="45408" y="1758"/>
                    <a:pt x="47218" y="1539"/>
                    <a:pt x="48700" y="1539"/>
                  </a:cubicBezTo>
                  <a:cubicBezTo>
                    <a:pt x="48727" y="1539"/>
                    <a:pt x="48754" y="1539"/>
                    <a:pt x="48780" y="1539"/>
                  </a:cubicBezTo>
                  <a:cubicBezTo>
                    <a:pt x="52614" y="1551"/>
                    <a:pt x="56448" y="1563"/>
                    <a:pt x="60282" y="1563"/>
                  </a:cubicBezTo>
                  <a:cubicBezTo>
                    <a:pt x="63211" y="1563"/>
                    <a:pt x="66104" y="1420"/>
                    <a:pt x="69021" y="1277"/>
                  </a:cubicBezTo>
                  <a:cubicBezTo>
                    <a:pt x="71334" y="1159"/>
                    <a:pt x="73646" y="1054"/>
                    <a:pt x="75964" y="1054"/>
                  </a:cubicBezTo>
                  <a:cubicBezTo>
                    <a:pt x="76677" y="1054"/>
                    <a:pt x="77391" y="1064"/>
                    <a:pt x="78105" y="1087"/>
                  </a:cubicBezTo>
                  <a:cubicBezTo>
                    <a:pt x="79749" y="1146"/>
                    <a:pt x="81427" y="1277"/>
                    <a:pt x="83047" y="1563"/>
                  </a:cubicBezTo>
                  <a:cubicBezTo>
                    <a:pt x="83047" y="1575"/>
                    <a:pt x="83047" y="1587"/>
                    <a:pt x="83047" y="1587"/>
                  </a:cubicBezTo>
                  <a:cubicBezTo>
                    <a:pt x="83632" y="1714"/>
                    <a:pt x="84308" y="1758"/>
                    <a:pt x="85025" y="1758"/>
                  </a:cubicBezTo>
                  <a:cubicBezTo>
                    <a:pt x="86627" y="1758"/>
                    <a:pt x="88437" y="1539"/>
                    <a:pt x="89919" y="1539"/>
                  </a:cubicBezTo>
                  <a:cubicBezTo>
                    <a:pt x="89946" y="1539"/>
                    <a:pt x="89973" y="1539"/>
                    <a:pt x="90000" y="1539"/>
                  </a:cubicBezTo>
                  <a:cubicBezTo>
                    <a:pt x="93834" y="1551"/>
                    <a:pt x="97667" y="1563"/>
                    <a:pt x="101513" y="1563"/>
                  </a:cubicBezTo>
                  <a:cubicBezTo>
                    <a:pt x="104430" y="1563"/>
                    <a:pt x="107323" y="1420"/>
                    <a:pt x="110240" y="1277"/>
                  </a:cubicBezTo>
                  <a:cubicBezTo>
                    <a:pt x="112553" y="1159"/>
                    <a:pt x="114873" y="1054"/>
                    <a:pt x="117189" y="1054"/>
                  </a:cubicBezTo>
                  <a:cubicBezTo>
                    <a:pt x="117901" y="1054"/>
                    <a:pt x="118613" y="1064"/>
                    <a:pt x="119325" y="1087"/>
                  </a:cubicBezTo>
                  <a:cubicBezTo>
                    <a:pt x="121004" y="1146"/>
                    <a:pt x="122718" y="1289"/>
                    <a:pt x="124361" y="1587"/>
                  </a:cubicBezTo>
                  <a:lnTo>
                    <a:pt x="124361" y="1599"/>
                  </a:lnTo>
                  <a:cubicBezTo>
                    <a:pt x="124873" y="1706"/>
                    <a:pt x="125433" y="1742"/>
                    <a:pt x="126040" y="1753"/>
                  </a:cubicBezTo>
                  <a:lnTo>
                    <a:pt x="126040" y="182"/>
                  </a:lnTo>
                  <a:cubicBezTo>
                    <a:pt x="125076" y="206"/>
                    <a:pt x="124337" y="229"/>
                    <a:pt x="123945" y="241"/>
                  </a:cubicBezTo>
                  <a:cubicBezTo>
                    <a:pt x="122051" y="313"/>
                    <a:pt x="120170" y="348"/>
                    <a:pt x="118277" y="360"/>
                  </a:cubicBezTo>
                  <a:cubicBezTo>
                    <a:pt x="115241" y="360"/>
                    <a:pt x="112193" y="301"/>
                    <a:pt x="109157" y="229"/>
                  </a:cubicBezTo>
                  <a:cubicBezTo>
                    <a:pt x="106109" y="158"/>
                    <a:pt x="103049" y="51"/>
                    <a:pt x="100001" y="15"/>
                  </a:cubicBezTo>
                  <a:cubicBezTo>
                    <a:pt x="99314" y="8"/>
                    <a:pt x="98553" y="4"/>
                    <a:pt x="97744" y="4"/>
                  </a:cubicBezTo>
                  <a:cubicBezTo>
                    <a:pt x="92057" y="4"/>
                    <a:pt x="83983" y="170"/>
                    <a:pt x="82535" y="253"/>
                  </a:cubicBezTo>
                  <a:cubicBezTo>
                    <a:pt x="80713" y="325"/>
                    <a:pt x="78891" y="348"/>
                    <a:pt x="77058" y="348"/>
                  </a:cubicBezTo>
                  <a:cubicBezTo>
                    <a:pt x="76795" y="350"/>
                    <a:pt x="76533" y="350"/>
                    <a:pt x="76270" y="350"/>
                  </a:cubicBezTo>
                  <a:cubicBezTo>
                    <a:pt x="73495" y="350"/>
                    <a:pt x="70711" y="295"/>
                    <a:pt x="67938" y="229"/>
                  </a:cubicBezTo>
                  <a:cubicBezTo>
                    <a:pt x="64890" y="158"/>
                    <a:pt x="61830" y="51"/>
                    <a:pt x="58782" y="15"/>
                  </a:cubicBezTo>
                  <a:cubicBezTo>
                    <a:pt x="57996" y="5"/>
                    <a:pt x="57112" y="0"/>
                    <a:pt x="56170" y="0"/>
                  </a:cubicBezTo>
                  <a:cubicBezTo>
                    <a:pt x="50620" y="0"/>
                    <a:pt x="43039" y="160"/>
                    <a:pt x="41410" y="241"/>
                  </a:cubicBezTo>
                  <a:cubicBezTo>
                    <a:pt x="39517" y="313"/>
                    <a:pt x="37636" y="348"/>
                    <a:pt x="35743" y="348"/>
                  </a:cubicBezTo>
                  <a:cubicBezTo>
                    <a:pt x="35516" y="349"/>
                    <a:pt x="35290" y="350"/>
                    <a:pt x="35063" y="350"/>
                  </a:cubicBezTo>
                  <a:cubicBezTo>
                    <a:pt x="32252" y="350"/>
                    <a:pt x="29432" y="285"/>
                    <a:pt x="26623" y="229"/>
                  </a:cubicBezTo>
                  <a:cubicBezTo>
                    <a:pt x="23575" y="158"/>
                    <a:pt x="20515" y="51"/>
                    <a:pt x="17467" y="15"/>
                  </a:cubicBezTo>
                  <a:cubicBezTo>
                    <a:pt x="16667" y="5"/>
                    <a:pt x="15767" y="0"/>
                    <a:pt x="148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5974241" y="4660404"/>
              <a:ext cx="3169760" cy="69861"/>
            </a:xfrm>
            <a:custGeom>
              <a:avLst/>
              <a:gdLst/>
              <a:ahLst/>
              <a:cxnLst/>
              <a:rect l="l" t="t" r="r" b="b"/>
              <a:pathLst>
                <a:path w="125647" h="2184" extrusionOk="0">
                  <a:moveTo>
                    <a:pt x="73181" y="1"/>
                  </a:moveTo>
                  <a:cubicBezTo>
                    <a:pt x="71469" y="1"/>
                    <a:pt x="69755" y="63"/>
                    <a:pt x="68056" y="133"/>
                  </a:cubicBezTo>
                  <a:cubicBezTo>
                    <a:pt x="66604" y="192"/>
                    <a:pt x="65139" y="264"/>
                    <a:pt x="63687" y="288"/>
                  </a:cubicBezTo>
                  <a:cubicBezTo>
                    <a:pt x="63268" y="294"/>
                    <a:pt x="62848" y="297"/>
                    <a:pt x="62428" y="297"/>
                  </a:cubicBezTo>
                  <a:cubicBezTo>
                    <a:pt x="61344" y="297"/>
                    <a:pt x="60259" y="278"/>
                    <a:pt x="59186" y="252"/>
                  </a:cubicBezTo>
                  <a:cubicBezTo>
                    <a:pt x="58466" y="235"/>
                    <a:pt x="57730" y="227"/>
                    <a:pt x="56981" y="227"/>
                  </a:cubicBezTo>
                  <a:cubicBezTo>
                    <a:pt x="52059" y="227"/>
                    <a:pt x="46601" y="553"/>
                    <a:pt x="41744" y="573"/>
                  </a:cubicBezTo>
                  <a:lnTo>
                    <a:pt x="41744" y="562"/>
                  </a:lnTo>
                  <a:cubicBezTo>
                    <a:pt x="39636" y="538"/>
                    <a:pt x="37517" y="252"/>
                    <a:pt x="35433" y="109"/>
                  </a:cubicBezTo>
                  <a:cubicBezTo>
                    <a:pt x="34281" y="33"/>
                    <a:pt x="33121" y="4"/>
                    <a:pt x="31959" y="4"/>
                  </a:cubicBezTo>
                  <a:cubicBezTo>
                    <a:pt x="30217" y="4"/>
                    <a:pt x="28471" y="69"/>
                    <a:pt x="26742" y="133"/>
                  </a:cubicBezTo>
                  <a:cubicBezTo>
                    <a:pt x="25289" y="192"/>
                    <a:pt x="23825" y="264"/>
                    <a:pt x="22372" y="288"/>
                  </a:cubicBezTo>
                  <a:cubicBezTo>
                    <a:pt x="21953" y="294"/>
                    <a:pt x="21533" y="297"/>
                    <a:pt x="21113" y="297"/>
                  </a:cubicBezTo>
                  <a:cubicBezTo>
                    <a:pt x="20029" y="297"/>
                    <a:pt x="18944" y="278"/>
                    <a:pt x="17872" y="252"/>
                  </a:cubicBezTo>
                  <a:cubicBezTo>
                    <a:pt x="17164" y="235"/>
                    <a:pt x="16441" y="228"/>
                    <a:pt x="15705" y="228"/>
                  </a:cubicBezTo>
                  <a:cubicBezTo>
                    <a:pt x="10625" y="228"/>
                    <a:pt x="4972" y="573"/>
                    <a:pt x="0" y="573"/>
                  </a:cubicBezTo>
                  <a:cubicBezTo>
                    <a:pt x="12" y="1038"/>
                    <a:pt x="215" y="1693"/>
                    <a:pt x="215" y="2169"/>
                  </a:cubicBezTo>
                  <a:cubicBezTo>
                    <a:pt x="642" y="2179"/>
                    <a:pt x="1071" y="2184"/>
                    <a:pt x="1501" y="2184"/>
                  </a:cubicBezTo>
                  <a:cubicBezTo>
                    <a:pt x="6975" y="2184"/>
                    <a:pt x="12635" y="1427"/>
                    <a:pt x="17946" y="1427"/>
                  </a:cubicBezTo>
                  <a:cubicBezTo>
                    <a:pt x="18622" y="1427"/>
                    <a:pt x="19292" y="1439"/>
                    <a:pt x="19955" y="1466"/>
                  </a:cubicBezTo>
                  <a:cubicBezTo>
                    <a:pt x="24277" y="1645"/>
                    <a:pt x="28563" y="2050"/>
                    <a:pt x="32897" y="2086"/>
                  </a:cubicBezTo>
                  <a:cubicBezTo>
                    <a:pt x="35779" y="2109"/>
                    <a:pt x="38660" y="2086"/>
                    <a:pt x="41529" y="2157"/>
                  </a:cubicBezTo>
                  <a:cubicBezTo>
                    <a:pt x="41988" y="2169"/>
                    <a:pt x="42448" y="2174"/>
                    <a:pt x="42909" y="2174"/>
                  </a:cubicBezTo>
                  <a:cubicBezTo>
                    <a:pt x="48353" y="2174"/>
                    <a:pt x="53979" y="1426"/>
                    <a:pt x="59259" y="1426"/>
                  </a:cubicBezTo>
                  <a:cubicBezTo>
                    <a:pt x="59936" y="1426"/>
                    <a:pt x="60606" y="1439"/>
                    <a:pt x="61270" y="1466"/>
                  </a:cubicBezTo>
                  <a:cubicBezTo>
                    <a:pt x="65592" y="1645"/>
                    <a:pt x="69878" y="2050"/>
                    <a:pt x="74212" y="2086"/>
                  </a:cubicBezTo>
                  <a:cubicBezTo>
                    <a:pt x="77058" y="2109"/>
                    <a:pt x="79915" y="2086"/>
                    <a:pt x="82761" y="2157"/>
                  </a:cubicBezTo>
                  <a:cubicBezTo>
                    <a:pt x="83219" y="2169"/>
                    <a:pt x="83679" y="2174"/>
                    <a:pt x="84140" y="2174"/>
                  </a:cubicBezTo>
                  <a:cubicBezTo>
                    <a:pt x="89583" y="2174"/>
                    <a:pt x="95200" y="1426"/>
                    <a:pt x="100479" y="1426"/>
                  </a:cubicBezTo>
                  <a:cubicBezTo>
                    <a:pt x="101155" y="1426"/>
                    <a:pt x="101826" y="1439"/>
                    <a:pt x="102489" y="1466"/>
                  </a:cubicBezTo>
                  <a:cubicBezTo>
                    <a:pt x="106811" y="1645"/>
                    <a:pt x="111098" y="2050"/>
                    <a:pt x="115431" y="2086"/>
                  </a:cubicBezTo>
                  <a:cubicBezTo>
                    <a:pt x="118313" y="2109"/>
                    <a:pt x="121194" y="2086"/>
                    <a:pt x="124075" y="2157"/>
                  </a:cubicBezTo>
                  <a:cubicBezTo>
                    <a:pt x="124446" y="2165"/>
                    <a:pt x="124816" y="2174"/>
                    <a:pt x="125187" y="2174"/>
                  </a:cubicBezTo>
                  <a:cubicBezTo>
                    <a:pt x="125340" y="2174"/>
                    <a:pt x="125494" y="2172"/>
                    <a:pt x="125647" y="2169"/>
                  </a:cubicBezTo>
                  <a:lnTo>
                    <a:pt x="125647" y="562"/>
                  </a:lnTo>
                  <a:cubicBezTo>
                    <a:pt x="125195" y="562"/>
                    <a:pt x="124730" y="573"/>
                    <a:pt x="124290" y="573"/>
                  </a:cubicBezTo>
                  <a:lnTo>
                    <a:pt x="124290" y="562"/>
                  </a:lnTo>
                  <a:cubicBezTo>
                    <a:pt x="122170" y="538"/>
                    <a:pt x="120051" y="252"/>
                    <a:pt x="117967" y="109"/>
                  </a:cubicBezTo>
                  <a:cubicBezTo>
                    <a:pt x="116784" y="31"/>
                    <a:pt x="115593" y="1"/>
                    <a:pt x="114401" y="1"/>
                  </a:cubicBezTo>
                  <a:cubicBezTo>
                    <a:pt x="112689" y="1"/>
                    <a:pt x="110974" y="63"/>
                    <a:pt x="109276" y="133"/>
                  </a:cubicBezTo>
                  <a:cubicBezTo>
                    <a:pt x="107823" y="192"/>
                    <a:pt x="106359" y="264"/>
                    <a:pt x="104906" y="288"/>
                  </a:cubicBezTo>
                  <a:cubicBezTo>
                    <a:pt x="104487" y="294"/>
                    <a:pt x="104068" y="297"/>
                    <a:pt x="103648" y="297"/>
                  </a:cubicBezTo>
                  <a:cubicBezTo>
                    <a:pt x="102564" y="297"/>
                    <a:pt x="101478" y="278"/>
                    <a:pt x="100406" y="252"/>
                  </a:cubicBezTo>
                  <a:cubicBezTo>
                    <a:pt x="99689" y="235"/>
                    <a:pt x="98956" y="227"/>
                    <a:pt x="98211" y="227"/>
                  </a:cubicBezTo>
                  <a:cubicBezTo>
                    <a:pt x="93314" y="227"/>
                    <a:pt x="87895" y="553"/>
                    <a:pt x="83058" y="573"/>
                  </a:cubicBezTo>
                  <a:lnTo>
                    <a:pt x="83058" y="562"/>
                  </a:lnTo>
                  <a:cubicBezTo>
                    <a:pt x="80951" y="538"/>
                    <a:pt x="78832" y="252"/>
                    <a:pt x="76748" y="109"/>
                  </a:cubicBezTo>
                  <a:cubicBezTo>
                    <a:pt x="75565" y="31"/>
                    <a:pt x="74374" y="1"/>
                    <a:pt x="731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5961930" y="4741492"/>
              <a:ext cx="3182071" cy="75139"/>
            </a:xfrm>
            <a:custGeom>
              <a:avLst/>
              <a:gdLst/>
              <a:ahLst/>
              <a:cxnLst/>
              <a:rect l="l" t="t" r="r" b="b"/>
              <a:pathLst>
                <a:path w="126135" h="2349" extrusionOk="0">
                  <a:moveTo>
                    <a:pt x="100752" y="0"/>
                  </a:moveTo>
                  <a:cubicBezTo>
                    <a:pt x="95029" y="0"/>
                    <a:pt x="88561" y="707"/>
                    <a:pt x="82915" y="717"/>
                  </a:cubicBezTo>
                  <a:cubicBezTo>
                    <a:pt x="79844" y="646"/>
                    <a:pt x="76784" y="694"/>
                    <a:pt x="73712" y="646"/>
                  </a:cubicBezTo>
                  <a:cubicBezTo>
                    <a:pt x="69795" y="586"/>
                    <a:pt x="65913" y="217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ubicBezTo>
                    <a:pt x="53797" y="1"/>
                    <a:pt x="47289" y="717"/>
                    <a:pt x="41624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17"/>
                    <a:pt x="20681" y="51"/>
                  </a:cubicBezTo>
                  <a:cubicBezTo>
                    <a:pt x="19883" y="16"/>
                    <a:pt x="19064" y="1"/>
                    <a:pt x="18228" y="1"/>
                  </a:cubicBezTo>
                  <a:cubicBezTo>
                    <a:pt x="12463" y="1"/>
                    <a:pt x="5927" y="717"/>
                    <a:pt x="241" y="717"/>
                  </a:cubicBezTo>
                  <a:cubicBezTo>
                    <a:pt x="201" y="717"/>
                    <a:pt x="160" y="717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8"/>
                  </a:cubicBezTo>
                  <a:cubicBezTo>
                    <a:pt x="1492" y="2348"/>
                    <a:pt x="2149" y="1932"/>
                    <a:pt x="2372" y="1932"/>
                  </a:cubicBezTo>
                  <a:cubicBezTo>
                    <a:pt x="2375" y="1932"/>
                    <a:pt x="2379" y="1932"/>
                    <a:pt x="2381" y="1932"/>
                  </a:cubicBezTo>
                  <a:cubicBezTo>
                    <a:pt x="4096" y="1634"/>
                    <a:pt x="5894" y="1503"/>
                    <a:pt x="7596" y="1444"/>
                  </a:cubicBezTo>
                  <a:cubicBezTo>
                    <a:pt x="8595" y="1401"/>
                    <a:pt x="9595" y="1383"/>
                    <a:pt x="10594" y="1383"/>
                  </a:cubicBezTo>
                  <a:cubicBezTo>
                    <a:pt x="13266" y="1383"/>
                    <a:pt x="15938" y="1514"/>
                    <a:pt x="18598" y="1670"/>
                  </a:cubicBezTo>
                  <a:cubicBezTo>
                    <a:pt x="20408" y="1765"/>
                    <a:pt x="22217" y="1884"/>
                    <a:pt x="24027" y="2003"/>
                  </a:cubicBezTo>
                  <a:cubicBezTo>
                    <a:pt x="24825" y="1990"/>
                    <a:pt x="25622" y="1984"/>
                    <a:pt x="26420" y="1984"/>
                  </a:cubicBezTo>
                  <a:cubicBezTo>
                    <a:pt x="31397" y="1984"/>
                    <a:pt x="36374" y="2213"/>
                    <a:pt x="41351" y="2337"/>
                  </a:cubicBezTo>
                  <a:lnTo>
                    <a:pt x="41470" y="2337"/>
                  </a:lnTo>
                  <a:cubicBezTo>
                    <a:pt x="42842" y="2313"/>
                    <a:pt x="43463" y="1932"/>
                    <a:pt x="43686" y="1932"/>
                  </a:cubicBezTo>
                  <a:cubicBezTo>
                    <a:pt x="43690" y="1932"/>
                    <a:pt x="43693" y="1932"/>
                    <a:pt x="43696" y="1932"/>
                  </a:cubicBezTo>
                  <a:cubicBezTo>
                    <a:pt x="45411" y="1634"/>
                    <a:pt x="47208" y="1503"/>
                    <a:pt x="48911" y="1444"/>
                  </a:cubicBezTo>
                  <a:cubicBezTo>
                    <a:pt x="49910" y="1401"/>
                    <a:pt x="50909" y="1383"/>
                    <a:pt x="51909" y="1383"/>
                  </a:cubicBezTo>
                  <a:cubicBezTo>
                    <a:pt x="54580" y="1383"/>
                    <a:pt x="57253" y="1514"/>
                    <a:pt x="59912" y="1670"/>
                  </a:cubicBezTo>
                  <a:cubicBezTo>
                    <a:pt x="61722" y="1765"/>
                    <a:pt x="63532" y="1884"/>
                    <a:pt x="65342" y="2003"/>
                  </a:cubicBezTo>
                  <a:cubicBezTo>
                    <a:pt x="66136" y="1990"/>
                    <a:pt x="66930" y="1984"/>
                    <a:pt x="67723" y="1984"/>
                  </a:cubicBezTo>
                  <a:cubicBezTo>
                    <a:pt x="72675" y="1984"/>
                    <a:pt x="77614" y="2213"/>
                    <a:pt x="82570" y="2337"/>
                  </a:cubicBezTo>
                  <a:lnTo>
                    <a:pt x="82796" y="2337"/>
                  </a:lnTo>
                  <a:cubicBezTo>
                    <a:pt x="84098" y="2301"/>
                    <a:pt x="84695" y="1932"/>
                    <a:pt x="84906" y="1932"/>
                  </a:cubicBezTo>
                  <a:cubicBezTo>
                    <a:pt x="84909" y="1932"/>
                    <a:pt x="84912" y="1932"/>
                    <a:pt x="84916" y="1932"/>
                  </a:cubicBezTo>
                  <a:cubicBezTo>
                    <a:pt x="86630" y="1634"/>
                    <a:pt x="88428" y="1503"/>
                    <a:pt x="90131" y="1444"/>
                  </a:cubicBezTo>
                  <a:cubicBezTo>
                    <a:pt x="91129" y="1401"/>
                    <a:pt x="92129" y="1383"/>
                    <a:pt x="93128" y="1383"/>
                  </a:cubicBezTo>
                  <a:cubicBezTo>
                    <a:pt x="95800" y="1383"/>
                    <a:pt x="98472" y="1514"/>
                    <a:pt x="101132" y="1670"/>
                  </a:cubicBezTo>
                  <a:cubicBezTo>
                    <a:pt x="102942" y="1765"/>
                    <a:pt x="104751" y="1884"/>
                    <a:pt x="106561" y="2003"/>
                  </a:cubicBezTo>
                  <a:cubicBezTo>
                    <a:pt x="107360" y="1990"/>
                    <a:pt x="108159" y="1984"/>
                    <a:pt x="108957" y="1984"/>
                  </a:cubicBezTo>
                  <a:cubicBezTo>
                    <a:pt x="113940" y="1984"/>
                    <a:pt x="118908" y="2213"/>
                    <a:pt x="123885" y="2337"/>
                  </a:cubicBezTo>
                  <a:lnTo>
                    <a:pt x="124004" y="2337"/>
                  </a:lnTo>
                  <a:cubicBezTo>
                    <a:pt x="125230" y="2325"/>
                    <a:pt x="125861" y="2003"/>
                    <a:pt x="126135" y="1944"/>
                  </a:cubicBezTo>
                  <a:lnTo>
                    <a:pt x="126135" y="694"/>
                  </a:lnTo>
                  <a:cubicBezTo>
                    <a:pt x="125472" y="705"/>
                    <a:pt x="124810" y="717"/>
                    <a:pt x="124159" y="717"/>
                  </a:cubicBezTo>
                  <a:lnTo>
                    <a:pt x="124159" y="717"/>
                  </a:lnTo>
                  <a:cubicBezTo>
                    <a:pt x="121087" y="646"/>
                    <a:pt x="118015" y="694"/>
                    <a:pt x="114943" y="646"/>
                  </a:cubicBezTo>
                  <a:cubicBezTo>
                    <a:pt x="111014" y="586"/>
                    <a:pt x="107133" y="217"/>
                    <a:pt x="103227" y="51"/>
                  </a:cubicBezTo>
                  <a:cubicBezTo>
                    <a:pt x="102422" y="15"/>
                    <a:pt x="101595" y="0"/>
                    <a:pt x="100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5963418" y="4903093"/>
              <a:ext cx="3180582" cy="56490"/>
            </a:xfrm>
            <a:custGeom>
              <a:avLst/>
              <a:gdLst/>
              <a:ahLst/>
              <a:cxnLst/>
              <a:rect l="l" t="t" r="r" b="b"/>
              <a:pathLst>
                <a:path w="126076" h="1766" extrusionOk="0">
                  <a:moveTo>
                    <a:pt x="15202" y="0"/>
                  </a:moveTo>
                  <a:cubicBezTo>
                    <a:pt x="9520" y="0"/>
                    <a:pt x="1439" y="166"/>
                    <a:pt x="1" y="249"/>
                  </a:cubicBezTo>
                  <a:cubicBezTo>
                    <a:pt x="25" y="749"/>
                    <a:pt x="489" y="1106"/>
                    <a:pt x="513" y="1595"/>
                  </a:cubicBezTo>
                  <a:cubicBezTo>
                    <a:pt x="1098" y="1722"/>
                    <a:pt x="1773" y="1766"/>
                    <a:pt x="2489" y="1766"/>
                  </a:cubicBezTo>
                  <a:cubicBezTo>
                    <a:pt x="4087" y="1766"/>
                    <a:pt x="5892" y="1547"/>
                    <a:pt x="7373" y="1547"/>
                  </a:cubicBezTo>
                  <a:cubicBezTo>
                    <a:pt x="7400" y="1547"/>
                    <a:pt x="7427" y="1547"/>
                    <a:pt x="7454" y="1547"/>
                  </a:cubicBezTo>
                  <a:cubicBezTo>
                    <a:pt x="11288" y="1559"/>
                    <a:pt x="15134" y="1559"/>
                    <a:pt x="18967" y="1559"/>
                  </a:cubicBezTo>
                  <a:cubicBezTo>
                    <a:pt x="21884" y="1559"/>
                    <a:pt x="24790" y="1428"/>
                    <a:pt x="27707" y="1273"/>
                  </a:cubicBezTo>
                  <a:cubicBezTo>
                    <a:pt x="29954" y="1158"/>
                    <a:pt x="32214" y="1056"/>
                    <a:pt x="34478" y="1056"/>
                  </a:cubicBezTo>
                  <a:cubicBezTo>
                    <a:pt x="35248" y="1056"/>
                    <a:pt x="36020" y="1067"/>
                    <a:pt x="36791" y="1095"/>
                  </a:cubicBezTo>
                  <a:cubicBezTo>
                    <a:pt x="38470" y="1154"/>
                    <a:pt x="40184" y="1285"/>
                    <a:pt x="41827" y="1583"/>
                  </a:cubicBezTo>
                  <a:lnTo>
                    <a:pt x="41827" y="1595"/>
                  </a:lnTo>
                  <a:cubicBezTo>
                    <a:pt x="42413" y="1722"/>
                    <a:pt x="43088" y="1766"/>
                    <a:pt x="43804" y="1766"/>
                  </a:cubicBezTo>
                  <a:cubicBezTo>
                    <a:pt x="45402" y="1766"/>
                    <a:pt x="47206" y="1547"/>
                    <a:pt x="48688" y="1547"/>
                  </a:cubicBezTo>
                  <a:cubicBezTo>
                    <a:pt x="48715" y="1547"/>
                    <a:pt x="48742" y="1547"/>
                    <a:pt x="48769" y="1547"/>
                  </a:cubicBezTo>
                  <a:cubicBezTo>
                    <a:pt x="52603" y="1559"/>
                    <a:pt x="56448" y="1559"/>
                    <a:pt x="60282" y="1559"/>
                  </a:cubicBezTo>
                  <a:cubicBezTo>
                    <a:pt x="63199" y="1559"/>
                    <a:pt x="66104" y="1428"/>
                    <a:pt x="69021" y="1273"/>
                  </a:cubicBezTo>
                  <a:cubicBezTo>
                    <a:pt x="71268" y="1158"/>
                    <a:pt x="73529" y="1056"/>
                    <a:pt x="75792" y="1056"/>
                  </a:cubicBezTo>
                  <a:cubicBezTo>
                    <a:pt x="76563" y="1056"/>
                    <a:pt x="77334" y="1067"/>
                    <a:pt x="78106" y="1095"/>
                  </a:cubicBezTo>
                  <a:cubicBezTo>
                    <a:pt x="79749" y="1154"/>
                    <a:pt x="81428" y="1285"/>
                    <a:pt x="83047" y="1571"/>
                  </a:cubicBezTo>
                  <a:cubicBezTo>
                    <a:pt x="83047" y="1583"/>
                    <a:pt x="83047" y="1595"/>
                    <a:pt x="83047" y="1595"/>
                  </a:cubicBezTo>
                  <a:cubicBezTo>
                    <a:pt x="83632" y="1722"/>
                    <a:pt x="84308" y="1766"/>
                    <a:pt x="85025" y="1766"/>
                  </a:cubicBezTo>
                  <a:cubicBezTo>
                    <a:pt x="86626" y="1766"/>
                    <a:pt x="88434" y="1547"/>
                    <a:pt x="89908" y="1547"/>
                  </a:cubicBezTo>
                  <a:cubicBezTo>
                    <a:pt x="89935" y="1547"/>
                    <a:pt x="89962" y="1547"/>
                    <a:pt x="89988" y="1547"/>
                  </a:cubicBezTo>
                  <a:cubicBezTo>
                    <a:pt x="93834" y="1559"/>
                    <a:pt x="97668" y="1559"/>
                    <a:pt x="101502" y="1559"/>
                  </a:cubicBezTo>
                  <a:cubicBezTo>
                    <a:pt x="104430" y="1559"/>
                    <a:pt x="107324" y="1428"/>
                    <a:pt x="110241" y="1273"/>
                  </a:cubicBezTo>
                  <a:cubicBezTo>
                    <a:pt x="112497" y="1158"/>
                    <a:pt x="114753" y="1056"/>
                    <a:pt x="117013" y="1056"/>
                  </a:cubicBezTo>
                  <a:cubicBezTo>
                    <a:pt x="117783" y="1056"/>
                    <a:pt x="118554" y="1067"/>
                    <a:pt x="119325" y="1095"/>
                  </a:cubicBezTo>
                  <a:cubicBezTo>
                    <a:pt x="121004" y="1154"/>
                    <a:pt x="122718" y="1285"/>
                    <a:pt x="124362" y="1595"/>
                  </a:cubicBezTo>
                  <a:cubicBezTo>
                    <a:pt x="124873" y="1714"/>
                    <a:pt x="125457" y="1749"/>
                    <a:pt x="126076" y="1761"/>
                  </a:cubicBezTo>
                  <a:lnTo>
                    <a:pt x="126076" y="178"/>
                  </a:lnTo>
                  <a:cubicBezTo>
                    <a:pt x="125088" y="202"/>
                    <a:pt x="124338" y="225"/>
                    <a:pt x="123945" y="249"/>
                  </a:cubicBezTo>
                  <a:cubicBezTo>
                    <a:pt x="122052" y="321"/>
                    <a:pt x="120159" y="356"/>
                    <a:pt x="118277" y="356"/>
                  </a:cubicBezTo>
                  <a:cubicBezTo>
                    <a:pt x="118051" y="357"/>
                    <a:pt x="117825" y="358"/>
                    <a:pt x="117599" y="358"/>
                  </a:cubicBezTo>
                  <a:cubicBezTo>
                    <a:pt x="114779" y="358"/>
                    <a:pt x="111968" y="292"/>
                    <a:pt x="109157" y="225"/>
                  </a:cubicBezTo>
                  <a:cubicBezTo>
                    <a:pt x="106097" y="166"/>
                    <a:pt x="103049" y="47"/>
                    <a:pt x="99989" y="11"/>
                  </a:cubicBezTo>
                  <a:cubicBezTo>
                    <a:pt x="99304" y="4"/>
                    <a:pt x="98544" y="0"/>
                    <a:pt x="97736" y="0"/>
                  </a:cubicBezTo>
                  <a:cubicBezTo>
                    <a:pt x="92054" y="0"/>
                    <a:pt x="83973" y="166"/>
                    <a:pt x="82535" y="249"/>
                  </a:cubicBezTo>
                  <a:cubicBezTo>
                    <a:pt x="80713" y="321"/>
                    <a:pt x="78880" y="356"/>
                    <a:pt x="77058" y="356"/>
                  </a:cubicBezTo>
                  <a:cubicBezTo>
                    <a:pt x="76832" y="357"/>
                    <a:pt x="76606" y="358"/>
                    <a:pt x="76380" y="358"/>
                  </a:cubicBezTo>
                  <a:cubicBezTo>
                    <a:pt x="73560" y="358"/>
                    <a:pt x="70749" y="292"/>
                    <a:pt x="67938" y="225"/>
                  </a:cubicBezTo>
                  <a:cubicBezTo>
                    <a:pt x="64878" y="154"/>
                    <a:pt x="61830" y="47"/>
                    <a:pt x="58770" y="11"/>
                  </a:cubicBezTo>
                  <a:cubicBezTo>
                    <a:pt x="58095" y="4"/>
                    <a:pt x="57348" y="0"/>
                    <a:pt x="56555" y="0"/>
                  </a:cubicBezTo>
                  <a:cubicBezTo>
                    <a:pt x="50976" y="0"/>
                    <a:pt x="43068" y="166"/>
                    <a:pt x="41411" y="249"/>
                  </a:cubicBezTo>
                  <a:cubicBezTo>
                    <a:pt x="39518" y="321"/>
                    <a:pt x="37624" y="356"/>
                    <a:pt x="35743" y="356"/>
                  </a:cubicBezTo>
                  <a:cubicBezTo>
                    <a:pt x="35517" y="357"/>
                    <a:pt x="35291" y="358"/>
                    <a:pt x="35065" y="358"/>
                  </a:cubicBezTo>
                  <a:cubicBezTo>
                    <a:pt x="32245" y="358"/>
                    <a:pt x="29434" y="292"/>
                    <a:pt x="26623" y="225"/>
                  </a:cubicBezTo>
                  <a:cubicBezTo>
                    <a:pt x="23563" y="154"/>
                    <a:pt x="20515" y="47"/>
                    <a:pt x="17455" y="11"/>
                  </a:cubicBezTo>
                  <a:cubicBezTo>
                    <a:pt x="16770" y="4"/>
                    <a:pt x="16010" y="0"/>
                    <a:pt x="152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5964326" y="-15"/>
              <a:ext cx="3179674" cy="68005"/>
            </a:xfrm>
            <a:custGeom>
              <a:avLst/>
              <a:gdLst/>
              <a:ahLst/>
              <a:cxnLst/>
              <a:rect l="l" t="t" r="r" b="b"/>
              <a:pathLst>
                <a:path w="126040" h="2126" extrusionOk="0">
                  <a:moveTo>
                    <a:pt x="4596" y="0"/>
                  </a:moveTo>
                  <a:cubicBezTo>
                    <a:pt x="3287" y="108"/>
                    <a:pt x="2013" y="227"/>
                    <a:pt x="810" y="346"/>
                  </a:cubicBezTo>
                  <a:cubicBezTo>
                    <a:pt x="834" y="1048"/>
                    <a:pt x="0" y="751"/>
                    <a:pt x="0" y="1453"/>
                  </a:cubicBezTo>
                  <a:cubicBezTo>
                    <a:pt x="12" y="1524"/>
                    <a:pt x="1263" y="1870"/>
                    <a:pt x="1274" y="1953"/>
                  </a:cubicBezTo>
                  <a:cubicBezTo>
                    <a:pt x="1742" y="2001"/>
                    <a:pt x="2194" y="2020"/>
                    <a:pt x="2631" y="2020"/>
                  </a:cubicBezTo>
                  <a:cubicBezTo>
                    <a:pt x="4100" y="2020"/>
                    <a:pt x="5412" y="1810"/>
                    <a:pt x="6661" y="1810"/>
                  </a:cubicBezTo>
                  <a:cubicBezTo>
                    <a:pt x="6687" y="1810"/>
                    <a:pt x="6713" y="1810"/>
                    <a:pt x="6739" y="1810"/>
                  </a:cubicBezTo>
                  <a:cubicBezTo>
                    <a:pt x="8323" y="1810"/>
                    <a:pt x="9895" y="1810"/>
                    <a:pt x="11478" y="1798"/>
                  </a:cubicBezTo>
                  <a:cubicBezTo>
                    <a:pt x="11732" y="1796"/>
                    <a:pt x="11986" y="1796"/>
                    <a:pt x="12241" y="1796"/>
                  </a:cubicBezTo>
                  <a:cubicBezTo>
                    <a:pt x="12886" y="1796"/>
                    <a:pt x="13532" y="1800"/>
                    <a:pt x="14176" y="1800"/>
                  </a:cubicBezTo>
                  <a:cubicBezTo>
                    <a:pt x="14863" y="1800"/>
                    <a:pt x="15548" y="1795"/>
                    <a:pt x="16229" y="1774"/>
                  </a:cubicBezTo>
                  <a:cubicBezTo>
                    <a:pt x="17515" y="1737"/>
                    <a:pt x="18804" y="1720"/>
                    <a:pt x="20092" y="1720"/>
                  </a:cubicBezTo>
                  <a:cubicBezTo>
                    <a:pt x="22094" y="1720"/>
                    <a:pt x="24095" y="1762"/>
                    <a:pt x="26087" y="1834"/>
                  </a:cubicBezTo>
                  <a:cubicBezTo>
                    <a:pt x="27730" y="1905"/>
                    <a:pt x="29361" y="2001"/>
                    <a:pt x="30992" y="2084"/>
                  </a:cubicBezTo>
                  <a:cubicBezTo>
                    <a:pt x="31528" y="2114"/>
                    <a:pt x="32069" y="2126"/>
                    <a:pt x="32611" y="2126"/>
                  </a:cubicBezTo>
                  <a:cubicBezTo>
                    <a:pt x="33562" y="2126"/>
                    <a:pt x="34517" y="2091"/>
                    <a:pt x="35457" y="2060"/>
                  </a:cubicBezTo>
                  <a:cubicBezTo>
                    <a:pt x="37214" y="1999"/>
                    <a:pt x="38983" y="1918"/>
                    <a:pt x="40751" y="1918"/>
                  </a:cubicBezTo>
                  <a:cubicBezTo>
                    <a:pt x="41380" y="1918"/>
                    <a:pt x="42009" y="1928"/>
                    <a:pt x="42637" y="1953"/>
                  </a:cubicBezTo>
                  <a:cubicBezTo>
                    <a:pt x="43099" y="2001"/>
                    <a:pt x="43546" y="2020"/>
                    <a:pt x="43979" y="2020"/>
                  </a:cubicBezTo>
                  <a:cubicBezTo>
                    <a:pt x="45434" y="2020"/>
                    <a:pt x="46737" y="1810"/>
                    <a:pt x="47976" y="1810"/>
                  </a:cubicBezTo>
                  <a:cubicBezTo>
                    <a:pt x="48002" y="1810"/>
                    <a:pt x="48028" y="1810"/>
                    <a:pt x="48054" y="1810"/>
                  </a:cubicBezTo>
                  <a:cubicBezTo>
                    <a:pt x="49638" y="1810"/>
                    <a:pt x="51221" y="1810"/>
                    <a:pt x="52805" y="1798"/>
                  </a:cubicBezTo>
                  <a:cubicBezTo>
                    <a:pt x="53057" y="1796"/>
                    <a:pt x="53309" y="1796"/>
                    <a:pt x="53562" y="1796"/>
                  </a:cubicBezTo>
                  <a:cubicBezTo>
                    <a:pt x="54204" y="1796"/>
                    <a:pt x="54848" y="1800"/>
                    <a:pt x="55492" y="1800"/>
                  </a:cubicBezTo>
                  <a:cubicBezTo>
                    <a:pt x="56178" y="1800"/>
                    <a:pt x="56863" y="1795"/>
                    <a:pt x="57543" y="1774"/>
                  </a:cubicBezTo>
                  <a:cubicBezTo>
                    <a:pt x="58804" y="1738"/>
                    <a:pt x="60067" y="1721"/>
                    <a:pt x="61330" y="1721"/>
                  </a:cubicBezTo>
                  <a:cubicBezTo>
                    <a:pt x="63359" y="1721"/>
                    <a:pt x="65388" y="1765"/>
                    <a:pt x="67414" y="1846"/>
                  </a:cubicBezTo>
                  <a:cubicBezTo>
                    <a:pt x="69045" y="1905"/>
                    <a:pt x="70676" y="2001"/>
                    <a:pt x="72307" y="2084"/>
                  </a:cubicBezTo>
                  <a:cubicBezTo>
                    <a:pt x="72843" y="2114"/>
                    <a:pt x="73384" y="2126"/>
                    <a:pt x="73926" y="2126"/>
                  </a:cubicBezTo>
                  <a:cubicBezTo>
                    <a:pt x="74877" y="2126"/>
                    <a:pt x="75832" y="2091"/>
                    <a:pt x="76772" y="2060"/>
                  </a:cubicBezTo>
                  <a:cubicBezTo>
                    <a:pt x="78502" y="1999"/>
                    <a:pt x="80239" y="1918"/>
                    <a:pt x="81972" y="1918"/>
                  </a:cubicBezTo>
                  <a:cubicBezTo>
                    <a:pt x="82589" y="1918"/>
                    <a:pt x="83205" y="1928"/>
                    <a:pt x="83820" y="1953"/>
                  </a:cubicBezTo>
                  <a:cubicBezTo>
                    <a:pt x="84288" y="2001"/>
                    <a:pt x="84739" y="2020"/>
                    <a:pt x="85176" y="2020"/>
                  </a:cubicBezTo>
                  <a:cubicBezTo>
                    <a:pt x="86642" y="2020"/>
                    <a:pt x="87947" y="1810"/>
                    <a:pt x="89195" y="1810"/>
                  </a:cubicBezTo>
                  <a:cubicBezTo>
                    <a:pt x="89221" y="1810"/>
                    <a:pt x="89247" y="1810"/>
                    <a:pt x="89274" y="1810"/>
                  </a:cubicBezTo>
                  <a:cubicBezTo>
                    <a:pt x="90857" y="1810"/>
                    <a:pt x="92441" y="1810"/>
                    <a:pt x="94024" y="1798"/>
                  </a:cubicBezTo>
                  <a:cubicBezTo>
                    <a:pt x="94276" y="1796"/>
                    <a:pt x="94529" y="1796"/>
                    <a:pt x="94782" y="1796"/>
                  </a:cubicBezTo>
                  <a:cubicBezTo>
                    <a:pt x="95424" y="1796"/>
                    <a:pt x="96068" y="1800"/>
                    <a:pt x="96713" y="1800"/>
                  </a:cubicBezTo>
                  <a:cubicBezTo>
                    <a:pt x="97401" y="1800"/>
                    <a:pt x="98089" y="1795"/>
                    <a:pt x="98775" y="1774"/>
                  </a:cubicBezTo>
                  <a:cubicBezTo>
                    <a:pt x="100036" y="1738"/>
                    <a:pt x="101297" y="1721"/>
                    <a:pt x="102558" y="1721"/>
                  </a:cubicBezTo>
                  <a:cubicBezTo>
                    <a:pt x="104583" y="1721"/>
                    <a:pt x="106608" y="1765"/>
                    <a:pt x="108633" y="1846"/>
                  </a:cubicBezTo>
                  <a:cubicBezTo>
                    <a:pt x="110264" y="1905"/>
                    <a:pt x="111895" y="2001"/>
                    <a:pt x="113527" y="2084"/>
                  </a:cubicBezTo>
                  <a:cubicBezTo>
                    <a:pt x="114063" y="2114"/>
                    <a:pt x="114603" y="2126"/>
                    <a:pt x="115145" y="2126"/>
                  </a:cubicBezTo>
                  <a:cubicBezTo>
                    <a:pt x="116096" y="2126"/>
                    <a:pt x="117051" y="2091"/>
                    <a:pt x="117991" y="2060"/>
                  </a:cubicBezTo>
                  <a:cubicBezTo>
                    <a:pt x="119757" y="1999"/>
                    <a:pt x="121522" y="1918"/>
                    <a:pt x="123287" y="1918"/>
                  </a:cubicBezTo>
                  <a:cubicBezTo>
                    <a:pt x="123915" y="1918"/>
                    <a:pt x="124543" y="1928"/>
                    <a:pt x="125171" y="1953"/>
                  </a:cubicBezTo>
                  <a:cubicBezTo>
                    <a:pt x="125469" y="1989"/>
                    <a:pt x="125754" y="2001"/>
                    <a:pt x="126040" y="2013"/>
                  </a:cubicBezTo>
                  <a:lnTo>
                    <a:pt x="126040" y="215"/>
                  </a:lnTo>
                  <a:cubicBezTo>
                    <a:pt x="125623" y="251"/>
                    <a:pt x="125207" y="298"/>
                    <a:pt x="124790" y="334"/>
                  </a:cubicBezTo>
                  <a:cubicBezTo>
                    <a:pt x="123815" y="409"/>
                    <a:pt x="122830" y="438"/>
                    <a:pt x="121846" y="438"/>
                  </a:cubicBezTo>
                  <a:cubicBezTo>
                    <a:pt x="120967" y="438"/>
                    <a:pt x="120088" y="415"/>
                    <a:pt x="119218" y="381"/>
                  </a:cubicBezTo>
                  <a:cubicBezTo>
                    <a:pt x="117432" y="322"/>
                    <a:pt x="115646" y="191"/>
                    <a:pt x="113860" y="60"/>
                  </a:cubicBezTo>
                  <a:lnTo>
                    <a:pt x="86416" y="60"/>
                  </a:lnTo>
                  <a:cubicBezTo>
                    <a:pt x="85356" y="143"/>
                    <a:pt x="84332" y="251"/>
                    <a:pt x="83356" y="346"/>
                  </a:cubicBezTo>
                  <a:lnTo>
                    <a:pt x="83356" y="358"/>
                  </a:lnTo>
                  <a:cubicBezTo>
                    <a:pt x="82463" y="417"/>
                    <a:pt x="81567" y="441"/>
                    <a:pt x="80673" y="441"/>
                  </a:cubicBezTo>
                  <a:cubicBezTo>
                    <a:pt x="79778" y="441"/>
                    <a:pt x="78885" y="417"/>
                    <a:pt x="77998" y="381"/>
                  </a:cubicBezTo>
                  <a:cubicBezTo>
                    <a:pt x="76212" y="322"/>
                    <a:pt x="74426" y="191"/>
                    <a:pt x="72640" y="60"/>
                  </a:cubicBezTo>
                  <a:lnTo>
                    <a:pt x="45197" y="60"/>
                  </a:lnTo>
                  <a:cubicBezTo>
                    <a:pt x="44185" y="143"/>
                    <a:pt x="43196" y="239"/>
                    <a:pt x="42256" y="334"/>
                  </a:cubicBezTo>
                  <a:cubicBezTo>
                    <a:pt x="41281" y="409"/>
                    <a:pt x="40296" y="438"/>
                    <a:pt x="39312" y="438"/>
                  </a:cubicBezTo>
                  <a:cubicBezTo>
                    <a:pt x="38433" y="438"/>
                    <a:pt x="37554" y="415"/>
                    <a:pt x="36684" y="381"/>
                  </a:cubicBezTo>
                  <a:cubicBezTo>
                    <a:pt x="34898" y="322"/>
                    <a:pt x="33112" y="191"/>
                    <a:pt x="31326" y="60"/>
                  </a:cubicBezTo>
                  <a:lnTo>
                    <a:pt x="4596" y="60"/>
                  </a:lnTo>
                  <a:lnTo>
                    <a:pt x="45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5955017" y="5093771"/>
              <a:ext cx="3188983" cy="49645"/>
            </a:xfrm>
            <a:custGeom>
              <a:avLst/>
              <a:gdLst/>
              <a:ahLst/>
              <a:cxnLst/>
              <a:rect l="l" t="t" r="r" b="b"/>
              <a:pathLst>
                <a:path w="126409" h="1552" extrusionOk="0">
                  <a:moveTo>
                    <a:pt x="20206" y="0"/>
                  </a:moveTo>
                  <a:cubicBezTo>
                    <a:pt x="19932" y="0"/>
                    <a:pt x="19658" y="1"/>
                    <a:pt x="19384" y="3"/>
                  </a:cubicBezTo>
                  <a:cubicBezTo>
                    <a:pt x="17764" y="3"/>
                    <a:pt x="16157" y="63"/>
                    <a:pt x="14538" y="63"/>
                  </a:cubicBezTo>
                  <a:cubicBezTo>
                    <a:pt x="10975" y="73"/>
                    <a:pt x="6636" y="244"/>
                    <a:pt x="2794" y="244"/>
                  </a:cubicBezTo>
                  <a:cubicBezTo>
                    <a:pt x="1975" y="244"/>
                    <a:pt x="1179" y="236"/>
                    <a:pt x="417" y="218"/>
                  </a:cubicBezTo>
                  <a:lnTo>
                    <a:pt x="417" y="218"/>
                  </a:lnTo>
                  <a:cubicBezTo>
                    <a:pt x="489" y="753"/>
                    <a:pt x="227" y="1134"/>
                    <a:pt x="0" y="1551"/>
                  </a:cubicBezTo>
                  <a:lnTo>
                    <a:pt x="126409" y="1551"/>
                  </a:lnTo>
                  <a:lnTo>
                    <a:pt x="126409" y="241"/>
                  </a:lnTo>
                  <a:cubicBezTo>
                    <a:pt x="125671" y="241"/>
                    <a:pt x="124956" y="241"/>
                    <a:pt x="124266" y="218"/>
                  </a:cubicBezTo>
                  <a:cubicBezTo>
                    <a:pt x="123802" y="203"/>
                    <a:pt x="123337" y="197"/>
                    <a:pt x="122872" y="197"/>
                  </a:cubicBezTo>
                  <a:cubicBezTo>
                    <a:pt x="120675" y="197"/>
                    <a:pt x="118468" y="335"/>
                    <a:pt x="116277" y="384"/>
                  </a:cubicBezTo>
                  <a:cubicBezTo>
                    <a:pt x="115983" y="390"/>
                    <a:pt x="115690" y="392"/>
                    <a:pt x="115397" y="392"/>
                  </a:cubicBezTo>
                  <a:cubicBezTo>
                    <a:pt x="112541" y="392"/>
                    <a:pt x="109710" y="150"/>
                    <a:pt x="106859" y="75"/>
                  </a:cubicBezTo>
                  <a:cubicBezTo>
                    <a:pt x="105216" y="27"/>
                    <a:pt x="103561" y="3"/>
                    <a:pt x="101918" y="3"/>
                  </a:cubicBezTo>
                  <a:cubicBezTo>
                    <a:pt x="100299" y="3"/>
                    <a:pt x="98691" y="63"/>
                    <a:pt x="97084" y="63"/>
                  </a:cubicBezTo>
                  <a:cubicBezTo>
                    <a:pt x="93509" y="73"/>
                    <a:pt x="89181" y="240"/>
                    <a:pt x="85342" y="240"/>
                  </a:cubicBezTo>
                  <a:cubicBezTo>
                    <a:pt x="84578" y="240"/>
                    <a:pt x="83833" y="233"/>
                    <a:pt x="83118" y="218"/>
                  </a:cubicBezTo>
                  <a:cubicBezTo>
                    <a:pt x="82647" y="203"/>
                    <a:pt x="82176" y="197"/>
                    <a:pt x="81704" y="197"/>
                  </a:cubicBezTo>
                  <a:cubicBezTo>
                    <a:pt x="79490" y="197"/>
                    <a:pt x="77264" y="333"/>
                    <a:pt x="75045" y="372"/>
                  </a:cubicBezTo>
                  <a:cubicBezTo>
                    <a:pt x="74702" y="380"/>
                    <a:pt x="74358" y="384"/>
                    <a:pt x="74015" y="384"/>
                  </a:cubicBezTo>
                  <a:cubicBezTo>
                    <a:pt x="71220" y="384"/>
                    <a:pt x="68439" y="149"/>
                    <a:pt x="65640" y="75"/>
                  </a:cubicBezTo>
                  <a:cubicBezTo>
                    <a:pt x="63996" y="27"/>
                    <a:pt x="62341" y="3"/>
                    <a:pt x="60698" y="3"/>
                  </a:cubicBezTo>
                  <a:cubicBezTo>
                    <a:pt x="59079" y="3"/>
                    <a:pt x="57472" y="63"/>
                    <a:pt x="55864" y="63"/>
                  </a:cubicBezTo>
                  <a:cubicBezTo>
                    <a:pt x="52292" y="73"/>
                    <a:pt x="47951" y="244"/>
                    <a:pt x="44109" y="244"/>
                  </a:cubicBezTo>
                  <a:cubicBezTo>
                    <a:pt x="43290" y="244"/>
                    <a:pt x="42493" y="236"/>
                    <a:pt x="41732" y="218"/>
                  </a:cubicBezTo>
                  <a:cubicBezTo>
                    <a:pt x="41244" y="202"/>
                    <a:pt x="40756" y="196"/>
                    <a:pt x="40267" y="196"/>
                  </a:cubicBezTo>
                  <a:cubicBezTo>
                    <a:pt x="38093" y="196"/>
                    <a:pt x="35908" y="324"/>
                    <a:pt x="33731" y="372"/>
                  </a:cubicBezTo>
                  <a:cubicBezTo>
                    <a:pt x="33387" y="380"/>
                    <a:pt x="33043" y="384"/>
                    <a:pt x="32700" y="384"/>
                  </a:cubicBezTo>
                  <a:cubicBezTo>
                    <a:pt x="29905" y="384"/>
                    <a:pt x="27124" y="149"/>
                    <a:pt x="24325" y="75"/>
                  </a:cubicBezTo>
                  <a:cubicBezTo>
                    <a:pt x="22956" y="25"/>
                    <a:pt x="21578" y="0"/>
                    <a:pt x="202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76" name="Google Shape;276;p6"/>
          <p:cNvGrpSpPr/>
          <p:nvPr/>
        </p:nvGrpSpPr>
        <p:grpSpPr>
          <a:xfrm rot="10800000">
            <a:off x="-10386" y="4576800"/>
            <a:ext cx="9164772" cy="664375"/>
            <a:chOff x="-14087" y="4621600"/>
            <a:chExt cx="9164772" cy="664375"/>
          </a:xfrm>
        </p:grpSpPr>
        <p:sp>
          <p:nvSpPr>
            <p:cNvPr id="277" name="Google Shape;277;p6"/>
            <p:cNvSpPr/>
            <p:nvPr/>
          </p:nvSpPr>
          <p:spPr>
            <a:xfrm rot="10800000" flipH="1">
              <a:off x="951926" y="5026250"/>
              <a:ext cx="262621" cy="4575"/>
            </a:xfrm>
            <a:custGeom>
              <a:avLst/>
              <a:gdLst/>
              <a:ahLst/>
              <a:cxnLst/>
              <a:rect l="l" t="t" r="r" b="b"/>
              <a:pathLst>
                <a:path w="8189" h="183" extrusionOk="0">
                  <a:moveTo>
                    <a:pt x="4669" y="1"/>
                  </a:moveTo>
                  <a:cubicBezTo>
                    <a:pt x="3113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8" y="181"/>
                    <a:pt x="595" y="183"/>
                    <a:pt x="1028" y="183"/>
                  </a:cubicBezTo>
                  <a:cubicBezTo>
                    <a:pt x="3436" y="183"/>
                    <a:pt x="8189" y="125"/>
                    <a:pt x="7622" y="125"/>
                  </a:cubicBezTo>
                  <a:cubicBezTo>
                    <a:pt x="7465" y="125"/>
                    <a:pt x="6900" y="129"/>
                    <a:pt x="5763" y="141"/>
                  </a:cubicBezTo>
                  <a:cubicBezTo>
                    <a:pt x="5311" y="141"/>
                    <a:pt x="6680" y="69"/>
                    <a:pt x="7145" y="34"/>
                  </a:cubicBezTo>
                  <a:cubicBezTo>
                    <a:pt x="6319" y="13"/>
                    <a:pt x="5494" y="1"/>
                    <a:pt x="46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6"/>
            <p:cNvSpPr/>
            <p:nvPr/>
          </p:nvSpPr>
          <p:spPr>
            <a:xfrm rot="10800000" flipH="1">
              <a:off x="716660" y="5015975"/>
              <a:ext cx="203612" cy="8375"/>
            </a:xfrm>
            <a:custGeom>
              <a:avLst/>
              <a:gdLst/>
              <a:ahLst/>
              <a:cxnLst/>
              <a:rect l="l" t="t" r="r" b="b"/>
              <a:pathLst>
                <a:path w="6349" h="335" extrusionOk="0">
                  <a:moveTo>
                    <a:pt x="6349" y="1"/>
                  </a:moveTo>
                  <a:cubicBezTo>
                    <a:pt x="5135" y="19"/>
                    <a:pt x="0" y="287"/>
                    <a:pt x="161" y="287"/>
                  </a:cubicBezTo>
                  <a:cubicBezTo>
                    <a:pt x="205" y="287"/>
                    <a:pt x="651" y="266"/>
                    <a:pt x="1693" y="215"/>
                  </a:cubicBezTo>
                  <a:cubicBezTo>
                    <a:pt x="1730" y="213"/>
                    <a:pt x="1752" y="212"/>
                    <a:pt x="1761" y="212"/>
                  </a:cubicBezTo>
                  <a:cubicBezTo>
                    <a:pt x="1852" y="212"/>
                    <a:pt x="919" y="302"/>
                    <a:pt x="586" y="334"/>
                  </a:cubicBezTo>
                  <a:cubicBezTo>
                    <a:pt x="2515" y="310"/>
                    <a:pt x="4432" y="227"/>
                    <a:pt x="6349" y="13"/>
                  </a:cubicBezTo>
                  <a:lnTo>
                    <a:pt x="63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6"/>
            <p:cNvSpPr/>
            <p:nvPr/>
          </p:nvSpPr>
          <p:spPr>
            <a:xfrm rot="10800000" flipH="1">
              <a:off x="2625146" y="5026250"/>
              <a:ext cx="262589" cy="4575"/>
            </a:xfrm>
            <a:custGeom>
              <a:avLst/>
              <a:gdLst/>
              <a:ahLst/>
              <a:cxnLst/>
              <a:rect l="l" t="t" r="r" b="b"/>
              <a:pathLst>
                <a:path w="8188" h="183" extrusionOk="0">
                  <a:moveTo>
                    <a:pt x="4668" y="1"/>
                  </a:moveTo>
                  <a:cubicBezTo>
                    <a:pt x="3112" y="1"/>
                    <a:pt x="1556" y="44"/>
                    <a:pt x="0" y="153"/>
                  </a:cubicBezTo>
                  <a:lnTo>
                    <a:pt x="0" y="176"/>
                  </a:lnTo>
                  <a:cubicBezTo>
                    <a:pt x="237" y="181"/>
                    <a:pt x="594" y="183"/>
                    <a:pt x="1027" y="183"/>
                  </a:cubicBezTo>
                  <a:cubicBezTo>
                    <a:pt x="3435" y="183"/>
                    <a:pt x="8188" y="125"/>
                    <a:pt x="7621" y="125"/>
                  </a:cubicBezTo>
                  <a:cubicBezTo>
                    <a:pt x="7464" y="125"/>
                    <a:pt x="6899" y="129"/>
                    <a:pt x="5763" y="141"/>
                  </a:cubicBezTo>
                  <a:cubicBezTo>
                    <a:pt x="5310" y="141"/>
                    <a:pt x="6679" y="69"/>
                    <a:pt x="7144" y="34"/>
                  </a:cubicBezTo>
                  <a:cubicBezTo>
                    <a:pt x="6318" y="13"/>
                    <a:pt x="5493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6"/>
            <p:cNvSpPr/>
            <p:nvPr/>
          </p:nvSpPr>
          <p:spPr>
            <a:xfrm rot="10800000" flipH="1">
              <a:off x="2389848" y="5015975"/>
              <a:ext cx="203612" cy="8375"/>
            </a:xfrm>
            <a:custGeom>
              <a:avLst/>
              <a:gdLst/>
              <a:ahLst/>
              <a:cxnLst/>
              <a:rect l="l" t="t" r="r" b="b"/>
              <a:pathLst>
                <a:path w="6349" h="335" extrusionOk="0">
                  <a:moveTo>
                    <a:pt x="6349" y="1"/>
                  </a:moveTo>
                  <a:cubicBezTo>
                    <a:pt x="5135" y="19"/>
                    <a:pt x="0" y="287"/>
                    <a:pt x="161" y="287"/>
                  </a:cubicBezTo>
                  <a:cubicBezTo>
                    <a:pt x="205" y="287"/>
                    <a:pt x="651" y="266"/>
                    <a:pt x="1693" y="215"/>
                  </a:cubicBezTo>
                  <a:cubicBezTo>
                    <a:pt x="1730" y="213"/>
                    <a:pt x="1752" y="212"/>
                    <a:pt x="1762" y="212"/>
                  </a:cubicBezTo>
                  <a:cubicBezTo>
                    <a:pt x="1852" y="212"/>
                    <a:pt x="919" y="302"/>
                    <a:pt x="586" y="334"/>
                  </a:cubicBezTo>
                  <a:cubicBezTo>
                    <a:pt x="2515" y="310"/>
                    <a:pt x="4432" y="227"/>
                    <a:pt x="6349" y="13"/>
                  </a:cubicBezTo>
                  <a:lnTo>
                    <a:pt x="63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6"/>
            <p:cNvSpPr/>
            <p:nvPr/>
          </p:nvSpPr>
          <p:spPr>
            <a:xfrm rot="10800000" flipH="1">
              <a:off x="4293748" y="5026250"/>
              <a:ext cx="262974" cy="4575"/>
            </a:xfrm>
            <a:custGeom>
              <a:avLst/>
              <a:gdLst/>
              <a:ahLst/>
              <a:cxnLst/>
              <a:rect l="l" t="t" r="r" b="b"/>
              <a:pathLst>
                <a:path w="8200" h="183" extrusionOk="0">
                  <a:moveTo>
                    <a:pt x="4668" y="1"/>
                  </a:moveTo>
                  <a:cubicBezTo>
                    <a:pt x="3112" y="1"/>
                    <a:pt x="1556" y="44"/>
                    <a:pt x="0" y="153"/>
                  </a:cubicBezTo>
                  <a:lnTo>
                    <a:pt x="0" y="176"/>
                  </a:lnTo>
                  <a:cubicBezTo>
                    <a:pt x="238" y="181"/>
                    <a:pt x="597" y="183"/>
                    <a:pt x="1031" y="183"/>
                  </a:cubicBezTo>
                  <a:cubicBezTo>
                    <a:pt x="3445" y="183"/>
                    <a:pt x="8200" y="125"/>
                    <a:pt x="7633" y="125"/>
                  </a:cubicBezTo>
                  <a:cubicBezTo>
                    <a:pt x="7477" y="125"/>
                    <a:pt x="6911" y="129"/>
                    <a:pt x="5775" y="141"/>
                  </a:cubicBezTo>
                  <a:cubicBezTo>
                    <a:pt x="5311" y="141"/>
                    <a:pt x="6692" y="69"/>
                    <a:pt x="7144" y="34"/>
                  </a:cubicBezTo>
                  <a:cubicBezTo>
                    <a:pt x="6319" y="13"/>
                    <a:pt x="5493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6"/>
            <p:cNvSpPr/>
            <p:nvPr/>
          </p:nvSpPr>
          <p:spPr>
            <a:xfrm rot="10800000" flipH="1">
              <a:off x="4058707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1" y="1"/>
                  </a:moveTo>
                  <a:cubicBezTo>
                    <a:pt x="5128" y="19"/>
                    <a:pt x="0" y="287"/>
                    <a:pt x="163" y="287"/>
                  </a:cubicBezTo>
                  <a:cubicBezTo>
                    <a:pt x="209" y="287"/>
                    <a:pt x="656" y="266"/>
                    <a:pt x="1698" y="215"/>
                  </a:cubicBezTo>
                  <a:cubicBezTo>
                    <a:pt x="1734" y="213"/>
                    <a:pt x="1756" y="212"/>
                    <a:pt x="1766" y="212"/>
                  </a:cubicBezTo>
                  <a:cubicBezTo>
                    <a:pt x="1856" y="212"/>
                    <a:pt x="923" y="302"/>
                    <a:pt x="590" y="334"/>
                  </a:cubicBezTo>
                  <a:cubicBezTo>
                    <a:pt x="2507" y="310"/>
                    <a:pt x="4424" y="227"/>
                    <a:pt x="6341" y="13"/>
                  </a:cubicBezTo>
                  <a:lnTo>
                    <a:pt x="63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6"/>
            <p:cNvSpPr/>
            <p:nvPr/>
          </p:nvSpPr>
          <p:spPr>
            <a:xfrm rot="10800000" flipH="1">
              <a:off x="5962350" y="5026250"/>
              <a:ext cx="262621" cy="4575"/>
            </a:xfrm>
            <a:custGeom>
              <a:avLst/>
              <a:gdLst/>
              <a:ahLst/>
              <a:cxnLst/>
              <a:rect l="l" t="t" r="r" b="b"/>
              <a:pathLst>
                <a:path w="8189" h="183" extrusionOk="0">
                  <a:moveTo>
                    <a:pt x="4668" y="1"/>
                  </a:moveTo>
                  <a:cubicBezTo>
                    <a:pt x="3112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7" y="181"/>
                    <a:pt x="595" y="183"/>
                    <a:pt x="1028" y="183"/>
                  </a:cubicBezTo>
                  <a:cubicBezTo>
                    <a:pt x="3435" y="183"/>
                    <a:pt x="8189" y="125"/>
                    <a:pt x="7622" y="125"/>
                  </a:cubicBezTo>
                  <a:cubicBezTo>
                    <a:pt x="7465" y="125"/>
                    <a:pt x="6900" y="129"/>
                    <a:pt x="5763" y="141"/>
                  </a:cubicBezTo>
                  <a:cubicBezTo>
                    <a:pt x="5311" y="141"/>
                    <a:pt x="6680" y="69"/>
                    <a:pt x="7144" y="34"/>
                  </a:cubicBezTo>
                  <a:cubicBezTo>
                    <a:pt x="6319" y="13"/>
                    <a:pt x="5494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6"/>
            <p:cNvSpPr/>
            <p:nvPr/>
          </p:nvSpPr>
          <p:spPr>
            <a:xfrm rot="10800000" flipH="1">
              <a:off x="5727309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1" y="1"/>
                  </a:moveTo>
                  <a:cubicBezTo>
                    <a:pt x="5128" y="19"/>
                    <a:pt x="0" y="287"/>
                    <a:pt x="158" y="287"/>
                  </a:cubicBezTo>
                  <a:cubicBezTo>
                    <a:pt x="202" y="287"/>
                    <a:pt x="647" y="266"/>
                    <a:pt x="1686" y="215"/>
                  </a:cubicBezTo>
                  <a:cubicBezTo>
                    <a:pt x="1724" y="213"/>
                    <a:pt x="1747" y="212"/>
                    <a:pt x="1757" y="212"/>
                  </a:cubicBezTo>
                  <a:cubicBezTo>
                    <a:pt x="1854" y="212"/>
                    <a:pt x="912" y="302"/>
                    <a:pt x="579" y="334"/>
                  </a:cubicBezTo>
                  <a:cubicBezTo>
                    <a:pt x="2508" y="310"/>
                    <a:pt x="4425" y="227"/>
                    <a:pt x="6341" y="13"/>
                  </a:cubicBezTo>
                  <a:lnTo>
                    <a:pt x="63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6"/>
            <p:cNvSpPr/>
            <p:nvPr/>
          </p:nvSpPr>
          <p:spPr>
            <a:xfrm rot="10800000" flipH="1">
              <a:off x="7631337" y="5026250"/>
              <a:ext cx="262878" cy="4575"/>
            </a:xfrm>
            <a:custGeom>
              <a:avLst/>
              <a:gdLst/>
              <a:ahLst/>
              <a:cxnLst/>
              <a:rect l="l" t="t" r="r" b="b"/>
              <a:pathLst>
                <a:path w="8197" h="183" extrusionOk="0">
                  <a:moveTo>
                    <a:pt x="4669" y="1"/>
                  </a:moveTo>
                  <a:cubicBezTo>
                    <a:pt x="3113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8" y="181"/>
                    <a:pt x="595" y="183"/>
                    <a:pt x="1028" y="183"/>
                  </a:cubicBezTo>
                  <a:cubicBezTo>
                    <a:pt x="3438" y="183"/>
                    <a:pt x="8196" y="125"/>
                    <a:pt x="7627" y="125"/>
                  </a:cubicBezTo>
                  <a:cubicBezTo>
                    <a:pt x="7469" y="125"/>
                    <a:pt x="6902" y="129"/>
                    <a:pt x="5763" y="141"/>
                  </a:cubicBezTo>
                  <a:cubicBezTo>
                    <a:pt x="5311" y="141"/>
                    <a:pt x="6692" y="69"/>
                    <a:pt x="7145" y="34"/>
                  </a:cubicBezTo>
                  <a:cubicBezTo>
                    <a:pt x="6319" y="13"/>
                    <a:pt x="5494" y="1"/>
                    <a:pt x="46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6"/>
            <p:cNvSpPr/>
            <p:nvPr/>
          </p:nvSpPr>
          <p:spPr>
            <a:xfrm rot="10800000" flipH="1">
              <a:off x="7396296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2" y="1"/>
                  </a:moveTo>
                  <a:cubicBezTo>
                    <a:pt x="5128" y="19"/>
                    <a:pt x="1" y="287"/>
                    <a:pt x="164" y="287"/>
                  </a:cubicBezTo>
                  <a:cubicBezTo>
                    <a:pt x="209" y="287"/>
                    <a:pt x="656" y="266"/>
                    <a:pt x="1698" y="215"/>
                  </a:cubicBezTo>
                  <a:cubicBezTo>
                    <a:pt x="1735" y="213"/>
                    <a:pt x="1757" y="212"/>
                    <a:pt x="1766" y="212"/>
                  </a:cubicBezTo>
                  <a:cubicBezTo>
                    <a:pt x="1857" y="212"/>
                    <a:pt x="924" y="302"/>
                    <a:pt x="591" y="334"/>
                  </a:cubicBezTo>
                  <a:cubicBezTo>
                    <a:pt x="2508" y="310"/>
                    <a:pt x="4425" y="227"/>
                    <a:pt x="6342" y="13"/>
                  </a:cubicBezTo>
                  <a:lnTo>
                    <a:pt x="634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6"/>
            <p:cNvSpPr/>
            <p:nvPr/>
          </p:nvSpPr>
          <p:spPr>
            <a:xfrm rot="10800000" flipH="1">
              <a:off x="-14087" y="5138425"/>
              <a:ext cx="9164387" cy="67650"/>
            </a:xfrm>
            <a:custGeom>
              <a:avLst/>
              <a:gdLst/>
              <a:ahLst/>
              <a:cxnLst/>
              <a:rect l="l" t="t" r="r" b="b"/>
              <a:pathLst>
                <a:path w="285762" h="2706" extrusionOk="0">
                  <a:moveTo>
                    <a:pt x="20295" y="1"/>
                  </a:moveTo>
                  <a:cubicBezTo>
                    <a:pt x="19958" y="1"/>
                    <a:pt x="19664" y="7"/>
                    <a:pt x="19419" y="19"/>
                  </a:cubicBezTo>
                  <a:cubicBezTo>
                    <a:pt x="12942" y="328"/>
                    <a:pt x="6429" y="269"/>
                    <a:pt x="0" y="1090"/>
                  </a:cubicBezTo>
                  <a:lnTo>
                    <a:pt x="0" y="2436"/>
                  </a:lnTo>
                  <a:cubicBezTo>
                    <a:pt x="1131" y="2351"/>
                    <a:pt x="2268" y="2339"/>
                    <a:pt x="3403" y="2339"/>
                  </a:cubicBezTo>
                  <a:cubicBezTo>
                    <a:pt x="3857" y="2339"/>
                    <a:pt x="4310" y="2341"/>
                    <a:pt x="4763" y="2341"/>
                  </a:cubicBezTo>
                  <a:cubicBezTo>
                    <a:pt x="5179" y="2257"/>
                    <a:pt x="5596" y="2174"/>
                    <a:pt x="6013" y="2102"/>
                  </a:cubicBezTo>
                  <a:cubicBezTo>
                    <a:pt x="7541" y="1812"/>
                    <a:pt x="9086" y="1738"/>
                    <a:pt x="10634" y="1738"/>
                  </a:cubicBezTo>
                  <a:cubicBezTo>
                    <a:pt x="12248" y="1738"/>
                    <a:pt x="13868" y="1819"/>
                    <a:pt x="15479" y="1819"/>
                  </a:cubicBezTo>
                  <a:cubicBezTo>
                    <a:pt x="16127" y="1819"/>
                    <a:pt x="16774" y="1806"/>
                    <a:pt x="17419" y="1769"/>
                  </a:cubicBezTo>
                  <a:cubicBezTo>
                    <a:pt x="17609" y="1757"/>
                    <a:pt x="17800" y="1757"/>
                    <a:pt x="17990" y="1745"/>
                  </a:cubicBezTo>
                  <a:cubicBezTo>
                    <a:pt x="18467" y="1650"/>
                    <a:pt x="18931" y="1567"/>
                    <a:pt x="19395" y="1495"/>
                  </a:cubicBezTo>
                  <a:cubicBezTo>
                    <a:pt x="19693" y="1444"/>
                    <a:pt x="20289" y="1409"/>
                    <a:pt x="21115" y="1409"/>
                  </a:cubicBezTo>
                  <a:cubicBezTo>
                    <a:pt x="22404" y="1409"/>
                    <a:pt x="24253" y="1494"/>
                    <a:pt x="26408" y="1733"/>
                  </a:cubicBezTo>
                  <a:cubicBezTo>
                    <a:pt x="32058" y="2362"/>
                    <a:pt x="39291" y="2627"/>
                    <a:pt x="40739" y="2627"/>
                  </a:cubicBezTo>
                  <a:cubicBezTo>
                    <a:pt x="40771" y="2627"/>
                    <a:pt x="40800" y="2627"/>
                    <a:pt x="40827" y="2626"/>
                  </a:cubicBezTo>
                  <a:cubicBezTo>
                    <a:pt x="41047" y="2624"/>
                    <a:pt x="41271" y="2623"/>
                    <a:pt x="41499" y="2623"/>
                  </a:cubicBezTo>
                  <a:cubicBezTo>
                    <a:pt x="43468" y="2623"/>
                    <a:pt x="45706" y="2702"/>
                    <a:pt x="47643" y="2702"/>
                  </a:cubicBezTo>
                  <a:cubicBezTo>
                    <a:pt x="48870" y="2702"/>
                    <a:pt x="49975" y="2670"/>
                    <a:pt x="50816" y="2567"/>
                  </a:cubicBezTo>
                  <a:lnTo>
                    <a:pt x="50816" y="2579"/>
                  </a:lnTo>
                  <a:cubicBezTo>
                    <a:pt x="52295" y="2380"/>
                    <a:pt x="53781" y="2344"/>
                    <a:pt x="55263" y="2344"/>
                  </a:cubicBezTo>
                  <a:cubicBezTo>
                    <a:pt x="55821" y="2344"/>
                    <a:pt x="56379" y="2349"/>
                    <a:pt x="56936" y="2352"/>
                  </a:cubicBezTo>
                  <a:cubicBezTo>
                    <a:pt x="57352" y="2257"/>
                    <a:pt x="57769" y="2174"/>
                    <a:pt x="58186" y="2102"/>
                  </a:cubicBezTo>
                  <a:cubicBezTo>
                    <a:pt x="59694" y="1815"/>
                    <a:pt x="61221" y="1742"/>
                    <a:pt x="62754" y="1742"/>
                  </a:cubicBezTo>
                  <a:cubicBezTo>
                    <a:pt x="64365" y="1742"/>
                    <a:pt x="65982" y="1823"/>
                    <a:pt x="67591" y="1823"/>
                  </a:cubicBezTo>
                  <a:cubicBezTo>
                    <a:pt x="68260" y="1823"/>
                    <a:pt x="68927" y="1809"/>
                    <a:pt x="69592" y="1769"/>
                  </a:cubicBezTo>
                  <a:cubicBezTo>
                    <a:pt x="69783" y="1757"/>
                    <a:pt x="69973" y="1757"/>
                    <a:pt x="70164" y="1745"/>
                  </a:cubicBezTo>
                  <a:cubicBezTo>
                    <a:pt x="70628" y="1662"/>
                    <a:pt x="71104" y="1579"/>
                    <a:pt x="71568" y="1495"/>
                  </a:cubicBezTo>
                  <a:cubicBezTo>
                    <a:pt x="71866" y="1444"/>
                    <a:pt x="72462" y="1409"/>
                    <a:pt x="73288" y="1409"/>
                  </a:cubicBezTo>
                  <a:cubicBezTo>
                    <a:pt x="74577" y="1409"/>
                    <a:pt x="76427" y="1494"/>
                    <a:pt x="78581" y="1733"/>
                  </a:cubicBezTo>
                  <a:cubicBezTo>
                    <a:pt x="84231" y="2362"/>
                    <a:pt x="91464" y="2627"/>
                    <a:pt x="92912" y="2627"/>
                  </a:cubicBezTo>
                  <a:cubicBezTo>
                    <a:pt x="92944" y="2627"/>
                    <a:pt x="92973" y="2627"/>
                    <a:pt x="93000" y="2626"/>
                  </a:cubicBezTo>
                  <a:cubicBezTo>
                    <a:pt x="93216" y="2624"/>
                    <a:pt x="93436" y="2623"/>
                    <a:pt x="93660" y="2623"/>
                  </a:cubicBezTo>
                  <a:cubicBezTo>
                    <a:pt x="95619" y="2623"/>
                    <a:pt x="97850" y="2701"/>
                    <a:pt x="99787" y="2701"/>
                  </a:cubicBezTo>
                  <a:cubicBezTo>
                    <a:pt x="101106" y="2701"/>
                    <a:pt x="102288" y="2665"/>
                    <a:pt x="103156" y="2543"/>
                  </a:cubicBezTo>
                  <a:cubicBezTo>
                    <a:pt x="104576" y="2376"/>
                    <a:pt x="106010" y="2345"/>
                    <a:pt x="107442" y="2345"/>
                  </a:cubicBezTo>
                  <a:cubicBezTo>
                    <a:pt x="107955" y="2345"/>
                    <a:pt x="108467" y="2349"/>
                    <a:pt x="108978" y="2352"/>
                  </a:cubicBezTo>
                  <a:cubicBezTo>
                    <a:pt x="109383" y="2269"/>
                    <a:pt x="109799" y="2174"/>
                    <a:pt x="110216" y="2102"/>
                  </a:cubicBezTo>
                  <a:cubicBezTo>
                    <a:pt x="111729" y="1815"/>
                    <a:pt x="113259" y="1742"/>
                    <a:pt x="114793" y="1742"/>
                  </a:cubicBezTo>
                  <a:cubicBezTo>
                    <a:pt x="116405" y="1742"/>
                    <a:pt x="118021" y="1823"/>
                    <a:pt x="119627" y="1823"/>
                  </a:cubicBezTo>
                  <a:cubicBezTo>
                    <a:pt x="120294" y="1823"/>
                    <a:pt x="120960" y="1809"/>
                    <a:pt x="121622" y="1769"/>
                  </a:cubicBezTo>
                  <a:cubicBezTo>
                    <a:pt x="121813" y="1769"/>
                    <a:pt x="122003" y="1757"/>
                    <a:pt x="122206" y="1745"/>
                  </a:cubicBezTo>
                  <a:cubicBezTo>
                    <a:pt x="122670" y="1662"/>
                    <a:pt x="123134" y="1579"/>
                    <a:pt x="123599" y="1495"/>
                  </a:cubicBezTo>
                  <a:cubicBezTo>
                    <a:pt x="123896" y="1444"/>
                    <a:pt x="124492" y="1409"/>
                    <a:pt x="125318" y="1409"/>
                  </a:cubicBezTo>
                  <a:cubicBezTo>
                    <a:pt x="126607" y="1409"/>
                    <a:pt x="128457" y="1494"/>
                    <a:pt x="130612" y="1733"/>
                  </a:cubicBezTo>
                  <a:cubicBezTo>
                    <a:pt x="136168" y="2351"/>
                    <a:pt x="143228" y="2628"/>
                    <a:pt x="144867" y="2628"/>
                  </a:cubicBezTo>
                  <a:cubicBezTo>
                    <a:pt x="144934" y="2628"/>
                    <a:pt x="144993" y="2627"/>
                    <a:pt x="145042" y="2626"/>
                  </a:cubicBezTo>
                  <a:cubicBezTo>
                    <a:pt x="145259" y="2624"/>
                    <a:pt x="145480" y="2623"/>
                    <a:pt x="145704" y="2623"/>
                  </a:cubicBezTo>
                  <a:cubicBezTo>
                    <a:pt x="147673" y="2623"/>
                    <a:pt x="149922" y="2701"/>
                    <a:pt x="151867" y="2701"/>
                  </a:cubicBezTo>
                  <a:cubicBezTo>
                    <a:pt x="153192" y="2701"/>
                    <a:pt x="154375" y="2665"/>
                    <a:pt x="155234" y="2543"/>
                  </a:cubicBezTo>
                  <a:cubicBezTo>
                    <a:pt x="156646" y="2376"/>
                    <a:pt x="158064" y="2345"/>
                    <a:pt x="159479" y="2345"/>
                  </a:cubicBezTo>
                  <a:cubicBezTo>
                    <a:pt x="159985" y="2345"/>
                    <a:pt x="160491" y="2349"/>
                    <a:pt x="160996" y="2352"/>
                  </a:cubicBezTo>
                  <a:cubicBezTo>
                    <a:pt x="161413" y="2269"/>
                    <a:pt x="161830" y="2186"/>
                    <a:pt x="162235" y="2102"/>
                  </a:cubicBezTo>
                  <a:cubicBezTo>
                    <a:pt x="163740" y="1817"/>
                    <a:pt x="165262" y="1742"/>
                    <a:pt x="166788" y="1742"/>
                  </a:cubicBezTo>
                  <a:cubicBezTo>
                    <a:pt x="168441" y="1742"/>
                    <a:pt x="170100" y="1830"/>
                    <a:pt x="171747" y="1830"/>
                  </a:cubicBezTo>
                  <a:cubicBezTo>
                    <a:pt x="172380" y="1830"/>
                    <a:pt x="173012" y="1817"/>
                    <a:pt x="173641" y="1781"/>
                  </a:cubicBezTo>
                  <a:cubicBezTo>
                    <a:pt x="173843" y="1769"/>
                    <a:pt x="174034" y="1757"/>
                    <a:pt x="174224" y="1745"/>
                  </a:cubicBezTo>
                  <a:cubicBezTo>
                    <a:pt x="174689" y="1662"/>
                    <a:pt x="175165" y="1579"/>
                    <a:pt x="175629" y="1495"/>
                  </a:cubicBezTo>
                  <a:cubicBezTo>
                    <a:pt x="175920" y="1445"/>
                    <a:pt x="176495" y="1413"/>
                    <a:pt x="177291" y="1413"/>
                  </a:cubicBezTo>
                  <a:cubicBezTo>
                    <a:pt x="178578" y="1413"/>
                    <a:pt x="180445" y="1498"/>
                    <a:pt x="182630" y="1733"/>
                  </a:cubicBezTo>
                  <a:cubicBezTo>
                    <a:pt x="188186" y="2351"/>
                    <a:pt x="195257" y="2628"/>
                    <a:pt x="196886" y="2628"/>
                  </a:cubicBezTo>
                  <a:cubicBezTo>
                    <a:pt x="196954" y="2628"/>
                    <a:pt x="197012" y="2627"/>
                    <a:pt x="197060" y="2626"/>
                  </a:cubicBezTo>
                  <a:cubicBezTo>
                    <a:pt x="197274" y="2624"/>
                    <a:pt x="197493" y="2623"/>
                    <a:pt x="197714" y="2623"/>
                  </a:cubicBezTo>
                  <a:cubicBezTo>
                    <a:pt x="199691" y="2623"/>
                    <a:pt x="201944" y="2704"/>
                    <a:pt x="203894" y="2704"/>
                  </a:cubicBezTo>
                  <a:cubicBezTo>
                    <a:pt x="205168" y="2704"/>
                    <a:pt x="206314" y="2669"/>
                    <a:pt x="207169" y="2555"/>
                  </a:cubicBezTo>
                  <a:cubicBezTo>
                    <a:pt x="208621" y="2378"/>
                    <a:pt x="210079" y="2346"/>
                    <a:pt x="211534" y="2346"/>
                  </a:cubicBezTo>
                  <a:cubicBezTo>
                    <a:pt x="212036" y="2346"/>
                    <a:pt x="212538" y="2349"/>
                    <a:pt x="213039" y="2352"/>
                  </a:cubicBezTo>
                  <a:cubicBezTo>
                    <a:pt x="213455" y="2269"/>
                    <a:pt x="213872" y="2186"/>
                    <a:pt x="214289" y="2102"/>
                  </a:cubicBezTo>
                  <a:cubicBezTo>
                    <a:pt x="215794" y="1817"/>
                    <a:pt x="217314" y="1742"/>
                    <a:pt x="218839" y="1742"/>
                  </a:cubicBezTo>
                  <a:cubicBezTo>
                    <a:pt x="220490" y="1742"/>
                    <a:pt x="222148" y="1830"/>
                    <a:pt x="223797" y="1830"/>
                  </a:cubicBezTo>
                  <a:cubicBezTo>
                    <a:pt x="224431" y="1830"/>
                    <a:pt x="225064" y="1817"/>
                    <a:pt x="225695" y="1781"/>
                  </a:cubicBezTo>
                  <a:cubicBezTo>
                    <a:pt x="225885" y="1769"/>
                    <a:pt x="226076" y="1757"/>
                    <a:pt x="226266" y="1745"/>
                  </a:cubicBezTo>
                  <a:cubicBezTo>
                    <a:pt x="226743" y="1662"/>
                    <a:pt x="227207" y="1579"/>
                    <a:pt x="227671" y="1495"/>
                  </a:cubicBezTo>
                  <a:cubicBezTo>
                    <a:pt x="227960" y="1446"/>
                    <a:pt x="228527" y="1413"/>
                    <a:pt x="229313" y="1413"/>
                  </a:cubicBezTo>
                  <a:cubicBezTo>
                    <a:pt x="230605" y="1413"/>
                    <a:pt x="232486" y="1501"/>
                    <a:pt x="234684" y="1745"/>
                  </a:cubicBezTo>
                  <a:cubicBezTo>
                    <a:pt x="240339" y="2363"/>
                    <a:pt x="247580" y="2639"/>
                    <a:pt x="249019" y="2639"/>
                  </a:cubicBezTo>
                  <a:cubicBezTo>
                    <a:pt x="249049" y="2639"/>
                    <a:pt x="249077" y="2638"/>
                    <a:pt x="249103" y="2638"/>
                  </a:cubicBezTo>
                  <a:cubicBezTo>
                    <a:pt x="249390" y="2634"/>
                    <a:pt x="249684" y="2632"/>
                    <a:pt x="249985" y="2632"/>
                  </a:cubicBezTo>
                  <a:cubicBezTo>
                    <a:pt x="251902" y="2632"/>
                    <a:pt x="254051" y="2706"/>
                    <a:pt x="255921" y="2706"/>
                  </a:cubicBezTo>
                  <a:cubicBezTo>
                    <a:pt x="257111" y="2706"/>
                    <a:pt x="258188" y="2676"/>
                    <a:pt x="259020" y="2579"/>
                  </a:cubicBezTo>
                  <a:lnTo>
                    <a:pt x="259020" y="2591"/>
                  </a:lnTo>
                  <a:cubicBezTo>
                    <a:pt x="260571" y="2382"/>
                    <a:pt x="262129" y="2346"/>
                    <a:pt x="263683" y="2346"/>
                  </a:cubicBezTo>
                  <a:cubicBezTo>
                    <a:pt x="264169" y="2346"/>
                    <a:pt x="264655" y="2350"/>
                    <a:pt x="265140" y="2352"/>
                  </a:cubicBezTo>
                  <a:cubicBezTo>
                    <a:pt x="265557" y="2269"/>
                    <a:pt x="265974" y="2186"/>
                    <a:pt x="266379" y="2102"/>
                  </a:cubicBezTo>
                  <a:cubicBezTo>
                    <a:pt x="267889" y="1820"/>
                    <a:pt x="269418" y="1748"/>
                    <a:pt x="270950" y="1748"/>
                  </a:cubicBezTo>
                  <a:cubicBezTo>
                    <a:pt x="272585" y="1748"/>
                    <a:pt x="274225" y="1830"/>
                    <a:pt x="275853" y="1830"/>
                  </a:cubicBezTo>
                  <a:cubicBezTo>
                    <a:pt x="276499" y="1830"/>
                    <a:pt x="277143" y="1817"/>
                    <a:pt x="277785" y="1781"/>
                  </a:cubicBezTo>
                  <a:cubicBezTo>
                    <a:pt x="277987" y="1769"/>
                    <a:pt x="278178" y="1757"/>
                    <a:pt x="278368" y="1745"/>
                  </a:cubicBezTo>
                  <a:cubicBezTo>
                    <a:pt x="278832" y="1662"/>
                    <a:pt x="279297" y="1579"/>
                    <a:pt x="279773" y="1495"/>
                  </a:cubicBezTo>
                  <a:cubicBezTo>
                    <a:pt x="280069" y="1449"/>
                    <a:pt x="280654" y="1416"/>
                    <a:pt x="281464" y="1416"/>
                  </a:cubicBezTo>
                  <a:cubicBezTo>
                    <a:pt x="282545" y="1416"/>
                    <a:pt x="284027" y="1475"/>
                    <a:pt x="285762" y="1638"/>
                  </a:cubicBezTo>
                  <a:lnTo>
                    <a:pt x="285762" y="197"/>
                  </a:lnTo>
                  <a:cubicBezTo>
                    <a:pt x="283635" y="82"/>
                    <a:pt x="281789" y="5"/>
                    <a:pt x="280562" y="5"/>
                  </a:cubicBezTo>
                  <a:cubicBezTo>
                    <a:pt x="280270" y="5"/>
                    <a:pt x="280014" y="10"/>
                    <a:pt x="279797" y="19"/>
                  </a:cubicBezTo>
                  <a:lnTo>
                    <a:pt x="279809" y="19"/>
                  </a:lnTo>
                  <a:cubicBezTo>
                    <a:pt x="272998" y="340"/>
                    <a:pt x="266152" y="269"/>
                    <a:pt x="259413" y="1221"/>
                  </a:cubicBezTo>
                  <a:lnTo>
                    <a:pt x="259413" y="1209"/>
                  </a:lnTo>
                  <a:cubicBezTo>
                    <a:pt x="258500" y="1355"/>
                    <a:pt x="257639" y="1405"/>
                    <a:pt x="256803" y="1405"/>
                  </a:cubicBezTo>
                  <a:cubicBezTo>
                    <a:pt x="254953" y="1405"/>
                    <a:pt x="253226" y="1159"/>
                    <a:pt x="251319" y="1159"/>
                  </a:cubicBezTo>
                  <a:cubicBezTo>
                    <a:pt x="251204" y="1159"/>
                    <a:pt x="251088" y="1160"/>
                    <a:pt x="250972" y="1162"/>
                  </a:cubicBezTo>
                  <a:cubicBezTo>
                    <a:pt x="250907" y="1163"/>
                    <a:pt x="250838" y="1163"/>
                    <a:pt x="250766" y="1163"/>
                  </a:cubicBezTo>
                  <a:cubicBezTo>
                    <a:pt x="246887" y="1163"/>
                    <a:pt x="233281" y="3"/>
                    <a:pt x="228532" y="3"/>
                  </a:cubicBezTo>
                  <a:cubicBezTo>
                    <a:pt x="228216" y="3"/>
                    <a:pt x="227939" y="8"/>
                    <a:pt x="227707" y="19"/>
                  </a:cubicBezTo>
                  <a:cubicBezTo>
                    <a:pt x="220754" y="352"/>
                    <a:pt x="213753" y="257"/>
                    <a:pt x="206871" y="1281"/>
                  </a:cubicBezTo>
                  <a:cubicBezTo>
                    <a:pt x="206131" y="1374"/>
                    <a:pt x="205425" y="1408"/>
                    <a:pt x="204736" y="1408"/>
                  </a:cubicBezTo>
                  <a:cubicBezTo>
                    <a:pt x="202875" y="1408"/>
                    <a:pt x="201139" y="1160"/>
                    <a:pt x="199211" y="1160"/>
                  </a:cubicBezTo>
                  <a:cubicBezTo>
                    <a:pt x="199118" y="1160"/>
                    <a:pt x="199024" y="1161"/>
                    <a:pt x="198930" y="1162"/>
                  </a:cubicBezTo>
                  <a:cubicBezTo>
                    <a:pt x="198864" y="1163"/>
                    <a:pt x="198796" y="1163"/>
                    <a:pt x="198724" y="1163"/>
                  </a:cubicBezTo>
                  <a:cubicBezTo>
                    <a:pt x="194844" y="1163"/>
                    <a:pt x="181228" y="3"/>
                    <a:pt x="176478" y="3"/>
                  </a:cubicBezTo>
                  <a:cubicBezTo>
                    <a:pt x="176162" y="3"/>
                    <a:pt x="175885" y="8"/>
                    <a:pt x="175653" y="19"/>
                  </a:cubicBezTo>
                  <a:cubicBezTo>
                    <a:pt x="168712" y="352"/>
                    <a:pt x="161711" y="257"/>
                    <a:pt x="154829" y="1281"/>
                  </a:cubicBezTo>
                  <a:cubicBezTo>
                    <a:pt x="154089" y="1374"/>
                    <a:pt x="153383" y="1408"/>
                    <a:pt x="152694" y="1408"/>
                  </a:cubicBezTo>
                  <a:cubicBezTo>
                    <a:pt x="150833" y="1408"/>
                    <a:pt x="149099" y="1160"/>
                    <a:pt x="147179" y="1160"/>
                  </a:cubicBezTo>
                  <a:cubicBezTo>
                    <a:pt x="147086" y="1160"/>
                    <a:pt x="146993" y="1161"/>
                    <a:pt x="146899" y="1162"/>
                  </a:cubicBezTo>
                  <a:cubicBezTo>
                    <a:pt x="146834" y="1163"/>
                    <a:pt x="146765" y="1163"/>
                    <a:pt x="146693" y="1163"/>
                  </a:cubicBezTo>
                  <a:cubicBezTo>
                    <a:pt x="142814" y="1163"/>
                    <a:pt x="129209" y="3"/>
                    <a:pt x="124459" y="3"/>
                  </a:cubicBezTo>
                  <a:cubicBezTo>
                    <a:pt x="124143" y="3"/>
                    <a:pt x="123867" y="8"/>
                    <a:pt x="123635" y="19"/>
                  </a:cubicBezTo>
                  <a:cubicBezTo>
                    <a:pt x="116681" y="352"/>
                    <a:pt x="109680" y="257"/>
                    <a:pt x="102810" y="1281"/>
                  </a:cubicBezTo>
                  <a:cubicBezTo>
                    <a:pt x="102068" y="1374"/>
                    <a:pt x="101359" y="1408"/>
                    <a:pt x="100668" y="1408"/>
                  </a:cubicBezTo>
                  <a:cubicBezTo>
                    <a:pt x="98803" y="1408"/>
                    <a:pt x="97069" y="1160"/>
                    <a:pt x="95149" y="1160"/>
                  </a:cubicBezTo>
                  <a:cubicBezTo>
                    <a:pt x="95056" y="1160"/>
                    <a:pt x="94963" y="1161"/>
                    <a:pt x="94869" y="1162"/>
                  </a:cubicBezTo>
                  <a:cubicBezTo>
                    <a:pt x="94804" y="1163"/>
                    <a:pt x="94735" y="1163"/>
                    <a:pt x="94663" y="1163"/>
                  </a:cubicBezTo>
                  <a:cubicBezTo>
                    <a:pt x="90784" y="1163"/>
                    <a:pt x="77168" y="3"/>
                    <a:pt x="72417" y="3"/>
                  </a:cubicBezTo>
                  <a:cubicBezTo>
                    <a:pt x="72101" y="3"/>
                    <a:pt x="71824" y="8"/>
                    <a:pt x="71592" y="19"/>
                  </a:cubicBezTo>
                  <a:cubicBezTo>
                    <a:pt x="64770" y="340"/>
                    <a:pt x="57900" y="269"/>
                    <a:pt x="51137" y="1233"/>
                  </a:cubicBezTo>
                  <a:lnTo>
                    <a:pt x="51137" y="1209"/>
                  </a:lnTo>
                  <a:cubicBezTo>
                    <a:pt x="50223" y="1355"/>
                    <a:pt x="49363" y="1405"/>
                    <a:pt x="48530" y="1405"/>
                  </a:cubicBezTo>
                  <a:cubicBezTo>
                    <a:pt x="46647" y="1405"/>
                    <a:pt x="44897" y="1148"/>
                    <a:pt x="42947" y="1148"/>
                  </a:cubicBezTo>
                  <a:cubicBezTo>
                    <a:pt x="42860" y="1148"/>
                    <a:pt x="42772" y="1149"/>
                    <a:pt x="42684" y="1150"/>
                  </a:cubicBezTo>
                  <a:cubicBezTo>
                    <a:pt x="42604" y="1151"/>
                    <a:pt x="42518" y="1152"/>
                    <a:pt x="42427" y="1152"/>
                  </a:cubicBezTo>
                  <a:cubicBezTo>
                    <a:pt x="38506" y="1152"/>
                    <a:pt x="25071" y="1"/>
                    <a:pt x="202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6"/>
            <p:cNvSpPr/>
            <p:nvPr/>
          </p:nvSpPr>
          <p:spPr>
            <a:xfrm rot="10800000" flipH="1">
              <a:off x="-13734" y="5193975"/>
              <a:ext cx="9164419" cy="92000"/>
            </a:xfrm>
            <a:custGeom>
              <a:avLst/>
              <a:gdLst/>
              <a:ahLst/>
              <a:cxnLst/>
              <a:rect l="l" t="t" r="r" b="b"/>
              <a:pathLst>
                <a:path w="285763" h="3680" extrusionOk="0">
                  <a:moveTo>
                    <a:pt x="31183" y="0"/>
                  </a:moveTo>
                  <a:cubicBezTo>
                    <a:pt x="29856" y="89"/>
                    <a:pt x="28529" y="117"/>
                    <a:pt x="27202" y="117"/>
                  </a:cubicBezTo>
                  <a:cubicBezTo>
                    <a:pt x="25170" y="117"/>
                    <a:pt x="23138" y="53"/>
                    <a:pt x="21106" y="53"/>
                  </a:cubicBezTo>
                  <a:cubicBezTo>
                    <a:pt x="20750" y="53"/>
                    <a:pt x="20395" y="55"/>
                    <a:pt x="20039" y="60"/>
                  </a:cubicBezTo>
                  <a:cubicBezTo>
                    <a:pt x="18075" y="95"/>
                    <a:pt x="16110" y="167"/>
                    <a:pt x="14146" y="345"/>
                  </a:cubicBezTo>
                  <a:cubicBezTo>
                    <a:pt x="12181" y="524"/>
                    <a:pt x="10228" y="846"/>
                    <a:pt x="8276" y="1203"/>
                  </a:cubicBezTo>
                  <a:cubicBezTo>
                    <a:pt x="5525" y="1703"/>
                    <a:pt x="2763" y="2215"/>
                    <a:pt x="1" y="2227"/>
                  </a:cubicBezTo>
                  <a:lnTo>
                    <a:pt x="1" y="3334"/>
                  </a:lnTo>
                  <a:cubicBezTo>
                    <a:pt x="3085" y="2893"/>
                    <a:pt x="6180" y="2477"/>
                    <a:pt x="9288" y="2131"/>
                  </a:cubicBezTo>
                  <a:cubicBezTo>
                    <a:pt x="13038" y="1703"/>
                    <a:pt x="16801" y="1393"/>
                    <a:pt x="20575" y="1250"/>
                  </a:cubicBezTo>
                  <a:cubicBezTo>
                    <a:pt x="21852" y="1202"/>
                    <a:pt x="23130" y="1184"/>
                    <a:pt x="24407" y="1184"/>
                  </a:cubicBezTo>
                  <a:cubicBezTo>
                    <a:pt x="26916" y="1184"/>
                    <a:pt x="29425" y="1255"/>
                    <a:pt x="31933" y="1310"/>
                  </a:cubicBezTo>
                  <a:cubicBezTo>
                    <a:pt x="37380" y="1425"/>
                    <a:pt x="43506" y="3679"/>
                    <a:pt x="48643" y="3679"/>
                  </a:cubicBezTo>
                  <a:cubicBezTo>
                    <a:pt x="49356" y="3679"/>
                    <a:pt x="50051" y="3635"/>
                    <a:pt x="50722" y="3536"/>
                  </a:cubicBezTo>
                  <a:lnTo>
                    <a:pt x="50722" y="3548"/>
                  </a:lnTo>
                  <a:cubicBezTo>
                    <a:pt x="54293" y="3024"/>
                    <a:pt x="57865" y="2524"/>
                    <a:pt x="61461" y="2131"/>
                  </a:cubicBezTo>
                  <a:cubicBezTo>
                    <a:pt x="65211" y="1715"/>
                    <a:pt x="68974" y="1393"/>
                    <a:pt x="72748" y="1250"/>
                  </a:cubicBezTo>
                  <a:cubicBezTo>
                    <a:pt x="73980" y="1204"/>
                    <a:pt x="75211" y="1186"/>
                    <a:pt x="76443" y="1186"/>
                  </a:cubicBezTo>
                  <a:cubicBezTo>
                    <a:pt x="78997" y="1186"/>
                    <a:pt x="81552" y="1262"/>
                    <a:pt x="84107" y="1310"/>
                  </a:cubicBezTo>
                  <a:cubicBezTo>
                    <a:pt x="89549" y="1423"/>
                    <a:pt x="95673" y="3679"/>
                    <a:pt x="100814" y="3679"/>
                  </a:cubicBezTo>
                  <a:cubicBezTo>
                    <a:pt x="101634" y="3679"/>
                    <a:pt x="102429" y="3621"/>
                    <a:pt x="103192" y="3489"/>
                  </a:cubicBezTo>
                  <a:cubicBezTo>
                    <a:pt x="106609" y="2977"/>
                    <a:pt x="110050" y="2512"/>
                    <a:pt x="113491" y="2131"/>
                  </a:cubicBezTo>
                  <a:cubicBezTo>
                    <a:pt x="117242" y="1715"/>
                    <a:pt x="121004" y="1393"/>
                    <a:pt x="124778" y="1250"/>
                  </a:cubicBezTo>
                  <a:cubicBezTo>
                    <a:pt x="126014" y="1204"/>
                    <a:pt x="127247" y="1186"/>
                    <a:pt x="128478" y="1186"/>
                  </a:cubicBezTo>
                  <a:cubicBezTo>
                    <a:pt x="131033" y="1186"/>
                    <a:pt x="133582" y="1262"/>
                    <a:pt x="136137" y="1310"/>
                  </a:cubicBezTo>
                  <a:cubicBezTo>
                    <a:pt x="141589" y="1423"/>
                    <a:pt x="147706" y="3679"/>
                    <a:pt x="152845" y="3679"/>
                  </a:cubicBezTo>
                  <a:cubicBezTo>
                    <a:pt x="153664" y="3679"/>
                    <a:pt x="154459" y="3621"/>
                    <a:pt x="155223" y="3489"/>
                  </a:cubicBezTo>
                  <a:cubicBezTo>
                    <a:pt x="158652" y="2977"/>
                    <a:pt x="162081" y="2512"/>
                    <a:pt x="165522" y="2131"/>
                  </a:cubicBezTo>
                  <a:cubicBezTo>
                    <a:pt x="169272" y="1715"/>
                    <a:pt x="173034" y="1393"/>
                    <a:pt x="176809" y="1250"/>
                  </a:cubicBezTo>
                  <a:cubicBezTo>
                    <a:pt x="178040" y="1204"/>
                    <a:pt x="179272" y="1186"/>
                    <a:pt x="180503" y="1186"/>
                  </a:cubicBezTo>
                  <a:cubicBezTo>
                    <a:pt x="183058" y="1186"/>
                    <a:pt x="185613" y="1262"/>
                    <a:pt x="188167" y="1310"/>
                  </a:cubicBezTo>
                  <a:cubicBezTo>
                    <a:pt x="193609" y="1423"/>
                    <a:pt x="199733" y="3679"/>
                    <a:pt x="204874" y="3679"/>
                  </a:cubicBezTo>
                  <a:cubicBezTo>
                    <a:pt x="205695" y="3679"/>
                    <a:pt x="206490" y="3621"/>
                    <a:pt x="207253" y="3489"/>
                  </a:cubicBezTo>
                  <a:cubicBezTo>
                    <a:pt x="210682" y="2989"/>
                    <a:pt x="214111" y="2512"/>
                    <a:pt x="217564" y="2131"/>
                  </a:cubicBezTo>
                  <a:cubicBezTo>
                    <a:pt x="221314" y="1715"/>
                    <a:pt x="225077" y="1393"/>
                    <a:pt x="228851" y="1250"/>
                  </a:cubicBezTo>
                  <a:cubicBezTo>
                    <a:pt x="230086" y="1204"/>
                    <a:pt x="231319" y="1186"/>
                    <a:pt x="232551" y="1186"/>
                  </a:cubicBezTo>
                  <a:cubicBezTo>
                    <a:pt x="235106" y="1186"/>
                    <a:pt x="237655" y="1262"/>
                    <a:pt x="240210" y="1310"/>
                  </a:cubicBezTo>
                  <a:cubicBezTo>
                    <a:pt x="245659" y="1425"/>
                    <a:pt x="251785" y="3680"/>
                    <a:pt x="256921" y="3680"/>
                  </a:cubicBezTo>
                  <a:cubicBezTo>
                    <a:pt x="257608" y="3680"/>
                    <a:pt x="258278" y="3640"/>
                    <a:pt x="258926" y="3548"/>
                  </a:cubicBezTo>
                  <a:cubicBezTo>
                    <a:pt x="262498" y="3024"/>
                    <a:pt x="266082" y="2524"/>
                    <a:pt x="269666" y="2131"/>
                  </a:cubicBezTo>
                  <a:cubicBezTo>
                    <a:pt x="273416" y="1715"/>
                    <a:pt x="277178" y="1393"/>
                    <a:pt x="280953" y="1250"/>
                  </a:cubicBezTo>
                  <a:cubicBezTo>
                    <a:pt x="282199" y="1204"/>
                    <a:pt x="283445" y="1187"/>
                    <a:pt x="284685" y="1187"/>
                  </a:cubicBezTo>
                  <a:cubicBezTo>
                    <a:pt x="285045" y="1187"/>
                    <a:pt x="285404" y="1188"/>
                    <a:pt x="285763" y="1191"/>
                  </a:cubicBezTo>
                  <a:lnTo>
                    <a:pt x="285763" y="107"/>
                  </a:lnTo>
                  <a:cubicBezTo>
                    <a:pt x="284401" y="89"/>
                    <a:pt x="283032" y="64"/>
                    <a:pt x="281662" y="64"/>
                  </a:cubicBezTo>
                  <a:cubicBezTo>
                    <a:pt x="281247" y="64"/>
                    <a:pt x="280832" y="66"/>
                    <a:pt x="280417" y="72"/>
                  </a:cubicBezTo>
                  <a:lnTo>
                    <a:pt x="280405" y="60"/>
                  </a:lnTo>
                  <a:cubicBezTo>
                    <a:pt x="278440" y="95"/>
                    <a:pt x="276476" y="167"/>
                    <a:pt x="274511" y="345"/>
                  </a:cubicBezTo>
                  <a:cubicBezTo>
                    <a:pt x="272547" y="524"/>
                    <a:pt x="270594" y="846"/>
                    <a:pt x="268654" y="1203"/>
                  </a:cubicBezTo>
                  <a:cubicBezTo>
                    <a:pt x="265882" y="1707"/>
                    <a:pt x="263092" y="2220"/>
                    <a:pt x="260307" y="2220"/>
                  </a:cubicBezTo>
                  <a:cubicBezTo>
                    <a:pt x="259934" y="2220"/>
                    <a:pt x="259561" y="2211"/>
                    <a:pt x="259188" y="2191"/>
                  </a:cubicBezTo>
                  <a:cubicBezTo>
                    <a:pt x="255747" y="2000"/>
                    <a:pt x="251890" y="750"/>
                    <a:pt x="248258" y="584"/>
                  </a:cubicBezTo>
                  <a:cubicBezTo>
                    <a:pt x="245317" y="465"/>
                    <a:pt x="242388" y="214"/>
                    <a:pt x="239448" y="0"/>
                  </a:cubicBezTo>
                  <a:cubicBezTo>
                    <a:pt x="238125" y="89"/>
                    <a:pt x="236799" y="117"/>
                    <a:pt x="235472" y="117"/>
                  </a:cubicBezTo>
                  <a:cubicBezTo>
                    <a:pt x="233440" y="117"/>
                    <a:pt x="231407" y="53"/>
                    <a:pt x="229379" y="53"/>
                  </a:cubicBezTo>
                  <a:cubicBezTo>
                    <a:pt x="229024" y="53"/>
                    <a:pt x="228670" y="55"/>
                    <a:pt x="228315" y="60"/>
                  </a:cubicBezTo>
                  <a:cubicBezTo>
                    <a:pt x="226351" y="95"/>
                    <a:pt x="224374" y="167"/>
                    <a:pt x="222410" y="345"/>
                  </a:cubicBezTo>
                  <a:cubicBezTo>
                    <a:pt x="220457" y="524"/>
                    <a:pt x="218504" y="846"/>
                    <a:pt x="216552" y="1203"/>
                  </a:cubicBezTo>
                  <a:cubicBezTo>
                    <a:pt x="213785" y="1710"/>
                    <a:pt x="210999" y="2217"/>
                    <a:pt x="208211" y="2217"/>
                  </a:cubicBezTo>
                  <a:cubicBezTo>
                    <a:pt x="207856" y="2217"/>
                    <a:pt x="207501" y="2208"/>
                    <a:pt x="207146" y="2191"/>
                  </a:cubicBezTo>
                  <a:cubicBezTo>
                    <a:pt x="203705" y="2000"/>
                    <a:pt x="199847" y="750"/>
                    <a:pt x="196216" y="584"/>
                  </a:cubicBezTo>
                  <a:cubicBezTo>
                    <a:pt x="193275" y="465"/>
                    <a:pt x="190346" y="214"/>
                    <a:pt x="187405" y="0"/>
                  </a:cubicBezTo>
                  <a:cubicBezTo>
                    <a:pt x="186082" y="89"/>
                    <a:pt x="184756" y="117"/>
                    <a:pt x="183429" y="117"/>
                  </a:cubicBezTo>
                  <a:cubicBezTo>
                    <a:pt x="181398" y="117"/>
                    <a:pt x="179365" y="53"/>
                    <a:pt x="177337" y="53"/>
                  </a:cubicBezTo>
                  <a:cubicBezTo>
                    <a:pt x="176982" y="53"/>
                    <a:pt x="176627" y="55"/>
                    <a:pt x="176273" y="60"/>
                  </a:cubicBezTo>
                  <a:cubicBezTo>
                    <a:pt x="174308" y="95"/>
                    <a:pt x="172332" y="167"/>
                    <a:pt x="170367" y="345"/>
                  </a:cubicBezTo>
                  <a:cubicBezTo>
                    <a:pt x="168415" y="524"/>
                    <a:pt x="166462" y="846"/>
                    <a:pt x="164510" y="1203"/>
                  </a:cubicBezTo>
                  <a:cubicBezTo>
                    <a:pt x="161742" y="1710"/>
                    <a:pt x="158966" y="2217"/>
                    <a:pt x="156188" y="2217"/>
                  </a:cubicBezTo>
                  <a:cubicBezTo>
                    <a:pt x="155835" y="2217"/>
                    <a:pt x="155481" y="2208"/>
                    <a:pt x="155127" y="2191"/>
                  </a:cubicBezTo>
                  <a:cubicBezTo>
                    <a:pt x="151687" y="2000"/>
                    <a:pt x="147829" y="750"/>
                    <a:pt x="144186" y="584"/>
                  </a:cubicBezTo>
                  <a:cubicBezTo>
                    <a:pt x="141257" y="465"/>
                    <a:pt x="138316" y="214"/>
                    <a:pt x="135387" y="0"/>
                  </a:cubicBezTo>
                  <a:cubicBezTo>
                    <a:pt x="134060" y="89"/>
                    <a:pt x="132732" y="117"/>
                    <a:pt x="131405" y="117"/>
                  </a:cubicBezTo>
                  <a:cubicBezTo>
                    <a:pt x="129373" y="117"/>
                    <a:pt x="127342" y="53"/>
                    <a:pt x="125310" y="53"/>
                  </a:cubicBezTo>
                  <a:cubicBezTo>
                    <a:pt x="124954" y="53"/>
                    <a:pt x="124598" y="55"/>
                    <a:pt x="124243" y="60"/>
                  </a:cubicBezTo>
                  <a:cubicBezTo>
                    <a:pt x="122278" y="95"/>
                    <a:pt x="120314" y="167"/>
                    <a:pt x="118349" y="345"/>
                  </a:cubicBezTo>
                  <a:cubicBezTo>
                    <a:pt x="116385" y="524"/>
                    <a:pt x="114432" y="846"/>
                    <a:pt x="112491" y="1203"/>
                  </a:cubicBezTo>
                  <a:cubicBezTo>
                    <a:pt x="109724" y="1710"/>
                    <a:pt x="106938" y="2217"/>
                    <a:pt x="104158" y="2217"/>
                  </a:cubicBezTo>
                  <a:cubicBezTo>
                    <a:pt x="103805" y="2217"/>
                    <a:pt x="103451" y="2208"/>
                    <a:pt x="103097" y="2191"/>
                  </a:cubicBezTo>
                  <a:cubicBezTo>
                    <a:pt x="99644" y="2000"/>
                    <a:pt x="95799" y="750"/>
                    <a:pt x="92155" y="584"/>
                  </a:cubicBezTo>
                  <a:cubicBezTo>
                    <a:pt x="89214" y="465"/>
                    <a:pt x="86286" y="214"/>
                    <a:pt x="83357" y="0"/>
                  </a:cubicBezTo>
                  <a:cubicBezTo>
                    <a:pt x="82029" y="89"/>
                    <a:pt x="80702" y="117"/>
                    <a:pt x="79375" y="117"/>
                  </a:cubicBezTo>
                  <a:cubicBezTo>
                    <a:pt x="77343" y="117"/>
                    <a:pt x="75311" y="53"/>
                    <a:pt x="73279" y="53"/>
                  </a:cubicBezTo>
                  <a:cubicBezTo>
                    <a:pt x="72924" y="53"/>
                    <a:pt x="72568" y="55"/>
                    <a:pt x="72212" y="60"/>
                  </a:cubicBezTo>
                  <a:cubicBezTo>
                    <a:pt x="70248" y="95"/>
                    <a:pt x="68283" y="167"/>
                    <a:pt x="66319" y="345"/>
                  </a:cubicBezTo>
                  <a:cubicBezTo>
                    <a:pt x="64354" y="524"/>
                    <a:pt x="62402" y="846"/>
                    <a:pt x="60449" y="1203"/>
                  </a:cubicBezTo>
                  <a:cubicBezTo>
                    <a:pt x="57682" y="1713"/>
                    <a:pt x="54889" y="2224"/>
                    <a:pt x="52100" y="2224"/>
                  </a:cubicBezTo>
                  <a:cubicBezTo>
                    <a:pt x="51636" y="2224"/>
                    <a:pt x="51173" y="2210"/>
                    <a:pt x="50710" y="2179"/>
                  </a:cubicBezTo>
                  <a:cubicBezTo>
                    <a:pt x="47328" y="1941"/>
                    <a:pt x="43554" y="738"/>
                    <a:pt x="39982" y="584"/>
                  </a:cubicBezTo>
                  <a:cubicBezTo>
                    <a:pt x="37041" y="465"/>
                    <a:pt x="34112" y="214"/>
                    <a:pt x="31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6"/>
            <p:cNvSpPr/>
            <p:nvPr/>
          </p:nvSpPr>
          <p:spPr>
            <a:xfrm rot="10800000" flipH="1">
              <a:off x="-14087" y="5071050"/>
              <a:ext cx="9164387" cy="51525"/>
            </a:xfrm>
            <a:custGeom>
              <a:avLst/>
              <a:gdLst/>
              <a:ahLst/>
              <a:cxnLst/>
              <a:rect l="l" t="t" r="r" b="b"/>
              <a:pathLst>
                <a:path w="285762" h="2061" extrusionOk="0">
                  <a:moveTo>
                    <a:pt x="285762" y="1"/>
                  </a:moveTo>
                  <a:cubicBezTo>
                    <a:pt x="280678" y="13"/>
                    <a:pt x="273701" y="394"/>
                    <a:pt x="269736" y="608"/>
                  </a:cubicBezTo>
                  <a:cubicBezTo>
                    <a:pt x="268188" y="703"/>
                    <a:pt x="267069" y="763"/>
                    <a:pt x="266676" y="763"/>
                  </a:cubicBezTo>
                  <a:lnTo>
                    <a:pt x="266676" y="775"/>
                  </a:lnTo>
                  <a:cubicBezTo>
                    <a:pt x="266302" y="775"/>
                    <a:pt x="264409" y="866"/>
                    <a:pt x="262946" y="866"/>
                  </a:cubicBezTo>
                  <a:cubicBezTo>
                    <a:pt x="262361" y="866"/>
                    <a:pt x="261844" y="851"/>
                    <a:pt x="261521" y="810"/>
                  </a:cubicBezTo>
                  <a:cubicBezTo>
                    <a:pt x="260848" y="731"/>
                    <a:pt x="260159" y="644"/>
                    <a:pt x="259467" y="644"/>
                  </a:cubicBezTo>
                  <a:cubicBezTo>
                    <a:pt x="259326" y="644"/>
                    <a:pt x="259185" y="647"/>
                    <a:pt x="259044" y="656"/>
                  </a:cubicBezTo>
                  <a:cubicBezTo>
                    <a:pt x="256508" y="727"/>
                    <a:pt x="255377" y="1501"/>
                    <a:pt x="253472" y="1525"/>
                  </a:cubicBezTo>
                  <a:cubicBezTo>
                    <a:pt x="253055" y="1525"/>
                    <a:pt x="252222" y="1406"/>
                    <a:pt x="251067" y="1251"/>
                  </a:cubicBezTo>
                  <a:cubicBezTo>
                    <a:pt x="248269" y="882"/>
                    <a:pt x="243054" y="179"/>
                    <a:pt x="235613" y="24"/>
                  </a:cubicBezTo>
                  <a:cubicBezTo>
                    <a:pt x="235088" y="13"/>
                    <a:pt x="234529" y="8"/>
                    <a:pt x="233942" y="8"/>
                  </a:cubicBezTo>
                  <a:cubicBezTo>
                    <a:pt x="228832" y="8"/>
                    <a:pt x="221672" y="396"/>
                    <a:pt x="217634" y="620"/>
                  </a:cubicBezTo>
                  <a:cubicBezTo>
                    <a:pt x="216087" y="703"/>
                    <a:pt x="214967" y="763"/>
                    <a:pt x="214574" y="775"/>
                  </a:cubicBezTo>
                  <a:cubicBezTo>
                    <a:pt x="214200" y="775"/>
                    <a:pt x="212313" y="866"/>
                    <a:pt x="210849" y="866"/>
                  </a:cubicBezTo>
                  <a:cubicBezTo>
                    <a:pt x="210264" y="866"/>
                    <a:pt x="209746" y="851"/>
                    <a:pt x="209419" y="810"/>
                  </a:cubicBezTo>
                  <a:cubicBezTo>
                    <a:pt x="208746" y="731"/>
                    <a:pt x="208057" y="644"/>
                    <a:pt x="207372" y="644"/>
                  </a:cubicBezTo>
                  <a:cubicBezTo>
                    <a:pt x="207233" y="644"/>
                    <a:pt x="207094" y="647"/>
                    <a:pt x="206954" y="656"/>
                  </a:cubicBezTo>
                  <a:lnTo>
                    <a:pt x="206954" y="667"/>
                  </a:lnTo>
                  <a:cubicBezTo>
                    <a:pt x="204454" y="739"/>
                    <a:pt x="203311" y="1501"/>
                    <a:pt x="201418" y="1525"/>
                  </a:cubicBezTo>
                  <a:cubicBezTo>
                    <a:pt x="201013" y="1525"/>
                    <a:pt x="200180" y="1406"/>
                    <a:pt x="199025" y="1251"/>
                  </a:cubicBezTo>
                  <a:cubicBezTo>
                    <a:pt x="196227" y="882"/>
                    <a:pt x="191012" y="179"/>
                    <a:pt x="183571" y="24"/>
                  </a:cubicBezTo>
                  <a:cubicBezTo>
                    <a:pt x="183045" y="13"/>
                    <a:pt x="182484" y="8"/>
                    <a:pt x="181897" y="8"/>
                  </a:cubicBezTo>
                  <a:cubicBezTo>
                    <a:pt x="176780" y="8"/>
                    <a:pt x="169629" y="396"/>
                    <a:pt x="165592" y="620"/>
                  </a:cubicBezTo>
                  <a:cubicBezTo>
                    <a:pt x="164044" y="703"/>
                    <a:pt x="162925" y="763"/>
                    <a:pt x="162532" y="775"/>
                  </a:cubicBezTo>
                  <a:cubicBezTo>
                    <a:pt x="162158" y="775"/>
                    <a:pt x="160265" y="866"/>
                    <a:pt x="158802" y="866"/>
                  </a:cubicBezTo>
                  <a:cubicBezTo>
                    <a:pt x="158217" y="866"/>
                    <a:pt x="157700" y="851"/>
                    <a:pt x="157377" y="810"/>
                  </a:cubicBezTo>
                  <a:cubicBezTo>
                    <a:pt x="156704" y="731"/>
                    <a:pt x="156015" y="644"/>
                    <a:pt x="155323" y="644"/>
                  </a:cubicBezTo>
                  <a:cubicBezTo>
                    <a:pt x="155182" y="644"/>
                    <a:pt x="155041" y="647"/>
                    <a:pt x="154900" y="656"/>
                  </a:cubicBezTo>
                  <a:lnTo>
                    <a:pt x="154900" y="667"/>
                  </a:lnTo>
                  <a:cubicBezTo>
                    <a:pt x="152412" y="739"/>
                    <a:pt x="151281" y="1513"/>
                    <a:pt x="149400" y="1525"/>
                  </a:cubicBezTo>
                  <a:cubicBezTo>
                    <a:pt x="148983" y="1525"/>
                    <a:pt x="148149" y="1418"/>
                    <a:pt x="146995" y="1263"/>
                  </a:cubicBezTo>
                  <a:cubicBezTo>
                    <a:pt x="144197" y="882"/>
                    <a:pt x="138982" y="179"/>
                    <a:pt x="131540" y="24"/>
                  </a:cubicBezTo>
                  <a:cubicBezTo>
                    <a:pt x="131016" y="13"/>
                    <a:pt x="130456" y="8"/>
                    <a:pt x="129870" y="8"/>
                  </a:cubicBezTo>
                  <a:cubicBezTo>
                    <a:pt x="124759" y="8"/>
                    <a:pt x="117599" y="396"/>
                    <a:pt x="113562" y="620"/>
                  </a:cubicBezTo>
                  <a:cubicBezTo>
                    <a:pt x="112014" y="703"/>
                    <a:pt x="110895" y="763"/>
                    <a:pt x="110514" y="775"/>
                  </a:cubicBezTo>
                  <a:cubicBezTo>
                    <a:pt x="110131" y="775"/>
                    <a:pt x="108242" y="866"/>
                    <a:pt x="106777" y="866"/>
                  </a:cubicBezTo>
                  <a:cubicBezTo>
                    <a:pt x="106191" y="866"/>
                    <a:pt x="105673" y="851"/>
                    <a:pt x="105347" y="810"/>
                  </a:cubicBezTo>
                  <a:cubicBezTo>
                    <a:pt x="104666" y="729"/>
                    <a:pt x="103951" y="648"/>
                    <a:pt x="103246" y="648"/>
                  </a:cubicBezTo>
                  <a:cubicBezTo>
                    <a:pt x="103124" y="648"/>
                    <a:pt x="103003" y="650"/>
                    <a:pt x="102882" y="656"/>
                  </a:cubicBezTo>
                  <a:lnTo>
                    <a:pt x="102882" y="667"/>
                  </a:lnTo>
                  <a:cubicBezTo>
                    <a:pt x="100394" y="739"/>
                    <a:pt x="99251" y="1513"/>
                    <a:pt x="97369" y="1525"/>
                  </a:cubicBezTo>
                  <a:cubicBezTo>
                    <a:pt x="96953" y="1525"/>
                    <a:pt x="96119" y="1418"/>
                    <a:pt x="94964" y="1263"/>
                  </a:cubicBezTo>
                  <a:cubicBezTo>
                    <a:pt x="92166" y="882"/>
                    <a:pt x="86951" y="179"/>
                    <a:pt x="79510" y="24"/>
                  </a:cubicBezTo>
                  <a:cubicBezTo>
                    <a:pt x="78985" y="13"/>
                    <a:pt x="78426" y="8"/>
                    <a:pt x="77839" y="8"/>
                  </a:cubicBezTo>
                  <a:cubicBezTo>
                    <a:pt x="72729" y="8"/>
                    <a:pt x="65569" y="396"/>
                    <a:pt x="61532" y="620"/>
                  </a:cubicBezTo>
                  <a:cubicBezTo>
                    <a:pt x="59984" y="703"/>
                    <a:pt x="58865" y="763"/>
                    <a:pt x="58472" y="775"/>
                  </a:cubicBezTo>
                  <a:cubicBezTo>
                    <a:pt x="58097" y="775"/>
                    <a:pt x="56211" y="866"/>
                    <a:pt x="54746" y="866"/>
                  </a:cubicBezTo>
                  <a:cubicBezTo>
                    <a:pt x="54161" y="866"/>
                    <a:pt x="53643" y="851"/>
                    <a:pt x="53316" y="810"/>
                  </a:cubicBezTo>
                  <a:cubicBezTo>
                    <a:pt x="52626" y="729"/>
                    <a:pt x="51918" y="648"/>
                    <a:pt x="51215" y="648"/>
                  </a:cubicBezTo>
                  <a:cubicBezTo>
                    <a:pt x="51094" y="648"/>
                    <a:pt x="50973" y="650"/>
                    <a:pt x="50852" y="656"/>
                  </a:cubicBezTo>
                  <a:cubicBezTo>
                    <a:pt x="48256" y="715"/>
                    <a:pt x="47113" y="1513"/>
                    <a:pt x="45196" y="1525"/>
                  </a:cubicBezTo>
                  <a:cubicBezTo>
                    <a:pt x="44779" y="1525"/>
                    <a:pt x="43946" y="1418"/>
                    <a:pt x="42791" y="1263"/>
                  </a:cubicBezTo>
                  <a:cubicBezTo>
                    <a:pt x="39993" y="882"/>
                    <a:pt x="34778" y="191"/>
                    <a:pt x="27337" y="24"/>
                  </a:cubicBezTo>
                  <a:cubicBezTo>
                    <a:pt x="26811" y="13"/>
                    <a:pt x="26250" y="8"/>
                    <a:pt x="25663" y="8"/>
                  </a:cubicBezTo>
                  <a:cubicBezTo>
                    <a:pt x="20546" y="8"/>
                    <a:pt x="13395" y="396"/>
                    <a:pt x="9358" y="620"/>
                  </a:cubicBezTo>
                  <a:cubicBezTo>
                    <a:pt x="7811" y="703"/>
                    <a:pt x="6691" y="763"/>
                    <a:pt x="6298" y="775"/>
                  </a:cubicBezTo>
                  <a:cubicBezTo>
                    <a:pt x="5924" y="775"/>
                    <a:pt x="4031" y="866"/>
                    <a:pt x="2568" y="866"/>
                  </a:cubicBezTo>
                  <a:cubicBezTo>
                    <a:pt x="1983" y="866"/>
                    <a:pt x="1466" y="851"/>
                    <a:pt x="1143" y="810"/>
                  </a:cubicBezTo>
                  <a:cubicBezTo>
                    <a:pt x="762" y="775"/>
                    <a:pt x="381" y="727"/>
                    <a:pt x="0" y="691"/>
                  </a:cubicBezTo>
                  <a:lnTo>
                    <a:pt x="0" y="1227"/>
                  </a:lnTo>
                  <a:cubicBezTo>
                    <a:pt x="357" y="1263"/>
                    <a:pt x="726" y="1310"/>
                    <a:pt x="1072" y="1346"/>
                  </a:cubicBezTo>
                  <a:cubicBezTo>
                    <a:pt x="1395" y="1387"/>
                    <a:pt x="1918" y="1401"/>
                    <a:pt x="2513" y="1401"/>
                  </a:cubicBezTo>
                  <a:cubicBezTo>
                    <a:pt x="4001" y="1401"/>
                    <a:pt x="5936" y="1310"/>
                    <a:pt x="6310" y="1310"/>
                  </a:cubicBezTo>
                  <a:cubicBezTo>
                    <a:pt x="6703" y="1298"/>
                    <a:pt x="7834" y="1239"/>
                    <a:pt x="9382" y="1156"/>
                  </a:cubicBezTo>
                  <a:cubicBezTo>
                    <a:pt x="13419" y="931"/>
                    <a:pt x="20561" y="544"/>
                    <a:pt x="25658" y="544"/>
                  </a:cubicBezTo>
                  <a:cubicBezTo>
                    <a:pt x="26243" y="544"/>
                    <a:pt x="26801" y="549"/>
                    <a:pt x="27325" y="560"/>
                  </a:cubicBezTo>
                  <a:cubicBezTo>
                    <a:pt x="34742" y="727"/>
                    <a:pt x="39934" y="1418"/>
                    <a:pt x="42720" y="1787"/>
                  </a:cubicBezTo>
                  <a:cubicBezTo>
                    <a:pt x="43934" y="1953"/>
                    <a:pt x="44744" y="2060"/>
                    <a:pt x="45196" y="2060"/>
                  </a:cubicBezTo>
                  <a:cubicBezTo>
                    <a:pt x="47244" y="2049"/>
                    <a:pt x="48744" y="1191"/>
                    <a:pt x="51173" y="1191"/>
                  </a:cubicBezTo>
                  <a:lnTo>
                    <a:pt x="51173" y="1179"/>
                  </a:lnTo>
                  <a:cubicBezTo>
                    <a:pt x="51852" y="1179"/>
                    <a:pt x="52566" y="1263"/>
                    <a:pt x="53245" y="1346"/>
                  </a:cubicBezTo>
                  <a:cubicBezTo>
                    <a:pt x="53571" y="1387"/>
                    <a:pt x="54096" y="1401"/>
                    <a:pt x="54692" y="1401"/>
                  </a:cubicBezTo>
                  <a:cubicBezTo>
                    <a:pt x="56180" y="1401"/>
                    <a:pt x="58109" y="1310"/>
                    <a:pt x="58484" y="1310"/>
                  </a:cubicBezTo>
                  <a:cubicBezTo>
                    <a:pt x="58888" y="1298"/>
                    <a:pt x="60008" y="1239"/>
                    <a:pt x="61555" y="1156"/>
                  </a:cubicBezTo>
                  <a:cubicBezTo>
                    <a:pt x="65592" y="931"/>
                    <a:pt x="72734" y="544"/>
                    <a:pt x="77831" y="544"/>
                  </a:cubicBezTo>
                  <a:cubicBezTo>
                    <a:pt x="78416" y="544"/>
                    <a:pt x="78975" y="549"/>
                    <a:pt x="79498" y="560"/>
                  </a:cubicBezTo>
                  <a:cubicBezTo>
                    <a:pt x="86916" y="715"/>
                    <a:pt x="92107" y="1418"/>
                    <a:pt x="94893" y="1787"/>
                  </a:cubicBezTo>
                  <a:cubicBezTo>
                    <a:pt x="96107" y="1953"/>
                    <a:pt x="96917" y="2060"/>
                    <a:pt x="97369" y="2060"/>
                  </a:cubicBezTo>
                  <a:cubicBezTo>
                    <a:pt x="99417" y="2049"/>
                    <a:pt x="100917" y="1191"/>
                    <a:pt x="103346" y="1191"/>
                  </a:cubicBezTo>
                  <a:lnTo>
                    <a:pt x="103346" y="1179"/>
                  </a:lnTo>
                  <a:cubicBezTo>
                    <a:pt x="103989" y="1191"/>
                    <a:pt x="104644" y="1263"/>
                    <a:pt x="105287" y="1346"/>
                  </a:cubicBezTo>
                  <a:cubicBezTo>
                    <a:pt x="105603" y="1383"/>
                    <a:pt x="106109" y="1396"/>
                    <a:pt x="106686" y="1396"/>
                  </a:cubicBezTo>
                  <a:cubicBezTo>
                    <a:pt x="108175" y="1396"/>
                    <a:pt x="110136" y="1307"/>
                    <a:pt x="110514" y="1298"/>
                  </a:cubicBezTo>
                  <a:cubicBezTo>
                    <a:pt x="110919" y="1298"/>
                    <a:pt x="112038" y="1239"/>
                    <a:pt x="113598" y="1156"/>
                  </a:cubicBezTo>
                  <a:cubicBezTo>
                    <a:pt x="117624" y="931"/>
                    <a:pt x="124774" y="544"/>
                    <a:pt x="129865" y="544"/>
                  </a:cubicBezTo>
                  <a:cubicBezTo>
                    <a:pt x="130449" y="544"/>
                    <a:pt x="131006" y="549"/>
                    <a:pt x="131528" y="560"/>
                  </a:cubicBezTo>
                  <a:cubicBezTo>
                    <a:pt x="138946" y="715"/>
                    <a:pt x="144137" y="1418"/>
                    <a:pt x="146923" y="1787"/>
                  </a:cubicBezTo>
                  <a:cubicBezTo>
                    <a:pt x="148149" y="1953"/>
                    <a:pt x="148959" y="2060"/>
                    <a:pt x="149400" y="2060"/>
                  </a:cubicBezTo>
                  <a:cubicBezTo>
                    <a:pt x="151448" y="2037"/>
                    <a:pt x="152948" y="1191"/>
                    <a:pt x="155377" y="1191"/>
                  </a:cubicBezTo>
                  <a:lnTo>
                    <a:pt x="155377" y="1179"/>
                  </a:lnTo>
                  <a:cubicBezTo>
                    <a:pt x="156020" y="1191"/>
                    <a:pt x="156674" y="1263"/>
                    <a:pt x="157305" y="1346"/>
                  </a:cubicBezTo>
                  <a:cubicBezTo>
                    <a:pt x="157621" y="1383"/>
                    <a:pt x="158128" y="1396"/>
                    <a:pt x="158707" y="1396"/>
                  </a:cubicBezTo>
                  <a:cubicBezTo>
                    <a:pt x="160200" y="1396"/>
                    <a:pt x="162167" y="1307"/>
                    <a:pt x="162544" y="1298"/>
                  </a:cubicBezTo>
                  <a:cubicBezTo>
                    <a:pt x="162937" y="1298"/>
                    <a:pt x="164068" y="1239"/>
                    <a:pt x="165616" y="1156"/>
                  </a:cubicBezTo>
                  <a:cubicBezTo>
                    <a:pt x="169653" y="931"/>
                    <a:pt x="176794" y="544"/>
                    <a:pt x="181892" y="544"/>
                  </a:cubicBezTo>
                  <a:cubicBezTo>
                    <a:pt x="182477" y="544"/>
                    <a:pt x="183035" y="549"/>
                    <a:pt x="183559" y="560"/>
                  </a:cubicBezTo>
                  <a:cubicBezTo>
                    <a:pt x="190964" y="715"/>
                    <a:pt x="196167" y="1418"/>
                    <a:pt x="198953" y="1787"/>
                  </a:cubicBezTo>
                  <a:cubicBezTo>
                    <a:pt x="200168" y="1953"/>
                    <a:pt x="200978" y="2060"/>
                    <a:pt x="201430" y="2060"/>
                  </a:cubicBezTo>
                  <a:cubicBezTo>
                    <a:pt x="203478" y="2037"/>
                    <a:pt x="204978" y="1191"/>
                    <a:pt x="207407" y="1191"/>
                  </a:cubicBezTo>
                  <a:lnTo>
                    <a:pt x="207407" y="1179"/>
                  </a:lnTo>
                  <a:cubicBezTo>
                    <a:pt x="208050" y="1191"/>
                    <a:pt x="208705" y="1263"/>
                    <a:pt x="209360" y="1346"/>
                  </a:cubicBezTo>
                  <a:cubicBezTo>
                    <a:pt x="209675" y="1383"/>
                    <a:pt x="210182" y="1396"/>
                    <a:pt x="210759" y="1396"/>
                  </a:cubicBezTo>
                  <a:cubicBezTo>
                    <a:pt x="212248" y="1396"/>
                    <a:pt x="214209" y="1307"/>
                    <a:pt x="214586" y="1298"/>
                  </a:cubicBezTo>
                  <a:cubicBezTo>
                    <a:pt x="214991" y="1298"/>
                    <a:pt x="216110" y="1239"/>
                    <a:pt x="217658" y="1144"/>
                  </a:cubicBezTo>
                  <a:cubicBezTo>
                    <a:pt x="221695" y="930"/>
                    <a:pt x="228835" y="544"/>
                    <a:pt x="233932" y="544"/>
                  </a:cubicBezTo>
                  <a:cubicBezTo>
                    <a:pt x="234518" y="544"/>
                    <a:pt x="235077" y="549"/>
                    <a:pt x="235601" y="560"/>
                  </a:cubicBezTo>
                  <a:cubicBezTo>
                    <a:pt x="243018" y="715"/>
                    <a:pt x="248210" y="1406"/>
                    <a:pt x="250996" y="1787"/>
                  </a:cubicBezTo>
                  <a:cubicBezTo>
                    <a:pt x="252160" y="1945"/>
                    <a:pt x="252938" y="2049"/>
                    <a:pt x="253401" y="2049"/>
                  </a:cubicBezTo>
                  <a:cubicBezTo>
                    <a:pt x="253425" y="2049"/>
                    <a:pt x="253449" y="2049"/>
                    <a:pt x="253472" y="2049"/>
                  </a:cubicBezTo>
                  <a:cubicBezTo>
                    <a:pt x="255520" y="2037"/>
                    <a:pt x="257020" y="1191"/>
                    <a:pt x="259449" y="1191"/>
                  </a:cubicBezTo>
                  <a:lnTo>
                    <a:pt x="259449" y="1179"/>
                  </a:lnTo>
                  <a:cubicBezTo>
                    <a:pt x="260116" y="1179"/>
                    <a:pt x="260795" y="1263"/>
                    <a:pt x="261449" y="1346"/>
                  </a:cubicBezTo>
                  <a:cubicBezTo>
                    <a:pt x="261765" y="1383"/>
                    <a:pt x="262272" y="1396"/>
                    <a:pt x="262851" y="1396"/>
                  </a:cubicBezTo>
                  <a:cubicBezTo>
                    <a:pt x="264344" y="1396"/>
                    <a:pt x="266311" y="1307"/>
                    <a:pt x="266688" y="1298"/>
                  </a:cubicBezTo>
                  <a:cubicBezTo>
                    <a:pt x="267081" y="1298"/>
                    <a:pt x="268212" y="1239"/>
                    <a:pt x="269760" y="1144"/>
                  </a:cubicBezTo>
                  <a:cubicBezTo>
                    <a:pt x="273725" y="929"/>
                    <a:pt x="280690" y="548"/>
                    <a:pt x="285762" y="536"/>
                  </a:cubicBezTo>
                  <a:lnTo>
                    <a:pt x="2857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6"/>
            <p:cNvSpPr/>
            <p:nvPr/>
          </p:nvSpPr>
          <p:spPr>
            <a:xfrm rot="10800000" flipH="1">
              <a:off x="-14087" y="5018450"/>
              <a:ext cx="9164003" cy="57200"/>
            </a:xfrm>
            <a:custGeom>
              <a:avLst/>
              <a:gdLst/>
              <a:ahLst/>
              <a:cxnLst/>
              <a:rect l="l" t="t" r="r" b="b"/>
              <a:pathLst>
                <a:path w="285750" h="2288" extrusionOk="0">
                  <a:moveTo>
                    <a:pt x="33430" y="0"/>
                  </a:moveTo>
                  <a:cubicBezTo>
                    <a:pt x="28693" y="0"/>
                    <a:pt x="23955" y="509"/>
                    <a:pt x="21360" y="791"/>
                  </a:cubicBezTo>
                  <a:cubicBezTo>
                    <a:pt x="20729" y="862"/>
                    <a:pt x="20229" y="910"/>
                    <a:pt x="19907" y="934"/>
                  </a:cubicBezTo>
                  <a:cubicBezTo>
                    <a:pt x="19405" y="977"/>
                    <a:pt x="18917" y="996"/>
                    <a:pt x="18440" y="996"/>
                  </a:cubicBezTo>
                  <a:cubicBezTo>
                    <a:pt x="16963" y="996"/>
                    <a:pt x="15582" y="816"/>
                    <a:pt x="14133" y="636"/>
                  </a:cubicBezTo>
                  <a:cubicBezTo>
                    <a:pt x="12720" y="463"/>
                    <a:pt x="11254" y="273"/>
                    <a:pt x="9685" y="273"/>
                  </a:cubicBezTo>
                  <a:cubicBezTo>
                    <a:pt x="9417" y="273"/>
                    <a:pt x="9145" y="278"/>
                    <a:pt x="8870" y="291"/>
                  </a:cubicBezTo>
                  <a:cubicBezTo>
                    <a:pt x="8001" y="326"/>
                    <a:pt x="6929" y="553"/>
                    <a:pt x="5679" y="826"/>
                  </a:cubicBezTo>
                  <a:cubicBezTo>
                    <a:pt x="4084" y="1172"/>
                    <a:pt x="2155" y="1576"/>
                    <a:pt x="0" y="1707"/>
                  </a:cubicBezTo>
                  <a:lnTo>
                    <a:pt x="0" y="2243"/>
                  </a:lnTo>
                  <a:cubicBezTo>
                    <a:pt x="2203" y="2124"/>
                    <a:pt x="4167" y="1696"/>
                    <a:pt x="5798" y="1350"/>
                  </a:cubicBezTo>
                  <a:cubicBezTo>
                    <a:pt x="7013" y="1088"/>
                    <a:pt x="8061" y="862"/>
                    <a:pt x="8894" y="826"/>
                  </a:cubicBezTo>
                  <a:cubicBezTo>
                    <a:pt x="9140" y="817"/>
                    <a:pt x="9384" y="812"/>
                    <a:pt x="9626" y="812"/>
                  </a:cubicBezTo>
                  <a:cubicBezTo>
                    <a:pt x="11184" y="812"/>
                    <a:pt x="12651" y="996"/>
                    <a:pt x="14073" y="1172"/>
                  </a:cubicBezTo>
                  <a:cubicBezTo>
                    <a:pt x="15468" y="1352"/>
                    <a:pt x="16904" y="1532"/>
                    <a:pt x="18432" y="1532"/>
                  </a:cubicBezTo>
                  <a:cubicBezTo>
                    <a:pt x="18926" y="1532"/>
                    <a:pt x="19429" y="1513"/>
                    <a:pt x="19943" y="1469"/>
                  </a:cubicBezTo>
                  <a:cubicBezTo>
                    <a:pt x="20276" y="1446"/>
                    <a:pt x="20776" y="1398"/>
                    <a:pt x="21419" y="1326"/>
                  </a:cubicBezTo>
                  <a:cubicBezTo>
                    <a:pt x="24010" y="1045"/>
                    <a:pt x="28732" y="541"/>
                    <a:pt x="33443" y="541"/>
                  </a:cubicBezTo>
                  <a:cubicBezTo>
                    <a:pt x="34903" y="541"/>
                    <a:pt x="36361" y="589"/>
                    <a:pt x="37755" y="707"/>
                  </a:cubicBezTo>
                  <a:cubicBezTo>
                    <a:pt x="41458" y="1029"/>
                    <a:pt x="44875" y="1505"/>
                    <a:pt x="47363" y="1850"/>
                  </a:cubicBezTo>
                  <a:cubicBezTo>
                    <a:pt x="49030" y="2088"/>
                    <a:pt x="50232" y="2255"/>
                    <a:pt x="50875" y="2279"/>
                  </a:cubicBezTo>
                  <a:lnTo>
                    <a:pt x="50923" y="2279"/>
                  </a:lnTo>
                  <a:cubicBezTo>
                    <a:pt x="50977" y="2285"/>
                    <a:pt x="51027" y="2288"/>
                    <a:pt x="51073" y="2288"/>
                  </a:cubicBezTo>
                  <a:cubicBezTo>
                    <a:pt x="51119" y="2288"/>
                    <a:pt x="51161" y="2285"/>
                    <a:pt x="51197" y="2279"/>
                  </a:cubicBezTo>
                  <a:cubicBezTo>
                    <a:pt x="53804" y="2243"/>
                    <a:pt x="56102" y="1743"/>
                    <a:pt x="57972" y="1350"/>
                  </a:cubicBezTo>
                  <a:cubicBezTo>
                    <a:pt x="59186" y="1088"/>
                    <a:pt x="60234" y="862"/>
                    <a:pt x="61067" y="826"/>
                  </a:cubicBezTo>
                  <a:cubicBezTo>
                    <a:pt x="61314" y="817"/>
                    <a:pt x="61558" y="812"/>
                    <a:pt x="61800" y="812"/>
                  </a:cubicBezTo>
                  <a:cubicBezTo>
                    <a:pt x="63357" y="812"/>
                    <a:pt x="64824" y="996"/>
                    <a:pt x="66246" y="1172"/>
                  </a:cubicBezTo>
                  <a:cubicBezTo>
                    <a:pt x="67641" y="1352"/>
                    <a:pt x="69077" y="1532"/>
                    <a:pt x="70605" y="1532"/>
                  </a:cubicBezTo>
                  <a:cubicBezTo>
                    <a:pt x="71099" y="1532"/>
                    <a:pt x="71602" y="1513"/>
                    <a:pt x="72116" y="1469"/>
                  </a:cubicBezTo>
                  <a:cubicBezTo>
                    <a:pt x="72450" y="1446"/>
                    <a:pt x="72950" y="1398"/>
                    <a:pt x="73593" y="1326"/>
                  </a:cubicBezTo>
                  <a:cubicBezTo>
                    <a:pt x="76183" y="1045"/>
                    <a:pt x="80905" y="541"/>
                    <a:pt x="85617" y="541"/>
                  </a:cubicBezTo>
                  <a:cubicBezTo>
                    <a:pt x="87076" y="541"/>
                    <a:pt x="88534" y="589"/>
                    <a:pt x="89928" y="707"/>
                  </a:cubicBezTo>
                  <a:cubicBezTo>
                    <a:pt x="93631" y="1029"/>
                    <a:pt x="97048" y="1505"/>
                    <a:pt x="99536" y="1850"/>
                  </a:cubicBezTo>
                  <a:cubicBezTo>
                    <a:pt x="101096" y="2065"/>
                    <a:pt x="102239" y="2231"/>
                    <a:pt x="102906" y="2279"/>
                  </a:cubicBezTo>
                  <a:lnTo>
                    <a:pt x="103061" y="2279"/>
                  </a:lnTo>
                  <a:cubicBezTo>
                    <a:pt x="103120" y="2285"/>
                    <a:pt x="103177" y="2288"/>
                    <a:pt x="103229" y="2288"/>
                  </a:cubicBezTo>
                  <a:cubicBezTo>
                    <a:pt x="103281" y="2288"/>
                    <a:pt x="103328" y="2285"/>
                    <a:pt x="103370" y="2279"/>
                  </a:cubicBezTo>
                  <a:cubicBezTo>
                    <a:pt x="105918" y="2231"/>
                    <a:pt x="108168" y="1743"/>
                    <a:pt x="110002" y="1350"/>
                  </a:cubicBezTo>
                  <a:cubicBezTo>
                    <a:pt x="111216" y="1088"/>
                    <a:pt x="112264" y="850"/>
                    <a:pt x="113097" y="826"/>
                  </a:cubicBezTo>
                  <a:cubicBezTo>
                    <a:pt x="113375" y="814"/>
                    <a:pt x="113650" y="808"/>
                    <a:pt x="113922" y="808"/>
                  </a:cubicBezTo>
                  <a:cubicBezTo>
                    <a:pt x="115445" y="808"/>
                    <a:pt x="116883" y="990"/>
                    <a:pt x="118277" y="1172"/>
                  </a:cubicBezTo>
                  <a:cubicBezTo>
                    <a:pt x="119672" y="1352"/>
                    <a:pt x="121108" y="1532"/>
                    <a:pt x="122636" y="1532"/>
                  </a:cubicBezTo>
                  <a:cubicBezTo>
                    <a:pt x="123129" y="1532"/>
                    <a:pt x="123632" y="1513"/>
                    <a:pt x="124146" y="1469"/>
                  </a:cubicBezTo>
                  <a:cubicBezTo>
                    <a:pt x="124480" y="1446"/>
                    <a:pt x="124980" y="1386"/>
                    <a:pt x="125623" y="1326"/>
                  </a:cubicBezTo>
                  <a:cubicBezTo>
                    <a:pt x="128209" y="1045"/>
                    <a:pt x="132917" y="536"/>
                    <a:pt x="137619" y="536"/>
                  </a:cubicBezTo>
                  <a:cubicBezTo>
                    <a:pt x="139088" y="536"/>
                    <a:pt x="140556" y="585"/>
                    <a:pt x="141958" y="707"/>
                  </a:cubicBezTo>
                  <a:cubicBezTo>
                    <a:pt x="145661" y="1029"/>
                    <a:pt x="149078" y="1505"/>
                    <a:pt x="151567" y="1850"/>
                  </a:cubicBezTo>
                  <a:cubicBezTo>
                    <a:pt x="153114" y="2065"/>
                    <a:pt x="154257" y="2219"/>
                    <a:pt x="154924" y="2267"/>
                  </a:cubicBezTo>
                  <a:lnTo>
                    <a:pt x="154924" y="2279"/>
                  </a:lnTo>
                  <a:lnTo>
                    <a:pt x="155091" y="2279"/>
                  </a:lnTo>
                  <a:cubicBezTo>
                    <a:pt x="155156" y="2285"/>
                    <a:pt x="155216" y="2288"/>
                    <a:pt x="155268" y="2288"/>
                  </a:cubicBezTo>
                  <a:cubicBezTo>
                    <a:pt x="155320" y="2288"/>
                    <a:pt x="155365" y="2285"/>
                    <a:pt x="155400" y="2279"/>
                  </a:cubicBezTo>
                  <a:cubicBezTo>
                    <a:pt x="157948" y="2219"/>
                    <a:pt x="160199" y="1743"/>
                    <a:pt x="162020" y="1338"/>
                  </a:cubicBezTo>
                  <a:cubicBezTo>
                    <a:pt x="163247" y="1076"/>
                    <a:pt x="164294" y="850"/>
                    <a:pt x="165116" y="826"/>
                  </a:cubicBezTo>
                  <a:cubicBezTo>
                    <a:pt x="165394" y="814"/>
                    <a:pt x="165668" y="808"/>
                    <a:pt x="165940" y="808"/>
                  </a:cubicBezTo>
                  <a:cubicBezTo>
                    <a:pt x="167464" y="808"/>
                    <a:pt x="168901" y="990"/>
                    <a:pt x="170295" y="1172"/>
                  </a:cubicBezTo>
                  <a:cubicBezTo>
                    <a:pt x="171710" y="1344"/>
                    <a:pt x="173159" y="1530"/>
                    <a:pt x="174701" y="1530"/>
                  </a:cubicBezTo>
                  <a:cubicBezTo>
                    <a:pt x="175183" y="1530"/>
                    <a:pt x="175675" y="1512"/>
                    <a:pt x="176177" y="1469"/>
                  </a:cubicBezTo>
                  <a:cubicBezTo>
                    <a:pt x="176498" y="1446"/>
                    <a:pt x="177010" y="1386"/>
                    <a:pt x="177641" y="1326"/>
                  </a:cubicBezTo>
                  <a:cubicBezTo>
                    <a:pt x="180227" y="1045"/>
                    <a:pt x="184942" y="536"/>
                    <a:pt x="189648" y="536"/>
                  </a:cubicBezTo>
                  <a:cubicBezTo>
                    <a:pt x="191117" y="536"/>
                    <a:pt x="192586" y="585"/>
                    <a:pt x="193989" y="707"/>
                  </a:cubicBezTo>
                  <a:cubicBezTo>
                    <a:pt x="197691" y="1029"/>
                    <a:pt x="201097" y="1505"/>
                    <a:pt x="203585" y="1850"/>
                  </a:cubicBezTo>
                  <a:cubicBezTo>
                    <a:pt x="205157" y="2065"/>
                    <a:pt x="206312" y="2231"/>
                    <a:pt x="206978" y="2267"/>
                  </a:cubicBezTo>
                  <a:lnTo>
                    <a:pt x="206978" y="2279"/>
                  </a:lnTo>
                  <a:lnTo>
                    <a:pt x="207121" y="2279"/>
                  </a:lnTo>
                  <a:cubicBezTo>
                    <a:pt x="207181" y="2285"/>
                    <a:pt x="207237" y="2288"/>
                    <a:pt x="207289" y="2288"/>
                  </a:cubicBezTo>
                  <a:cubicBezTo>
                    <a:pt x="207341" y="2288"/>
                    <a:pt x="207389" y="2285"/>
                    <a:pt x="207431" y="2279"/>
                  </a:cubicBezTo>
                  <a:cubicBezTo>
                    <a:pt x="209979" y="2219"/>
                    <a:pt x="212241" y="1743"/>
                    <a:pt x="214074" y="1338"/>
                  </a:cubicBezTo>
                  <a:cubicBezTo>
                    <a:pt x="215289" y="1076"/>
                    <a:pt x="216337" y="850"/>
                    <a:pt x="217158" y="814"/>
                  </a:cubicBezTo>
                  <a:cubicBezTo>
                    <a:pt x="217405" y="805"/>
                    <a:pt x="217650" y="800"/>
                    <a:pt x="217892" y="800"/>
                  </a:cubicBezTo>
                  <a:cubicBezTo>
                    <a:pt x="219456" y="800"/>
                    <a:pt x="220914" y="986"/>
                    <a:pt x="222337" y="1172"/>
                  </a:cubicBezTo>
                  <a:cubicBezTo>
                    <a:pt x="223752" y="1344"/>
                    <a:pt x="225201" y="1530"/>
                    <a:pt x="226743" y="1530"/>
                  </a:cubicBezTo>
                  <a:cubicBezTo>
                    <a:pt x="227225" y="1530"/>
                    <a:pt x="227717" y="1512"/>
                    <a:pt x="228219" y="1469"/>
                  </a:cubicBezTo>
                  <a:cubicBezTo>
                    <a:pt x="228540" y="1446"/>
                    <a:pt x="229052" y="1386"/>
                    <a:pt x="229683" y="1315"/>
                  </a:cubicBezTo>
                  <a:cubicBezTo>
                    <a:pt x="232268" y="1043"/>
                    <a:pt x="236980" y="536"/>
                    <a:pt x="241683" y="536"/>
                  </a:cubicBezTo>
                  <a:cubicBezTo>
                    <a:pt x="243155" y="536"/>
                    <a:pt x="244626" y="585"/>
                    <a:pt x="246031" y="707"/>
                  </a:cubicBezTo>
                  <a:cubicBezTo>
                    <a:pt x="249734" y="1017"/>
                    <a:pt x="253139" y="1493"/>
                    <a:pt x="255627" y="1850"/>
                  </a:cubicBezTo>
                  <a:cubicBezTo>
                    <a:pt x="257246" y="2065"/>
                    <a:pt x="258413" y="2231"/>
                    <a:pt x="259068" y="2267"/>
                  </a:cubicBezTo>
                  <a:lnTo>
                    <a:pt x="259068" y="2279"/>
                  </a:lnTo>
                  <a:lnTo>
                    <a:pt x="259473" y="2279"/>
                  </a:lnTo>
                  <a:cubicBezTo>
                    <a:pt x="262045" y="2231"/>
                    <a:pt x="264319" y="1743"/>
                    <a:pt x="266164" y="1338"/>
                  </a:cubicBezTo>
                  <a:cubicBezTo>
                    <a:pt x="267379" y="1076"/>
                    <a:pt x="268426" y="850"/>
                    <a:pt x="269260" y="814"/>
                  </a:cubicBezTo>
                  <a:cubicBezTo>
                    <a:pt x="269506" y="805"/>
                    <a:pt x="269749" y="800"/>
                    <a:pt x="269990" y="800"/>
                  </a:cubicBezTo>
                  <a:cubicBezTo>
                    <a:pt x="271549" y="800"/>
                    <a:pt x="273016" y="986"/>
                    <a:pt x="274439" y="1172"/>
                  </a:cubicBezTo>
                  <a:cubicBezTo>
                    <a:pt x="275854" y="1344"/>
                    <a:pt x="277303" y="1530"/>
                    <a:pt x="278845" y="1530"/>
                  </a:cubicBezTo>
                  <a:cubicBezTo>
                    <a:pt x="279327" y="1530"/>
                    <a:pt x="279819" y="1512"/>
                    <a:pt x="280321" y="1469"/>
                  </a:cubicBezTo>
                  <a:cubicBezTo>
                    <a:pt x="280642" y="1446"/>
                    <a:pt x="281142" y="1386"/>
                    <a:pt x="281785" y="1315"/>
                  </a:cubicBezTo>
                  <a:cubicBezTo>
                    <a:pt x="282821" y="1207"/>
                    <a:pt x="284178" y="1065"/>
                    <a:pt x="285750" y="922"/>
                  </a:cubicBezTo>
                  <a:lnTo>
                    <a:pt x="285750" y="386"/>
                  </a:lnTo>
                  <a:cubicBezTo>
                    <a:pt x="284155" y="529"/>
                    <a:pt x="282773" y="672"/>
                    <a:pt x="281726" y="779"/>
                  </a:cubicBezTo>
                  <a:cubicBezTo>
                    <a:pt x="281095" y="850"/>
                    <a:pt x="280595" y="910"/>
                    <a:pt x="280273" y="934"/>
                  </a:cubicBezTo>
                  <a:lnTo>
                    <a:pt x="280285" y="934"/>
                  </a:lnTo>
                  <a:cubicBezTo>
                    <a:pt x="279773" y="978"/>
                    <a:pt x="279276" y="998"/>
                    <a:pt x="278789" y="998"/>
                  </a:cubicBezTo>
                  <a:cubicBezTo>
                    <a:pt x="277326" y="998"/>
                    <a:pt x="275951" y="823"/>
                    <a:pt x="274522" y="636"/>
                  </a:cubicBezTo>
                  <a:cubicBezTo>
                    <a:pt x="273099" y="463"/>
                    <a:pt x="271632" y="273"/>
                    <a:pt x="270063" y="273"/>
                  </a:cubicBezTo>
                  <a:cubicBezTo>
                    <a:pt x="269794" y="273"/>
                    <a:pt x="269523" y="278"/>
                    <a:pt x="269248" y="291"/>
                  </a:cubicBezTo>
                  <a:cubicBezTo>
                    <a:pt x="268379" y="326"/>
                    <a:pt x="267307" y="553"/>
                    <a:pt x="266069" y="826"/>
                  </a:cubicBezTo>
                  <a:cubicBezTo>
                    <a:pt x="264176" y="1231"/>
                    <a:pt x="261830" y="1731"/>
                    <a:pt x="259187" y="1743"/>
                  </a:cubicBezTo>
                  <a:cubicBezTo>
                    <a:pt x="258580" y="1719"/>
                    <a:pt x="257342" y="1541"/>
                    <a:pt x="255722" y="1315"/>
                  </a:cubicBezTo>
                  <a:cubicBezTo>
                    <a:pt x="253222" y="969"/>
                    <a:pt x="249805" y="493"/>
                    <a:pt x="246090" y="172"/>
                  </a:cubicBezTo>
                  <a:cubicBezTo>
                    <a:pt x="244674" y="50"/>
                    <a:pt x="243193" y="0"/>
                    <a:pt x="241712" y="0"/>
                  </a:cubicBezTo>
                  <a:cubicBezTo>
                    <a:pt x="236973" y="0"/>
                    <a:pt x="232240" y="509"/>
                    <a:pt x="229636" y="791"/>
                  </a:cubicBezTo>
                  <a:cubicBezTo>
                    <a:pt x="229005" y="862"/>
                    <a:pt x="228505" y="910"/>
                    <a:pt x="228183" y="934"/>
                  </a:cubicBezTo>
                  <a:cubicBezTo>
                    <a:pt x="227683" y="977"/>
                    <a:pt x="227198" y="996"/>
                    <a:pt x="226722" y="996"/>
                  </a:cubicBezTo>
                  <a:cubicBezTo>
                    <a:pt x="225246" y="996"/>
                    <a:pt x="223861" y="816"/>
                    <a:pt x="222421" y="636"/>
                  </a:cubicBezTo>
                  <a:cubicBezTo>
                    <a:pt x="220997" y="463"/>
                    <a:pt x="219531" y="273"/>
                    <a:pt x="217961" y="273"/>
                  </a:cubicBezTo>
                  <a:cubicBezTo>
                    <a:pt x="217693" y="273"/>
                    <a:pt x="217421" y="278"/>
                    <a:pt x="217146" y="291"/>
                  </a:cubicBezTo>
                  <a:cubicBezTo>
                    <a:pt x="216277" y="326"/>
                    <a:pt x="215205" y="553"/>
                    <a:pt x="213967" y="826"/>
                  </a:cubicBezTo>
                  <a:cubicBezTo>
                    <a:pt x="212086" y="1231"/>
                    <a:pt x="209752" y="1731"/>
                    <a:pt x="207121" y="1743"/>
                  </a:cubicBezTo>
                  <a:cubicBezTo>
                    <a:pt x="206514" y="1719"/>
                    <a:pt x="205288" y="1541"/>
                    <a:pt x="203668" y="1315"/>
                  </a:cubicBezTo>
                  <a:cubicBezTo>
                    <a:pt x="201180" y="969"/>
                    <a:pt x="197763" y="493"/>
                    <a:pt x="194036" y="172"/>
                  </a:cubicBezTo>
                  <a:cubicBezTo>
                    <a:pt x="192622" y="50"/>
                    <a:pt x="191143" y="0"/>
                    <a:pt x="189663" y="0"/>
                  </a:cubicBezTo>
                  <a:cubicBezTo>
                    <a:pt x="184926" y="0"/>
                    <a:pt x="180188" y="509"/>
                    <a:pt x="177594" y="791"/>
                  </a:cubicBezTo>
                  <a:cubicBezTo>
                    <a:pt x="176963" y="862"/>
                    <a:pt x="176463" y="910"/>
                    <a:pt x="176141" y="934"/>
                  </a:cubicBezTo>
                  <a:cubicBezTo>
                    <a:pt x="175641" y="977"/>
                    <a:pt x="175156" y="996"/>
                    <a:pt x="174679" y="996"/>
                  </a:cubicBezTo>
                  <a:cubicBezTo>
                    <a:pt x="173204" y="996"/>
                    <a:pt x="171818" y="816"/>
                    <a:pt x="170378" y="636"/>
                  </a:cubicBezTo>
                  <a:cubicBezTo>
                    <a:pt x="168955" y="463"/>
                    <a:pt x="167488" y="273"/>
                    <a:pt x="165919" y="273"/>
                  </a:cubicBezTo>
                  <a:cubicBezTo>
                    <a:pt x="165650" y="273"/>
                    <a:pt x="165379" y="278"/>
                    <a:pt x="165104" y="291"/>
                  </a:cubicBezTo>
                  <a:cubicBezTo>
                    <a:pt x="164235" y="326"/>
                    <a:pt x="163163" y="553"/>
                    <a:pt x="161925" y="826"/>
                  </a:cubicBezTo>
                  <a:cubicBezTo>
                    <a:pt x="160044" y="1231"/>
                    <a:pt x="157722" y="1731"/>
                    <a:pt x="155103" y="1743"/>
                  </a:cubicBezTo>
                  <a:cubicBezTo>
                    <a:pt x="154484" y="1719"/>
                    <a:pt x="153257" y="1541"/>
                    <a:pt x="151650" y="1315"/>
                  </a:cubicBezTo>
                  <a:cubicBezTo>
                    <a:pt x="149150" y="969"/>
                    <a:pt x="145733" y="493"/>
                    <a:pt x="142018" y="172"/>
                  </a:cubicBezTo>
                  <a:cubicBezTo>
                    <a:pt x="140601" y="50"/>
                    <a:pt x="139120" y="0"/>
                    <a:pt x="137640" y="0"/>
                  </a:cubicBezTo>
                  <a:cubicBezTo>
                    <a:pt x="132901" y="0"/>
                    <a:pt x="128170" y="509"/>
                    <a:pt x="125575" y="791"/>
                  </a:cubicBezTo>
                  <a:cubicBezTo>
                    <a:pt x="124932" y="862"/>
                    <a:pt x="124432" y="910"/>
                    <a:pt x="124111" y="934"/>
                  </a:cubicBezTo>
                  <a:cubicBezTo>
                    <a:pt x="123611" y="977"/>
                    <a:pt x="123125" y="996"/>
                    <a:pt x="122649" y="996"/>
                  </a:cubicBezTo>
                  <a:cubicBezTo>
                    <a:pt x="121174" y="996"/>
                    <a:pt x="119788" y="816"/>
                    <a:pt x="118348" y="636"/>
                  </a:cubicBezTo>
                  <a:cubicBezTo>
                    <a:pt x="116925" y="463"/>
                    <a:pt x="115458" y="273"/>
                    <a:pt x="113896" y="273"/>
                  </a:cubicBezTo>
                  <a:cubicBezTo>
                    <a:pt x="113629" y="273"/>
                    <a:pt x="113359" y="278"/>
                    <a:pt x="113086" y="291"/>
                  </a:cubicBezTo>
                  <a:cubicBezTo>
                    <a:pt x="112205" y="326"/>
                    <a:pt x="111133" y="553"/>
                    <a:pt x="109895" y="826"/>
                  </a:cubicBezTo>
                  <a:cubicBezTo>
                    <a:pt x="108014" y="1231"/>
                    <a:pt x="105680" y="1731"/>
                    <a:pt x="103061" y="1743"/>
                  </a:cubicBezTo>
                  <a:cubicBezTo>
                    <a:pt x="102453" y="1719"/>
                    <a:pt x="101227" y="1541"/>
                    <a:pt x="99608" y="1315"/>
                  </a:cubicBezTo>
                  <a:cubicBezTo>
                    <a:pt x="97119" y="969"/>
                    <a:pt x="93702" y="493"/>
                    <a:pt x="89976" y="172"/>
                  </a:cubicBezTo>
                  <a:cubicBezTo>
                    <a:pt x="88562" y="50"/>
                    <a:pt x="87082" y="0"/>
                    <a:pt x="85603" y="0"/>
                  </a:cubicBezTo>
                  <a:cubicBezTo>
                    <a:pt x="80866" y="0"/>
                    <a:pt x="76128" y="509"/>
                    <a:pt x="73533" y="791"/>
                  </a:cubicBezTo>
                  <a:cubicBezTo>
                    <a:pt x="72902" y="862"/>
                    <a:pt x="72402" y="910"/>
                    <a:pt x="72080" y="934"/>
                  </a:cubicBezTo>
                  <a:cubicBezTo>
                    <a:pt x="71581" y="977"/>
                    <a:pt x="71095" y="996"/>
                    <a:pt x="70619" y="996"/>
                  </a:cubicBezTo>
                  <a:cubicBezTo>
                    <a:pt x="69143" y="996"/>
                    <a:pt x="67758" y="816"/>
                    <a:pt x="66318" y="636"/>
                  </a:cubicBezTo>
                  <a:cubicBezTo>
                    <a:pt x="64894" y="463"/>
                    <a:pt x="63428" y="273"/>
                    <a:pt x="61858" y="273"/>
                  </a:cubicBezTo>
                  <a:cubicBezTo>
                    <a:pt x="61590" y="273"/>
                    <a:pt x="61318" y="278"/>
                    <a:pt x="61043" y="291"/>
                  </a:cubicBezTo>
                  <a:cubicBezTo>
                    <a:pt x="60174" y="326"/>
                    <a:pt x="59103" y="553"/>
                    <a:pt x="57864" y="826"/>
                  </a:cubicBezTo>
                  <a:cubicBezTo>
                    <a:pt x="55947" y="1231"/>
                    <a:pt x="53578" y="1743"/>
                    <a:pt x="50911" y="1743"/>
                  </a:cubicBezTo>
                  <a:cubicBezTo>
                    <a:pt x="50316" y="1719"/>
                    <a:pt x="49066" y="1541"/>
                    <a:pt x="47435" y="1315"/>
                  </a:cubicBezTo>
                  <a:cubicBezTo>
                    <a:pt x="44946" y="969"/>
                    <a:pt x="41529" y="493"/>
                    <a:pt x="37802" y="172"/>
                  </a:cubicBezTo>
                  <a:cubicBezTo>
                    <a:pt x="36388" y="50"/>
                    <a:pt x="34909" y="0"/>
                    <a:pt x="33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6"/>
            <p:cNvSpPr/>
            <p:nvPr/>
          </p:nvSpPr>
          <p:spPr>
            <a:xfrm rot="10800000" flipH="1">
              <a:off x="-14087" y="4940600"/>
              <a:ext cx="9164387" cy="60325"/>
            </a:xfrm>
            <a:custGeom>
              <a:avLst/>
              <a:gdLst/>
              <a:ahLst/>
              <a:cxnLst/>
              <a:rect l="l" t="t" r="r" b="b"/>
              <a:pathLst>
                <a:path w="285762" h="2413" extrusionOk="0">
                  <a:moveTo>
                    <a:pt x="46663" y="1"/>
                  </a:moveTo>
                  <a:cubicBezTo>
                    <a:pt x="43721" y="1"/>
                    <a:pt x="40356" y="198"/>
                    <a:pt x="35101" y="198"/>
                  </a:cubicBezTo>
                  <a:cubicBezTo>
                    <a:pt x="34729" y="198"/>
                    <a:pt x="34348" y="197"/>
                    <a:pt x="33957" y="195"/>
                  </a:cubicBezTo>
                  <a:cubicBezTo>
                    <a:pt x="32886" y="188"/>
                    <a:pt x="31813" y="185"/>
                    <a:pt x="30744" y="185"/>
                  </a:cubicBezTo>
                  <a:cubicBezTo>
                    <a:pt x="20651" y="185"/>
                    <a:pt x="10820" y="464"/>
                    <a:pt x="4834" y="528"/>
                  </a:cubicBezTo>
                  <a:cubicBezTo>
                    <a:pt x="4788" y="529"/>
                    <a:pt x="4740" y="529"/>
                    <a:pt x="4692" y="529"/>
                  </a:cubicBezTo>
                  <a:cubicBezTo>
                    <a:pt x="3334" y="529"/>
                    <a:pt x="1322" y="370"/>
                    <a:pt x="0" y="278"/>
                  </a:cubicBezTo>
                  <a:lnTo>
                    <a:pt x="0" y="1647"/>
                  </a:lnTo>
                  <a:cubicBezTo>
                    <a:pt x="1288" y="1921"/>
                    <a:pt x="2924" y="2412"/>
                    <a:pt x="3835" y="2412"/>
                  </a:cubicBezTo>
                  <a:cubicBezTo>
                    <a:pt x="3876" y="2412"/>
                    <a:pt x="3915" y="2411"/>
                    <a:pt x="3953" y="2409"/>
                  </a:cubicBezTo>
                  <a:cubicBezTo>
                    <a:pt x="4682" y="2344"/>
                    <a:pt x="14922" y="2130"/>
                    <a:pt x="26406" y="2130"/>
                  </a:cubicBezTo>
                  <a:cubicBezTo>
                    <a:pt x="27486" y="2130"/>
                    <a:pt x="28576" y="2131"/>
                    <a:pt x="29670" y="2136"/>
                  </a:cubicBezTo>
                  <a:cubicBezTo>
                    <a:pt x="29952" y="2137"/>
                    <a:pt x="30232" y="2137"/>
                    <a:pt x="30508" y="2137"/>
                  </a:cubicBezTo>
                  <a:cubicBezTo>
                    <a:pt x="39612" y="2137"/>
                    <a:pt x="45792" y="1468"/>
                    <a:pt x="49925" y="1468"/>
                  </a:cubicBezTo>
                  <a:cubicBezTo>
                    <a:pt x="50364" y="1468"/>
                    <a:pt x="50779" y="1476"/>
                    <a:pt x="51173" y="1493"/>
                  </a:cubicBezTo>
                  <a:cubicBezTo>
                    <a:pt x="52482" y="1597"/>
                    <a:pt x="54873" y="2411"/>
                    <a:pt x="56033" y="2411"/>
                  </a:cubicBezTo>
                  <a:cubicBezTo>
                    <a:pt x="56065" y="2411"/>
                    <a:pt x="56096" y="2411"/>
                    <a:pt x="56126" y="2409"/>
                  </a:cubicBezTo>
                  <a:cubicBezTo>
                    <a:pt x="56840" y="2335"/>
                    <a:pt x="66681" y="2126"/>
                    <a:pt x="77878" y="2126"/>
                  </a:cubicBezTo>
                  <a:cubicBezTo>
                    <a:pt x="79185" y="2126"/>
                    <a:pt x="80511" y="2129"/>
                    <a:pt x="81844" y="2136"/>
                  </a:cubicBezTo>
                  <a:cubicBezTo>
                    <a:pt x="82128" y="2137"/>
                    <a:pt x="82410" y="2137"/>
                    <a:pt x="82689" y="2137"/>
                  </a:cubicBezTo>
                  <a:cubicBezTo>
                    <a:pt x="91793" y="2137"/>
                    <a:pt x="97974" y="1471"/>
                    <a:pt x="102103" y="1471"/>
                  </a:cubicBezTo>
                  <a:cubicBezTo>
                    <a:pt x="102518" y="1471"/>
                    <a:pt x="102912" y="1478"/>
                    <a:pt x="103287" y="1493"/>
                  </a:cubicBezTo>
                  <a:cubicBezTo>
                    <a:pt x="104606" y="1631"/>
                    <a:pt x="106926" y="2411"/>
                    <a:pt x="108061" y="2411"/>
                  </a:cubicBezTo>
                  <a:cubicBezTo>
                    <a:pt x="108094" y="2411"/>
                    <a:pt x="108126" y="2411"/>
                    <a:pt x="108156" y="2409"/>
                  </a:cubicBezTo>
                  <a:cubicBezTo>
                    <a:pt x="108871" y="2335"/>
                    <a:pt x="118721" y="2126"/>
                    <a:pt x="129920" y="2126"/>
                  </a:cubicBezTo>
                  <a:cubicBezTo>
                    <a:pt x="131228" y="2126"/>
                    <a:pt x="132554" y="2129"/>
                    <a:pt x="133886" y="2136"/>
                  </a:cubicBezTo>
                  <a:cubicBezTo>
                    <a:pt x="134170" y="2137"/>
                    <a:pt x="134451" y="2137"/>
                    <a:pt x="134729" y="2137"/>
                  </a:cubicBezTo>
                  <a:cubicBezTo>
                    <a:pt x="143813" y="2137"/>
                    <a:pt x="149992" y="1471"/>
                    <a:pt x="154122" y="1471"/>
                  </a:cubicBezTo>
                  <a:cubicBezTo>
                    <a:pt x="154537" y="1471"/>
                    <a:pt x="154931" y="1478"/>
                    <a:pt x="155305" y="1493"/>
                  </a:cubicBezTo>
                  <a:cubicBezTo>
                    <a:pt x="156624" y="1631"/>
                    <a:pt x="158944" y="2411"/>
                    <a:pt x="160090" y="2411"/>
                  </a:cubicBezTo>
                  <a:cubicBezTo>
                    <a:pt x="160123" y="2411"/>
                    <a:pt x="160156" y="2411"/>
                    <a:pt x="160187" y="2409"/>
                  </a:cubicBezTo>
                  <a:cubicBezTo>
                    <a:pt x="160901" y="2335"/>
                    <a:pt x="170742" y="2126"/>
                    <a:pt x="181939" y="2126"/>
                  </a:cubicBezTo>
                  <a:cubicBezTo>
                    <a:pt x="183246" y="2126"/>
                    <a:pt x="184572" y="2129"/>
                    <a:pt x="185904" y="2136"/>
                  </a:cubicBezTo>
                  <a:cubicBezTo>
                    <a:pt x="186189" y="2137"/>
                    <a:pt x="186471" y="2137"/>
                    <a:pt x="186751" y="2137"/>
                  </a:cubicBezTo>
                  <a:cubicBezTo>
                    <a:pt x="195864" y="2137"/>
                    <a:pt x="202046" y="1471"/>
                    <a:pt x="206176" y="1471"/>
                  </a:cubicBezTo>
                  <a:cubicBezTo>
                    <a:pt x="206591" y="1471"/>
                    <a:pt x="206985" y="1478"/>
                    <a:pt x="207359" y="1493"/>
                  </a:cubicBezTo>
                  <a:cubicBezTo>
                    <a:pt x="208690" y="1631"/>
                    <a:pt x="210999" y="2411"/>
                    <a:pt x="212134" y="2411"/>
                  </a:cubicBezTo>
                  <a:cubicBezTo>
                    <a:pt x="212166" y="2411"/>
                    <a:pt x="212198" y="2411"/>
                    <a:pt x="212229" y="2409"/>
                  </a:cubicBezTo>
                  <a:cubicBezTo>
                    <a:pt x="212943" y="2335"/>
                    <a:pt x="222794" y="2126"/>
                    <a:pt x="233992" y="2126"/>
                  </a:cubicBezTo>
                  <a:cubicBezTo>
                    <a:pt x="235300" y="2126"/>
                    <a:pt x="236626" y="2129"/>
                    <a:pt x="237958" y="2136"/>
                  </a:cubicBezTo>
                  <a:cubicBezTo>
                    <a:pt x="238240" y="2137"/>
                    <a:pt x="238519" y="2137"/>
                    <a:pt x="238796" y="2137"/>
                  </a:cubicBezTo>
                  <a:cubicBezTo>
                    <a:pt x="247889" y="2137"/>
                    <a:pt x="254077" y="1468"/>
                    <a:pt x="258204" y="1468"/>
                  </a:cubicBezTo>
                  <a:cubicBezTo>
                    <a:pt x="258642" y="1468"/>
                    <a:pt x="259057" y="1476"/>
                    <a:pt x="259449" y="1493"/>
                  </a:cubicBezTo>
                  <a:cubicBezTo>
                    <a:pt x="260769" y="1620"/>
                    <a:pt x="263090" y="2411"/>
                    <a:pt x="264236" y="2411"/>
                  </a:cubicBezTo>
                  <a:cubicBezTo>
                    <a:pt x="264268" y="2411"/>
                    <a:pt x="264300" y="2411"/>
                    <a:pt x="264331" y="2409"/>
                  </a:cubicBezTo>
                  <a:cubicBezTo>
                    <a:pt x="265033" y="2338"/>
                    <a:pt x="274701" y="2136"/>
                    <a:pt x="285762" y="2124"/>
                  </a:cubicBezTo>
                  <a:lnTo>
                    <a:pt x="285762" y="207"/>
                  </a:lnTo>
                  <a:cubicBezTo>
                    <a:pt x="277642" y="278"/>
                    <a:pt x="270129" y="469"/>
                    <a:pt x="265212" y="516"/>
                  </a:cubicBezTo>
                  <a:cubicBezTo>
                    <a:pt x="265140" y="517"/>
                    <a:pt x="265065" y="518"/>
                    <a:pt x="264989" y="518"/>
                  </a:cubicBezTo>
                  <a:cubicBezTo>
                    <a:pt x="263232" y="518"/>
                    <a:pt x="260488" y="264"/>
                    <a:pt x="259449" y="219"/>
                  </a:cubicBezTo>
                  <a:cubicBezTo>
                    <a:pt x="257930" y="55"/>
                    <a:pt x="256506" y="1"/>
                    <a:pt x="254966" y="1"/>
                  </a:cubicBezTo>
                  <a:cubicBezTo>
                    <a:pt x="252020" y="1"/>
                    <a:pt x="248652" y="198"/>
                    <a:pt x="243391" y="198"/>
                  </a:cubicBezTo>
                  <a:cubicBezTo>
                    <a:pt x="243018" y="198"/>
                    <a:pt x="242636" y="197"/>
                    <a:pt x="242245" y="195"/>
                  </a:cubicBezTo>
                  <a:cubicBezTo>
                    <a:pt x="241174" y="188"/>
                    <a:pt x="240101" y="185"/>
                    <a:pt x="239032" y="185"/>
                  </a:cubicBezTo>
                  <a:cubicBezTo>
                    <a:pt x="228936" y="185"/>
                    <a:pt x="219096" y="464"/>
                    <a:pt x="213110" y="528"/>
                  </a:cubicBezTo>
                  <a:cubicBezTo>
                    <a:pt x="213073" y="528"/>
                    <a:pt x="213035" y="529"/>
                    <a:pt x="212997" y="529"/>
                  </a:cubicBezTo>
                  <a:cubicBezTo>
                    <a:pt x="211306" y="529"/>
                    <a:pt x="208572" y="277"/>
                    <a:pt x="207443" y="231"/>
                  </a:cubicBezTo>
                  <a:cubicBezTo>
                    <a:pt x="205895" y="60"/>
                    <a:pt x="204446" y="4"/>
                    <a:pt x="202875" y="4"/>
                  </a:cubicBezTo>
                  <a:cubicBezTo>
                    <a:pt x="199941" y="4"/>
                    <a:pt x="196578" y="198"/>
                    <a:pt x="191342" y="198"/>
                  </a:cubicBezTo>
                  <a:cubicBezTo>
                    <a:pt x="190968" y="198"/>
                    <a:pt x="190584" y="197"/>
                    <a:pt x="190190" y="195"/>
                  </a:cubicBezTo>
                  <a:cubicBezTo>
                    <a:pt x="189119" y="188"/>
                    <a:pt x="188047" y="185"/>
                    <a:pt x="186978" y="185"/>
                  </a:cubicBezTo>
                  <a:cubicBezTo>
                    <a:pt x="176884" y="185"/>
                    <a:pt x="167054" y="464"/>
                    <a:pt x="161068" y="528"/>
                  </a:cubicBezTo>
                  <a:cubicBezTo>
                    <a:pt x="161029" y="528"/>
                    <a:pt x="160990" y="529"/>
                    <a:pt x="160950" y="529"/>
                  </a:cubicBezTo>
                  <a:cubicBezTo>
                    <a:pt x="159273" y="529"/>
                    <a:pt x="156587" y="289"/>
                    <a:pt x="155436" y="231"/>
                  </a:cubicBezTo>
                  <a:cubicBezTo>
                    <a:pt x="153884" y="60"/>
                    <a:pt x="152433" y="4"/>
                    <a:pt x="150860" y="4"/>
                  </a:cubicBezTo>
                  <a:cubicBezTo>
                    <a:pt x="147923" y="4"/>
                    <a:pt x="144560" y="198"/>
                    <a:pt x="139323" y="198"/>
                  </a:cubicBezTo>
                  <a:cubicBezTo>
                    <a:pt x="138949" y="198"/>
                    <a:pt x="138566" y="197"/>
                    <a:pt x="138172" y="195"/>
                  </a:cubicBezTo>
                  <a:cubicBezTo>
                    <a:pt x="137101" y="188"/>
                    <a:pt x="136029" y="185"/>
                    <a:pt x="134959" y="185"/>
                  </a:cubicBezTo>
                  <a:cubicBezTo>
                    <a:pt x="124864" y="185"/>
                    <a:pt x="115024" y="464"/>
                    <a:pt x="109049" y="528"/>
                  </a:cubicBezTo>
                  <a:cubicBezTo>
                    <a:pt x="109010" y="528"/>
                    <a:pt x="108970" y="529"/>
                    <a:pt x="108930" y="529"/>
                  </a:cubicBezTo>
                  <a:cubicBezTo>
                    <a:pt x="107230" y="529"/>
                    <a:pt x="104534" y="289"/>
                    <a:pt x="103394" y="231"/>
                  </a:cubicBezTo>
                  <a:cubicBezTo>
                    <a:pt x="101842" y="60"/>
                    <a:pt x="100392" y="4"/>
                    <a:pt x="98820" y="4"/>
                  </a:cubicBezTo>
                  <a:cubicBezTo>
                    <a:pt x="95886" y="4"/>
                    <a:pt x="92525" y="198"/>
                    <a:pt x="87283" y="198"/>
                  </a:cubicBezTo>
                  <a:cubicBezTo>
                    <a:pt x="86908" y="198"/>
                    <a:pt x="86524" y="197"/>
                    <a:pt x="86130" y="195"/>
                  </a:cubicBezTo>
                  <a:cubicBezTo>
                    <a:pt x="85059" y="188"/>
                    <a:pt x="83987" y="185"/>
                    <a:pt x="82917" y="185"/>
                  </a:cubicBezTo>
                  <a:cubicBezTo>
                    <a:pt x="72824" y="185"/>
                    <a:pt x="62993" y="464"/>
                    <a:pt x="57007" y="528"/>
                  </a:cubicBezTo>
                  <a:cubicBezTo>
                    <a:pt x="56972" y="528"/>
                    <a:pt x="56936" y="529"/>
                    <a:pt x="56900" y="529"/>
                  </a:cubicBezTo>
                  <a:cubicBezTo>
                    <a:pt x="55089" y="529"/>
                    <a:pt x="52095" y="242"/>
                    <a:pt x="51137" y="219"/>
                  </a:cubicBezTo>
                  <a:cubicBezTo>
                    <a:pt x="49622" y="55"/>
                    <a:pt x="48200" y="1"/>
                    <a:pt x="46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6"/>
            <p:cNvSpPr/>
            <p:nvPr/>
          </p:nvSpPr>
          <p:spPr>
            <a:xfrm rot="10800000" flipH="1">
              <a:off x="-14087" y="4879075"/>
              <a:ext cx="9164387" cy="35800"/>
            </a:xfrm>
            <a:custGeom>
              <a:avLst/>
              <a:gdLst/>
              <a:ahLst/>
              <a:cxnLst/>
              <a:rect l="l" t="t" r="r" b="b"/>
              <a:pathLst>
                <a:path w="285762" h="1432" extrusionOk="0">
                  <a:moveTo>
                    <a:pt x="31820" y="1"/>
                  </a:moveTo>
                  <a:cubicBezTo>
                    <a:pt x="30994" y="1"/>
                    <a:pt x="30174" y="13"/>
                    <a:pt x="29361" y="39"/>
                  </a:cubicBezTo>
                  <a:cubicBezTo>
                    <a:pt x="26753" y="134"/>
                    <a:pt x="24110" y="229"/>
                    <a:pt x="21550" y="337"/>
                  </a:cubicBezTo>
                  <a:cubicBezTo>
                    <a:pt x="16538" y="527"/>
                    <a:pt x="11359" y="730"/>
                    <a:pt x="6263" y="825"/>
                  </a:cubicBezTo>
                  <a:cubicBezTo>
                    <a:pt x="4262" y="872"/>
                    <a:pt x="2155" y="896"/>
                    <a:pt x="0" y="896"/>
                  </a:cubicBezTo>
                  <a:lnTo>
                    <a:pt x="0" y="1432"/>
                  </a:lnTo>
                  <a:cubicBezTo>
                    <a:pt x="2155" y="1432"/>
                    <a:pt x="4262" y="1408"/>
                    <a:pt x="6275" y="1372"/>
                  </a:cubicBezTo>
                  <a:cubicBezTo>
                    <a:pt x="11370" y="1265"/>
                    <a:pt x="16562" y="1063"/>
                    <a:pt x="21574" y="872"/>
                  </a:cubicBezTo>
                  <a:cubicBezTo>
                    <a:pt x="24134" y="777"/>
                    <a:pt x="26777" y="670"/>
                    <a:pt x="29373" y="575"/>
                  </a:cubicBezTo>
                  <a:cubicBezTo>
                    <a:pt x="30164" y="549"/>
                    <a:pt x="30961" y="538"/>
                    <a:pt x="31764" y="538"/>
                  </a:cubicBezTo>
                  <a:cubicBezTo>
                    <a:pt x="35444" y="538"/>
                    <a:pt x="39223" y="779"/>
                    <a:pt x="42898" y="1003"/>
                  </a:cubicBezTo>
                  <a:cubicBezTo>
                    <a:pt x="45530" y="1170"/>
                    <a:pt x="48232" y="1349"/>
                    <a:pt x="50840" y="1420"/>
                  </a:cubicBezTo>
                  <a:lnTo>
                    <a:pt x="50840" y="1432"/>
                  </a:lnTo>
                  <a:lnTo>
                    <a:pt x="51125" y="1432"/>
                  </a:lnTo>
                  <a:cubicBezTo>
                    <a:pt x="53650" y="1432"/>
                    <a:pt x="56114" y="1408"/>
                    <a:pt x="58448" y="1361"/>
                  </a:cubicBezTo>
                  <a:cubicBezTo>
                    <a:pt x="63544" y="1253"/>
                    <a:pt x="68735" y="1063"/>
                    <a:pt x="73747" y="860"/>
                  </a:cubicBezTo>
                  <a:cubicBezTo>
                    <a:pt x="76307" y="765"/>
                    <a:pt x="78950" y="670"/>
                    <a:pt x="81546" y="575"/>
                  </a:cubicBezTo>
                  <a:cubicBezTo>
                    <a:pt x="82356" y="549"/>
                    <a:pt x="83174" y="537"/>
                    <a:pt x="83997" y="537"/>
                  </a:cubicBezTo>
                  <a:cubicBezTo>
                    <a:pt x="87658" y="537"/>
                    <a:pt x="91416" y="770"/>
                    <a:pt x="95071" y="1003"/>
                  </a:cubicBezTo>
                  <a:cubicBezTo>
                    <a:pt x="97655" y="1170"/>
                    <a:pt x="100310" y="1337"/>
                    <a:pt x="102882" y="1408"/>
                  </a:cubicBezTo>
                  <a:lnTo>
                    <a:pt x="102882" y="1420"/>
                  </a:lnTo>
                  <a:lnTo>
                    <a:pt x="103299" y="1420"/>
                  </a:lnTo>
                  <a:cubicBezTo>
                    <a:pt x="103724" y="1422"/>
                    <a:pt x="104147" y="1423"/>
                    <a:pt x="104568" y="1423"/>
                  </a:cubicBezTo>
                  <a:cubicBezTo>
                    <a:pt x="106601" y="1423"/>
                    <a:pt x="108584" y="1400"/>
                    <a:pt x="110478" y="1361"/>
                  </a:cubicBezTo>
                  <a:cubicBezTo>
                    <a:pt x="115586" y="1253"/>
                    <a:pt x="120765" y="1051"/>
                    <a:pt x="125778" y="860"/>
                  </a:cubicBezTo>
                  <a:cubicBezTo>
                    <a:pt x="128337" y="765"/>
                    <a:pt x="130981" y="658"/>
                    <a:pt x="133588" y="575"/>
                  </a:cubicBezTo>
                  <a:cubicBezTo>
                    <a:pt x="134423" y="545"/>
                    <a:pt x="135266" y="532"/>
                    <a:pt x="136114" y="532"/>
                  </a:cubicBezTo>
                  <a:cubicBezTo>
                    <a:pt x="139743" y="532"/>
                    <a:pt x="143475" y="772"/>
                    <a:pt x="147114" y="1003"/>
                  </a:cubicBezTo>
                  <a:cubicBezTo>
                    <a:pt x="149685" y="1158"/>
                    <a:pt x="152340" y="1337"/>
                    <a:pt x="154900" y="1408"/>
                  </a:cubicBezTo>
                  <a:lnTo>
                    <a:pt x="154900" y="1420"/>
                  </a:lnTo>
                  <a:lnTo>
                    <a:pt x="155341" y="1420"/>
                  </a:lnTo>
                  <a:cubicBezTo>
                    <a:pt x="157817" y="1420"/>
                    <a:pt x="160222" y="1408"/>
                    <a:pt x="162508" y="1361"/>
                  </a:cubicBezTo>
                  <a:cubicBezTo>
                    <a:pt x="167604" y="1253"/>
                    <a:pt x="172795" y="1051"/>
                    <a:pt x="177808" y="860"/>
                  </a:cubicBezTo>
                  <a:cubicBezTo>
                    <a:pt x="180368" y="765"/>
                    <a:pt x="183011" y="658"/>
                    <a:pt x="185607" y="575"/>
                  </a:cubicBezTo>
                  <a:cubicBezTo>
                    <a:pt x="186443" y="545"/>
                    <a:pt x="187288" y="532"/>
                    <a:pt x="188138" y="532"/>
                  </a:cubicBezTo>
                  <a:cubicBezTo>
                    <a:pt x="191773" y="532"/>
                    <a:pt x="195504" y="772"/>
                    <a:pt x="199132" y="1003"/>
                  </a:cubicBezTo>
                  <a:cubicBezTo>
                    <a:pt x="201716" y="1158"/>
                    <a:pt x="204383" y="1325"/>
                    <a:pt x="206954" y="1408"/>
                  </a:cubicBezTo>
                  <a:lnTo>
                    <a:pt x="206954" y="1420"/>
                  </a:lnTo>
                  <a:lnTo>
                    <a:pt x="207359" y="1420"/>
                  </a:lnTo>
                  <a:cubicBezTo>
                    <a:pt x="209848" y="1420"/>
                    <a:pt x="212265" y="1396"/>
                    <a:pt x="214551" y="1349"/>
                  </a:cubicBezTo>
                  <a:cubicBezTo>
                    <a:pt x="219658" y="1253"/>
                    <a:pt x="224838" y="1051"/>
                    <a:pt x="229850" y="860"/>
                  </a:cubicBezTo>
                  <a:cubicBezTo>
                    <a:pt x="232410" y="753"/>
                    <a:pt x="235053" y="658"/>
                    <a:pt x="237661" y="563"/>
                  </a:cubicBezTo>
                  <a:cubicBezTo>
                    <a:pt x="238449" y="537"/>
                    <a:pt x="239246" y="526"/>
                    <a:pt x="240047" y="526"/>
                  </a:cubicBezTo>
                  <a:cubicBezTo>
                    <a:pt x="243720" y="526"/>
                    <a:pt x="247501" y="767"/>
                    <a:pt x="251186" y="991"/>
                  </a:cubicBezTo>
                  <a:cubicBezTo>
                    <a:pt x="253782" y="1158"/>
                    <a:pt x="256461" y="1325"/>
                    <a:pt x="259056" y="1408"/>
                  </a:cubicBezTo>
                  <a:lnTo>
                    <a:pt x="259056" y="1420"/>
                  </a:lnTo>
                  <a:lnTo>
                    <a:pt x="259401" y="1420"/>
                  </a:lnTo>
                  <a:cubicBezTo>
                    <a:pt x="261914" y="1420"/>
                    <a:pt x="264343" y="1396"/>
                    <a:pt x="266652" y="1349"/>
                  </a:cubicBezTo>
                  <a:cubicBezTo>
                    <a:pt x="271760" y="1253"/>
                    <a:pt x="276939" y="1051"/>
                    <a:pt x="281952" y="860"/>
                  </a:cubicBezTo>
                  <a:cubicBezTo>
                    <a:pt x="283202" y="813"/>
                    <a:pt x="284488" y="753"/>
                    <a:pt x="285762" y="706"/>
                  </a:cubicBezTo>
                  <a:lnTo>
                    <a:pt x="285762" y="170"/>
                  </a:lnTo>
                  <a:cubicBezTo>
                    <a:pt x="284476" y="218"/>
                    <a:pt x="283190" y="265"/>
                    <a:pt x="281928" y="313"/>
                  </a:cubicBezTo>
                  <a:cubicBezTo>
                    <a:pt x="276916" y="515"/>
                    <a:pt x="271736" y="706"/>
                    <a:pt x="266640" y="813"/>
                  </a:cubicBezTo>
                  <a:lnTo>
                    <a:pt x="266640" y="825"/>
                  </a:lnTo>
                  <a:cubicBezTo>
                    <a:pt x="264331" y="872"/>
                    <a:pt x="261890" y="896"/>
                    <a:pt x="259390" y="896"/>
                  </a:cubicBezTo>
                  <a:cubicBezTo>
                    <a:pt x="256711" y="813"/>
                    <a:pt x="253925" y="646"/>
                    <a:pt x="251210" y="468"/>
                  </a:cubicBezTo>
                  <a:cubicBezTo>
                    <a:pt x="247545" y="234"/>
                    <a:pt x="243777" y="1"/>
                    <a:pt x="240100" y="1"/>
                  </a:cubicBezTo>
                  <a:cubicBezTo>
                    <a:pt x="239274" y="1"/>
                    <a:pt x="238452" y="13"/>
                    <a:pt x="237637" y="39"/>
                  </a:cubicBezTo>
                  <a:cubicBezTo>
                    <a:pt x="235029" y="134"/>
                    <a:pt x="232386" y="229"/>
                    <a:pt x="229826" y="337"/>
                  </a:cubicBezTo>
                  <a:cubicBezTo>
                    <a:pt x="224826" y="527"/>
                    <a:pt x="219635" y="730"/>
                    <a:pt x="214539" y="825"/>
                  </a:cubicBezTo>
                  <a:cubicBezTo>
                    <a:pt x="212253" y="872"/>
                    <a:pt x="209836" y="896"/>
                    <a:pt x="207347" y="896"/>
                  </a:cubicBezTo>
                  <a:cubicBezTo>
                    <a:pt x="204668" y="813"/>
                    <a:pt x="201870" y="646"/>
                    <a:pt x="199168" y="468"/>
                  </a:cubicBezTo>
                  <a:cubicBezTo>
                    <a:pt x="195503" y="234"/>
                    <a:pt x="191727" y="1"/>
                    <a:pt x="188053" y="1"/>
                  </a:cubicBezTo>
                  <a:cubicBezTo>
                    <a:pt x="187228" y="1"/>
                    <a:pt x="186407" y="13"/>
                    <a:pt x="185595" y="39"/>
                  </a:cubicBezTo>
                  <a:cubicBezTo>
                    <a:pt x="182987" y="134"/>
                    <a:pt x="180344" y="229"/>
                    <a:pt x="177784" y="337"/>
                  </a:cubicBezTo>
                  <a:cubicBezTo>
                    <a:pt x="172772" y="527"/>
                    <a:pt x="167592" y="730"/>
                    <a:pt x="162497" y="825"/>
                  </a:cubicBezTo>
                  <a:cubicBezTo>
                    <a:pt x="160211" y="872"/>
                    <a:pt x="157805" y="896"/>
                    <a:pt x="155317" y="896"/>
                  </a:cubicBezTo>
                  <a:cubicBezTo>
                    <a:pt x="152638" y="813"/>
                    <a:pt x="149852" y="646"/>
                    <a:pt x="147149" y="468"/>
                  </a:cubicBezTo>
                  <a:cubicBezTo>
                    <a:pt x="143475" y="234"/>
                    <a:pt x="139705" y="1"/>
                    <a:pt x="136027" y="1"/>
                  </a:cubicBezTo>
                  <a:cubicBezTo>
                    <a:pt x="135201" y="1"/>
                    <a:pt x="134379" y="13"/>
                    <a:pt x="133564" y="39"/>
                  </a:cubicBezTo>
                  <a:cubicBezTo>
                    <a:pt x="130969" y="134"/>
                    <a:pt x="128314" y="229"/>
                    <a:pt x="125766" y="337"/>
                  </a:cubicBezTo>
                  <a:cubicBezTo>
                    <a:pt x="120753" y="527"/>
                    <a:pt x="115562" y="730"/>
                    <a:pt x="110466" y="825"/>
                  </a:cubicBezTo>
                  <a:cubicBezTo>
                    <a:pt x="108180" y="872"/>
                    <a:pt x="105763" y="896"/>
                    <a:pt x="103287" y="896"/>
                  </a:cubicBezTo>
                  <a:cubicBezTo>
                    <a:pt x="100608" y="813"/>
                    <a:pt x="97810" y="646"/>
                    <a:pt x="95107" y="468"/>
                  </a:cubicBezTo>
                  <a:cubicBezTo>
                    <a:pt x="91442" y="234"/>
                    <a:pt x="87666" y="1"/>
                    <a:pt x="83993" y="1"/>
                  </a:cubicBezTo>
                  <a:cubicBezTo>
                    <a:pt x="83167" y="1"/>
                    <a:pt x="82347" y="13"/>
                    <a:pt x="81534" y="39"/>
                  </a:cubicBezTo>
                  <a:cubicBezTo>
                    <a:pt x="78927" y="134"/>
                    <a:pt x="76283" y="229"/>
                    <a:pt x="73724" y="337"/>
                  </a:cubicBezTo>
                  <a:cubicBezTo>
                    <a:pt x="68711" y="527"/>
                    <a:pt x="63532" y="730"/>
                    <a:pt x="58436" y="825"/>
                  </a:cubicBezTo>
                  <a:cubicBezTo>
                    <a:pt x="56102" y="872"/>
                    <a:pt x="53638" y="896"/>
                    <a:pt x="51102" y="896"/>
                  </a:cubicBezTo>
                  <a:cubicBezTo>
                    <a:pt x="48423" y="813"/>
                    <a:pt x="45637" y="646"/>
                    <a:pt x="42934" y="468"/>
                  </a:cubicBezTo>
                  <a:cubicBezTo>
                    <a:pt x="39269" y="234"/>
                    <a:pt x="35493" y="1"/>
                    <a:pt x="318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6"/>
            <p:cNvSpPr/>
            <p:nvPr/>
          </p:nvSpPr>
          <p:spPr>
            <a:xfrm rot="10800000" flipH="1">
              <a:off x="-14087" y="4772975"/>
              <a:ext cx="9164772" cy="46400"/>
            </a:xfrm>
            <a:custGeom>
              <a:avLst/>
              <a:gdLst/>
              <a:ahLst/>
              <a:cxnLst/>
              <a:rect l="l" t="t" r="r" b="b"/>
              <a:pathLst>
                <a:path w="285774" h="1856" extrusionOk="0">
                  <a:moveTo>
                    <a:pt x="281433" y="1"/>
                  </a:moveTo>
                  <a:cubicBezTo>
                    <a:pt x="280904" y="1"/>
                    <a:pt x="280374" y="10"/>
                    <a:pt x="279845" y="29"/>
                  </a:cubicBezTo>
                  <a:lnTo>
                    <a:pt x="279833" y="41"/>
                  </a:lnTo>
                  <a:cubicBezTo>
                    <a:pt x="276773" y="148"/>
                    <a:pt x="273665" y="362"/>
                    <a:pt x="270665" y="577"/>
                  </a:cubicBezTo>
                  <a:cubicBezTo>
                    <a:pt x="269307" y="672"/>
                    <a:pt x="267903" y="767"/>
                    <a:pt x="266521" y="862"/>
                  </a:cubicBezTo>
                  <a:cubicBezTo>
                    <a:pt x="264128" y="1005"/>
                    <a:pt x="261759" y="1136"/>
                    <a:pt x="259449" y="1231"/>
                  </a:cubicBezTo>
                  <a:cubicBezTo>
                    <a:pt x="258765" y="1261"/>
                    <a:pt x="258077" y="1273"/>
                    <a:pt x="257394" y="1273"/>
                  </a:cubicBezTo>
                  <a:cubicBezTo>
                    <a:pt x="256711" y="1273"/>
                    <a:pt x="256032" y="1261"/>
                    <a:pt x="255365" y="1243"/>
                  </a:cubicBezTo>
                  <a:cubicBezTo>
                    <a:pt x="254618" y="1225"/>
                    <a:pt x="253895" y="1209"/>
                    <a:pt x="253187" y="1209"/>
                  </a:cubicBezTo>
                  <a:cubicBezTo>
                    <a:pt x="252552" y="1209"/>
                    <a:pt x="251931" y="1221"/>
                    <a:pt x="251317" y="1255"/>
                  </a:cubicBezTo>
                  <a:cubicBezTo>
                    <a:pt x="250514" y="1300"/>
                    <a:pt x="249709" y="1319"/>
                    <a:pt x="248905" y="1319"/>
                  </a:cubicBezTo>
                  <a:cubicBezTo>
                    <a:pt x="245630" y="1319"/>
                    <a:pt x="242379" y="994"/>
                    <a:pt x="239435" y="708"/>
                  </a:cubicBezTo>
                  <a:lnTo>
                    <a:pt x="238542" y="624"/>
                  </a:lnTo>
                  <a:cubicBezTo>
                    <a:pt x="235540" y="321"/>
                    <a:pt x="232453" y="9"/>
                    <a:pt x="229375" y="9"/>
                  </a:cubicBezTo>
                  <a:cubicBezTo>
                    <a:pt x="228826" y="9"/>
                    <a:pt x="228278" y="19"/>
                    <a:pt x="227731" y="41"/>
                  </a:cubicBezTo>
                  <a:cubicBezTo>
                    <a:pt x="224671" y="148"/>
                    <a:pt x="221563" y="362"/>
                    <a:pt x="218563" y="577"/>
                  </a:cubicBezTo>
                  <a:cubicBezTo>
                    <a:pt x="217206" y="672"/>
                    <a:pt x="215801" y="767"/>
                    <a:pt x="214420" y="862"/>
                  </a:cubicBezTo>
                  <a:cubicBezTo>
                    <a:pt x="211979" y="1017"/>
                    <a:pt x="209538" y="1136"/>
                    <a:pt x="207181" y="1243"/>
                  </a:cubicBezTo>
                  <a:cubicBezTo>
                    <a:pt x="206577" y="1266"/>
                    <a:pt x="205974" y="1275"/>
                    <a:pt x="205375" y="1275"/>
                  </a:cubicBezTo>
                  <a:cubicBezTo>
                    <a:pt x="204684" y="1275"/>
                    <a:pt x="203998" y="1262"/>
                    <a:pt x="203323" y="1243"/>
                  </a:cubicBezTo>
                  <a:cubicBezTo>
                    <a:pt x="202576" y="1225"/>
                    <a:pt x="201852" y="1209"/>
                    <a:pt x="201143" y="1209"/>
                  </a:cubicBezTo>
                  <a:cubicBezTo>
                    <a:pt x="200507" y="1209"/>
                    <a:pt x="199882" y="1221"/>
                    <a:pt x="199263" y="1255"/>
                  </a:cubicBezTo>
                  <a:cubicBezTo>
                    <a:pt x="198463" y="1300"/>
                    <a:pt x="197658" y="1319"/>
                    <a:pt x="196855" y="1319"/>
                  </a:cubicBezTo>
                  <a:cubicBezTo>
                    <a:pt x="193584" y="1319"/>
                    <a:pt x="190327" y="994"/>
                    <a:pt x="187392" y="708"/>
                  </a:cubicBezTo>
                  <a:lnTo>
                    <a:pt x="186488" y="624"/>
                  </a:lnTo>
                  <a:cubicBezTo>
                    <a:pt x="183486" y="321"/>
                    <a:pt x="180399" y="9"/>
                    <a:pt x="177328" y="9"/>
                  </a:cubicBezTo>
                  <a:cubicBezTo>
                    <a:pt x="176781" y="9"/>
                    <a:pt x="176234" y="19"/>
                    <a:pt x="175689" y="41"/>
                  </a:cubicBezTo>
                  <a:cubicBezTo>
                    <a:pt x="172629" y="148"/>
                    <a:pt x="169521" y="362"/>
                    <a:pt x="166521" y="577"/>
                  </a:cubicBezTo>
                  <a:cubicBezTo>
                    <a:pt x="165164" y="672"/>
                    <a:pt x="163759" y="767"/>
                    <a:pt x="162377" y="862"/>
                  </a:cubicBezTo>
                  <a:cubicBezTo>
                    <a:pt x="159913" y="1017"/>
                    <a:pt x="157448" y="1148"/>
                    <a:pt x="155079" y="1243"/>
                  </a:cubicBezTo>
                  <a:cubicBezTo>
                    <a:pt x="154487" y="1266"/>
                    <a:pt x="153895" y="1275"/>
                    <a:pt x="153307" y="1275"/>
                  </a:cubicBezTo>
                  <a:cubicBezTo>
                    <a:pt x="152631" y="1275"/>
                    <a:pt x="151961" y="1262"/>
                    <a:pt x="151305" y="1243"/>
                  </a:cubicBezTo>
                  <a:cubicBezTo>
                    <a:pt x="150558" y="1225"/>
                    <a:pt x="149831" y="1209"/>
                    <a:pt x="149120" y="1209"/>
                  </a:cubicBezTo>
                  <a:cubicBezTo>
                    <a:pt x="148482" y="1209"/>
                    <a:pt x="147858" y="1221"/>
                    <a:pt x="147245" y="1255"/>
                  </a:cubicBezTo>
                  <a:cubicBezTo>
                    <a:pt x="146444" y="1300"/>
                    <a:pt x="145640" y="1319"/>
                    <a:pt x="144837" y="1319"/>
                  </a:cubicBezTo>
                  <a:cubicBezTo>
                    <a:pt x="141565" y="1319"/>
                    <a:pt x="138309" y="994"/>
                    <a:pt x="135374" y="708"/>
                  </a:cubicBezTo>
                  <a:lnTo>
                    <a:pt x="134469" y="624"/>
                  </a:lnTo>
                  <a:cubicBezTo>
                    <a:pt x="131468" y="321"/>
                    <a:pt x="128381" y="9"/>
                    <a:pt x="125310" y="9"/>
                  </a:cubicBezTo>
                  <a:cubicBezTo>
                    <a:pt x="124763" y="9"/>
                    <a:pt x="124216" y="19"/>
                    <a:pt x="123670" y="41"/>
                  </a:cubicBezTo>
                  <a:cubicBezTo>
                    <a:pt x="120610" y="148"/>
                    <a:pt x="117503" y="362"/>
                    <a:pt x="114491" y="577"/>
                  </a:cubicBezTo>
                  <a:cubicBezTo>
                    <a:pt x="113133" y="672"/>
                    <a:pt x="111740" y="767"/>
                    <a:pt x="110359" y="862"/>
                  </a:cubicBezTo>
                  <a:cubicBezTo>
                    <a:pt x="107894" y="1017"/>
                    <a:pt x="105454" y="1148"/>
                    <a:pt x="103084" y="1243"/>
                  </a:cubicBezTo>
                  <a:cubicBezTo>
                    <a:pt x="102487" y="1266"/>
                    <a:pt x="101889" y="1275"/>
                    <a:pt x="101295" y="1275"/>
                  </a:cubicBezTo>
                  <a:cubicBezTo>
                    <a:pt x="100611" y="1275"/>
                    <a:pt x="99931" y="1262"/>
                    <a:pt x="99262" y="1243"/>
                  </a:cubicBezTo>
                  <a:cubicBezTo>
                    <a:pt x="98515" y="1225"/>
                    <a:pt x="97792" y="1209"/>
                    <a:pt x="97084" y="1209"/>
                  </a:cubicBezTo>
                  <a:cubicBezTo>
                    <a:pt x="96449" y="1209"/>
                    <a:pt x="95828" y="1221"/>
                    <a:pt x="95214" y="1255"/>
                  </a:cubicBezTo>
                  <a:cubicBezTo>
                    <a:pt x="94411" y="1300"/>
                    <a:pt x="93606" y="1319"/>
                    <a:pt x="92802" y="1319"/>
                  </a:cubicBezTo>
                  <a:cubicBezTo>
                    <a:pt x="89527" y="1319"/>
                    <a:pt x="86276" y="994"/>
                    <a:pt x="83332" y="708"/>
                  </a:cubicBezTo>
                  <a:lnTo>
                    <a:pt x="82439" y="624"/>
                  </a:lnTo>
                  <a:cubicBezTo>
                    <a:pt x="79438" y="321"/>
                    <a:pt x="76350" y="9"/>
                    <a:pt x="73272" y="9"/>
                  </a:cubicBezTo>
                  <a:cubicBezTo>
                    <a:pt x="72724" y="9"/>
                    <a:pt x="72175" y="19"/>
                    <a:pt x="71628" y="41"/>
                  </a:cubicBezTo>
                  <a:cubicBezTo>
                    <a:pt x="68568" y="148"/>
                    <a:pt x="65461" y="362"/>
                    <a:pt x="62460" y="577"/>
                  </a:cubicBezTo>
                  <a:cubicBezTo>
                    <a:pt x="61103" y="672"/>
                    <a:pt x="59698" y="767"/>
                    <a:pt x="58317" y="862"/>
                  </a:cubicBezTo>
                  <a:cubicBezTo>
                    <a:pt x="55936" y="1005"/>
                    <a:pt x="53554" y="1136"/>
                    <a:pt x="51256" y="1231"/>
                  </a:cubicBezTo>
                  <a:cubicBezTo>
                    <a:pt x="50598" y="1265"/>
                    <a:pt x="49937" y="1278"/>
                    <a:pt x="49278" y="1278"/>
                  </a:cubicBezTo>
                  <a:cubicBezTo>
                    <a:pt x="48543" y="1278"/>
                    <a:pt x="47811" y="1262"/>
                    <a:pt x="47089" y="1243"/>
                  </a:cubicBezTo>
                  <a:cubicBezTo>
                    <a:pt x="46342" y="1225"/>
                    <a:pt x="45618" y="1209"/>
                    <a:pt x="44909" y="1209"/>
                  </a:cubicBezTo>
                  <a:cubicBezTo>
                    <a:pt x="44273" y="1209"/>
                    <a:pt x="43648" y="1221"/>
                    <a:pt x="43029" y="1255"/>
                  </a:cubicBezTo>
                  <a:cubicBezTo>
                    <a:pt x="42229" y="1300"/>
                    <a:pt x="41425" y="1319"/>
                    <a:pt x="40622" y="1319"/>
                  </a:cubicBezTo>
                  <a:cubicBezTo>
                    <a:pt x="37354" y="1319"/>
                    <a:pt x="34103" y="994"/>
                    <a:pt x="31159" y="708"/>
                  </a:cubicBezTo>
                  <a:lnTo>
                    <a:pt x="30254" y="624"/>
                  </a:lnTo>
                  <a:cubicBezTo>
                    <a:pt x="27252" y="321"/>
                    <a:pt x="24165" y="9"/>
                    <a:pt x="21094" y="9"/>
                  </a:cubicBezTo>
                  <a:cubicBezTo>
                    <a:pt x="20547" y="9"/>
                    <a:pt x="20000" y="19"/>
                    <a:pt x="19455" y="41"/>
                  </a:cubicBezTo>
                  <a:cubicBezTo>
                    <a:pt x="16395" y="148"/>
                    <a:pt x="13287" y="362"/>
                    <a:pt x="10287" y="577"/>
                  </a:cubicBezTo>
                  <a:cubicBezTo>
                    <a:pt x="8930" y="672"/>
                    <a:pt x="7525" y="767"/>
                    <a:pt x="6144" y="862"/>
                  </a:cubicBezTo>
                  <a:cubicBezTo>
                    <a:pt x="4072" y="993"/>
                    <a:pt x="2012" y="1100"/>
                    <a:pt x="0" y="1196"/>
                  </a:cubicBezTo>
                  <a:lnTo>
                    <a:pt x="0" y="1732"/>
                  </a:lnTo>
                  <a:cubicBezTo>
                    <a:pt x="2024" y="1636"/>
                    <a:pt x="4096" y="1529"/>
                    <a:pt x="6179" y="1398"/>
                  </a:cubicBezTo>
                  <a:cubicBezTo>
                    <a:pt x="7560" y="1303"/>
                    <a:pt x="8965" y="1208"/>
                    <a:pt x="10323" y="1112"/>
                  </a:cubicBezTo>
                  <a:cubicBezTo>
                    <a:pt x="13323" y="898"/>
                    <a:pt x="16431" y="684"/>
                    <a:pt x="19479" y="565"/>
                  </a:cubicBezTo>
                  <a:cubicBezTo>
                    <a:pt x="19984" y="546"/>
                    <a:pt x="20490" y="538"/>
                    <a:pt x="20998" y="538"/>
                  </a:cubicBezTo>
                  <a:cubicBezTo>
                    <a:pt x="24078" y="538"/>
                    <a:pt x="27191" y="852"/>
                    <a:pt x="30206" y="1148"/>
                  </a:cubicBezTo>
                  <a:lnTo>
                    <a:pt x="31111" y="1243"/>
                  </a:lnTo>
                  <a:cubicBezTo>
                    <a:pt x="34065" y="1530"/>
                    <a:pt x="37333" y="1855"/>
                    <a:pt x="40633" y="1855"/>
                  </a:cubicBezTo>
                  <a:cubicBezTo>
                    <a:pt x="41443" y="1855"/>
                    <a:pt x="42255" y="1836"/>
                    <a:pt x="43065" y="1791"/>
                  </a:cubicBezTo>
                  <a:cubicBezTo>
                    <a:pt x="43673" y="1757"/>
                    <a:pt x="44289" y="1745"/>
                    <a:pt x="44918" y="1745"/>
                  </a:cubicBezTo>
                  <a:cubicBezTo>
                    <a:pt x="45619" y="1745"/>
                    <a:pt x="46337" y="1760"/>
                    <a:pt x="47077" y="1779"/>
                  </a:cubicBezTo>
                  <a:cubicBezTo>
                    <a:pt x="47746" y="1798"/>
                    <a:pt x="48426" y="1811"/>
                    <a:pt x="49110" y="1811"/>
                  </a:cubicBezTo>
                  <a:cubicBezTo>
                    <a:pt x="49704" y="1811"/>
                    <a:pt x="50302" y="1801"/>
                    <a:pt x="50899" y="1779"/>
                  </a:cubicBezTo>
                  <a:lnTo>
                    <a:pt x="50899" y="1791"/>
                  </a:lnTo>
                  <a:cubicBezTo>
                    <a:pt x="53328" y="1684"/>
                    <a:pt x="55840" y="1553"/>
                    <a:pt x="58353" y="1386"/>
                  </a:cubicBezTo>
                  <a:cubicBezTo>
                    <a:pt x="59734" y="1303"/>
                    <a:pt x="61139" y="1208"/>
                    <a:pt x="62496" y="1112"/>
                  </a:cubicBezTo>
                  <a:cubicBezTo>
                    <a:pt x="65496" y="898"/>
                    <a:pt x="68604" y="684"/>
                    <a:pt x="71652" y="565"/>
                  </a:cubicBezTo>
                  <a:cubicBezTo>
                    <a:pt x="72157" y="546"/>
                    <a:pt x="72664" y="538"/>
                    <a:pt x="73171" y="538"/>
                  </a:cubicBezTo>
                  <a:cubicBezTo>
                    <a:pt x="76252" y="538"/>
                    <a:pt x="79364" y="852"/>
                    <a:pt x="82379" y="1148"/>
                  </a:cubicBezTo>
                  <a:lnTo>
                    <a:pt x="83284" y="1243"/>
                  </a:lnTo>
                  <a:cubicBezTo>
                    <a:pt x="86238" y="1530"/>
                    <a:pt x="89506" y="1855"/>
                    <a:pt x="92806" y="1855"/>
                  </a:cubicBezTo>
                  <a:cubicBezTo>
                    <a:pt x="93616" y="1855"/>
                    <a:pt x="94428" y="1836"/>
                    <a:pt x="95238" y="1791"/>
                  </a:cubicBezTo>
                  <a:cubicBezTo>
                    <a:pt x="95846" y="1757"/>
                    <a:pt x="96462" y="1745"/>
                    <a:pt x="97091" y="1745"/>
                  </a:cubicBezTo>
                  <a:cubicBezTo>
                    <a:pt x="97792" y="1745"/>
                    <a:pt x="98510" y="1760"/>
                    <a:pt x="99251" y="1779"/>
                  </a:cubicBezTo>
                  <a:cubicBezTo>
                    <a:pt x="99894" y="1798"/>
                    <a:pt x="100551" y="1811"/>
                    <a:pt x="101213" y="1811"/>
                  </a:cubicBezTo>
                  <a:cubicBezTo>
                    <a:pt x="101788" y="1811"/>
                    <a:pt x="102366" y="1801"/>
                    <a:pt x="102941" y="1779"/>
                  </a:cubicBezTo>
                  <a:lnTo>
                    <a:pt x="103120" y="1779"/>
                  </a:lnTo>
                  <a:cubicBezTo>
                    <a:pt x="103239" y="1767"/>
                    <a:pt x="103346" y="1767"/>
                    <a:pt x="103453" y="1767"/>
                  </a:cubicBezTo>
                  <a:cubicBezTo>
                    <a:pt x="105716" y="1660"/>
                    <a:pt x="108049" y="1541"/>
                    <a:pt x="110395" y="1386"/>
                  </a:cubicBezTo>
                  <a:cubicBezTo>
                    <a:pt x="111776" y="1303"/>
                    <a:pt x="113181" y="1208"/>
                    <a:pt x="114538" y="1112"/>
                  </a:cubicBezTo>
                  <a:cubicBezTo>
                    <a:pt x="117539" y="898"/>
                    <a:pt x="120646" y="684"/>
                    <a:pt x="123694" y="565"/>
                  </a:cubicBezTo>
                  <a:cubicBezTo>
                    <a:pt x="124199" y="546"/>
                    <a:pt x="124706" y="538"/>
                    <a:pt x="125213" y="538"/>
                  </a:cubicBezTo>
                  <a:cubicBezTo>
                    <a:pt x="128291" y="538"/>
                    <a:pt x="131396" y="852"/>
                    <a:pt x="134422" y="1148"/>
                  </a:cubicBezTo>
                  <a:lnTo>
                    <a:pt x="135315" y="1243"/>
                  </a:lnTo>
                  <a:cubicBezTo>
                    <a:pt x="138268" y="1530"/>
                    <a:pt x="141544" y="1855"/>
                    <a:pt x="144847" y="1855"/>
                  </a:cubicBezTo>
                  <a:cubicBezTo>
                    <a:pt x="145658" y="1855"/>
                    <a:pt x="146470" y="1836"/>
                    <a:pt x="147280" y="1791"/>
                  </a:cubicBezTo>
                  <a:cubicBezTo>
                    <a:pt x="147883" y="1757"/>
                    <a:pt x="148498" y="1745"/>
                    <a:pt x="149128" y="1745"/>
                  </a:cubicBezTo>
                  <a:cubicBezTo>
                    <a:pt x="149831" y="1745"/>
                    <a:pt x="150552" y="1760"/>
                    <a:pt x="151293" y="1779"/>
                  </a:cubicBezTo>
                  <a:cubicBezTo>
                    <a:pt x="151936" y="1798"/>
                    <a:pt x="152590" y="1811"/>
                    <a:pt x="153247" y="1811"/>
                  </a:cubicBezTo>
                  <a:cubicBezTo>
                    <a:pt x="153817" y="1811"/>
                    <a:pt x="154390" y="1801"/>
                    <a:pt x="154960" y="1779"/>
                  </a:cubicBezTo>
                  <a:lnTo>
                    <a:pt x="155115" y="1779"/>
                  </a:lnTo>
                  <a:cubicBezTo>
                    <a:pt x="155246" y="1779"/>
                    <a:pt x="155365" y="1767"/>
                    <a:pt x="155496" y="1767"/>
                  </a:cubicBezTo>
                  <a:cubicBezTo>
                    <a:pt x="157758" y="1660"/>
                    <a:pt x="160080" y="1541"/>
                    <a:pt x="162413" y="1386"/>
                  </a:cubicBezTo>
                  <a:cubicBezTo>
                    <a:pt x="163794" y="1303"/>
                    <a:pt x="165199" y="1208"/>
                    <a:pt x="166557" y="1112"/>
                  </a:cubicBezTo>
                  <a:cubicBezTo>
                    <a:pt x="169569" y="898"/>
                    <a:pt x="172664" y="684"/>
                    <a:pt x="175712" y="565"/>
                  </a:cubicBezTo>
                  <a:cubicBezTo>
                    <a:pt x="176218" y="546"/>
                    <a:pt x="176724" y="538"/>
                    <a:pt x="177232" y="538"/>
                  </a:cubicBezTo>
                  <a:cubicBezTo>
                    <a:pt x="180312" y="538"/>
                    <a:pt x="183424" y="852"/>
                    <a:pt x="186440" y="1148"/>
                  </a:cubicBezTo>
                  <a:lnTo>
                    <a:pt x="187345" y="1243"/>
                  </a:lnTo>
                  <a:cubicBezTo>
                    <a:pt x="190299" y="1530"/>
                    <a:pt x="193567" y="1855"/>
                    <a:pt x="196866" y="1855"/>
                  </a:cubicBezTo>
                  <a:cubicBezTo>
                    <a:pt x="197677" y="1855"/>
                    <a:pt x="198489" y="1836"/>
                    <a:pt x="199299" y="1791"/>
                  </a:cubicBezTo>
                  <a:cubicBezTo>
                    <a:pt x="199907" y="1757"/>
                    <a:pt x="200523" y="1745"/>
                    <a:pt x="201152" y="1745"/>
                  </a:cubicBezTo>
                  <a:cubicBezTo>
                    <a:pt x="201853" y="1745"/>
                    <a:pt x="202570" y="1760"/>
                    <a:pt x="203311" y="1779"/>
                  </a:cubicBezTo>
                  <a:cubicBezTo>
                    <a:pt x="203961" y="1798"/>
                    <a:pt x="204618" y="1811"/>
                    <a:pt x="205280" y="1811"/>
                  </a:cubicBezTo>
                  <a:cubicBezTo>
                    <a:pt x="205854" y="1811"/>
                    <a:pt x="206433" y="1801"/>
                    <a:pt x="207014" y="1779"/>
                  </a:cubicBezTo>
                  <a:lnTo>
                    <a:pt x="207014" y="1791"/>
                  </a:lnTo>
                  <a:cubicBezTo>
                    <a:pt x="207085" y="1779"/>
                    <a:pt x="207157" y="1779"/>
                    <a:pt x="207228" y="1779"/>
                  </a:cubicBezTo>
                  <a:cubicBezTo>
                    <a:pt x="207324" y="1767"/>
                    <a:pt x="207419" y="1767"/>
                    <a:pt x="207514" y="1767"/>
                  </a:cubicBezTo>
                  <a:cubicBezTo>
                    <a:pt x="209788" y="1660"/>
                    <a:pt x="212122" y="1541"/>
                    <a:pt x="214467" y="1386"/>
                  </a:cubicBezTo>
                  <a:cubicBezTo>
                    <a:pt x="215848" y="1303"/>
                    <a:pt x="217253" y="1208"/>
                    <a:pt x="218611" y="1112"/>
                  </a:cubicBezTo>
                  <a:cubicBezTo>
                    <a:pt x="221611" y="898"/>
                    <a:pt x="224719" y="684"/>
                    <a:pt x="227767" y="565"/>
                  </a:cubicBezTo>
                  <a:cubicBezTo>
                    <a:pt x="228272" y="546"/>
                    <a:pt x="228778" y="538"/>
                    <a:pt x="229285" y="538"/>
                  </a:cubicBezTo>
                  <a:cubicBezTo>
                    <a:pt x="232363" y="538"/>
                    <a:pt x="235468" y="852"/>
                    <a:pt x="238494" y="1148"/>
                  </a:cubicBezTo>
                  <a:lnTo>
                    <a:pt x="239387" y="1243"/>
                  </a:lnTo>
                  <a:cubicBezTo>
                    <a:pt x="242341" y="1530"/>
                    <a:pt x="245617" y="1855"/>
                    <a:pt x="248919" y="1855"/>
                  </a:cubicBezTo>
                  <a:cubicBezTo>
                    <a:pt x="249730" y="1855"/>
                    <a:pt x="250543" y="1836"/>
                    <a:pt x="251353" y="1791"/>
                  </a:cubicBezTo>
                  <a:cubicBezTo>
                    <a:pt x="251955" y="1757"/>
                    <a:pt x="252571" y="1745"/>
                    <a:pt x="253201" y="1745"/>
                  </a:cubicBezTo>
                  <a:cubicBezTo>
                    <a:pt x="253904" y="1745"/>
                    <a:pt x="254625" y="1760"/>
                    <a:pt x="255365" y="1779"/>
                  </a:cubicBezTo>
                  <a:cubicBezTo>
                    <a:pt x="256015" y="1798"/>
                    <a:pt x="256682" y="1811"/>
                    <a:pt x="257355" y="1811"/>
                  </a:cubicBezTo>
                  <a:cubicBezTo>
                    <a:pt x="257940" y="1811"/>
                    <a:pt x="258529" y="1801"/>
                    <a:pt x="259116" y="1779"/>
                  </a:cubicBezTo>
                  <a:lnTo>
                    <a:pt x="259116" y="1791"/>
                  </a:lnTo>
                  <a:cubicBezTo>
                    <a:pt x="259235" y="1779"/>
                    <a:pt x="259366" y="1779"/>
                    <a:pt x="259497" y="1767"/>
                  </a:cubicBezTo>
                  <a:lnTo>
                    <a:pt x="259568" y="1767"/>
                  </a:lnTo>
                  <a:cubicBezTo>
                    <a:pt x="261842" y="1660"/>
                    <a:pt x="264200" y="1541"/>
                    <a:pt x="266569" y="1386"/>
                  </a:cubicBezTo>
                  <a:cubicBezTo>
                    <a:pt x="267950" y="1303"/>
                    <a:pt x="269355" y="1208"/>
                    <a:pt x="270712" y="1112"/>
                  </a:cubicBezTo>
                  <a:cubicBezTo>
                    <a:pt x="273713" y="898"/>
                    <a:pt x="276808" y="684"/>
                    <a:pt x="279868" y="565"/>
                  </a:cubicBezTo>
                  <a:cubicBezTo>
                    <a:pt x="280356" y="547"/>
                    <a:pt x="280847" y="539"/>
                    <a:pt x="281339" y="539"/>
                  </a:cubicBezTo>
                  <a:cubicBezTo>
                    <a:pt x="282814" y="539"/>
                    <a:pt x="284300" y="612"/>
                    <a:pt x="285774" y="719"/>
                  </a:cubicBezTo>
                  <a:lnTo>
                    <a:pt x="285774" y="172"/>
                  </a:lnTo>
                  <a:cubicBezTo>
                    <a:pt x="284327" y="67"/>
                    <a:pt x="282880" y="1"/>
                    <a:pt x="2814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6"/>
            <p:cNvSpPr/>
            <p:nvPr/>
          </p:nvSpPr>
          <p:spPr>
            <a:xfrm rot="10800000" flipH="1">
              <a:off x="-14087" y="4621600"/>
              <a:ext cx="9164387" cy="148400"/>
            </a:xfrm>
            <a:custGeom>
              <a:avLst/>
              <a:gdLst/>
              <a:ahLst/>
              <a:cxnLst/>
              <a:rect l="l" t="t" r="r" b="b"/>
              <a:pathLst>
                <a:path w="285762" h="5936" extrusionOk="0">
                  <a:moveTo>
                    <a:pt x="281184" y="1"/>
                  </a:moveTo>
                  <a:cubicBezTo>
                    <a:pt x="280262" y="1"/>
                    <a:pt x="279340" y="24"/>
                    <a:pt x="278416" y="78"/>
                  </a:cubicBezTo>
                  <a:lnTo>
                    <a:pt x="278428" y="78"/>
                  </a:lnTo>
                  <a:cubicBezTo>
                    <a:pt x="273951" y="316"/>
                    <a:pt x="269474" y="649"/>
                    <a:pt x="265009" y="923"/>
                  </a:cubicBezTo>
                  <a:cubicBezTo>
                    <a:pt x="263092" y="1042"/>
                    <a:pt x="261187" y="1138"/>
                    <a:pt x="259271" y="1209"/>
                  </a:cubicBezTo>
                  <a:cubicBezTo>
                    <a:pt x="258143" y="1186"/>
                    <a:pt x="257102" y="1177"/>
                    <a:pt x="256113" y="1177"/>
                  </a:cubicBezTo>
                  <a:cubicBezTo>
                    <a:pt x="254002" y="1177"/>
                    <a:pt x="252129" y="1220"/>
                    <a:pt x="250150" y="1269"/>
                  </a:cubicBezTo>
                  <a:cubicBezTo>
                    <a:pt x="249765" y="1278"/>
                    <a:pt x="249380" y="1282"/>
                    <a:pt x="248995" y="1282"/>
                  </a:cubicBezTo>
                  <a:cubicBezTo>
                    <a:pt x="245354" y="1282"/>
                    <a:pt x="241706" y="896"/>
                    <a:pt x="238077" y="530"/>
                  </a:cubicBezTo>
                  <a:cubicBezTo>
                    <a:pt x="235089" y="240"/>
                    <a:pt x="232107" y="4"/>
                    <a:pt x="229116" y="4"/>
                  </a:cubicBezTo>
                  <a:cubicBezTo>
                    <a:pt x="228187" y="4"/>
                    <a:pt x="227257" y="27"/>
                    <a:pt x="226326" y="78"/>
                  </a:cubicBezTo>
                  <a:cubicBezTo>
                    <a:pt x="221849" y="316"/>
                    <a:pt x="217384" y="649"/>
                    <a:pt x="212908" y="923"/>
                  </a:cubicBezTo>
                  <a:cubicBezTo>
                    <a:pt x="211003" y="1042"/>
                    <a:pt x="209098" y="1138"/>
                    <a:pt x="207193" y="1209"/>
                  </a:cubicBezTo>
                  <a:cubicBezTo>
                    <a:pt x="206068" y="1186"/>
                    <a:pt x="205031" y="1177"/>
                    <a:pt x="204047" y="1177"/>
                  </a:cubicBezTo>
                  <a:cubicBezTo>
                    <a:pt x="201944" y="1177"/>
                    <a:pt x="200078" y="1220"/>
                    <a:pt x="198108" y="1269"/>
                  </a:cubicBezTo>
                  <a:cubicBezTo>
                    <a:pt x="197722" y="1278"/>
                    <a:pt x="197336" y="1282"/>
                    <a:pt x="196950" y="1282"/>
                  </a:cubicBezTo>
                  <a:cubicBezTo>
                    <a:pt x="193302" y="1282"/>
                    <a:pt x="189662" y="896"/>
                    <a:pt x="186023" y="530"/>
                  </a:cubicBezTo>
                  <a:cubicBezTo>
                    <a:pt x="183035" y="240"/>
                    <a:pt x="180053" y="4"/>
                    <a:pt x="177062" y="4"/>
                  </a:cubicBezTo>
                  <a:cubicBezTo>
                    <a:pt x="176133" y="4"/>
                    <a:pt x="175203" y="27"/>
                    <a:pt x="174272" y="78"/>
                  </a:cubicBezTo>
                  <a:cubicBezTo>
                    <a:pt x="169807" y="316"/>
                    <a:pt x="165330" y="649"/>
                    <a:pt x="160853" y="923"/>
                  </a:cubicBezTo>
                  <a:cubicBezTo>
                    <a:pt x="158960" y="1042"/>
                    <a:pt x="157055" y="1138"/>
                    <a:pt x="155150" y="1209"/>
                  </a:cubicBezTo>
                  <a:cubicBezTo>
                    <a:pt x="154030" y="1186"/>
                    <a:pt x="152996" y="1177"/>
                    <a:pt x="152013" y="1177"/>
                  </a:cubicBezTo>
                  <a:cubicBezTo>
                    <a:pt x="149914" y="1177"/>
                    <a:pt x="148048" y="1220"/>
                    <a:pt x="146078" y="1269"/>
                  </a:cubicBezTo>
                  <a:cubicBezTo>
                    <a:pt x="145693" y="1278"/>
                    <a:pt x="145307" y="1282"/>
                    <a:pt x="144922" y="1282"/>
                  </a:cubicBezTo>
                  <a:cubicBezTo>
                    <a:pt x="141281" y="1282"/>
                    <a:pt x="137633" y="896"/>
                    <a:pt x="134005" y="530"/>
                  </a:cubicBezTo>
                  <a:cubicBezTo>
                    <a:pt x="131016" y="240"/>
                    <a:pt x="128027" y="4"/>
                    <a:pt x="125039" y="4"/>
                  </a:cubicBezTo>
                  <a:cubicBezTo>
                    <a:pt x="124110" y="4"/>
                    <a:pt x="123182" y="27"/>
                    <a:pt x="122253" y="78"/>
                  </a:cubicBezTo>
                  <a:cubicBezTo>
                    <a:pt x="117777" y="316"/>
                    <a:pt x="113300" y="649"/>
                    <a:pt x="108835" y="923"/>
                  </a:cubicBezTo>
                  <a:cubicBezTo>
                    <a:pt x="106930" y="1042"/>
                    <a:pt x="105025" y="1138"/>
                    <a:pt x="103120" y="1209"/>
                  </a:cubicBezTo>
                  <a:cubicBezTo>
                    <a:pt x="102000" y="1186"/>
                    <a:pt x="100965" y="1177"/>
                    <a:pt x="99982" y="1177"/>
                  </a:cubicBezTo>
                  <a:cubicBezTo>
                    <a:pt x="97883" y="1177"/>
                    <a:pt x="96018" y="1220"/>
                    <a:pt x="94047" y="1269"/>
                  </a:cubicBezTo>
                  <a:cubicBezTo>
                    <a:pt x="93661" y="1278"/>
                    <a:pt x="93275" y="1282"/>
                    <a:pt x="92889" y="1282"/>
                  </a:cubicBezTo>
                  <a:cubicBezTo>
                    <a:pt x="89241" y="1282"/>
                    <a:pt x="85602" y="896"/>
                    <a:pt x="81963" y="530"/>
                  </a:cubicBezTo>
                  <a:cubicBezTo>
                    <a:pt x="78974" y="240"/>
                    <a:pt x="75992" y="4"/>
                    <a:pt x="73001" y="4"/>
                  </a:cubicBezTo>
                  <a:cubicBezTo>
                    <a:pt x="72072" y="4"/>
                    <a:pt x="71142" y="27"/>
                    <a:pt x="70211" y="78"/>
                  </a:cubicBezTo>
                  <a:cubicBezTo>
                    <a:pt x="65746" y="316"/>
                    <a:pt x="61270" y="649"/>
                    <a:pt x="56793" y="923"/>
                  </a:cubicBezTo>
                  <a:cubicBezTo>
                    <a:pt x="54876" y="1042"/>
                    <a:pt x="52959" y="1138"/>
                    <a:pt x="51042" y="1209"/>
                  </a:cubicBezTo>
                  <a:cubicBezTo>
                    <a:pt x="49907" y="1186"/>
                    <a:pt x="48859" y="1177"/>
                    <a:pt x="47865" y="1177"/>
                  </a:cubicBezTo>
                  <a:cubicBezTo>
                    <a:pt x="45741" y="1177"/>
                    <a:pt x="43857" y="1220"/>
                    <a:pt x="41862" y="1269"/>
                  </a:cubicBezTo>
                  <a:cubicBezTo>
                    <a:pt x="41477" y="1278"/>
                    <a:pt x="41092" y="1282"/>
                    <a:pt x="40707" y="1282"/>
                  </a:cubicBezTo>
                  <a:cubicBezTo>
                    <a:pt x="37068" y="1282"/>
                    <a:pt x="33429" y="896"/>
                    <a:pt x="29789" y="530"/>
                  </a:cubicBezTo>
                  <a:cubicBezTo>
                    <a:pt x="26801" y="240"/>
                    <a:pt x="23819" y="4"/>
                    <a:pt x="20828" y="4"/>
                  </a:cubicBezTo>
                  <a:cubicBezTo>
                    <a:pt x="19899" y="4"/>
                    <a:pt x="18969" y="27"/>
                    <a:pt x="18038" y="78"/>
                  </a:cubicBezTo>
                  <a:cubicBezTo>
                    <a:pt x="13561" y="316"/>
                    <a:pt x="9096" y="649"/>
                    <a:pt x="4620" y="923"/>
                  </a:cubicBezTo>
                  <a:cubicBezTo>
                    <a:pt x="3084" y="1019"/>
                    <a:pt x="1536" y="1090"/>
                    <a:pt x="0" y="1161"/>
                  </a:cubicBezTo>
                  <a:lnTo>
                    <a:pt x="0" y="5186"/>
                  </a:lnTo>
                  <a:cubicBezTo>
                    <a:pt x="1953" y="5281"/>
                    <a:pt x="3917" y="5376"/>
                    <a:pt x="5870" y="5483"/>
                  </a:cubicBezTo>
                  <a:cubicBezTo>
                    <a:pt x="9573" y="5686"/>
                    <a:pt x="13275" y="5876"/>
                    <a:pt x="16978" y="5936"/>
                  </a:cubicBezTo>
                  <a:cubicBezTo>
                    <a:pt x="20407" y="5853"/>
                    <a:pt x="23824" y="5745"/>
                    <a:pt x="27253" y="5626"/>
                  </a:cubicBezTo>
                  <a:cubicBezTo>
                    <a:pt x="28515" y="5543"/>
                    <a:pt x="29778" y="5472"/>
                    <a:pt x="31040" y="5424"/>
                  </a:cubicBezTo>
                  <a:cubicBezTo>
                    <a:pt x="34969" y="5281"/>
                    <a:pt x="38898" y="5198"/>
                    <a:pt x="42827" y="4840"/>
                  </a:cubicBezTo>
                  <a:cubicBezTo>
                    <a:pt x="43362" y="4789"/>
                    <a:pt x="43841" y="4768"/>
                    <a:pt x="44302" y="4768"/>
                  </a:cubicBezTo>
                  <a:cubicBezTo>
                    <a:pt x="46086" y="4768"/>
                    <a:pt x="47596" y="5079"/>
                    <a:pt x="51030" y="5126"/>
                  </a:cubicBezTo>
                  <a:lnTo>
                    <a:pt x="51030" y="5138"/>
                  </a:lnTo>
                  <a:cubicBezTo>
                    <a:pt x="53364" y="5233"/>
                    <a:pt x="55709" y="5352"/>
                    <a:pt x="58043" y="5483"/>
                  </a:cubicBezTo>
                  <a:cubicBezTo>
                    <a:pt x="61746" y="5686"/>
                    <a:pt x="65449" y="5876"/>
                    <a:pt x="69152" y="5936"/>
                  </a:cubicBezTo>
                  <a:cubicBezTo>
                    <a:pt x="72581" y="5853"/>
                    <a:pt x="75998" y="5745"/>
                    <a:pt x="79427" y="5626"/>
                  </a:cubicBezTo>
                  <a:cubicBezTo>
                    <a:pt x="80689" y="5543"/>
                    <a:pt x="81951" y="5472"/>
                    <a:pt x="83213" y="5424"/>
                  </a:cubicBezTo>
                  <a:cubicBezTo>
                    <a:pt x="87142" y="5281"/>
                    <a:pt x="91071" y="5198"/>
                    <a:pt x="95000" y="4840"/>
                  </a:cubicBezTo>
                  <a:cubicBezTo>
                    <a:pt x="95530" y="4792"/>
                    <a:pt x="96004" y="4772"/>
                    <a:pt x="96459" y="4772"/>
                  </a:cubicBezTo>
                  <a:cubicBezTo>
                    <a:pt x="98225" y="4772"/>
                    <a:pt x="99710" y="5069"/>
                    <a:pt x="103061" y="5126"/>
                  </a:cubicBezTo>
                  <a:lnTo>
                    <a:pt x="103061" y="5138"/>
                  </a:lnTo>
                  <a:cubicBezTo>
                    <a:pt x="105406" y="5233"/>
                    <a:pt x="107740" y="5364"/>
                    <a:pt x="110085" y="5483"/>
                  </a:cubicBezTo>
                  <a:cubicBezTo>
                    <a:pt x="113788" y="5686"/>
                    <a:pt x="117491" y="5876"/>
                    <a:pt x="121194" y="5936"/>
                  </a:cubicBezTo>
                  <a:cubicBezTo>
                    <a:pt x="124611" y="5853"/>
                    <a:pt x="128040" y="5745"/>
                    <a:pt x="131457" y="5626"/>
                  </a:cubicBezTo>
                  <a:cubicBezTo>
                    <a:pt x="132719" y="5555"/>
                    <a:pt x="133981" y="5483"/>
                    <a:pt x="135243" y="5436"/>
                  </a:cubicBezTo>
                  <a:cubicBezTo>
                    <a:pt x="139172" y="5281"/>
                    <a:pt x="143101" y="5198"/>
                    <a:pt x="147030" y="4840"/>
                  </a:cubicBezTo>
                  <a:cubicBezTo>
                    <a:pt x="147551" y="4792"/>
                    <a:pt x="148018" y="4773"/>
                    <a:pt x="148467" y="4773"/>
                  </a:cubicBezTo>
                  <a:cubicBezTo>
                    <a:pt x="150246" y="4773"/>
                    <a:pt x="151735" y="5079"/>
                    <a:pt x="155091" y="5126"/>
                  </a:cubicBezTo>
                  <a:lnTo>
                    <a:pt x="155091" y="5138"/>
                  </a:lnTo>
                  <a:cubicBezTo>
                    <a:pt x="157424" y="5233"/>
                    <a:pt x="159770" y="5364"/>
                    <a:pt x="162104" y="5483"/>
                  </a:cubicBezTo>
                  <a:cubicBezTo>
                    <a:pt x="165806" y="5686"/>
                    <a:pt x="169509" y="5876"/>
                    <a:pt x="173212" y="5936"/>
                  </a:cubicBezTo>
                  <a:cubicBezTo>
                    <a:pt x="176641" y="5853"/>
                    <a:pt x="180058" y="5745"/>
                    <a:pt x="183487" y="5626"/>
                  </a:cubicBezTo>
                  <a:cubicBezTo>
                    <a:pt x="184749" y="5555"/>
                    <a:pt x="185999" y="5483"/>
                    <a:pt x="187262" y="5436"/>
                  </a:cubicBezTo>
                  <a:cubicBezTo>
                    <a:pt x="191202" y="5281"/>
                    <a:pt x="195132" y="5198"/>
                    <a:pt x="199049" y="4840"/>
                  </a:cubicBezTo>
                  <a:cubicBezTo>
                    <a:pt x="199572" y="4792"/>
                    <a:pt x="200041" y="4773"/>
                    <a:pt x="200492" y="4773"/>
                  </a:cubicBezTo>
                  <a:cubicBezTo>
                    <a:pt x="202277" y="4773"/>
                    <a:pt x="203767" y="5079"/>
                    <a:pt x="207133" y="5126"/>
                  </a:cubicBezTo>
                  <a:lnTo>
                    <a:pt x="207133" y="5138"/>
                  </a:lnTo>
                  <a:cubicBezTo>
                    <a:pt x="209467" y="5233"/>
                    <a:pt x="211812" y="5364"/>
                    <a:pt x="214146" y="5483"/>
                  </a:cubicBezTo>
                  <a:cubicBezTo>
                    <a:pt x="217849" y="5686"/>
                    <a:pt x="221552" y="5876"/>
                    <a:pt x="225254" y="5936"/>
                  </a:cubicBezTo>
                  <a:cubicBezTo>
                    <a:pt x="228683" y="5853"/>
                    <a:pt x="232100" y="5745"/>
                    <a:pt x="235529" y="5626"/>
                  </a:cubicBezTo>
                  <a:cubicBezTo>
                    <a:pt x="236792" y="5555"/>
                    <a:pt x="238054" y="5483"/>
                    <a:pt x="239316" y="5436"/>
                  </a:cubicBezTo>
                  <a:cubicBezTo>
                    <a:pt x="243245" y="5281"/>
                    <a:pt x="247174" y="5198"/>
                    <a:pt x="251103" y="4840"/>
                  </a:cubicBezTo>
                  <a:cubicBezTo>
                    <a:pt x="251626" y="4792"/>
                    <a:pt x="252095" y="4773"/>
                    <a:pt x="252546" y="4773"/>
                  </a:cubicBezTo>
                  <a:cubicBezTo>
                    <a:pt x="254333" y="4773"/>
                    <a:pt x="255831" y="5079"/>
                    <a:pt x="259235" y="5126"/>
                  </a:cubicBezTo>
                  <a:lnTo>
                    <a:pt x="259235" y="5138"/>
                  </a:lnTo>
                  <a:cubicBezTo>
                    <a:pt x="261568" y="5233"/>
                    <a:pt x="263914" y="5364"/>
                    <a:pt x="266248" y="5483"/>
                  </a:cubicBezTo>
                  <a:cubicBezTo>
                    <a:pt x="269950" y="5686"/>
                    <a:pt x="273653" y="5876"/>
                    <a:pt x="277356" y="5936"/>
                  </a:cubicBezTo>
                  <a:cubicBezTo>
                    <a:pt x="280154" y="5864"/>
                    <a:pt x="282952" y="5781"/>
                    <a:pt x="285762" y="5686"/>
                  </a:cubicBezTo>
                  <a:lnTo>
                    <a:pt x="285762" y="161"/>
                  </a:lnTo>
                  <a:cubicBezTo>
                    <a:pt x="284233" y="65"/>
                    <a:pt x="282709" y="1"/>
                    <a:pt x="2811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5" name="Google Shape;295;p6"/>
            <p:cNvGrpSpPr/>
            <p:nvPr/>
          </p:nvGrpSpPr>
          <p:grpSpPr>
            <a:xfrm>
              <a:off x="-14087" y="4839475"/>
              <a:ext cx="9164772" cy="40900"/>
              <a:chOff x="-14087" y="4839475"/>
              <a:chExt cx="9164772" cy="40900"/>
            </a:xfrm>
          </p:grpSpPr>
          <p:sp>
            <p:nvSpPr>
              <p:cNvPr id="296" name="Google Shape;296;p6"/>
              <p:cNvSpPr/>
              <p:nvPr/>
            </p:nvSpPr>
            <p:spPr>
              <a:xfrm rot="10800000" flipH="1">
                <a:off x="1616705" y="4839475"/>
                <a:ext cx="7533981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234923" h="1636" extrusionOk="0">
                    <a:moveTo>
                      <a:pt x="41215" y="1"/>
                    </a:moveTo>
                    <a:cubicBezTo>
                      <a:pt x="41081" y="1"/>
                      <a:pt x="40948" y="2"/>
                      <a:pt x="40815" y="4"/>
                    </a:cubicBezTo>
                    <a:cubicBezTo>
                      <a:pt x="34862" y="76"/>
                      <a:pt x="28802" y="314"/>
                      <a:pt x="22944" y="540"/>
                    </a:cubicBezTo>
                    <a:cubicBezTo>
                      <a:pt x="21194" y="612"/>
                      <a:pt x="19455" y="671"/>
                      <a:pt x="17705" y="743"/>
                    </a:cubicBezTo>
                    <a:cubicBezTo>
                      <a:pt x="13008" y="905"/>
                      <a:pt x="6849" y="1100"/>
                      <a:pt x="550" y="1100"/>
                    </a:cubicBezTo>
                    <a:cubicBezTo>
                      <a:pt x="367" y="1100"/>
                      <a:pt x="184" y="1100"/>
                      <a:pt x="1" y="1100"/>
                    </a:cubicBezTo>
                    <a:lnTo>
                      <a:pt x="1" y="1635"/>
                    </a:lnTo>
                    <a:cubicBezTo>
                      <a:pt x="184" y="1636"/>
                      <a:pt x="367" y="1636"/>
                      <a:pt x="550" y="1636"/>
                    </a:cubicBezTo>
                    <a:cubicBezTo>
                      <a:pt x="6849" y="1636"/>
                      <a:pt x="13020" y="1440"/>
                      <a:pt x="17729" y="1278"/>
                    </a:cubicBezTo>
                    <a:cubicBezTo>
                      <a:pt x="19479" y="1207"/>
                      <a:pt x="21218" y="1147"/>
                      <a:pt x="22968" y="1076"/>
                    </a:cubicBezTo>
                    <a:cubicBezTo>
                      <a:pt x="28814" y="850"/>
                      <a:pt x="34874" y="623"/>
                      <a:pt x="40827" y="540"/>
                    </a:cubicBezTo>
                    <a:cubicBezTo>
                      <a:pt x="40921" y="539"/>
                      <a:pt x="41015" y="538"/>
                      <a:pt x="41109" y="538"/>
                    </a:cubicBezTo>
                    <a:cubicBezTo>
                      <a:pt x="42855" y="538"/>
                      <a:pt x="44761" y="741"/>
                      <a:pt x="46602" y="933"/>
                    </a:cubicBezTo>
                    <a:cubicBezTo>
                      <a:pt x="48054" y="1088"/>
                      <a:pt x="49757" y="1624"/>
                      <a:pt x="52043" y="1635"/>
                    </a:cubicBezTo>
                    <a:lnTo>
                      <a:pt x="52114" y="1635"/>
                    </a:lnTo>
                    <a:cubicBezTo>
                      <a:pt x="52297" y="1636"/>
                      <a:pt x="52479" y="1636"/>
                      <a:pt x="52662" y="1636"/>
                    </a:cubicBezTo>
                    <a:cubicBezTo>
                      <a:pt x="58937" y="1636"/>
                      <a:pt x="65074" y="1440"/>
                      <a:pt x="69771" y="1278"/>
                    </a:cubicBezTo>
                    <a:cubicBezTo>
                      <a:pt x="71510" y="1207"/>
                      <a:pt x="73260" y="1147"/>
                      <a:pt x="74998" y="1076"/>
                    </a:cubicBezTo>
                    <a:cubicBezTo>
                      <a:pt x="80856" y="850"/>
                      <a:pt x="86904" y="612"/>
                      <a:pt x="92857" y="540"/>
                    </a:cubicBezTo>
                    <a:cubicBezTo>
                      <a:pt x="92987" y="538"/>
                      <a:pt x="93118" y="536"/>
                      <a:pt x="93250" y="536"/>
                    </a:cubicBezTo>
                    <a:cubicBezTo>
                      <a:pt x="94974" y="536"/>
                      <a:pt x="96829" y="745"/>
                      <a:pt x="98632" y="933"/>
                    </a:cubicBezTo>
                    <a:cubicBezTo>
                      <a:pt x="100096" y="1088"/>
                      <a:pt x="101787" y="1624"/>
                      <a:pt x="104061" y="1635"/>
                    </a:cubicBezTo>
                    <a:lnTo>
                      <a:pt x="104156" y="1635"/>
                    </a:lnTo>
                    <a:cubicBezTo>
                      <a:pt x="104339" y="1636"/>
                      <a:pt x="104521" y="1636"/>
                      <a:pt x="104703" y="1636"/>
                    </a:cubicBezTo>
                    <a:cubicBezTo>
                      <a:pt x="110967" y="1636"/>
                      <a:pt x="117104" y="1440"/>
                      <a:pt x="121790" y="1266"/>
                    </a:cubicBezTo>
                    <a:cubicBezTo>
                      <a:pt x="123540" y="1207"/>
                      <a:pt x="125278" y="1135"/>
                      <a:pt x="127028" y="1076"/>
                    </a:cubicBezTo>
                    <a:cubicBezTo>
                      <a:pt x="132886" y="850"/>
                      <a:pt x="138935" y="612"/>
                      <a:pt x="144888" y="528"/>
                    </a:cubicBezTo>
                    <a:cubicBezTo>
                      <a:pt x="144982" y="527"/>
                      <a:pt x="145076" y="526"/>
                      <a:pt x="145171" y="526"/>
                    </a:cubicBezTo>
                    <a:cubicBezTo>
                      <a:pt x="146926" y="526"/>
                      <a:pt x="148821" y="730"/>
                      <a:pt x="150662" y="933"/>
                    </a:cubicBezTo>
                    <a:cubicBezTo>
                      <a:pt x="152127" y="1088"/>
                      <a:pt x="153829" y="1624"/>
                      <a:pt x="156115" y="1635"/>
                    </a:cubicBezTo>
                    <a:lnTo>
                      <a:pt x="156175" y="1635"/>
                    </a:lnTo>
                    <a:cubicBezTo>
                      <a:pt x="156358" y="1636"/>
                      <a:pt x="156540" y="1636"/>
                      <a:pt x="156723" y="1636"/>
                    </a:cubicBezTo>
                    <a:cubicBezTo>
                      <a:pt x="163010" y="1636"/>
                      <a:pt x="169146" y="1440"/>
                      <a:pt x="173844" y="1266"/>
                    </a:cubicBezTo>
                    <a:cubicBezTo>
                      <a:pt x="175582" y="1207"/>
                      <a:pt x="177332" y="1135"/>
                      <a:pt x="179071" y="1076"/>
                    </a:cubicBezTo>
                    <a:cubicBezTo>
                      <a:pt x="184928" y="850"/>
                      <a:pt x="190977" y="612"/>
                      <a:pt x="196930" y="528"/>
                    </a:cubicBezTo>
                    <a:cubicBezTo>
                      <a:pt x="197024" y="527"/>
                      <a:pt x="197119" y="526"/>
                      <a:pt x="197214" y="526"/>
                    </a:cubicBezTo>
                    <a:cubicBezTo>
                      <a:pt x="198969" y="526"/>
                      <a:pt x="200863" y="730"/>
                      <a:pt x="202705" y="933"/>
                    </a:cubicBezTo>
                    <a:cubicBezTo>
                      <a:pt x="204181" y="1088"/>
                      <a:pt x="205907" y="1635"/>
                      <a:pt x="208229" y="1635"/>
                    </a:cubicBezTo>
                    <a:cubicBezTo>
                      <a:pt x="208412" y="1636"/>
                      <a:pt x="208595" y="1636"/>
                      <a:pt x="208778" y="1636"/>
                    </a:cubicBezTo>
                    <a:cubicBezTo>
                      <a:pt x="215077" y="1636"/>
                      <a:pt x="221236" y="1440"/>
                      <a:pt x="225934" y="1266"/>
                    </a:cubicBezTo>
                    <a:cubicBezTo>
                      <a:pt x="227684" y="1207"/>
                      <a:pt x="229434" y="1135"/>
                      <a:pt x="231172" y="1076"/>
                    </a:cubicBezTo>
                    <a:cubicBezTo>
                      <a:pt x="232411" y="1028"/>
                      <a:pt x="233661" y="981"/>
                      <a:pt x="234923" y="933"/>
                    </a:cubicBezTo>
                    <a:lnTo>
                      <a:pt x="234923" y="397"/>
                    </a:lnTo>
                    <a:cubicBezTo>
                      <a:pt x="233661" y="445"/>
                      <a:pt x="232399" y="492"/>
                      <a:pt x="231160" y="540"/>
                    </a:cubicBezTo>
                    <a:cubicBezTo>
                      <a:pt x="229410" y="600"/>
                      <a:pt x="227660" y="671"/>
                      <a:pt x="225922" y="731"/>
                    </a:cubicBezTo>
                    <a:lnTo>
                      <a:pt x="225922" y="743"/>
                    </a:lnTo>
                    <a:cubicBezTo>
                      <a:pt x="221213" y="905"/>
                      <a:pt x="215053" y="1100"/>
                      <a:pt x="208766" y="1100"/>
                    </a:cubicBezTo>
                    <a:cubicBezTo>
                      <a:pt x="208583" y="1100"/>
                      <a:pt x="208400" y="1100"/>
                      <a:pt x="208217" y="1100"/>
                    </a:cubicBezTo>
                    <a:cubicBezTo>
                      <a:pt x="205860" y="1100"/>
                      <a:pt x="204229" y="564"/>
                      <a:pt x="202764" y="397"/>
                    </a:cubicBezTo>
                    <a:cubicBezTo>
                      <a:pt x="200912" y="205"/>
                      <a:pt x="198995" y="3"/>
                      <a:pt x="197207" y="3"/>
                    </a:cubicBezTo>
                    <a:cubicBezTo>
                      <a:pt x="197111" y="3"/>
                      <a:pt x="197014" y="3"/>
                      <a:pt x="196918" y="4"/>
                    </a:cubicBezTo>
                    <a:cubicBezTo>
                      <a:pt x="190965" y="76"/>
                      <a:pt x="184905" y="314"/>
                      <a:pt x="179059" y="540"/>
                    </a:cubicBezTo>
                    <a:cubicBezTo>
                      <a:pt x="177308" y="612"/>
                      <a:pt x="175558" y="671"/>
                      <a:pt x="173820" y="743"/>
                    </a:cubicBezTo>
                    <a:cubicBezTo>
                      <a:pt x="169111" y="905"/>
                      <a:pt x="162952" y="1100"/>
                      <a:pt x="156664" y="1100"/>
                    </a:cubicBezTo>
                    <a:cubicBezTo>
                      <a:pt x="156481" y="1100"/>
                      <a:pt x="156298" y="1100"/>
                      <a:pt x="156115" y="1100"/>
                    </a:cubicBezTo>
                    <a:cubicBezTo>
                      <a:pt x="153782" y="1088"/>
                      <a:pt x="152162" y="552"/>
                      <a:pt x="150722" y="397"/>
                    </a:cubicBezTo>
                    <a:cubicBezTo>
                      <a:pt x="148897" y="209"/>
                      <a:pt x="147030" y="1"/>
                      <a:pt x="145276" y="1"/>
                    </a:cubicBezTo>
                    <a:cubicBezTo>
                      <a:pt x="145142" y="1"/>
                      <a:pt x="145008" y="2"/>
                      <a:pt x="144876" y="4"/>
                    </a:cubicBezTo>
                    <a:cubicBezTo>
                      <a:pt x="138923" y="76"/>
                      <a:pt x="132862" y="314"/>
                      <a:pt x="127005" y="540"/>
                    </a:cubicBezTo>
                    <a:cubicBezTo>
                      <a:pt x="125266" y="612"/>
                      <a:pt x="123516" y="671"/>
                      <a:pt x="121766" y="743"/>
                    </a:cubicBezTo>
                    <a:cubicBezTo>
                      <a:pt x="117068" y="905"/>
                      <a:pt x="110909" y="1100"/>
                      <a:pt x="104622" y="1100"/>
                    </a:cubicBezTo>
                    <a:cubicBezTo>
                      <a:pt x="104439" y="1100"/>
                      <a:pt x="104256" y="1100"/>
                      <a:pt x="104073" y="1100"/>
                    </a:cubicBezTo>
                    <a:cubicBezTo>
                      <a:pt x="101751" y="1088"/>
                      <a:pt x="100132" y="552"/>
                      <a:pt x="98692" y="397"/>
                    </a:cubicBezTo>
                    <a:cubicBezTo>
                      <a:pt x="96877" y="209"/>
                      <a:pt x="95002" y="1"/>
                      <a:pt x="93246" y="1"/>
                    </a:cubicBezTo>
                    <a:cubicBezTo>
                      <a:pt x="93111" y="1"/>
                      <a:pt x="92978" y="2"/>
                      <a:pt x="92846" y="4"/>
                    </a:cubicBezTo>
                    <a:cubicBezTo>
                      <a:pt x="86892" y="76"/>
                      <a:pt x="80832" y="314"/>
                      <a:pt x="74986" y="540"/>
                    </a:cubicBezTo>
                    <a:cubicBezTo>
                      <a:pt x="73236" y="612"/>
                      <a:pt x="71486" y="671"/>
                      <a:pt x="69747" y="743"/>
                    </a:cubicBezTo>
                    <a:cubicBezTo>
                      <a:pt x="65038" y="905"/>
                      <a:pt x="58879" y="1100"/>
                      <a:pt x="52591" y="1100"/>
                    </a:cubicBezTo>
                    <a:cubicBezTo>
                      <a:pt x="52409" y="1100"/>
                      <a:pt x="52226" y="1100"/>
                      <a:pt x="52043" y="1100"/>
                    </a:cubicBezTo>
                    <a:cubicBezTo>
                      <a:pt x="49721" y="1088"/>
                      <a:pt x="48102" y="552"/>
                      <a:pt x="46649" y="397"/>
                    </a:cubicBezTo>
                    <a:cubicBezTo>
                      <a:pt x="44835" y="209"/>
                      <a:pt x="42970" y="1"/>
                      <a:pt x="412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6"/>
              <p:cNvSpPr/>
              <p:nvPr/>
            </p:nvSpPr>
            <p:spPr>
              <a:xfrm rot="10800000" flipH="1">
                <a:off x="-14087" y="4839475"/>
                <a:ext cx="1630054" cy="40850"/>
              </a:xfrm>
              <a:custGeom>
                <a:avLst/>
                <a:gdLst/>
                <a:ahLst/>
                <a:cxnLst/>
                <a:rect l="l" t="t" r="r" b="b"/>
                <a:pathLst>
                  <a:path w="50828" h="1634" extrusionOk="0">
                    <a:moveTo>
                      <a:pt x="39782" y="1"/>
                    </a:moveTo>
                    <a:cubicBezTo>
                      <a:pt x="39686" y="1"/>
                      <a:pt x="39589" y="1"/>
                      <a:pt x="39493" y="2"/>
                    </a:cubicBezTo>
                    <a:cubicBezTo>
                      <a:pt x="33540" y="74"/>
                      <a:pt x="27480" y="312"/>
                      <a:pt x="21622" y="538"/>
                    </a:cubicBezTo>
                    <a:cubicBezTo>
                      <a:pt x="19883" y="610"/>
                      <a:pt x="18133" y="669"/>
                      <a:pt x="16395" y="741"/>
                    </a:cubicBezTo>
                    <a:cubicBezTo>
                      <a:pt x="11882" y="895"/>
                      <a:pt x="6025" y="1086"/>
                      <a:pt x="0" y="1098"/>
                    </a:cubicBezTo>
                    <a:lnTo>
                      <a:pt x="0" y="1633"/>
                    </a:lnTo>
                    <a:cubicBezTo>
                      <a:pt x="6036" y="1622"/>
                      <a:pt x="11894" y="1431"/>
                      <a:pt x="16407" y="1276"/>
                    </a:cubicBezTo>
                    <a:cubicBezTo>
                      <a:pt x="18157" y="1205"/>
                      <a:pt x="19895" y="1145"/>
                      <a:pt x="21646" y="1074"/>
                    </a:cubicBezTo>
                    <a:cubicBezTo>
                      <a:pt x="27503" y="848"/>
                      <a:pt x="33552" y="621"/>
                      <a:pt x="39505" y="538"/>
                    </a:cubicBezTo>
                    <a:cubicBezTo>
                      <a:pt x="39599" y="537"/>
                      <a:pt x="39694" y="536"/>
                      <a:pt x="39789" y="536"/>
                    </a:cubicBezTo>
                    <a:cubicBezTo>
                      <a:pt x="41544" y="536"/>
                      <a:pt x="43438" y="739"/>
                      <a:pt x="45279" y="931"/>
                    </a:cubicBezTo>
                    <a:cubicBezTo>
                      <a:pt x="46756" y="1098"/>
                      <a:pt x="48470" y="1633"/>
                      <a:pt x="50792" y="1633"/>
                    </a:cubicBezTo>
                    <a:lnTo>
                      <a:pt x="50828" y="1098"/>
                    </a:lnTo>
                    <a:cubicBezTo>
                      <a:pt x="48447" y="1098"/>
                      <a:pt x="46803" y="562"/>
                      <a:pt x="45339" y="395"/>
                    </a:cubicBezTo>
                    <a:cubicBezTo>
                      <a:pt x="43487" y="203"/>
                      <a:pt x="41570" y="1"/>
                      <a:pt x="397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391" name="Google Shape;391;p8"/>
          <p:cNvGrpSpPr/>
          <p:nvPr/>
        </p:nvGrpSpPr>
        <p:grpSpPr>
          <a:xfrm flipH="1">
            <a:off x="8240992" y="13"/>
            <a:ext cx="914265" cy="5143474"/>
            <a:chOff x="-6650" y="13"/>
            <a:chExt cx="1304788" cy="5109750"/>
          </a:xfrm>
        </p:grpSpPr>
        <p:sp>
          <p:nvSpPr>
            <p:cNvPr id="392" name="Google Shape;392;p8"/>
            <p:cNvSpPr/>
            <p:nvPr/>
          </p:nvSpPr>
          <p:spPr>
            <a:xfrm flipH="1">
              <a:off x="-6125" y="5068863"/>
              <a:ext cx="1258225" cy="40900"/>
            </a:xfrm>
            <a:custGeom>
              <a:avLst/>
              <a:gdLst/>
              <a:ahLst/>
              <a:cxnLst/>
              <a:rect l="l" t="t" r="r" b="b"/>
              <a:pathLst>
                <a:path w="50329" h="1636" extrusionOk="0">
                  <a:moveTo>
                    <a:pt x="38389" y="0"/>
                  </a:moveTo>
                  <a:cubicBezTo>
                    <a:pt x="36334" y="0"/>
                    <a:pt x="34272" y="76"/>
                    <a:pt x="32231" y="160"/>
                  </a:cubicBezTo>
                  <a:cubicBezTo>
                    <a:pt x="30481" y="219"/>
                    <a:pt x="28718" y="314"/>
                    <a:pt x="26956" y="338"/>
                  </a:cubicBezTo>
                  <a:cubicBezTo>
                    <a:pt x="26353" y="346"/>
                    <a:pt x="25751" y="350"/>
                    <a:pt x="25150" y="350"/>
                  </a:cubicBezTo>
                  <a:cubicBezTo>
                    <a:pt x="23947" y="350"/>
                    <a:pt x="22745" y="334"/>
                    <a:pt x="21539" y="302"/>
                  </a:cubicBezTo>
                  <a:cubicBezTo>
                    <a:pt x="20649" y="280"/>
                    <a:pt x="19738" y="271"/>
                    <a:pt x="18811" y="271"/>
                  </a:cubicBezTo>
                  <a:cubicBezTo>
                    <a:pt x="12721" y="271"/>
                    <a:pt x="5953" y="683"/>
                    <a:pt x="1" y="683"/>
                  </a:cubicBezTo>
                  <a:cubicBezTo>
                    <a:pt x="12" y="969"/>
                    <a:pt x="72" y="1291"/>
                    <a:pt x="132" y="1624"/>
                  </a:cubicBezTo>
                  <a:lnTo>
                    <a:pt x="132" y="1636"/>
                  </a:lnTo>
                  <a:lnTo>
                    <a:pt x="50328" y="1636"/>
                  </a:lnTo>
                  <a:cubicBezTo>
                    <a:pt x="50328" y="1314"/>
                    <a:pt x="50328" y="993"/>
                    <a:pt x="50328" y="683"/>
                  </a:cubicBezTo>
                  <a:cubicBezTo>
                    <a:pt x="47780" y="648"/>
                    <a:pt x="45221" y="302"/>
                    <a:pt x="42708" y="136"/>
                  </a:cubicBezTo>
                  <a:cubicBezTo>
                    <a:pt x="41278" y="37"/>
                    <a:pt x="39835" y="0"/>
                    <a:pt x="383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8"/>
            <p:cNvSpPr/>
            <p:nvPr/>
          </p:nvSpPr>
          <p:spPr>
            <a:xfrm flipH="1">
              <a:off x="6888" y="13"/>
              <a:ext cx="1263575" cy="39225"/>
            </a:xfrm>
            <a:custGeom>
              <a:avLst/>
              <a:gdLst/>
              <a:ahLst/>
              <a:cxnLst/>
              <a:rect l="l" t="t" r="r" b="b"/>
              <a:pathLst>
                <a:path w="50543" h="1569" extrusionOk="0">
                  <a:moveTo>
                    <a:pt x="25459" y="1"/>
                  </a:moveTo>
                  <a:cubicBezTo>
                    <a:pt x="24507" y="1"/>
                    <a:pt x="23557" y="15"/>
                    <a:pt x="22611" y="48"/>
                  </a:cubicBezTo>
                  <a:cubicBezTo>
                    <a:pt x="19177" y="174"/>
                    <a:pt x="15804" y="388"/>
                    <a:pt x="12400" y="388"/>
                  </a:cubicBezTo>
                  <a:cubicBezTo>
                    <a:pt x="11296" y="388"/>
                    <a:pt x="10188" y="366"/>
                    <a:pt x="9073" y="310"/>
                  </a:cubicBezTo>
                  <a:cubicBezTo>
                    <a:pt x="7133" y="215"/>
                    <a:pt x="5180" y="108"/>
                    <a:pt x="3215" y="108"/>
                  </a:cubicBezTo>
                  <a:cubicBezTo>
                    <a:pt x="2822" y="108"/>
                    <a:pt x="941" y="513"/>
                    <a:pt x="132" y="548"/>
                  </a:cubicBezTo>
                  <a:cubicBezTo>
                    <a:pt x="167" y="893"/>
                    <a:pt x="1" y="1084"/>
                    <a:pt x="25" y="1441"/>
                  </a:cubicBezTo>
                  <a:cubicBezTo>
                    <a:pt x="213" y="1443"/>
                    <a:pt x="406" y="1444"/>
                    <a:pt x="602" y="1444"/>
                  </a:cubicBezTo>
                  <a:cubicBezTo>
                    <a:pt x="3880" y="1444"/>
                    <a:pt x="8108" y="1178"/>
                    <a:pt x="11276" y="1155"/>
                  </a:cubicBezTo>
                  <a:cubicBezTo>
                    <a:pt x="12997" y="1144"/>
                    <a:pt x="14721" y="1136"/>
                    <a:pt x="16446" y="1136"/>
                  </a:cubicBezTo>
                  <a:cubicBezTo>
                    <a:pt x="18444" y="1136"/>
                    <a:pt x="20444" y="1147"/>
                    <a:pt x="22444" y="1179"/>
                  </a:cubicBezTo>
                  <a:cubicBezTo>
                    <a:pt x="26111" y="1239"/>
                    <a:pt x="29790" y="1370"/>
                    <a:pt x="33457" y="1441"/>
                  </a:cubicBezTo>
                  <a:cubicBezTo>
                    <a:pt x="36507" y="1512"/>
                    <a:pt x="39584" y="1569"/>
                    <a:pt x="42657" y="1569"/>
                  </a:cubicBezTo>
                  <a:cubicBezTo>
                    <a:pt x="45283" y="1569"/>
                    <a:pt x="47906" y="1527"/>
                    <a:pt x="50507" y="1417"/>
                  </a:cubicBezTo>
                  <a:cubicBezTo>
                    <a:pt x="50519" y="1072"/>
                    <a:pt x="50543" y="798"/>
                    <a:pt x="50507" y="501"/>
                  </a:cubicBezTo>
                  <a:cubicBezTo>
                    <a:pt x="48746" y="629"/>
                    <a:pt x="46972" y="679"/>
                    <a:pt x="45190" y="679"/>
                  </a:cubicBezTo>
                  <a:cubicBezTo>
                    <a:pt x="38647" y="679"/>
                    <a:pt x="31990" y="1"/>
                    <a:pt x="254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8"/>
            <p:cNvSpPr/>
            <p:nvPr/>
          </p:nvSpPr>
          <p:spPr>
            <a:xfrm flipH="1">
              <a:off x="7788" y="55863"/>
              <a:ext cx="1260000" cy="53000"/>
            </a:xfrm>
            <a:custGeom>
              <a:avLst/>
              <a:gdLst/>
              <a:ahLst/>
              <a:cxnLst/>
              <a:rect l="l" t="t" r="r" b="b"/>
              <a:pathLst>
                <a:path w="50400" h="2120" extrusionOk="0">
                  <a:moveTo>
                    <a:pt x="18006" y="0"/>
                  </a:moveTo>
                  <a:cubicBezTo>
                    <a:pt x="11171" y="0"/>
                    <a:pt x="1714" y="200"/>
                    <a:pt x="1" y="303"/>
                  </a:cubicBezTo>
                  <a:cubicBezTo>
                    <a:pt x="37" y="898"/>
                    <a:pt x="596" y="1326"/>
                    <a:pt x="608" y="1922"/>
                  </a:cubicBezTo>
                  <a:cubicBezTo>
                    <a:pt x="1301" y="2068"/>
                    <a:pt x="2100" y="2119"/>
                    <a:pt x="2948" y="2119"/>
                  </a:cubicBezTo>
                  <a:cubicBezTo>
                    <a:pt x="4897" y="2119"/>
                    <a:pt x="7107" y="1850"/>
                    <a:pt x="8909" y="1850"/>
                  </a:cubicBezTo>
                  <a:cubicBezTo>
                    <a:pt x="8936" y="1850"/>
                    <a:pt x="8963" y="1850"/>
                    <a:pt x="8990" y="1850"/>
                  </a:cubicBezTo>
                  <a:cubicBezTo>
                    <a:pt x="13610" y="1874"/>
                    <a:pt x="18241" y="1874"/>
                    <a:pt x="22861" y="1874"/>
                  </a:cubicBezTo>
                  <a:cubicBezTo>
                    <a:pt x="26385" y="1874"/>
                    <a:pt x="29886" y="1719"/>
                    <a:pt x="33398" y="1529"/>
                  </a:cubicBezTo>
                  <a:cubicBezTo>
                    <a:pt x="36130" y="1395"/>
                    <a:pt x="38863" y="1268"/>
                    <a:pt x="41600" y="1268"/>
                  </a:cubicBezTo>
                  <a:cubicBezTo>
                    <a:pt x="42513" y="1268"/>
                    <a:pt x="43426" y="1282"/>
                    <a:pt x="44340" y="1315"/>
                  </a:cubicBezTo>
                  <a:cubicBezTo>
                    <a:pt x="46388" y="1386"/>
                    <a:pt x="48400" y="1541"/>
                    <a:pt x="50400" y="1910"/>
                  </a:cubicBezTo>
                  <a:lnTo>
                    <a:pt x="50400" y="255"/>
                  </a:lnTo>
                  <a:cubicBezTo>
                    <a:pt x="47983" y="362"/>
                    <a:pt x="45507" y="422"/>
                    <a:pt x="43090" y="422"/>
                  </a:cubicBezTo>
                  <a:cubicBezTo>
                    <a:pt x="42853" y="422"/>
                    <a:pt x="42616" y="423"/>
                    <a:pt x="42379" y="423"/>
                  </a:cubicBezTo>
                  <a:cubicBezTo>
                    <a:pt x="38949" y="423"/>
                    <a:pt x="35519" y="345"/>
                    <a:pt x="32100" y="267"/>
                  </a:cubicBezTo>
                  <a:cubicBezTo>
                    <a:pt x="28409" y="183"/>
                    <a:pt x="24730" y="53"/>
                    <a:pt x="21051" y="17"/>
                  </a:cubicBezTo>
                  <a:cubicBezTo>
                    <a:pt x="20132" y="5"/>
                    <a:pt x="19103" y="0"/>
                    <a:pt x="180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8"/>
            <p:cNvSpPr/>
            <p:nvPr/>
          </p:nvSpPr>
          <p:spPr>
            <a:xfrm flipH="1">
              <a:off x="6888" y="141588"/>
              <a:ext cx="1282925" cy="78975"/>
            </a:xfrm>
            <a:custGeom>
              <a:avLst/>
              <a:gdLst/>
              <a:ahLst/>
              <a:cxnLst/>
              <a:rect l="l" t="t" r="r" b="b"/>
              <a:pathLst>
                <a:path w="51317" h="3159" extrusionOk="0">
                  <a:moveTo>
                    <a:pt x="20240" y="0"/>
                  </a:moveTo>
                  <a:cubicBezTo>
                    <a:pt x="13849" y="0"/>
                    <a:pt x="6757" y="402"/>
                    <a:pt x="989" y="1017"/>
                  </a:cubicBezTo>
                  <a:cubicBezTo>
                    <a:pt x="1001" y="1862"/>
                    <a:pt x="1" y="1493"/>
                    <a:pt x="1" y="2339"/>
                  </a:cubicBezTo>
                  <a:cubicBezTo>
                    <a:pt x="13" y="2434"/>
                    <a:pt x="1525" y="2850"/>
                    <a:pt x="1537" y="2946"/>
                  </a:cubicBezTo>
                  <a:cubicBezTo>
                    <a:pt x="2100" y="3005"/>
                    <a:pt x="2643" y="3027"/>
                    <a:pt x="3169" y="3027"/>
                  </a:cubicBezTo>
                  <a:cubicBezTo>
                    <a:pt x="4949" y="3027"/>
                    <a:pt x="6535" y="2767"/>
                    <a:pt x="8043" y="2767"/>
                  </a:cubicBezTo>
                  <a:cubicBezTo>
                    <a:pt x="8069" y="2767"/>
                    <a:pt x="8095" y="2767"/>
                    <a:pt x="8121" y="2767"/>
                  </a:cubicBezTo>
                  <a:cubicBezTo>
                    <a:pt x="10026" y="2767"/>
                    <a:pt x="11931" y="2767"/>
                    <a:pt x="13848" y="2755"/>
                  </a:cubicBezTo>
                  <a:cubicBezTo>
                    <a:pt x="14077" y="2754"/>
                    <a:pt x="14306" y="2753"/>
                    <a:pt x="14535" y="2753"/>
                  </a:cubicBezTo>
                  <a:cubicBezTo>
                    <a:pt x="15439" y="2753"/>
                    <a:pt x="16345" y="2762"/>
                    <a:pt x="17248" y="2762"/>
                  </a:cubicBezTo>
                  <a:cubicBezTo>
                    <a:pt x="18022" y="2762"/>
                    <a:pt x="18794" y="2756"/>
                    <a:pt x="19563" y="2731"/>
                  </a:cubicBezTo>
                  <a:cubicBezTo>
                    <a:pt x="21108" y="2685"/>
                    <a:pt x="22653" y="2664"/>
                    <a:pt x="24198" y="2664"/>
                  </a:cubicBezTo>
                  <a:cubicBezTo>
                    <a:pt x="26618" y="2664"/>
                    <a:pt x="29037" y="2716"/>
                    <a:pt x="31457" y="2803"/>
                  </a:cubicBezTo>
                  <a:cubicBezTo>
                    <a:pt x="33422" y="2886"/>
                    <a:pt x="35398" y="2993"/>
                    <a:pt x="37363" y="3112"/>
                  </a:cubicBezTo>
                  <a:cubicBezTo>
                    <a:pt x="37992" y="3146"/>
                    <a:pt x="38623" y="3159"/>
                    <a:pt x="39256" y="3159"/>
                  </a:cubicBezTo>
                  <a:cubicBezTo>
                    <a:pt x="40420" y="3159"/>
                    <a:pt x="41587" y="3115"/>
                    <a:pt x="42744" y="3077"/>
                  </a:cubicBezTo>
                  <a:cubicBezTo>
                    <a:pt x="44884" y="2999"/>
                    <a:pt x="46872" y="2896"/>
                    <a:pt x="48929" y="2896"/>
                  </a:cubicBezTo>
                  <a:cubicBezTo>
                    <a:pt x="49700" y="2896"/>
                    <a:pt x="50480" y="2910"/>
                    <a:pt x="51281" y="2946"/>
                  </a:cubicBezTo>
                  <a:cubicBezTo>
                    <a:pt x="51257" y="2279"/>
                    <a:pt x="51317" y="1636"/>
                    <a:pt x="51281" y="969"/>
                  </a:cubicBezTo>
                  <a:lnTo>
                    <a:pt x="51281" y="969"/>
                  </a:lnTo>
                  <a:cubicBezTo>
                    <a:pt x="50035" y="1093"/>
                    <a:pt x="48834" y="1136"/>
                    <a:pt x="47631" y="1136"/>
                  </a:cubicBezTo>
                  <a:cubicBezTo>
                    <a:pt x="46512" y="1136"/>
                    <a:pt x="45391" y="1099"/>
                    <a:pt x="44233" y="1053"/>
                  </a:cubicBezTo>
                  <a:cubicBezTo>
                    <a:pt x="40911" y="934"/>
                    <a:pt x="37601" y="636"/>
                    <a:pt x="34291" y="422"/>
                  </a:cubicBezTo>
                  <a:cubicBezTo>
                    <a:pt x="30743" y="195"/>
                    <a:pt x="27171" y="136"/>
                    <a:pt x="23623" y="41"/>
                  </a:cubicBezTo>
                  <a:cubicBezTo>
                    <a:pt x="22526" y="13"/>
                    <a:pt x="21394" y="0"/>
                    <a:pt x="202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8"/>
            <p:cNvSpPr/>
            <p:nvPr/>
          </p:nvSpPr>
          <p:spPr>
            <a:xfrm flipH="1">
              <a:off x="6888" y="235463"/>
              <a:ext cx="1280250" cy="106775"/>
            </a:xfrm>
            <a:custGeom>
              <a:avLst/>
              <a:gdLst/>
              <a:ahLst/>
              <a:cxnLst/>
              <a:rect l="l" t="t" r="r" b="b"/>
              <a:pathLst>
                <a:path w="51210" h="4271" extrusionOk="0">
                  <a:moveTo>
                    <a:pt x="23730" y="0"/>
                  </a:moveTo>
                  <a:cubicBezTo>
                    <a:pt x="21789" y="12"/>
                    <a:pt x="19849" y="72"/>
                    <a:pt x="17908" y="72"/>
                  </a:cubicBezTo>
                  <a:cubicBezTo>
                    <a:pt x="13549" y="82"/>
                    <a:pt x="8247" y="290"/>
                    <a:pt x="3582" y="290"/>
                  </a:cubicBezTo>
                  <a:cubicBezTo>
                    <a:pt x="2652" y="290"/>
                    <a:pt x="1748" y="282"/>
                    <a:pt x="882" y="262"/>
                  </a:cubicBezTo>
                  <a:lnTo>
                    <a:pt x="882" y="262"/>
                  </a:lnTo>
                  <a:cubicBezTo>
                    <a:pt x="1025" y="1358"/>
                    <a:pt x="1" y="1941"/>
                    <a:pt x="37" y="3036"/>
                  </a:cubicBezTo>
                  <a:cubicBezTo>
                    <a:pt x="49" y="3167"/>
                    <a:pt x="1418" y="4096"/>
                    <a:pt x="1418" y="4227"/>
                  </a:cubicBezTo>
                  <a:cubicBezTo>
                    <a:pt x="1817" y="4257"/>
                    <a:pt x="2231" y="4270"/>
                    <a:pt x="2658" y="4270"/>
                  </a:cubicBezTo>
                  <a:cubicBezTo>
                    <a:pt x="5803" y="4270"/>
                    <a:pt x="9596" y="3554"/>
                    <a:pt x="12653" y="3554"/>
                  </a:cubicBezTo>
                  <a:cubicBezTo>
                    <a:pt x="12815" y="3554"/>
                    <a:pt x="12975" y="3556"/>
                    <a:pt x="13134" y="3560"/>
                  </a:cubicBezTo>
                  <a:cubicBezTo>
                    <a:pt x="16741" y="3644"/>
                    <a:pt x="20361" y="3822"/>
                    <a:pt x="23980" y="3882"/>
                  </a:cubicBezTo>
                  <a:cubicBezTo>
                    <a:pt x="24820" y="3898"/>
                    <a:pt x="25660" y="3907"/>
                    <a:pt x="26500" y="3907"/>
                  </a:cubicBezTo>
                  <a:cubicBezTo>
                    <a:pt x="27470" y="3907"/>
                    <a:pt x="28440" y="3895"/>
                    <a:pt x="29409" y="3870"/>
                  </a:cubicBezTo>
                  <a:cubicBezTo>
                    <a:pt x="31148" y="3822"/>
                    <a:pt x="32886" y="3727"/>
                    <a:pt x="34624" y="3667"/>
                  </a:cubicBezTo>
                  <a:cubicBezTo>
                    <a:pt x="36264" y="3612"/>
                    <a:pt x="37914" y="3569"/>
                    <a:pt x="39563" y="3569"/>
                  </a:cubicBezTo>
                  <a:cubicBezTo>
                    <a:pt x="41423" y="3569"/>
                    <a:pt x="43283" y="3623"/>
                    <a:pt x="45126" y="3775"/>
                  </a:cubicBezTo>
                  <a:cubicBezTo>
                    <a:pt x="47257" y="3941"/>
                    <a:pt x="49019" y="4191"/>
                    <a:pt x="51174" y="4215"/>
                  </a:cubicBezTo>
                  <a:cubicBezTo>
                    <a:pt x="51174" y="2905"/>
                    <a:pt x="51210" y="1584"/>
                    <a:pt x="51174" y="274"/>
                  </a:cubicBezTo>
                  <a:cubicBezTo>
                    <a:pt x="50386" y="236"/>
                    <a:pt x="49613" y="221"/>
                    <a:pt x="48849" y="221"/>
                  </a:cubicBezTo>
                  <a:cubicBezTo>
                    <a:pt x="46241" y="221"/>
                    <a:pt x="43730" y="398"/>
                    <a:pt x="41042" y="453"/>
                  </a:cubicBezTo>
                  <a:cubicBezTo>
                    <a:pt x="40641" y="462"/>
                    <a:pt x="40240" y="466"/>
                    <a:pt x="39839" y="466"/>
                  </a:cubicBezTo>
                  <a:cubicBezTo>
                    <a:pt x="36456" y="466"/>
                    <a:pt x="33080" y="180"/>
                    <a:pt x="29695" y="84"/>
                  </a:cubicBezTo>
                  <a:cubicBezTo>
                    <a:pt x="27707" y="24"/>
                    <a:pt x="25718" y="0"/>
                    <a:pt x="237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8"/>
            <p:cNvSpPr/>
            <p:nvPr/>
          </p:nvSpPr>
          <p:spPr>
            <a:xfrm flipH="1">
              <a:off x="7488" y="350738"/>
              <a:ext cx="1258200" cy="65350"/>
            </a:xfrm>
            <a:custGeom>
              <a:avLst/>
              <a:gdLst/>
              <a:ahLst/>
              <a:cxnLst/>
              <a:rect l="l" t="t" r="r" b="b"/>
              <a:pathLst>
                <a:path w="50328" h="2614" extrusionOk="0">
                  <a:moveTo>
                    <a:pt x="38442" y="1"/>
                  </a:moveTo>
                  <a:cubicBezTo>
                    <a:pt x="36370" y="1"/>
                    <a:pt x="34294" y="74"/>
                    <a:pt x="32242" y="152"/>
                  </a:cubicBezTo>
                  <a:cubicBezTo>
                    <a:pt x="30480" y="223"/>
                    <a:pt x="28730" y="307"/>
                    <a:pt x="26968" y="342"/>
                  </a:cubicBezTo>
                  <a:cubicBezTo>
                    <a:pt x="26483" y="349"/>
                    <a:pt x="25998" y="352"/>
                    <a:pt x="25513" y="352"/>
                  </a:cubicBezTo>
                  <a:cubicBezTo>
                    <a:pt x="24188" y="352"/>
                    <a:pt x="22863" y="330"/>
                    <a:pt x="21539" y="295"/>
                  </a:cubicBezTo>
                  <a:cubicBezTo>
                    <a:pt x="20704" y="276"/>
                    <a:pt x="19851" y="267"/>
                    <a:pt x="18985" y="267"/>
                  </a:cubicBezTo>
                  <a:cubicBezTo>
                    <a:pt x="12850" y="267"/>
                    <a:pt x="6009" y="688"/>
                    <a:pt x="0" y="688"/>
                  </a:cubicBezTo>
                  <a:cubicBezTo>
                    <a:pt x="12" y="1247"/>
                    <a:pt x="262" y="2033"/>
                    <a:pt x="262" y="2593"/>
                  </a:cubicBezTo>
                  <a:cubicBezTo>
                    <a:pt x="816" y="2607"/>
                    <a:pt x="1372" y="2613"/>
                    <a:pt x="1929" y="2613"/>
                  </a:cubicBezTo>
                  <a:cubicBezTo>
                    <a:pt x="8487" y="2613"/>
                    <a:pt x="15251" y="1710"/>
                    <a:pt x="21603" y="1710"/>
                  </a:cubicBezTo>
                  <a:cubicBezTo>
                    <a:pt x="22426" y="1710"/>
                    <a:pt x="23243" y="1725"/>
                    <a:pt x="24051" y="1759"/>
                  </a:cubicBezTo>
                  <a:cubicBezTo>
                    <a:pt x="29266" y="1973"/>
                    <a:pt x="34433" y="2462"/>
                    <a:pt x="39660" y="2509"/>
                  </a:cubicBezTo>
                  <a:cubicBezTo>
                    <a:pt x="43208" y="2533"/>
                    <a:pt x="46768" y="2497"/>
                    <a:pt x="50328" y="2593"/>
                  </a:cubicBezTo>
                  <a:cubicBezTo>
                    <a:pt x="50328" y="1950"/>
                    <a:pt x="50328" y="1319"/>
                    <a:pt x="50328" y="676"/>
                  </a:cubicBezTo>
                  <a:cubicBezTo>
                    <a:pt x="47792" y="640"/>
                    <a:pt x="45232" y="295"/>
                    <a:pt x="42708" y="128"/>
                  </a:cubicBezTo>
                  <a:cubicBezTo>
                    <a:pt x="41295" y="36"/>
                    <a:pt x="39869" y="1"/>
                    <a:pt x="384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8"/>
            <p:cNvSpPr/>
            <p:nvPr/>
          </p:nvSpPr>
          <p:spPr>
            <a:xfrm flipH="1">
              <a:off x="7788" y="427038"/>
              <a:ext cx="1272500" cy="70675"/>
            </a:xfrm>
            <a:custGeom>
              <a:avLst/>
              <a:gdLst/>
              <a:ahLst/>
              <a:cxnLst/>
              <a:rect l="l" t="t" r="r" b="b"/>
              <a:pathLst>
                <a:path w="50900" h="2827" extrusionOk="0">
                  <a:moveTo>
                    <a:pt x="21905" y="1"/>
                  </a:moveTo>
                  <a:cubicBezTo>
                    <a:pt x="14957" y="1"/>
                    <a:pt x="7113" y="874"/>
                    <a:pt x="276" y="874"/>
                  </a:cubicBezTo>
                  <a:cubicBezTo>
                    <a:pt x="236" y="874"/>
                    <a:pt x="196" y="874"/>
                    <a:pt x="156" y="874"/>
                  </a:cubicBezTo>
                  <a:lnTo>
                    <a:pt x="156" y="874"/>
                  </a:lnTo>
                  <a:cubicBezTo>
                    <a:pt x="203" y="1577"/>
                    <a:pt x="1" y="2112"/>
                    <a:pt x="48" y="2827"/>
                  </a:cubicBezTo>
                  <a:cubicBezTo>
                    <a:pt x="1794" y="2827"/>
                    <a:pt x="2584" y="2338"/>
                    <a:pt x="2852" y="2338"/>
                  </a:cubicBezTo>
                  <a:cubicBezTo>
                    <a:pt x="2859" y="2338"/>
                    <a:pt x="2865" y="2338"/>
                    <a:pt x="2870" y="2339"/>
                  </a:cubicBezTo>
                  <a:cubicBezTo>
                    <a:pt x="4942" y="1969"/>
                    <a:pt x="7109" y="1815"/>
                    <a:pt x="9157" y="1731"/>
                  </a:cubicBezTo>
                  <a:cubicBezTo>
                    <a:pt x="10314" y="1688"/>
                    <a:pt x="11472" y="1669"/>
                    <a:pt x="12631" y="1669"/>
                  </a:cubicBezTo>
                  <a:cubicBezTo>
                    <a:pt x="15898" y="1669"/>
                    <a:pt x="19169" y="1821"/>
                    <a:pt x="22420" y="2005"/>
                  </a:cubicBezTo>
                  <a:cubicBezTo>
                    <a:pt x="24599" y="2136"/>
                    <a:pt x="26790" y="2279"/>
                    <a:pt x="28969" y="2422"/>
                  </a:cubicBezTo>
                  <a:cubicBezTo>
                    <a:pt x="29964" y="2405"/>
                    <a:pt x="30958" y="2397"/>
                    <a:pt x="31952" y="2397"/>
                  </a:cubicBezTo>
                  <a:cubicBezTo>
                    <a:pt x="37965" y="2397"/>
                    <a:pt x="43965" y="2673"/>
                    <a:pt x="49983" y="2827"/>
                  </a:cubicBezTo>
                  <a:cubicBezTo>
                    <a:pt x="50281" y="2791"/>
                    <a:pt x="50579" y="2755"/>
                    <a:pt x="50876" y="2708"/>
                  </a:cubicBezTo>
                  <a:cubicBezTo>
                    <a:pt x="50888" y="2100"/>
                    <a:pt x="50888" y="1493"/>
                    <a:pt x="50900" y="886"/>
                  </a:cubicBezTo>
                  <a:cubicBezTo>
                    <a:pt x="46959" y="767"/>
                    <a:pt x="43018" y="838"/>
                    <a:pt x="39065" y="779"/>
                  </a:cubicBezTo>
                  <a:cubicBezTo>
                    <a:pt x="34338" y="707"/>
                    <a:pt x="29659" y="267"/>
                    <a:pt x="24944" y="64"/>
                  </a:cubicBezTo>
                  <a:cubicBezTo>
                    <a:pt x="23955" y="20"/>
                    <a:pt x="22940" y="1"/>
                    <a:pt x="219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8"/>
            <p:cNvSpPr/>
            <p:nvPr/>
          </p:nvSpPr>
          <p:spPr>
            <a:xfrm flipH="1">
              <a:off x="644163" y="492038"/>
              <a:ext cx="448900" cy="12900"/>
            </a:xfrm>
            <a:custGeom>
              <a:avLst/>
              <a:gdLst/>
              <a:ahLst/>
              <a:cxnLst/>
              <a:rect l="l" t="t" r="r" b="b"/>
              <a:pathLst>
                <a:path w="17956" h="516" extrusionOk="0">
                  <a:moveTo>
                    <a:pt x="17955" y="1"/>
                  </a:moveTo>
                  <a:lnTo>
                    <a:pt x="17955" y="1"/>
                  </a:lnTo>
                  <a:cubicBezTo>
                    <a:pt x="17491" y="12"/>
                    <a:pt x="17039" y="12"/>
                    <a:pt x="16586" y="12"/>
                  </a:cubicBezTo>
                  <a:cubicBezTo>
                    <a:pt x="11062" y="72"/>
                    <a:pt x="5525" y="179"/>
                    <a:pt x="1" y="298"/>
                  </a:cubicBezTo>
                  <a:cubicBezTo>
                    <a:pt x="2446" y="442"/>
                    <a:pt x="4892" y="516"/>
                    <a:pt x="7337" y="516"/>
                  </a:cubicBezTo>
                  <a:cubicBezTo>
                    <a:pt x="8952" y="516"/>
                    <a:pt x="10566" y="484"/>
                    <a:pt x="12181" y="417"/>
                  </a:cubicBezTo>
                  <a:cubicBezTo>
                    <a:pt x="14098" y="334"/>
                    <a:pt x="16027" y="203"/>
                    <a:pt x="179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8"/>
            <p:cNvSpPr/>
            <p:nvPr/>
          </p:nvSpPr>
          <p:spPr>
            <a:xfrm flipH="1">
              <a:off x="23263" y="115363"/>
              <a:ext cx="491750" cy="19625"/>
            </a:xfrm>
            <a:custGeom>
              <a:avLst/>
              <a:gdLst/>
              <a:ahLst/>
              <a:cxnLst/>
              <a:rect l="l" t="t" r="r" b="b"/>
              <a:pathLst>
                <a:path w="19670" h="785" extrusionOk="0">
                  <a:moveTo>
                    <a:pt x="9469" y="0"/>
                  </a:moveTo>
                  <a:cubicBezTo>
                    <a:pt x="6310" y="0"/>
                    <a:pt x="3147" y="109"/>
                    <a:pt x="1" y="351"/>
                  </a:cubicBezTo>
                  <a:cubicBezTo>
                    <a:pt x="3537" y="530"/>
                    <a:pt x="7085" y="744"/>
                    <a:pt x="10621" y="780"/>
                  </a:cubicBezTo>
                  <a:cubicBezTo>
                    <a:pt x="10958" y="783"/>
                    <a:pt x="11295" y="784"/>
                    <a:pt x="11632" y="784"/>
                  </a:cubicBezTo>
                  <a:cubicBezTo>
                    <a:pt x="14311" y="784"/>
                    <a:pt x="17005" y="691"/>
                    <a:pt x="19670" y="363"/>
                  </a:cubicBezTo>
                  <a:cubicBezTo>
                    <a:pt x="19015" y="316"/>
                    <a:pt x="18348" y="268"/>
                    <a:pt x="17693" y="232"/>
                  </a:cubicBezTo>
                  <a:cubicBezTo>
                    <a:pt x="14963" y="83"/>
                    <a:pt x="12217" y="0"/>
                    <a:pt x="94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8"/>
            <p:cNvSpPr/>
            <p:nvPr/>
          </p:nvSpPr>
          <p:spPr>
            <a:xfrm flipH="1">
              <a:off x="6888" y="523813"/>
              <a:ext cx="1261775" cy="39200"/>
            </a:xfrm>
            <a:custGeom>
              <a:avLst/>
              <a:gdLst/>
              <a:ahLst/>
              <a:cxnLst/>
              <a:rect l="l" t="t" r="r" b="b"/>
              <a:pathLst>
                <a:path w="50471" h="1568" extrusionOk="0">
                  <a:moveTo>
                    <a:pt x="25534" y="1"/>
                  </a:moveTo>
                  <a:cubicBezTo>
                    <a:pt x="24557" y="1"/>
                    <a:pt x="23582" y="16"/>
                    <a:pt x="22610" y="51"/>
                  </a:cubicBezTo>
                  <a:cubicBezTo>
                    <a:pt x="19181" y="168"/>
                    <a:pt x="15819" y="379"/>
                    <a:pt x="12423" y="379"/>
                  </a:cubicBezTo>
                  <a:cubicBezTo>
                    <a:pt x="11315" y="379"/>
                    <a:pt x="10203" y="357"/>
                    <a:pt x="9085" y="301"/>
                  </a:cubicBezTo>
                  <a:cubicBezTo>
                    <a:pt x="7132" y="206"/>
                    <a:pt x="5179" y="111"/>
                    <a:pt x="3227" y="111"/>
                  </a:cubicBezTo>
                  <a:cubicBezTo>
                    <a:pt x="2822" y="111"/>
                    <a:pt x="941" y="515"/>
                    <a:pt x="143" y="539"/>
                  </a:cubicBezTo>
                  <a:cubicBezTo>
                    <a:pt x="167" y="896"/>
                    <a:pt x="0" y="1087"/>
                    <a:pt x="24" y="1444"/>
                  </a:cubicBezTo>
                  <a:cubicBezTo>
                    <a:pt x="153" y="1445"/>
                    <a:pt x="284" y="1445"/>
                    <a:pt x="416" y="1445"/>
                  </a:cubicBezTo>
                  <a:cubicBezTo>
                    <a:pt x="3729" y="1445"/>
                    <a:pt x="8058" y="1170"/>
                    <a:pt x="11275" y="1158"/>
                  </a:cubicBezTo>
                  <a:cubicBezTo>
                    <a:pt x="13267" y="1146"/>
                    <a:pt x="15259" y="1133"/>
                    <a:pt x="17249" y="1133"/>
                  </a:cubicBezTo>
                  <a:cubicBezTo>
                    <a:pt x="18983" y="1133"/>
                    <a:pt x="20714" y="1143"/>
                    <a:pt x="22443" y="1170"/>
                  </a:cubicBezTo>
                  <a:cubicBezTo>
                    <a:pt x="26122" y="1230"/>
                    <a:pt x="29790" y="1361"/>
                    <a:pt x="33469" y="1444"/>
                  </a:cubicBezTo>
                  <a:cubicBezTo>
                    <a:pt x="36568" y="1509"/>
                    <a:pt x="39671" y="1567"/>
                    <a:pt x="42771" y="1567"/>
                  </a:cubicBezTo>
                  <a:cubicBezTo>
                    <a:pt x="45328" y="1567"/>
                    <a:pt x="47884" y="1528"/>
                    <a:pt x="50435" y="1420"/>
                  </a:cubicBezTo>
                  <a:cubicBezTo>
                    <a:pt x="50411" y="1111"/>
                    <a:pt x="50471" y="813"/>
                    <a:pt x="50435" y="504"/>
                  </a:cubicBezTo>
                  <a:lnTo>
                    <a:pt x="50435" y="504"/>
                  </a:lnTo>
                  <a:cubicBezTo>
                    <a:pt x="48685" y="631"/>
                    <a:pt x="46925" y="681"/>
                    <a:pt x="45159" y="681"/>
                  </a:cubicBezTo>
                  <a:cubicBezTo>
                    <a:pt x="38648" y="681"/>
                    <a:pt x="32048" y="1"/>
                    <a:pt x="255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8"/>
            <p:cNvSpPr/>
            <p:nvPr/>
          </p:nvSpPr>
          <p:spPr>
            <a:xfrm flipH="1">
              <a:off x="7188" y="579538"/>
              <a:ext cx="1261775" cy="53100"/>
            </a:xfrm>
            <a:custGeom>
              <a:avLst/>
              <a:gdLst/>
              <a:ahLst/>
              <a:cxnLst/>
              <a:rect l="l" t="t" r="r" b="b"/>
              <a:pathLst>
                <a:path w="50471" h="2124" extrusionOk="0">
                  <a:moveTo>
                    <a:pt x="18386" y="0"/>
                  </a:moveTo>
                  <a:cubicBezTo>
                    <a:pt x="11536" y="0"/>
                    <a:pt x="1746" y="205"/>
                    <a:pt x="0" y="299"/>
                  </a:cubicBezTo>
                  <a:cubicBezTo>
                    <a:pt x="36" y="894"/>
                    <a:pt x="584" y="1323"/>
                    <a:pt x="607" y="1918"/>
                  </a:cubicBezTo>
                  <a:cubicBezTo>
                    <a:pt x="1313" y="2071"/>
                    <a:pt x="2127" y="2123"/>
                    <a:pt x="2991" y="2123"/>
                  </a:cubicBezTo>
                  <a:cubicBezTo>
                    <a:pt x="4929" y="2123"/>
                    <a:pt x="7120" y="1858"/>
                    <a:pt x="8909" y="1858"/>
                  </a:cubicBezTo>
                  <a:cubicBezTo>
                    <a:pt x="8936" y="1858"/>
                    <a:pt x="8963" y="1858"/>
                    <a:pt x="8989" y="1858"/>
                  </a:cubicBezTo>
                  <a:cubicBezTo>
                    <a:pt x="13609" y="1882"/>
                    <a:pt x="18241" y="1882"/>
                    <a:pt x="22860" y="1882"/>
                  </a:cubicBezTo>
                  <a:cubicBezTo>
                    <a:pt x="26384" y="1882"/>
                    <a:pt x="29885" y="1715"/>
                    <a:pt x="33397" y="1537"/>
                  </a:cubicBezTo>
                  <a:cubicBezTo>
                    <a:pt x="36099" y="1396"/>
                    <a:pt x="38801" y="1274"/>
                    <a:pt x="41508" y="1274"/>
                  </a:cubicBezTo>
                  <a:cubicBezTo>
                    <a:pt x="42451" y="1274"/>
                    <a:pt x="43395" y="1289"/>
                    <a:pt x="44339" y="1323"/>
                  </a:cubicBezTo>
                  <a:cubicBezTo>
                    <a:pt x="46387" y="1394"/>
                    <a:pt x="48471" y="1549"/>
                    <a:pt x="50471" y="1918"/>
                  </a:cubicBezTo>
                  <a:cubicBezTo>
                    <a:pt x="50471" y="1323"/>
                    <a:pt x="50471" y="846"/>
                    <a:pt x="50447" y="251"/>
                  </a:cubicBezTo>
                  <a:cubicBezTo>
                    <a:pt x="48030" y="358"/>
                    <a:pt x="45506" y="418"/>
                    <a:pt x="43089" y="430"/>
                  </a:cubicBezTo>
                  <a:cubicBezTo>
                    <a:pt x="39422" y="430"/>
                    <a:pt x="35755" y="358"/>
                    <a:pt x="32088" y="275"/>
                  </a:cubicBezTo>
                  <a:cubicBezTo>
                    <a:pt x="28409" y="191"/>
                    <a:pt x="24730" y="60"/>
                    <a:pt x="21039" y="13"/>
                  </a:cubicBezTo>
                  <a:cubicBezTo>
                    <a:pt x="20231" y="4"/>
                    <a:pt x="19337" y="0"/>
                    <a:pt x="183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8"/>
            <p:cNvSpPr/>
            <p:nvPr/>
          </p:nvSpPr>
          <p:spPr>
            <a:xfrm flipH="1">
              <a:off x="7188" y="665338"/>
              <a:ext cx="1288275" cy="78950"/>
            </a:xfrm>
            <a:custGeom>
              <a:avLst/>
              <a:gdLst/>
              <a:ahLst/>
              <a:cxnLst/>
              <a:rect l="l" t="t" r="r" b="b"/>
              <a:pathLst>
                <a:path w="51531" h="3158" extrusionOk="0">
                  <a:moveTo>
                    <a:pt x="20070" y="0"/>
                  </a:moveTo>
                  <a:cubicBezTo>
                    <a:pt x="13727" y="0"/>
                    <a:pt x="6716" y="400"/>
                    <a:pt x="989" y="1010"/>
                  </a:cubicBezTo>
                  <a:cubicBezTo>
                    <a:pt x="1001" y="1855"/>
                    <a:pt x="1" y="1498"/>
                    <a:pt x="1" y="2343"/>
                  </a:cubicBezTo>
                  <a:cubicBezTo>
                    <a:pt x="12" y="2439"/>
                    <a:pt x="1536" y="2844"/>
                    <a:pt x="1548" y="2939"/>
                  </a:cubicBezTo>
                  <a:cubicBezTo>
                    <a:pt x="2120" y="2999"/>
                    <a:pt x="2672" y="3022"/>
                    <a:pt x="3207" y="3022"/>
                  </a:cubicBezTo>
                  <a:cubicBezTo>
                    <a:pt x="4968" y="3022"/>
                    <a:pt x="6543" y="2772"/>
                    <a:pt x="8041" y="2772"/>
                  </a:cubicBezTo>
                  <a:cubicBezTo>
                    <a:pt x="8068" y="2772"/>
                    <a:pt x="8094" y="2772"/>
                    <a:pt x="8121" y="2772"/>
                  </a:cubicBezTo>
                  <a:cubicBezTo>
                    <a:pt x="10038" y="2772"/>
                    <a:pt x="11943" y="2772"/>
                    <a:pt x="13848" y="2760"/>
                  </a:cubicBezTo>
                  <a:cubicBezTo>
                    <a:pt x="14153" y="2758"/>
                    <a:pt x="14459" y="2758"/>
                    <a:pt x="14765" y="2758"/>
                  </a:cubicBezTo>
                  <a:cubicBezTo>
                    <a:pt x="15541" y="2758"/>
                    <a:pt x="16318" y="2762"/>
                    <a:pt x="17095" y="2762"/>
                  </a:cubicBezTo>
                  <a:cubicBezTo>
                    <a:pt x="17922" y="2762"/>
                    <a:pt x="18749" y="2757"/>
                    <a:pt x="19574" y="2736"/>
                  </a:cubicBezTo>
                  <a:cubicBezTo>
                    <a:pt x="21115" y="2690"/>
                    <a:pt x="22659" y="2669"/>
                    <a:pt x="24204" y="2669"/>
                  </a:cubicBezTo>
                  <a:cubicBezTo>
                    <a:pt x="26623" y="2669"/>
                    <a:pt x="29044" y="2721"/>
                    <a:pt x="31457" y="2808"/>
                  </a:cubicBezTo>
                  <a:cubicBezTo>
                    <a:pt x="33433" y="2879"/>
                    <a:pt x="35398" y="2998"/>
                    <a:pt x="37362" y="3105"/>
                  </a:cubicBezTo>
                  <a:cubicBezTo>
                    <a:pt x="37988" y="3143"/>
                    <a:pt x="38618" y="3157"/>
                    <a:pt x="39249" y="3157"/>
                  </a:cubicBezTo>
                  <a:cubicBezTo>
                    <a:pt x="40420" y="3157"/>
                    <a:pt x="41596" y="3108"/>
                    <a:pt x="42756" y="3070"/>
                  </a:cubicBezTo>
                  <a:cubicBezTo>
                    <a:pt x="44880" y="3001"/>
                    <a:pt x="46979" y="2900"/>
                    <a:pt x="49094" y="2900"/>
                  </a:cubicBezTo>
                  <a:cubicBezTo>
                    <a:pt x="49895" y="2900"/>
                    <a:pt x="50699" y="2915"/>
                    <a:pt x="51507" y="2951"/>
                  </a:cubicBezTo>
                  <a:cubicBezTo>
                    <a:pt x="51483" y="2284"/>
                    <a:pt x="51531" y="1617"/>
                    <a:pt x="51507" y="950"/>
                  </a:cubicBezTo>
                  <a:lnTo>
                    <a:pt x="51507" y="950"/>
                  </a:lnTo>
                  <a:cubicBezTo>
                    <a:pt x="50143" y="1079"/>
                    <a:pt x="48759" y="1127"/>
                    <a:pt x="47378" y="1127"/>
                  </a:cubicBezTo>
                  <a:cubicBezTo>
                    <a:pt x="46325" y="1127"/>
                    <a:pt x="45273" y="1099"/>
                    <a:pt x="44232" y="1058"/>
                  </a:cubicBezTo>
                  <a:cubicBezTo>
                    <a:pt x="40910" y="927"/>
                    <a:pt x="37612" y="629"/>
                    <a:pt x="34291" y="427"/>
                  </a:cubicBezTo>
                  <a:cubicBezTo>
                    <a:pt x="30743" y="200"/>
                    <a:pt x="27183" y="129"/>
                    <a:pt x="23623" y="46"/>
                  </a:cubicBezTo>
                  <a:cubicBezTo>
                    <a:pt x="22472" y="15"/>
                    <a:pt x="21283" y="0"/>
                    <a:pt x="200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8"/>
            <p:cNvSpPr/>
            <p:nvPr/>
          </p:nvSpPr>
          <p:spPr>
            <a:xfrm flipH="1">
              <a:off x="6888" y="759288"/>
              <a:ext cx="1290050" cy="106825"/>
            </a:xfrm>
            <a:custGeom>
              <a:avLst/>
              <a:gdLst/>
              <a:ahLst/>
              <a:cxnLst/>
              <a:rect l="l" t="t" r="r" b="b"/>
              <a:pathLst>
                <a:path w="51602" h="4273" extrusionOk="0">
                  <a:moveTo>
                    <a:pt x="24500" y="0"/>
                  </a:moveTo>
                  <a:cubicBezTo>
                    <a:pt x="24243" y="0"/>
                    <a:pt x="23986" y="1"/>
                    <a:pt x="23729" y="2"/>
                  </a:cubicBezTo>
                  <a:cubicBezTo>
                    <a:pt x="21788" y="2"/>
                    <a:pt x="19848" y="74"/>
                    <a:pt x="17907" y="74"/>
                  </a:cubicBezTo>
                  <a:cubicBezTo>
                    <a:pt x="13548" y="84"/>
                    <a:pt x="8246" y="292"/>
                    <a:pt x="3581" y="292"/>
                  </a:cubicBezTo>
                  <a:cubicBezTo>
                    <a:pt x="2651" y="292"/>
                    <a:pt x="1747" y="284"/>
                    <a:pt x="881" y="264"/>
                  </a:cubicBezTo>
                  <a:lnTo>
                    <a:pt x="881" y="264"/>
                  </a:lnTo>
                  <a:cubicBezTo>
                    <a:pt x="1024" y="1360"/>
                    <a:pt x="0" y="1931"/>
                    <a:pt x="36" y="3038"/>
                  </a:cubicBezTo>
                  <a:cubicBezTo>
                    <a:pt x="48" y="3157"/>
                    <a:pt x="1405" y="4098"/>
                    <a:pt x="1417" y="4229"/>
                  </a:cubicBezTo>
                  <a:cubicBezTo>
                    <a:pt x="1814" y="4259"/>
                    <a:pt x="2227" y="4272"/>
                    <a:pt x="2653" y="4272"/>
                  </a:cubicBezTo>
                  <a:cubicBezTo>
                    <a:pt x="5813" y="4272"/>
                    <a:pt x="9641" y="3546"/>
                    <a:pt x="12700" y="3546"/>
                  </a:cubicBezTo>
                  <a:cubicBezTo>
                    <a:pt x="12842" y="3546"/>
                    <a:pt x="12982" y="3547"/>
                    <a:pt x="13121" y="3550"/>
                  </a:cubicBezTo>
                  <a:cubicBezTo>
                    <a:pt x="16740" y="3646"/>
                    <a:pt x="20360" y="3824"/>
                    <a:pt x="23979" y="3884"/>
                  </a:cubicBezTo>
                  <a:cubicBezTo>
                    <a:pt x="24819" y="3900"/>
                    <a:pt x="25659" y="3909"/>
                    <a:pt x="26499" y="3909"/>
                  </a:cubicBezTo>
                  <a:cubicBezTo>
                    <a:pt x="27469" y="3909"/>
                    <a:pt x="28439" y="3897"/>
                    <a:pt x="29408" y="3872"/>
                  </a:cubicBezTo>
                  <a:cubicBezTo>
                    <a:pt x="31147" y="3824"/>
                    <a:pt x="32885" y="3717"/>
                    <a:pt x="34623" y="3658"/>
                  </a:cubicBezTo>
                  <a:cubicBezTo>
                    <a:pt x="36256" y="3607"/>
                    <a:pt x="37899" y="3568"/>
                    <a:pt x="39541" y="3568"/>
                  </a:cubicBezTo>
                  <a:cubicBezTo>
                    <a:pt x="41409" y="3568"/>
                    <a:pt x="43275" y="3619"/>
                    <a:pt x="45125" y="3765"/>
                  </a:cubicBezTo>
                  <a:cubicBezTo>
                    <a:pt x="47256" y="3943"/>
                    <a:pt x="49411" y="4193"/>
                    <a:pt x="51566" y="4229"/>
                  </a:cubicBezTo>
                  <a:cubicBezTo>
                    <a:pt x="51566" y="2907"/>
                    <a:pt x="51602" y="1598"/>
                    <a:pt x="51566" y="276"/>
                  </a:cubicBezTo>
                  <a:cubicBezTo>
                    <a:pt x="50756" y="237"/>
                    <a:pt x="49942" y="222"/>
                    <a:pt x="49124" y="222"/>
                  </a:cubicBezTo>
                  <a:cubicBezTo>
                    <a:pt x="46431" y="222"/>
                    <a:pt x="43708" y="391"/>
                    <a:pt x="41041" y="455"/>
                  </a:cubicBezTo>
                  <a:cubicBezTo>
                    <a:pt x="40638" y="464"/>
                    <a:pt x="40236" y="468"/>
                    <a:pt x="39835" y="468"/>
                  </a:cubicBezTo>
                  <a:cubicBezTo>
                    <a:pt x="36445" y="468"/>
                    <a:pt x="33079" y="181"/>
                    <a:pt x="29694" y="86"/>
                  </a:cubicBezTo>
                  <a:cubicBezTo>
                    <a:pt x="27963" y="34"/>
                    <a:pt x="26231" y="0"/>
                    <a:pt x="245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8"/>
            <p:cNvSpPr/>
            <p:nvPr/>
          </p:nvSpPr>
          <p:spPr>
            <a:xfrm flipH="1">
              <a:off x="7188" y="875288"/>
              <a:ext cx="1258200" cy="65500"/>
            </a:xfrm>
            <a:custGeom>
              <a:avLst/>
              <a:gdLst/>
              <a:ahLst/>
              <a:cxnLst/>
              <a:rect l="l" t="t" r="r" b="b"/>
              <a:pathLst>
                <a:path w="50328" h="2620" extrusionOk="0">
                  <a:moveTo>
                    <a:pt x="38384" y="1"/>
                  </a:moveTo>
                  <a:cubicBezTo>
                    <a:pt x="36329" y="1"/>
                    <a:pt x="34271" y="77"/>
                    <a:pt x="32230" y="161"/>
                  </a:cubicBezTo>
                  <a:cubicBezTo>
                    <a:pt x="30480" y="220"/>
                    <a:pt x="28718" y="315"/>
                    <a:pt x="26956" y="339"/>
                  </a:cubicBezTo>
                  <a:cubicBezTo>
                    <a:pt x="26357" y="347"/>
                    <a:pt x="25756" y="351"/>
                    <a:pt x="25154" y="351"/>
                  </a:cubicBezTo>
                  <a:cubicBezTo>
                    <a:pt x="23952" y="351"/>
                    <a:pt x="22745" y="335"/>
                    <a:pt x="21539" y="303"/>
                  </a:cubicBezTo>
                  <a:cubicBezTo>
                    <a:pt x="20648" y="281"/>
                    <a:pt x="19737" y="272"/>
                    <a:pt x="18811" y="272"/>
                  </a:cubicBezTo>
                  <a:cubicBezTo>
                    <a:pt x="12721" y="272"/>
                    <a:pt x="5952" y="684"/>
                    <a:pt x="0" y="684"/>
                  </a:cubicBezTo>
                  <a:cubicBezTo>
                    <a:pt x="12" y="1244"/>
                    <a:pt x="250" y="2042"/>
                    <a:pt x="262" y="2601"/>
                  </a:cubicBezTo>
                  <a:cubicBezTo>
                    <a:pt x="789" y="2614"/>
                    <a:pt x="1317" y="2620"/>
                    <a:pt x="1847" y="2620"/>
                  </a:cubicBezTo>
                  <a:cubicBezTo>
                    <a:pt x="8445" y="2620"/>
                    <a:pt x="15269" y="1709"/>
                    <a:pt x="21667" y="1709"/>
                  </a:cubicBezTo>
                  <a:cubicBezTo>
                    <a:pt x="22469" y="1709"/>
                    <a:pt x="23264" y="1724"/>
                    <a:pt x="24051" y="1756"/>
                  </a:cubicBezTo>
                  <a:cubicBezTo>
                    <a:pt x="29254" y="1982"/>
                    <a:pt x="34433" y="2458"/>
                    <a:pt x="39648" y="2506"/>
                  </a:cubicBezTo>
                  <a:cubicBezTo>
                    <a:pt x="43208" y="2542"/>
                    <a:pt x="46768" y="2506"/>
                    <a:pt x="50316" y="2601"/>
                  </a:cubicBezTo>
                  <a:cubicBezTo>
                    <a:pt x="50328" y="1958"/>
                    <a:pt x="50328" y="1315"/>
                    <a:pt x="50328" y="672"/>
                  </a:cubicBezTo>
                  <a:cubicBezTo>
                    <a:pt x="47780" y="649"/>
                    <a:pt x="45220" y="303"/>
                    <a:pt x="42708" y="137"/>
                  </a:cubicBezTo>
                  <a:cubicBezTo>
                    <a:pt x="41272" y="38"/>
                    <a:pt x="39829" y="1"/>
                    <a:pt x="383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8"/>
            <p:cNvSpPr/>
            <p:nvPr/>
          </p:nvSpPr>
          <p:spPr>
            <a:xfrm flipH="1">
              <a:off x="7188" y="951588"/>
              <a:ext cx="1272500" cy="70600"/>
            </a:xfrm>
            <a:custGeom>
              <a:avLst/>
              <a:gdLst/>
              <a:ahLst/>
              <a:cxnLst/>
              <a:rect l="l" t="t" r="r" b="b"/>
              <a:pathLst>
                <a:path w="50900" h="2824" extrusionOk="0">
                  <a:moveTo>
                    <a:pt x="21971" y="1"/>
                  </a:moveTo>
                  <a:cubicBezTo>
                    <a:pt x="15005" y="1"/>
                    <a:pt x="7125" y="871"/>
                    <a:pt x="277" y="871"/>
                  </a:cubicBezTo>
                  <a:cubicBezTo>
                    <a:pt x="236" y="871"/>
                    <a:pt x="196" y="871"/>
                    <a:pt x="155" y="871"/>
                  </a:cubicBezTo>
                  <a:lnTo>
                    <a:pt x="155" y="871"/>
                  </a:lnTo>
                  <a:cubicBezTo>
                    <a:pt x="203" y="1585"/>
                    <a:pt x="1" y="2121"/>
                    <a:pt x="48" y="2824"/>
                  </a:cubicBezTo>
                  <a:cubicBezTo>
                    <a:pt x="1794" y="2824"/>
                    <a:pt x="2572" y="2335"/>
                    <a:pt x="2851" y="2335"/>
                  </a:cubicBezTo>
                  <a:cubicBezTo>
                    <a:pt x="2858" y="2335"/>
                    <a:pt x="2864" y="2335"/>
                    <a:pt x="2870" y="2335"/>
                  </a:cubicBezTo>
                  <a:cubicBezTo>
                    <a:pt x="4942" y="1966"/>
                    <a:pt x="7109" y="1823"/>
                    <a:pt x="9157" y="1740"/>
                  </a:cubicBezTo>
                  <a:cubicBezTo>
                    <a:pt x="10328" y="1693"/>
                    <a:pt x="11500" y="1672"/>
                    <a:pt x="12674" y="1672"/>
                  </a:cubicBezTo>
                  <a:cubicBezTo>
                    <a:pt x="15926" y="1672"/>
                    <a:pt x="19183" y="1830"/>
                    <a:pt x="22420" y="2014"/>
                  </a:cubicBezTo>
                  <a:cubicBezTo>
                    <a:pt x="24599" y="2133"/>
                    <a:pt x="26778" y="2276"/>
                    <a:pt x="28969" y="2419"/>
                  </a:cubicBezTo>
                  <a:cubicBezTo>
                    <a:pt x="29939" y="2402"/>
                    <a:pt x="30909" y="2395"/>
                    <a:pt x="31879" y="2395"/>
                  </a:cubicBezTo>
                  <a:cubicBezTo>
                    <a:pt x="37916" y="2395"/>
                    <a:pt x="43941" y="2680"/>
                    <a:pt x="49983" y="2824"/>
                  </a:cubicBezTo>
                  <a:cubicBezTo>
                    <a:pt x="50281" y="2788"/>
                    <a:pt x="50578" y="2752"/>
                    <a:pt x="50864" y="2716"/>
                  </a:cubicBezTo>
                  <a:cubicBezTo>
                    <a:pt x="50876" y="2109"/>
                    <a:pt x="50888" y="1502"/>
                    <a:pt x="50900" y="883"/>
                  </a:cubicBezTo>
                  <a:cubicBezTo>
                    <a:pt x="46959" y="776"/>
                    <a:pt x="43006" y="847"/>
                    <a:pt x="39065" y="788"/>
                  </a:cubicBezTo>
                  <a:cubicBezTo>
                    <a:pt x="34338" y="716"/>
                    <a:pt x="29659" y="276"/>
                    <a:pt x="24944" y="61"/>
                  </a:cubicBezTo>
                  <a:cubicBezTo>
                    <a:pt x="23976" y="19"/>
                    <a:pt x="22984" y="1"/>
                    <a:pt x="219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8"/>
            <p:cNvSpPr/>
            <p:nvPr/>
          </p:nvSpPr>
          <p:spPr>
            <a:xfrm flipH="1">
              <a:off x="645363" y="1015913"/>
              <a:ext cx="448875" cy="12850"/>
            </a:xfrm>
            <a:custGeom>
              <a:avLst/>
              <a:gdLst/>
              <a:ahLst/>
              <a:cxnLst/>
              <a:rect l="l" t="t" r="r" b="b"/>
              <a:pathLst>
                <a:path w="17955" h="514" extrusionOk="0">
                  <a:moveTo>
                    <a:pt x="17955" y="0"/>
                  </a:moveTo>
                  <a:cubicBezTo>
                    <a:pt x="17490" y="0"/>
                    <a:pt x="17038" y="0"/>
                    <a:pt x="16586" y="12"/>
                  </a:cubicBezTo>
                  <a:cubicBezTo>
                    <a:pt x="11049" y="60"/>
                    <a:pt x="5525" y="167"/>
                    <a:pt x="0" y="298"/>
                  </a:cubicBezTo>
                  <a:cubicBezTo>
                    <a:pt x="2397" y="439"/>
                    <a:pt x="4803" y="513"/>
                    <a:pt x="7209" y="513"/>
                  </a:cubicBezTo>
                  <a:cubicBezTo>
                    <a:pt x="8866" y="513"/>
                    <a:pt x="10524" y="478"/>
                    <a:pt x="12180" y="405"/>
                  </a:cubicBezTo>
                  <a:cubicBezTo>
                    <a:pt x="14097" y="322"/>
                    <a:pt x="16026" y="191"/>
                    <a:pt x="179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8"/>
            <p:cNvSpPr/>
            <p:nvPr/>
          </p:nvSpPr>
          <p:spPr>
            <a:xfrm flipH="1">
              <a:off x="24438" y="639238"/>
              <a:ext cx="491750" cy="19600"/>
            </a:xfrm>
            <a:custGeom>
              <a:avLst/>
              <a:gdLst/>
              <a:ahLst/>
              <a:cxnLst/>
              <a:rect l="l" t="t" r="r" b="b"/>
              <a:pathLst>
                <a:path w="19670" h="784" extrusionOk="0">
                  <a:moveTo>
                    <a:pt x="9469" y="0"/>
                  </a:moveTo>
                  <a:cubicBezTo>
                    <a:pt x="6309" y="0"/>
                    <a:pt x="3146" y="109"/>
                    <a:pt x="0" y="351"/>
                  </a:cubicBezTo>
                  <a:cubicBezTo>
                    <a:pt x="3536" y="530"/>
                    <a:pt x="7072" y="732"/>
                    <a:pt x="10621" y="780"/>
                  </a:cubicBezTo>
                  <a:cubicBezTo>
                    <a:pt x="10930" y="782"/>
                    <a:pt x="11241" y="784"/>
                    <a:pt x="11551" y="784"/>
                  </a:cubicBezTo>
                  <a:cubicBezTo>
                    <a:pt x="14257" y="784"/>
                    <a:pt x="16978" y="684"/>
                    <a:pt x="19669" y="363"/>
                  </a:cubicBezTo>
                  <a:cubicBezTo>
                    <a:pt x="19003" y="316"/>
                    <a:pt x="18348" y="268"/>
                    <a:pt x="17693" y="232"/>
                  </a:cubicBezTo>
                  <a:cubicBezTo>
                    <a:pt x="14963" y="83"/>
                    <a:pt x="12217" y="0"/>
                    <a:pt x="94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8"/>
            <p:cNvSpPr/>
            <p:nvPr/>
          </p:nvSpPr>
          <p:spPr>
            <a:xfrm flipH="1">
              <a:off x="7788" y="1047488"/>
              <a:ext cx="1260875" cy="39225"/>
            </a:xfrm>
            <a:custGeom>
              <a:avLst/>
              <a:gdLst/>
              <a:ahLst/>
              <a:cxnLst/>
              <a:rect l="l" t="t" r="r" b="b"/>
              <a:pathLst>
                <a:path w="50435" h="1569" extrusionOk="0">
                  <a:moveTo>
                    <a:pt x="25437" y="0"/>
                  </a:moveTo>
                  <a:cubicBezTo>
                    <a:pt x="24493" y="0"/>
                    <a:pt x="23550" y="14"/>
                    <a:pt x="22610" y="47"/>
                  </a:cubicBezTo>
                  <a:cubicBezTo>
                    <a:pt x="19176" y="173"/>
                    <a:pt x="15810" y="387"/>
                    <a:pt x="12410" y="387"/>
                  </a:cubicBezTo>
                  <a:cubicBezTo>
                    <a:pt x="11306" y="387"/>
                    <a:pt x="10199" y="365"/>
                    <a:pt x="9085" y="309"/>
                  </a:cubicBezTo>
                  <a:cubicBezTo>
                    <a:pt x="7132" y="214"/>
                    <a:pt x="5179" y="107"/>
                    <a:pt x="3227" y="107"/>
                  </a:cubicBezTo>
                  <a:cubicBezTo>
                    <a:pt x="2822" y="107"/>
                    <a:pt x="941" y="512"/>
                    <a:pt x="143" y="547"/>
                  </a:cubicBezTo>
                  <a:cubicBezTo>
                    <a:pt x="167" y="904"/>
                    <a:pt x="0" y="1083"/>
                    <a:pt x="24" y="1440"/>
                  </a:cubicBezTo>
                  <a:cubicBezTo>
                    <a:pt x="214" y="1442"/>
                    <a:pt x="407" y="1443"/>
                    <a:pt x="604" y="1443"/>
                  </a:cubicBezTo>
                  <a:cubicBezTo>
                    <a:pt x="3891" y="1443"/>
                    <a:pt x="8119" y="1177"/>
                    <a:pt x="11275" y="1154"/>
                  </a:cubicBezTo>
                  <a:cubicBezTo>
                    <a:pt x="13139" y="1148"/>
                    <a:pt x="15002" y="1140"/>
                    <a:pt x="16864" y="1140"/>
                  </a:cubicBezTo>
                  <a:cubicBezTo>
                    <a:pt x="18726" y="1140"/>
                    <a:pt x="20586" y="1148"/>
                    <a:pt x="22443" y="1178"/>
                  </a:cubicBezTo>
                  <a:cubicBezTo>
                    <a:pt x="26122" y="1238"/>
                    <a:pt x="29790" y="1369"/>
                    <a:pt x="33469" y="1452"/>
                  </a:cubicBezTo>
                  <a:cubicBezTo>
                    <a:pt x="36480" y="1515"/>
                    <a:pt x="39495" y="1569"/>
                    <a:pt x="42508" y="1569"/>
                  </a:cubicBezTo>
                  <a:cubicBezTo>
                    <a:pt x="45153" y="1569"/>
                    <a:pt x="47797" y="1528"/>
                    <a:pt x="50435" y="1416"/>
                  </a:cubicBezTo>
                  <a:lnTo>
                    <a:pt x="50435" y="512"/>
                  </a:lnTo>
                  <a:cubicBezTo>
                    <a:pt x="48687" y="639"/>
                    <a:pt x="46928" y="689"/>
                    <a:pt x="45163" y="689"/>
                  </a:cubicBezTo>
                  <a:cubicBezTo>
                    <a:pt x="38618" y="689"/>
                    <a:pt x="31984" y="0"/>
                    <a:pt x="254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8"/>
            <p:cNvSpPr/>
            <p:nvPr/>
          </p:nvSpPr>
          <p:spPr>
            <a:xfrm flipH="1">
              <a:off x="7488" y="1103388"/>
              <a:ext cx="1262075" cy="53125"/>
            </a:xfrm>
            <a:custGeom>
              <a:avLst/>
              <a:gdLst/>
              <a:ahLst/>
              <a:cxnLst/>
              <a:rect l="l" t="t" r="r" b="b"/>
              <a:pathLst>
                <a:path w="50483" h="2125" extrusionOk="0">
                  <a:moveTo>
                    <a:pt x="18278" y="1"/>
                  </a:moveTo>
                  <a:cubicBezTo>
                    <a:pt x="11430" y="1"/>
                    <a:pt x="1727" y="196"/>
                    <a:pt x="0" y="300"/>
                  </a:cubicBezTo>
                  <a:cubicBezTo>
                    <a:pt x="36" y="895"/>
                    <a:pt x="584" y="1324"/>
                    <a:pt x="608" y="1919"/>
                  </a:cubicBezTo>
                  <a:cubicBezTo>
                    <a:pt x="1313" y="2071"/>
                    <a:pt x="2127" y="2124"/>
                    <a:pt x="2991" y="2124"/>
                  </a:cubicBezTo>
                  <a:cubicBezTo>
                    <a:pt x="4929" y="2124"/>
                    <a:pt x="7120" y="1859"/>
                    <a:pt x="8909" y="1859"/>
                  </a:cubicBezTo>
                  <a:cubicBezTo>
                    <a:pt x="8936" y="1859"/>
                    <a:pt x="8963" y="1859"/>
                    <a:pt x="8990" y="1859"/>
                  </a:cubicBezTo>
                  <a:cubicBezTo>
                    <a:pt x="13609" y="1871"/>
                    <a:pt x="18241" y="1883"/>
                    <a:pt x="22860" y="1883"/>
                  </a:cubicBezTo>
                  <a:cubicBezTo>
                    <a:pt x="26385" y="1883"/>
                    <a:pt x="29873" y="1716"/>
                    <a:pt x="33386" y="1538"/>
                  </a:cubicBezTo>
                  <a:cubicBezTo>
                    <a:pt x="36143" y="1394"/>
                    <a:pt x="38908" y="1270"/>
                    <a:pt x="41674" y="1270"/>
                  </a:cubicBezTo>
                  <a:cubicBezTo>
                    <a:pt x="42562" y="1270"/>
                    <a:pt x="43451" y="1283"/>
                    <a:pt x="44339" y="1312"/>
                  </a:cubicBezTo>
                  <a:cubicBezTo>
                    <a:pt x="46387" y="1383"/>
                    <a:pt x="48471" y="1550"/>
                    <a:pt x="50471" y="1919"/>
                  </a:cubicBezTo>
                  <a:cubicBezTo>
                    <a:pt x="50471" y="1359"/>
                    <a:pt x="50483" y="847"/>
                    <a:pt x="50471" y="240"/>
                  </a:cubicBezTo>
                  <a:cubicBezTo>
                    <a:pt x="48054" y="335"/>
                    <a:pt x="45506" y="419"/>
                    <a:pt x="43077" y="431"/>
                  </a:cubicBezTo>
                  <a:cubicBezTo>
                    <a:pt x="39422" y="431"/>
                    <a:pt x="35755" y="359"/>
                    <a:pt x="32088" y="276"/>
                  </a:cubicBezTo>
                  <a:cubicBezTo>
                    <a:pt x="28409" y="192"/>
                    <a:pt x="24730" y="61"/>
                    <a:pt x="21039" y="14"/>
                  </a:cubicBezTo>
                  <a:cubicBezTo>
                    <a:pt x="20200" y="5"/>
                    <a:pt x="19269" y="1"/>
                    <a:pt x="182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8"/>
            <p:cNvSpPr/>
            <p:nvPr/>
          </p:nvSpPr>
          <p:spPr>
            <a:xfrm flipH="1">
              <a:off x="6888" y="1189038"/>
              <a:ext cx="1288275" cy="79125"/>
            </a:xfrm>
            <a:custGeom>
              <a:avLst/>
              <a:gdLst/>
              <a:ahLst/>
              <a:cxnLst/>
              <a:rect l="l" t="t" r="r" b="b"/>
              <a:pathLst>
                <a:path w="51531" h="3165" extrusionOk="0">
                  <a:moveTo>
                    <a:pt x="20239" y="0"/>
                  </a:moveTo>
                  <a:cubicBezTo>
                    <a:pt x="13849" y="0"/>
                    <a:pt x="6757" y="402"/>
                    <a:pt x="989" y="1017"/>
                  </a:cubicBezTo>
                  <a:cubicBezTo>
                    <a:pt x="1001" y="1862"/>
                    <a:pt x="0" y="1505"/>
                    <a:pt x="0" y="2350"/>
                  </a:cubicBezTo>
                  <a:cubicBezTo>
                    <a:pt x="12" y="2446"/>
                    <a:pt x="1524" y="2850"/>
                    <a:pt x="1536" y="2946"/>
                  </a:cubicBezTo>
                  <a:cubicBezTo>
                    <a:pt x="2109" y="3006"/>
                    <a:pt x="2662" y="3029"/>
                    <a:pt x="3197" y="3029"/>
                  </a:cubicBezTo>
                  <a:cubicBezTo>
                    <a:pt x="4996" y="3029"/>
                    <a:pt x="6597" y="2767"/>
                    <a:pt x="8121" y="2767"/>
                  </a:cubicBezTo>
                  <a:cubicBezTo>
                    <a:pt x="8756" y="2771"/>
                    <a:pt x="9391" y="2772"/>
                    <a:pt x="10026" y="2772"/>
                  </a:cubicBezTo>
                  <a:cubicBezTo>
                    <a:pt x="11297" y="2772"/>
                    <a:pt x="12570" y="2767"/>
                    <a:pt x="13847" y="2767"/>
                  </a:cubicBezTo>
                  <a:cubicBezTo>
                    <a:pt x="14165" y="2765"/>
                    <a:pt x="14483" y="2765"/>
                    <a:pt x="14801" y="2765"/>
                  </a:cubicBezTo>
                  <a:cubicBezTo>
                    <a:pt x="15437" y="2765"/>
                    <a:pt x="16073" y="2767"/>
                    <a:pt x="16709" y="2767"/>
                  </a:cubicBezTo>
                  <a:cubicBezTo>
                    <a:pt x="17663" y="2767"/>
                    <a:pt x="18616" y="2761"/>
                    <a:pt x="19562" y="2731"/>
                  </a:cubicBezTo>
                  <a:cubicBezTo>
                    <a:pt x="21099" y="2690"/>
                    <a:pt x="22635" y="2670"/>
                    <a:pt x="24172" y="2670"/>
                  </a:cubicBezTo>
                  <a:cubicBezTo>
                    <a:pt x="26600" y="2670"/>
                    <a:pt x="29028" y="2720"/>
                    <a:pt x="31457" y="2815"/>
                  </a:cubicBezTo>
                  <a:cubicBezTo>
                    <a:pt x="33421" y="2886"/>
                    <a:pt x="35398" y="3005"/>
                    <a:pt x="37362" y="3112"/>
                  </a:cubicBezTo>
                  <a:cubicBezTo>
                    <a:pt x="37988" y="3150"/>
                    <a:pt x="38616" y="3164"/>
                    <a:pt x="39246" y="3164"/>
                  </a:cubicBezTo>
                  <a:cubicBezTo>
                    <a:pt x="40413" y="3164"/>
                    <a:pt x="41584" y="3115"/>
                    <a:pt x="42744" y="3077"/>
                  </a:cubicBezTo>
                  <a:cubicBezTo>
                    <a:pt x="44877" y="3008"/>
                    <a:pt x="46972" y="2907"/>
                    <a:pt x="49084" y="2907"/>
                  </a:cubicBezTo>
                  <a:cubicBezTo>
                    <a:pt x="49884" y="2907"/>
                    <a:pt x="50687" y="2922"/>
                    <a:pt x="51495" y="2958"/>
                  </a:cubicBezTo>
                  <a:cubicBezTo>
                    <a:pt x="51471" y="2291"/>
                    <a:pt x="51531" y="1624"/>
                    <a:pt x="51507" y="957"/>
                  </a:cubicBezTo>
                  <a:lnTo>
                    <a:pt x="51507" y="957"/>
                  </a:lnTo>
                  <a:cubicBezTo>
                    <a:pt x="50142" y="1086"/>
                    <a:pt x="48759" y="1134"/>
                    <a:pt x="47378" y="1134"/>
                  </a:cubicBezTo>
                  <a:cubicBezTo>
                    <a:pt x="46325" y="1134"/>
                    <a:pt x="45273" y="1106"/>
                    <a:pt x="44232" y="1065"/>
                  </a:cubicBezTo>
                  <a:cubicBezTo>
                    <a:pt x="40910" y="934"/>
                    <a:pt x="37600" y="636"/>
                    <a:pt x="34290" y="434"/>
                  </a:cubicBezTo>
                  <a:cubicBezTo>
                    <a:pt x="30742" y="207"/>
                    <a:pt x="27171" y="136"/>
                    <a:pt x="23622" y="41"/>
                  </a:cubicBezTo>
                  <a:cubicBezTo>
                    <a:pt x="22526" y="13"/>
                    <a:pt x="21394" y="0"/>
                    <a:pt x="202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8"/>
            <p:cNvSpPr/>
            <p:nvPr/>
          </p:nvSpPr>
          <p:spPr>
            <a:xfrm flipH="1">
              <a:off x="6588" y="1282913"/>
              <a:ext cx="1288575" cy="106850"/>
            </a:xfrm>
            <a:custGeom>
              <a:avLst/>
              <a:gdLst/>
              <a:ahLst/>
              <a:cxnLst/>
              <a:rect l="l" t="t" r="r" b="b"/>
              <a:pathLst>
                <a:path w="51543" h="4274" extrusionOk="0">
                  <a:moveTo>
                    <a:pt x="23730" y="0"/>
                  </a:moveTo>
                  <a:cubicBezTo>
                    <a:pt x="21789" y="12"/>
                    <a:pt x="19848" y="72"/>
                    <a:pt x="17907" y="84"/>
                  </a:cubicBezTo>
                  <a:cubicBezTo>
                    <a:pt x="13620" y="93"/>
                    <a:pt x="8419" y="296"/>
                    <a:pt x="3809" y="296"/>
                  </a:cubicBezTo>
                  <a:cubicBezTo>
                    <a:pt x="2800" y="296"/>
                    <a:pt x="1819" y="286"/>
                    <a:pt x="882" y="262"/>
                  </a:cubicBezTo>
                  <a:lnTo>
                    <a:pt x="882" y="262"/>
                  </a:lnTo>
                  <a:cubicBezTo>
                    <a:pt x="1013" y="1370"/>
                    <a:pt x="0" y="1941"/>
                    <a:pt x="36" y="3048"/>
                  </a:cubicBezTo>
                  <a:cubicBezTo>
                    <a:pt x="36" y="3167"/>
                    <a:pt x="1405" y="4108"/>
                    <a:pt x="1405" y="4227"/>
                  </a:cubicBezTo>
                  <a:cubicBezTo>
                    <a:pt x="1816" y="4259"/>
                    <a:pt x="2243" y="4273"/>
                    <a:pt x="2683" y="4273"/>
                  </a:cubicBezTo>
                  <a:cubicBezTo>
                    <a:pt x="5823" y="4273"/>
                    <a:pt x="9600" y="3554"/>
                    <a:pt x="12646" y="3554"/>
                  </a:cubicBezTo>
                  <a:cubicBezTo>
                    <a:pt x="12806" y="3554"/>
                    <a:pt x="12965" y="3556"/>
                    <a:pt x="13121" y="3560"/>
                  </a:cubicBezTo>
                  <a:cubicBezTo>
                    <a:pt x="16741" y="3656"/>
                    <a:pt x="20360" y="3834"/>
                    <a:pt x="23980" y="3894"/>
                  </a:cubicBezTo>
                  <a:cubicBezTo>
                    <a:pt x="24818" y="3905"/>
                    <a:pt x="25657" y="3913"/>
                    <a:pt x="26495" y="3913"/>
                  </a:cubicBezTo>
                  <a:cubicBezTo>
                    <a:pt x="27466" y="3913"/>
                    <a:pt x="28438" y="3902"/>
                    <a:pt x="29409" y="3870"/>
                  </a:cubicBezTo>
                  <a:cubicBezTo>
                    <a:pt x="31147" y="3822"/>
                    <a:pt x="32886" y="3727"/>
                    <a:pt x="34624" y="3667"/>
                  </a:cubicBezTo>
                  <a:cubicBezTo>
                    <a:pt x="36263" y="3612"/>
                    <a:pt x="37911" y="3569"/>
                    <a:pt x="39558" y="3569"/>
                  </a:cubicBezTo>
                  <a:cubicBezTo>
                    <a:pt x="41417" y="3569"/>
                    <a:pt x="43276" y="3623"/>
                    <a:pt x="45125" y="3775"/>
                  </a:cubicBezTo>
                  <a:cubicBezTo>
                    <a:pt x="47244" y="3941"/>
                    <a:pt x="49340" y="4179"/>
                    <a:pt x="51495" y="4203"/>
                  </a:cubicBezTo>
                  <a:cubicBezTo>
                    <a:pt x="51495" y="2894"/>
                    <a:pt x="51543" y="1608"/>
                    <a:pt x="51507" y="298"/>
                  </a:cubicBezTo>
                  <a:cubicBezTo>
                    <a:pt x="50671" y="258"/>
                    <a:pt x="49833" y="242"/>
                    <a:pt x="48994" y="242"/>
                  </a:cubicBezTo>
                  <a:cubicBezTo>
                    <a:pt x="46343" y="242"/>
                    <a:pt x="43682" y="401"/>
                    <a:pt x="41041" y="465"/>
                  </a:cubicBezTo>
                  <a:cubicBezTo>
                    <a:pt x="40640" y="474"/>
                    <a:pt x="40238" y="478"/>
                    <a:pt x="39837" y="478"/>
                  </a:cubicBezTo>
                  <a:cubicBezTo>
                    <a:pt x="36447" y="478"/>
                    <a:pt x="33080" y="190"/>
                    <a:pt x="29695" y="84"/>
                  </a:cubicBezTo>
                  <a:cubicBezTo>
                    <a:pt x="27706" y="24"/>
                    <a:pt x="25718" y="0"/>
                    <a:pt x="237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8"/>
            <p:cNvSpPr/>
            <p:nvPr/>
          </p:nvSpPr>
          <p:spPr>
            <a:xfrm flipH="1">
              <a:off x="7788" y="1399088"/>
              <a:ext cx="1258200" cy="65575"/>
            </a:xfrm>
            <a:custGeom>
              <a:avLst/>
              <a:gdLst/>
              <a:ahLst/>
              <a:cxnLst/>
              <a:rect l="l" t="t" r="r" b="b"/>
              <a:pathLst>
                <a:path w="50328" h="2623" extrusionOk="0">
                  <a:moveTo>
                    <a:pt x="38442" y="1"/>
                  </a:moveTo>
                  <a:cubicBezTo>
                    <a:pt x="36370" y="1"/>
                    <a:pt x="34294" y="74"/>
                    <a:pt x="32242" y="152"/>
                  </a:cubicBezTo>
                  <a:cubicBezTo>
                    <a:pt x="30480" y="223"/>
                    <a:pt x="28730" y="318"/>
                    <a:pt x="26968" y="342"/>
                  </a:cubicBezTo>
                  <a:cubicBezTo>
                    <a:pt x="26463" y="349"/>
                    <a:pt x="25957" y="352"/>
                    <a:pt x="25452" y="352"/>
                  </a:cubicBezTo>
                  <a:cubicBezTo>
                    <a:pt x="24147" y="352"/>
                    <a:pt x="22843" y="332"/>
                    <a:pt x="21539" y="306"/>
                  </a:cubicBezTo>
                  <a:cubicBezTo>
                    <a:pt x="20649" y="284"/>
                    <a:pt x="19738" y="275"/>
                    <a:pt x="18811" y="275"/>
                  </a:cubicBezTo>
                  <a:cubicBezTo>
                    <a:pt x="12721" y="275"/>
                    <a:pt x="5953" y="687"/>
                    <a:pt x="0" y="687"/>
                  </a:cubicBezTo>
                  <a:cubicBezTo>
                    <a:pt x="12" y="1247"/>
                    <a:pt x="262" y="2033"/>
                    <a:pt x="262" y="2604"/>
                  </a:cubicBezTo>
                  <a:cubicBezTo>
                    <a:pt x="789" y="2617"/>
                    <a:pt x="1317" y="2623"/>
                    <a:pt x="1847" y="2623"/>
                  </a:cubicBezTo>
                  <a:cubicBezTo>
                    <a:pt x="8445" y="2623"/>
                    <a:pt x="15269" y="1712"/>
                    <a:pt x="21667" y="1712"/>
                  </a:cubicBezTo>
                  <a:cubicBezTo>
                    <a:pt x="22469" y="1712"/>
                    <a:pt x="23264" y="1727"/>
                    <a:pt x="24051" y="1759"/>
                  </a:cubicBezTo>
                  <a:cubicBezTo>
                    <a:pt x="29266" y="1973"/>
                    <a:pt x="34433" y="2461"/>
                    <a:pt x="39648" y="2509"/>
                  </a:cubicBezTo>
                  <a:cubicBezTo>
                    <a:pt x="43208" y="2545"/>
                    <a:pt x="46768" y="2497"/>
                    <a:pt x="50316" y="2604"/>
                  </a:cubicBezTo>
                  <a:cubicBezTo>
                    <a:pt x="50328" y="1961"/>
                    <a:pt x="50328" y="1318"/>
                    <a:pt x="50328" y="675"/>
                  </a:cubicBezTo>
                  <a:cubicBezTo>
                    <a:pt x="47780" y="652"/>
                    <a:pt x="45220" y="294"/>
                    <a:pt x="42708" y="128"/>
                  </a:cubicBezTo>
                  <a:cubicBezTo>
                    <a:pt x="41295" y="35"/>
                    <a:pt x="39870" y="1"/>
                    <a:pt x="384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8"/>
            <p:cNvSpPr/>
            <p:nvPr/>
          </p:nvSpPr>
          <p:spPr>
            <a:xfrm flipH="1">
              <a:off x="7788" y="1475463"/>
              <a:ext cx="1272500" cy="70600"/>
            </a:xfrm>
            <a:custGeom>
              <a:avLst/>
              <a:gdLst/>
              <a:ahLst/>
              <a:cxnLst/>
              <a:rect l="l" t="t" r="r" b="b"/>
              <a:pathLst>
                <a:path w="50900" h="2824" extrusionOk="0">
                  <a:moveTo>
                    <a:pt x="21972" y="1"/>
                  </a:moveTo>
                  <a:cubicBezTo>
                    <a:pt x="15007" y="1"/>
                    <a:pt x="7136" y="871"/>
                    <a:pt x="277" y="871"/>
                  </a:cubicBezTo>
                  <a:cubicBezTo>
                    <a:pt x="237" y="871"/>
                    <a:pt x="196" y="871"/>
                    <a:pt x="156" y="871"/>
                  </a:cubicBezTo>
                  <a:lnTo>
                    <a:pt x="156" y="871"/>
                  </a:lnTo>
                  <a:cubicBezTo>
                    <a:pt x="203" y="1573"/>
                    <a:pt x="1" y="2121"/>
                    <a:pt x="48" y="2823"/>
                  </a:cubicBezTo>
                  <a:cubicBezTo>
                    <a:pt x="1794" y="2823"/>
                    <a:pt x="2584" y="2335"/>
                    <a:pt x="2852" y="2335"/>
                  </a:cubicBezTo>
                  <a:cubicBezTo>
                    <a:pt x="2859" y="2335"/>
                    <a:pt x="2865" y="2335"/>
                    <a:pt x="2870" y="2335"/>
                  </a:cubicBezTo>
                  <a:cubicBezTo>
                    <a:pt x="4942" y="1966"/>
                    <a:pt x="7109" y="1823"/>
                    <a:pt x="9157" y="1740"/>
                  </a:cubicBezTo>
                  <a:cubicBezTo>
                    <a:pt x="10328" y="1693"/>
                    <a:pt x="11501" y="1672"/>
                    <a:pt x="12674" y="1672"/>
                  </a:cubicBezTo>
                  <a:cubicBezTo>
                    <a:pt x="15926" y="1672"/>
                    <a:pt x="19183" y="1830"/>
                    <a:pt x="22420" y="2014"/>
                  </a:cubicBezTo>
                  <a:cubicBezTo>
                    <a:pt x="24599" y="2133"/>
                    <a:pt x="26790" y="2276"/>
                    <a:pt x="28969" y="2419"/>
                  </a:cubicBezTo>
                  <a:cubicBezTo>
                    <a:pt x="29939" y="2402"/>
                    <a:pt x="30910" y="2395"/>
                    <a:pt x="31879" y="2395"/>
                  </a:cubicBezTo>
                  <a:cubicBezTo>
                    <a:pt x="37917" y="2395"/>
                    <a:pt x="43941" y="2680"/>
                    <a:pt x="49983" y="2823"/>
                  </a:cubicBezTo>
                  <a:cubicBezTo>
                    <a:pt x="50281" y="2788"/>
                    <a:pt x="50579" y="2752"/>
                    <a:pt x="50876" y="2716"/>
                  </a:cubicBezTo>
                  <a:cubicBezTo>
                    <a:pt x="50888" y="2109"/>
                    <a:pt x="50888" y="1490"/>
                    <a:pt x="50900" y="883"/>
                  </a:cubicBezTo>
                  <a:cubicBezTo>
                    <a:pt x="46959" y="776"/>
                    <a:pt x="43018" y="847"/>
                    <a:pt x="39065" y="788"/>
                  </a:cubicBezTo>
                  <a:cubicBezTo>
                    <a:pt x="34338" y="704"/>
                    <a:pt x="29659" y="264"/>
                    <a:pt x="24944" y="61"/>
                  </a:cubicBezTo>
                  <a:cubicBezTo>
                    <a:pt x="23977" y="19"/>
                    <a:pt x="22984" y="1"/>
                    <a:pt x="219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8"/>
            <p:cNvSpPr/>
            <p:nvPr/>
          </p:nvSpPr>
          <p:spPr>
            <a:xfrm flipH="1">
              <a:off x="646838" y="1539788"/>
              <a:ext cx="448600" cy="12825"/>
            </a:xfrm>
            <a:custGeom>
              <a:avLst/>
              <a:gdLst/>
              <a:ahLst/>
              <a:cxnLst/>
              <a:rect l="l" t="t" r="r" b="b"/>
              <a:pathLst>
                <a:path w="17944" h="513" extrusionOk="0">
                  <a:moveTo>
                    <a:pt x="16586" y="0"/>
                  </a:moveTo>
                  <a:cubicBezTo>
                    <a:pt x="11050" y="60"/>
                    <a:pt x="5525" y="167"/>
                    <a:pt x="1" y="286"/>
                  </a:cubicBezTo>
                  <a:cubicBezTo>
                    <a:pt x="2416" y="435"/>
                    <a:pt x="4840" y="513"/>
                    <a:pt x="7265" y="513"/>
                  </a:cubicBezTo>
                  <a:cubicBezTo>
                    <a:pt x="8904" y="513"/>
                    <a:pt x="10543" y="477"/>
                    <a:pt x="12181" y="405"/>
                  </a:cubicBezTo>
                  <a:cubicBezTo>
                    <a:pt x="14098" y="322"/>
                    <a:pt x="16026" y="191"/>
                    <a:pt x="179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8"/>
            <p:cNvSpPr/>
            <p:nvPr/>
          </p:nvSpPr>
          <p:spPr>
            <a:xfrm flipH="1">
              <a:off x="25938" y="1162963"/>
              <a:ext cx="491450" cy="19550"/>
            </a:xfrm>
            <a:custGeom>
              <a:avLst/>
              <a:gdLst/>
              <a:ahLst/>
              <a:cxnLst/>
              <a:rect l="l" t="t" r="r" b="b"/>
              <a:pathLst>
                <a:path w="19658" h="782" extrusionOk="0">
                  <a:moveTo>
                    <a:pt x="9468" y="0"/>
                  </a:moveTo>
                  <a:cubicBezTo>
                    <a:pt x="6308" y="0"/>
                    <a:pt x="3146" y="110"/>
                    <a:pt x="1" y="345"/>
                  </a:cubicBezTo>
                  <a:cubicBezTo>
                    <a:pt x="3537" y="536"/>
                    <a:pt x="7073" y="738"/>
                    <a:pt x="10621" y="774"/>
                  </a:cubicBezTo>
                  <a:cubicBezTo>
                    <a:pt x="11033" y="779"/>
                    <a:pt x="11446" y="782"/>
                    <a:pt x="11859" y="782"/>
                  </a:cubicBezTo>
                  <a:cubicBezTo>
                    <a:pt x="14463" y="782"/>
                    <a:pt x="17078" y="676"/>
                    <a:pt x="19658" y="357"/>
                  </a:cubicBezTo>
                  <a:cubicBezTo>
                    <a:pt x="19003" y="310"/>
                    <a:pt x="18348" y="274"/>
                    <a:pt x="17693" y="238"/>
                  </a:cubicBezTo>
                  <a:cubicBezTo>
                    <a:pt x="14962" y="83"/>
                    <a:pt x="12216" y="0"/>
                    <a:pt x="94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8"/>
            <p:cNvSpPr/>
            <p:nvPr/>
          </p:nvSpPr>
          <p:spPr>
            <a:xfrm flipH="1">
              <a:off x="6888" y="1571613"/>
              <a:ext cx="1261775" cy="39275"/>
            </a:xfrm>
            <a:custGeom>
              <a:avLst/>
              <a:gdLst/>
              <a:ahLst/>
              <a:cxnLst/>
              <a:rect l="l" t="t" r="r" b="b"/>
              <a:pathLst>
                <a:path w="50471" h="1571" extrusionOk="0">
                  <a:moveTo>
                    <a:pt x="25505" y="1"/>
                  </a:moveTo>
                  <a:cubicBezTo>
                    <a:pt x="24538" y="1"/>
                    <a:pt x="23573" y="15"/>
                    <a:pt x="22610" y="49"/>
                  </a:cubicBezTo>
                  <a:cubicBezTo>
                    <a:pt x="19176" y="175"/>
                    <a:pt x="15810" y="389"/>
                    <a:pt x="12410" y="389"/>
                  </a:cubicBezTo>
                  <a:cubicBezTo>
                    <a:pt x="11306" y="389"/>
                    <a:pt x="10199" y="366"/>
                    <a:pt x="9085" y="311"/>
                  </a:cubicBezTo>
                  <a:cubicBezTo>
                    <a:pt x="7132" y="216"/>
                    <a:pt x="5179" y="109"/>
                    <a:pt x="3227" y="109"/>
                  </a:cubicBezTo>
                  <a:cubicBezTo>
                    <a:pt x="2822" y="109"/>
                    <a:pt x="941" y="513"/>
                    <a:pt x="143" y="549"/>
                  </a:cubicBezTo>
                  <a:cubicBezTo>
                    <a:pt x="167" y="906"/>
                    <a:pt x="0" y="1085"/>
                    <a:pt x="24" y="1442"/>
                  </a:cubicBezTo>
                  <a:cubicBezTo>
                    <a:pt x="214" y="1444"/>
                    <a:pt x="407" y="1445"/>
                    <a:pt x="604" y="1445"/>
                  </a:cubicBezTo>
                  <a:cubicBezTo>
                    <a:pt x="3891" y="1445"/>
                    <a:pt x="8119" y="1179"/>
                    <a:pt x="11275" y="1156"/>
                  </a:cubicBezTo>
                  <a:cubicBezTo>
                    <a:pt x="13139" y="1150"/>
                    <a:pt x="15002" y="1141"/>
                    <a:pt x="16864" y="1141"/>
                  </a:cubicBezTo>
                  <a:cubicBezTo>
                    <a:pt x="18726" y="1141"/>
                    <a:pt x="20586" y="1150"/>
                    <a:pt x="22443" y="1180"/>
                  </a:cubicBezTo>
                  <a:cubicBezTo>
                    <a:pt x="26122" y="1240"/>
                    <a:pt x="29790" y="1371"/>
                    <a:pt x="33469" y="1454"/>
                  </a:cubicBezTo>
                  <a:cubicBezTo>
                    <a:pt x="36480" y="1517"/>
                    <a:pt x="39495" y="1571"/>
                    <a:pt x="42508" y="1571"/>
                  </a:cubicBezTo>
                  <a:cubicBezTo>
                    <a:pt x="45153" y="1571"/>
                    <a:pt x="47797" y="1530"/>
                    <a:pt x="50435" y="1418"/>
                  </a:cubicBezTo>
                  <a:cubicBezTo>
                    <a:pt x="50411" y="1121"/>
                    <a:pt x="50471" y="787"/>
                    <a:pt x="50435" y="478"/>
                  </a:cubicBezTo>
                  <a:lnTo>
                    <a:pt x="50435" y="478"/>
                  </a:lnTo>
                  <a:cubicBezTo>
                    <a:pt x="48649" y="608"/>
                    <a:pt x="46853" y="658"/>
                    <a:pt x="45050" y="658"/>
                  </a:cubicBezTo>
                  <a:cubicBezTo>
                    <a:pt x="38564" y="658"/>
                    <a:pt x="31992" y="1"/>
                    <a:pt x="25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8"/>
            <p:cNvSpPr/>
            <p:nvPr/>
          </p:nvSpPr>
          <p:spPr>
            <a:xfrm flipH="1">
              <a:off x="6588" y="1627188"/>
              <a:ext cx="1262375" cy="53000"/>
            </a:xfrm>
            <a:custGeom>
              <a:avLst/>
              <a:gdLst/>
              <a:ahLst/>
              <a:cxnLst/>
              <a:rect l="l" t="t" r="r" b="b"/>
              <a:pathLst>
                <a:path w="50495" h="2120" extrusionOk="0">
                  <a:moveTo>
                    <a:pt x="18005" y="0"/>
                  </a:moveTo>
                  <a:cubicBezTo>
                    <a:pt x="11171" y="0"/>
                    <a:pt x="1714" y="200"/>
                    <a:pt x="0" y="303"/>
                  </a:cubicBezTo>
                  <a:cubicBezTo>
                    <a:pt x="36" y="898"/>
                    <a:pt x="596" y="1326"/>
                    <a:pt x="607" y="1922"/>
                  </a:cubicBezTo>
                  <a:cubicBezTo>
                    <a:pt x="1304" y="2068"/>
                    <a:pt x="2104" y="2119"/>
                    <a:pt x="2953" y="2119"/>
                  </a:cubicBezTo>
                  <a:cubicBezTo>
                    <a:pt x="4902" y="2119"/>
                    <a:pt x="7107" y="1850"/>
                    <a:pt x="8909" y="1850"/>
                  </a:cubicBezTo>
                  <a:cubicBezTo>
                    <a:pt x="8936" y="1850"/>
                    <a:pt x="8963" y="1850"/>
                    <a:pt x="8989" y="1850"/>
                  </a:cubicBezTo>
                  <a:cubicBezTo>
                    <a:pt x="13609" y="1874"/>
                    <a:pt x="18241" y="1874"/>
                    <a:pt x="22860" y="1874"/>
                  </a:cubicBezTo>
                  <a:cubicBezTo>
                    <a:pt x="26384" y="1874"/>
                    <a:pt x="29885" y="1719"/>
                    <a:pt x="33397" y="1529"/>
                  </a:cubicBezTo>
                  <a:cubicBezTo>
                    <a:pt x="36130" y="1395"/>
                    <a:pt x="38869" y="1268"/>
                    <a:pt x="41605" y="1268"/>
                  </a:cubicBezTo>
                  <a:cubicBezTo>
                    <a:pt x="42517" y="1268"/>
                    <a:pt x="43428" y="1282"/>
                    <a:pt x="44339" y="1315"/>
                  </a:cubicBezTo>
                  <a:cubicBezTo>
                    <a:pt x="46387" y="1386"/>
                    <a:pt x="48471" y="1553"/>
                    <a:pt x="50471" y="1922"/>
                  </a:cubicBezTo>
                  <a:cubicBezTo>
                    <a:pt x="50435" y="1374"/>
                    <a:pt x="50495" y="803"/>
                    <a:pt x="50447" y="255"/>
                  </a:cubicBezTo>
                  <a:lnTo>
                    <a:pt x="50447" y="255"/>
                  </a:lnTo>
                  <a:cubicBezTo>
                    <a:pt x="48030" y="350"/>
                    <a:pt x="45506" y="422"/>
                    <a:pt x="43089" y="422"/>
                  </a:cubicBezTo>
                  <a:cubicBezTo>
                    <a:pt x="42852" y="422"/>
                    <a:pt x="42615" y="423"/>
                    <a:pt x="42378" y="423"/>
                  </a:cubicBezTo>
                  <a:cubicBezTo>
                    <a:pt x="38948" y="423"/>
                    <a:pt x="35519" y="345"/>
                    <a:pt x="32099" y="267"/>
                  </a:cubicBezTo>
                  <a:cubicBezTo>
                    <a:pt x="28409" y="183"/>
                    <a:pt x="24730" y="52"/>
                    <a:pt x="21050" y="17"/>
                  </a:cubicBezTo>
                  <a:cubicBezTo>
                    <a:pt x="20131" y="5"/>
                    <a:pt x="19102" y="0"/>
                    <a:pt x="180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8"/>
            <p:cNvSpPr/>
            <p:nvPr/>
          </p:nvSpPr>
          <p:spPr>
            <a:xfrm flipH="1">
              <a:off x="6888" y="1712913"/>
              <a:ext cx="1290350" cy="78975"/>
            </a:xfrm>
            <a:custGeom>
              <a:avLst/>
              <a:gdLst/>
              <a:ahLst/>
              <a:cxnLst/>
              <a:rect l="l" t="t" r="r" b="b"/>
              <a:pathLst>
                <a:path w="51614" h="3159" extrusionOk="0">
                  <a:moveTo>
                    <a:pt x="20232" y="0"/>
                  </a:moveTo>
                  <a:cubicBezTo>
                    <a:pt x="13848" y="0"/>
                    <a:pt x="6755" y="402"/>
                    <a:pt x="976" y="1017"/>
                  </a:cubicBezTo>
                  <a:cubicBezTo>
                    <a:pt x="1000" y="1862"/>
                    <a:pt x="0" y="1493"/>
                    <a:pt x="0" y="2338"/>
                  </a:cubicBezTo>
                  <a:cubicBezTo>
                    <a:pt x="12" y="2434"/>
                    <a:pt x="1524" y="2850"/>
                    <a:pt x="1536" y="2946"/>
                  </a:cubicBezTo>
                  <a:cubicBezTo>
                    <a:pt x="2109" y="3006"/>
                    <a:pt x="2661" y="3029"/>
                    <a:pt x="3196" y="3029"/>
                  </a:cubicBezTo>
                  <a:cubicBezTo>
                    <a:pt x="4995" y="3029"/>
                    <a:pt x="6597" y="2767"/>
                    <a:pt x="8120" y="2767"/>
                  </a:cubicBezTo>
                  <a:cubicBezTo>
                    <a:pt x="8678" y="2771"/>
                    <a:pt x="9236" y="2772"/>
                    <a:pt x="9794" y="2772"/>
                  </a:cubicBezTo>
                  <a:cubicBezTo>
                    <a:pt x="11142" y="2772"/>
                    <a:pt x="12492" y="2764"/>
                    <a:pt x="13847" y="2755"/>
                  </a:cubicBezTo>
                  <a:cubicBezTo>
                    <a:pt x="14075" y="2754"/>
                    <a:pt x="14303" y="2753"/>
                    <a:pt x="14531" y="2753"/>
                  </a:cubicBezTo>
                  <a:cubicBezTo>
                    <a:pt x="15430" y="2753"/>
                    <a:pt x="16334" y="2762"/>
                    <a:pt x="17239" y="2762"/>
                  </a:cubicBezTo>
                  <a:cubicBezTo>
                    <a:pt x="18013" y="2762"/>
                    <a:pt x="18789" y="2756"/>
                    <a:pt x="19562" y="2731"/>
                  </a:cubicBezTo>
                  <a:cubicBezTo>
                    <a:pt x="21082" y="2686"/>
                    <a:pt x="22602" y="2665"/>
                    <a:pt x="24122" y="2665"/>
                  </a:cubicBezTo>
                  <a:cubicBezTo>
                    <a:pt x="26567" y="2665"/>
                    <a:pt x="29012" y="2719"/>
                    <a:pt x="31456" y="2815"/>
                  </a:cubicBezTo>
                  <a:cubicBezTo>
                    <a:pt x="33421" y="2886"/>
                    <a:pt x="35386" y="2993"/>
                    <a:pt x="37362" y="3112"/>
                  </a:cubicBezTo>
                  <a:cubicBezTo>
                    <a:pt x="37991" y="3146"/>
                    <a:pt x="38623" y="3159"/>
                    <a:pt x="39255" y="3159"/>
                  </a:cubicBezTo>
                  <a:cubicBezTo>
                    <a:pt x="40420" y="3159"/>
                    <a:pt x="41587" y="3115"/>
                    <a:pt x="42744" y="3077"/>
                  </a:cubicBezTo>
                  <a:cubicBezTo>
                    <a:pt x="44846" y="3000"/>
                    <a:pt x="46955" y="2905"/>
                    <a:pt x="49061" y="2905"/>
                  </a:cubicBezTo>
                  <a:cubicBezTo>
                    <a:pt x="49900" y="2905"/>
                    <a:pt x="50740" y="2920"/>
                    <a:pt x="51578" y="2958"/>
                  </a:cubicBezTo>
                  <a:cubicBezTo>
                    <a:pt x="51554" y="2279"/>
                    <a:pt x="51614" y="1588"/>
                    <a:pt x="51578" y="934"/>
                  </a:cubicBezTo>
                  <a:lnTo>
                    <a:pt x="51578" y="934"/>
                  </a:lnTo>
                  <a:cubicBezTo>
                    <a:pt x="50131" y="1070"/>
                    <a:pt x="48636" y="1120"/>
                    <a:pt x="47151" y="1120"/>
                  </a:cubicBezTo>
                  <a:cubicBezTo>
                    <a:pt x="46168" y="1120"/>
                    <a:pt x="45190" y="1098"/>
                    <a:pt x="44232" y="1065"/>
                  </a:cubicBezTo>
                  <a:lnTo>
                    <a:pt x="44232" y="1053"/>
                  </a:lnTo>
                  <a:cubicBezTo>
                    <a:pt x="40910" y="934"/>
                    <a:pt x="37600" y="636"/>
                    <a:pt x="34290" y="422"/>
                  </a:cubicBezTo>
                  <a:cubicBezTo>
                    <a:pt x="30742" y="207"/>
                    <a:pt x="27170" y="136"/>
                    <a:pt x="23610" y="41"/>
                  </a:cubicBezTo>
                  <a:cubicBezTo>
                    <a:pt x="22515" y="13"/>
                    <a:pt x="21385" y="0"/>
                    <a:pt x="202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8"/>
            <p:cNvSpPr/>
            <p:nvPr/>
          </p:nvSpPr>
          <p:spPr>
            <a:xfrm flipH="1">
              <a:off x="6888" y="1805888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1"/>
                  </a:moveTo>
                  <a:cubicBezTo>
                    <a:pt x="21788" y="13"/>
                    <a:pt x="19848" y="72"/>
                    <a:pt x="17907" y="84"/>
                  </a:cubicBezTo>
                  <a:cubicBezTo>
                    <a:pt x="13593" y="84"/>
                    <a:pt x="8354" y="295"/>
                    <a:pt x="3723" y="295"/>
                  </a:cubicBezTo>
                  <a:cubicBezTo>
                    <a:pt x="2744" y="295"/>
                    <a:pt x="1792" y="285"/>
                    <a:pt x="881" y="263"/>
                  </a:cubicBezTo>
                  <a:lnTo>
                    <a:pt x="881" y="263"/>
                  </a:lnTo>
                  <a:cubicBezTo>
                    <a:pt x="1024" y="1358"/>
                    <a:pt x="0" y="1941"/>
                    <a:pt x="36" y="3049"/>
                  </a:cubicBezTo>
                  <a:cubicBezTo>
                    <a:pt x="48" y="3168"/>
                    <a:pt x="1405" y="4108"/>
                    <a:pt x="1417" y="4227"/>
                  </a:cubicBezTo>
                  <a:cubicBezTo>
                    <a:pt x="1815" y="4257"/>
                    <a:pt x="2228" y="4270"/>
                    <a:pt x="2653" y="4270"/>
                  </a:cubicBezTo>
                  <a:cubicBezTo>
                    <a:pt x="5793" y="4270"/>
                    <a:pt x="9593" y="3554"/>
                    <a:pt x="12641" y="3554"/>
                  </a:cubicBezTo>
                  <a:cubicBezTo>
                    <a:pt x="12803" y="3554"/>
                    <a:pt x="12963" y="3556"/>
                    <a:pt x="13121" y="3561"/>
                  </a:cubicBezTo>
                  <a:cubicBezTo>
                    <a:pt x="16740" y="3656"/>
                    <a:pt x="20360" y="3822"/>
                    <a:pt x="23979" y="3894"/>
                  </a:cubicBezTo>
                  <a:cubicBezTo>
                    <a:pt x="24818" y="3905"/>
                    <a:pt x="25656" y="3913"/>
                    <a:pt x="26495" y="3913"/>
                  </a:cubicBezTo>
                  <a:cubicBezTo>
                    <a:pt x="27466" y="3913"/>
                    <a:pt x="28437" y="3902"/>
                    <a:pt x="29408" y="3870"/>
                  </a:cubicBezTo>
                  <a:cubicBezTo>
                    <a:pt x="31147" y="3822"/>
                    <a:pt x="32885" y="3727"/>
                    <a:pt x="34623" y="3668"/>
                  </a:cubicBezTo>
                  <a:cubicBezTo>
                    <a:pt x="36263" y="3612"/>
                    <a:pt x="37913" y="3569"/>
                    <a:pt x="39562" y="3569"/>
                  </a:cubicBezTo>
                  <a:cubicBezTo>
                    <a:pt x="41422" y="3569"/>
                    <a:pt x="43282" y="3623"/>
                    <a:pt x="45125" y="3775"/>
                  </a:cubicBezTo>
                  <a:cubicBezTo>
                    <a:pt x="47256" y="3942"/>
                    <a:pt x="49411" y="4203"/>
                    <a:pt x="51566" y="4227"/>
                  </a:cubicBezTo>
                  <a:cubicBezTo>
                    <a:pt x="51566" y="2918"/>
                    <a:pt x="51602" y="1596"/>
                    <a:pt x="51566" y="286"/>
                  </a:cubicBezTo>
                  <a:cubicBezTo>
                    <a:pt x="50756" y="248"/>
                    <a:pt x="49942" y="232"/>
                    <a:pt x="49124" y="232"/>
                  </a:cubicBezTo>
                  <a:cubicBezTo>
                    <a:pt x="46431" y="232"/>
                    <a:pt x="43708" y="401"/>
                    <a:pt x="41041" y="465"/>
                  </a:cubicBezTo>
                  <a:lnTo>
                    <a:pt x="41041" y="453"/>
                  </a:lnTo>
                  <a:cubicBezTo>
                    <a:pt x="40590" y="464"/>
                    <a:pt x="40139" y="469"/>
                    <a:pt x="39689" y="469"/>
                  </a:cubicBezTo>
                  <a:cubicBezTo>
                    <a:pt x="36349" y="469"/>
                    <a:pt x="33031" y="189"/>
                    <a:pt x="29694" y="84"/>
                  </a:cubicBezTo>
                  <a:cubicBezTo>
                    <a:pt x="27706" y="24"/>
                    <a:pt x="25718" y="1"/>
                    <a:pt x="237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8"/>
            <p:cNvSpPr/>
            <p:nvPr/>
          </p:nvSpPr>
          <p:spPr>
            <a:xfrm flipH="1">
              <a:off x="7788" y="1922963"/>
              <a:ext cx="1258200" cy="65325"/>
            </a:xfrm>
            <a:custGeom>
              <a:avLst/>
              <a:gdLst/>
              <a:ahLst/>
              <a:cxnLst/>
              <a:rect l="l" t="t" r="r" b="b"/>
              <a:pathLst>
                <a:path w="50328" h="2613" extrusionOk="0">
                  <a:moveTo>
                    <a:pt x="38442" y="1"/>
                  </a:moveTo>
                  <a:cubicBezTo>
                    <a:pt x="36370" y="1"/>
                    <a:pt x="34294" y="74"/>
                    <a:pt x="32242" y="152"/>
                  </a:cubicBezTo>
                  <a:cubicBezTo>
                    <a:pt x="30480" y="223"/>
                    <a:pt x="28730" y="306"/>
                    <a:pt x="26968" y="342"/>
                  </a:cubicBezTo>
                  <a:cubicBezTo>
                    <a:pt x="26483" y="348"/>
                    <a:pt x="25998" y="351"/>
                    <a:pt x="25513" y="351"/>
                  </a:cubicBezTo>
                  <a:cubicBezTo>
                    <a:pt x="24188" y="351"/>
                    <a:pt x="22864" y="329"/>
                    <a:pt x="21539" y="294"/>
                  </a:cubicBezTo>
                  <a:cubicBezTo>
                    <a:pt x="20704" y="275"/>
                    <a:pt x="19852" y="267"/>
                    <a:pt x="18985" y="267"/>
                  </a:cubicBezTo>
                  <a:cubicBezTo>
                    <a:pt x="12850" y="267"/>
                    <a:pt x="6009" y="687"/>
                    <a:pt x="0" y="687"/>
                  </a:cubicBezTo>
                  <a:cubicBezTo>
                    <a:pt x="12" y="1247"/>
                    <a:pt x="262" y="2033"/>
                    <a:pt x="262" y="2592"/>
                  </a:cubicBezTo>
                  <a:cubicBezTo>
                    <a:pt x="815" y="2606"/>
                    <a:pt x="1371" y="2613"/>
                    <a:pt x="1927" y="2613"/>
                  </a:cubicBezTo>
                  <a:cubicBezTo>
                    <a:pt x="8478" y="2613"/>
                    <a:pt x="15249" y="1709"/>
                    <a:pt x="21602" y="1709"/>
                  </a:cubicBezTo>
                  <a:cubicBezTo>
                    <a:pt x="22426" y="1709"/>
                    <a:pt x="23243" y="1725"/>
                    <a:pt x="24051" y="1759"/>
                  </a:cubicBezTo>
                  <a:cubicBezTo>
                    <a:pt x="29266" y="1973"/>
                    <a:pt x="34433" y="2461"/>
                    <a:pt x="39648" y="2509"/>
                  </a:cubicBezTo>
                  <a:cubicBezTo>
                    <a:pt x="43208" y="2533"/>
                    <a:pt x="46768" y="2497"/>
                    <a:pt x="50316" y="2592"/>
                  </a:cubicBezTo>
                  <a:cubicBezTo>
                    <a:pt x="50328" y="1949"/>
                    <a:pt x="50328" y="1318"/>
                    <a:pt x="50328" y="675"/>
                  </a:cubicBezTo>
                  <a:cubicBezTo>
                    <a:pt x="47780" y="640"/>
                    <a:pt x="45220" y="294"/>
                    <a:pt x="42708" y="128"/>
                  </a:cubicBezTo>
                  <a:cubicBezTo>
                    <a:pt x="41295" y="35"/>
                    <a:pt x="39870" y="1"/>
                    <a:pt x="384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8"/>
            <p:cNvSpPr/>
            <p:nvPr/>
          </p:nvSpPr>
          <p:spPr>
            <a:xfrm flipH="1">
              <a:off x="7788" y="1999263"/>
              <a:ext cx="1272500" cy="70675"/>
            </a:xfrm>
            <a:custGeom>
              <a:avLst/>
              <a:gdLst/>
              <a:ahLst/>
              <a:cxnLst/>
              <a:rect l="l" t="t" r="r" b="b"/>
              <a:pathLst>
                <a:path w="50900" h="2827" extrusionOk="0">
                  <a:moveTo>
                    <a:pt x="21903" y="0"/>
                  </a:moveTo>
                  <a:cubicBezTo>
                    <a:pt x="14996" y="0"/>
                    <a:pt x="7204" y="862"/>
                    <a:pt x="395" y="862"/>
                  </a:cubicBezTo>
                  <a:cubicBezTo>
                    <a:pt x="315" y="862"/>
                    <a:pt x="235" y="862"/>
                    <a:pt x="156" y="862"/>
                  </a:cubicBezTo>
                  <a:lnTo>
                    <a:pt x="156" y="862"/>
                  </a:lnTo>
                  <a:cubicBezTo>
                    <a:pt x="203" y="1576"/>
                    <a:pt x="1" y="2112"/>
                    <a:pt x="48" y="2826"/>
                  </a:cubicBezTo>
                  <a:cubicBezTo>
                    <a:pt x="1775" y="2826"/>
                    <a:pt x="2567" y="2337"/>
                    <a:pt x="2844" y="2337"/>
                  </a:cubicBezTo>
                  <a:cubicBezTo>
                    <a:pt x="2853" y="2337"/>
                    <a:pt x="2862" y="2337"/>
                    <a:pt x="2870" y="2338"/>
                  </a:cubicBezTo>
                  <a:cubicBezTo>
                    <a:pt x="4942" y="1969"/>
                    <a:pt x="7109" y="1814"/>
                    <a:pt x="9157" y="1731"/>
                  </a:cubicBezTo>
                  <a:cubicBezTo>
                    <a:pt x="10328" y="1684"/>
                    <a:pt x="11501" y="1663"/>
                    <a:pt x="12674" y="1663"/>
                  </a:cubicBezTo>
                  <a:cubicBezTo>
                    <a:pt x="15926" y="1663"/>
                    <a:pt x="19183" y="1821"/>
                    <a:pt x="22420" y="2005"/>
                  </a:cubicBezTo>
                  <a:cubicBezTo>
                    <a:pt x="24599" y="2136"/>
                    <a:pt x="26790" y="2279"/>
                    <a:pt x="28969" y="2422"/>
                  </a:cubicBezTo>
                  <a:cubicBezTo>
                    <a:pt x="29964" y="2405"/>
                    <a:pt x="30958" y="2397"/>
                    <a:pt x="31952" y="2397"/>
                  </a:cubicBezTo>
                  <a:cubicBezTo>
                    <a:pt x="37965" y="2397"/>
                    <a:pt x="43965" y="2673"/>
                    <a:pt x="49983" y="2826"/>
                  </a:cubicBezTo>
                  <a:cubicBezTo>
                    <a:pt x="50281" y="2791"/>
                    <a:pt x="50579" y="2755"/>
                    <a:pt x="50876" y="2707"/>
                  </a:cubicBezTo>
                  <a:cubicBezTo>
                    <a:pt x="50888" y="2100"/>
                    <a:pt x="50888" y="1493"/>
                    <a:pt x="50900" y="886"/>
                  </a:cubicBezTo>
                  <a:cubicBezTo>
                    <a:pt x="46959" y="767"/>
                    <a:pt x="43018" y="838"/>
                    <a:pt x="39065" y="779"/>
                  </a:cubicBezTo>
                  <a:cubicBezTo>
                    <a:pt x="34338" y="707"/>
                    <a:pt x="29659" y="267"/>
                    <a:pt x="24944" y="64"/>
                  </a:cubicBezTo>
                  <a:cubicBezTo>
                    <a:pt x="23955" y="20"/>
                    <a:pt x="22939" y="0"/>
                    <a:pt x="219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8"/>
            <p:cNvSpPr/>
            <p:nvPr/>
          </p:nvSpPr>
          <p:spPr>
            <a:xfrm flipH="1">
              <a:off x="648038" y="2063363"/>
              <a:ext cx="448600" cy="12900"/>
            </a:xfrm>
            <a:custGeom>
              <a:avLst/>
              <a:gdLst/>
              <a:ahLst/>
              <a:cxnLst/>
              <a:rect l="l" t="t" r="r" b="b"/>
              <a:pathLst>
                <a:path w="17944" h="516" extrusionOk="0">
                  <a:moveTo>
                    <a:pt x="17944" y="0"/>
                  </a:moveTo>
                  <a:cubicBezTo>
                    <a:pt x="17491" y="12"/>
                    <a:pt x="17039" y="12"/>
                    <a:pt x="16586" y="12"/>
                  </a:cubicBezTo>
                  <a:cubicBezTo>
                    <a:pt x="11050" y="72"/>
                    <a:pt x="5525" y="179"/>
                    <a:pt x="1" y="298"/>
                  </a:cubicBezTo>
                  <a:cubicBezTo>
                    <a:pt x="2439" y="442"/>
                    <a:pt x="4886" y="516"/>
                    <a:pt x="7334" y="516"/>
                  </a:cubicBezTo>
                  <a:cubicBezTo>
                    <a:pt x="8950" y="516"/>
                    <a:pt x="10566" y="483"/>
                    <a:pt x="12181" y="417"/>
                  </a:cubicBezTo>
                  <a:cubicBezTo>
                    <a:pt x="14098" y="334"/>
                    <a:pt x="16027" y="203"/>
                    <a:pt x="179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8"/>
            <p:cNvSpPr/>
            <p:nvPr/>
          </p:nvSpPr>
          <p:spPr>
            <a:xfrm flipH="1">
              <a:off x="27113" y="1686688"/>
              <a:ext cx="491475" cy="19700"/>
            </a:xfrm>
            <a:custGeom>
              <a:avLst/>
              <a:gdLst/>
              <a:ahLst/>
              <a:cxnLst/>
              <a:rect l="l" t="t" r="r" b="b"/>
              <a:pathLst>
                <a:path w="19659" h="788" extrusionOk="0">
                  <a:moveTo>
                    <a:pt x="9470" y="0"/>
                  </a:moveTo>
                  <a:cubicBezTo>
                    <a:pt x="6310" y="0"/>
                    <a:pt x="3147" y="109"/>
                    <a:pt x="1" y="351"/>
                  </a:cubicBezTo>
                  <a:cubicBezTo>
                    <a:pt x="3537" y="542"/>
                    <a:pt x="7073" y="744"/>
                    <a:pt x="10621" y="780"/>
                  </a:cubicBezTo>
                  <a:cubicBezTo>
                    <a:pt x="11034" y="785"/>
                    <a:pt x="11446" y="788"/>
                    <a:pt x="11859" y="788"/>
                  </a:cubicBezTo>
                  <a:cubicBezTo>
                    <a:pt x="14464" y="788"/>
                    <a:pt x="17079" y="682"/>
                    <a:pt x="19658" y="363"/>
                  </a:cubicBezTo>
                  <a:cubicBezTo>
                    <a:pt x="19003" y="316"/>
                    <a:pt x="18348" y="268"/>
                    <a:pt x="17694" y="232"/>
                  </a:cubicBezTo>
                  <a:cubicBezTo>
                    <a:pt x="14963" y="83"/>
                    <a:pt x="12218" y="0"/>
                    <a:pt x="9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 flipH="1">
              <a:off x="6888" y="2094613"/>
              <a:ext cx="1261775" cy="39225"/>
            </a:xfrm>
            <a:custGeom>
              <a:avLst/>
              <a:gdLst/>
              <a:ahLst/>
              <a:cxnLst/>
              <a:rect l="l" t="t" r="r" b="b"/>
              <a:pathLst>
                <a:path w="50471" h="1569" extrusionOk="0">
                  <a:moveTo>
                    <a:pt x="25459" y="1"/>
                  </a:moveTo>
                  <a:cubicBezTo>
                    <a:pt x="24508" y="1"/>
                    <a:pt x="23558" y="15"/>
                    <a:pt x="22610" y="48"/>
                  </a:cubicBezTo>
                  <a:cubicBezTo>
                    <a:pt x="19176" y="174"/>
                    <a:pt x="15810" y="388"/>
                    <a:pt x="12410" y="388"/>
                  </a:cubicBezTo>
                  <a:cubicBezTo>
                    <a:pt x="11306" y="388"/>
                    <a:pt x="10199" y="366"/>
                    <a:pt x="9085" y="310"/>
                  </a:cubicBezTo>
                  <a:cubicBezTo>
                    <a:pt x="7132" y="215"/>
                    <a:pt x="5179" y="108"/>
                    <a:pt x="3227" y="108"/>
                  </a:cubicBezTo>
                  <a:cubicBezTo>
                    <a:pt x="2822" y="108"/>
                    <a:pt x="941" y="513"/>
                    <a:pt x="143" y="548"/>
                  </a:cubicBezTo>
                  <a:cubicBezTo>
                    <a:pt x="167" y="906"/>
                    <a:pt x="0" y="1084"/>
                    <a:pt x="24" y="1441"/>
                  </a:cubicBezTo>
                  <a:cubicBezTo>
                    <a:pt x="214" y="1443"/>
                    <a:pt x="407" y="1444"/>
                    <a:pt x="604" y="1444"/>
                  </a:cubicBezTo>
                  <a:cubicBezTo>
                    <a:pt x="3891" y="1444"/>
                    <a:pt x="8119" y="1178"/>
                    <a:pt x="11275" y="1156"/>
                  </a:cubicBezTo>
                  <a:cubicBezTo>
                    <a:pt x="13002" y="1145"/>
                    <a:pt x="14729" y="1136"/>
                    <a:pt x="16454" y="1136"/>
                  </a:cubicBezTo>
                  <a:cubicBezTo>
                    <a:pt x="18453" y="1136"/>
                    <a:pt x="20450" y="1147"/>
                    <a:pt x="22443" y="1179"/>
                  </a:cubicBezTo>
                  <a:cubicBezTo>
                    <a:pt x="26122" y="1239"/>
                    <a:pt x="29790" y="1370"/>
                    <a:pt x="33469" y="1441"/>
                  </a:cubicBezTo>
                  <a:cubicBezTo>
                    <a:pt x="36518" y="1512"/>
                    <a:pt x="39571" y="1569"/>
                    <a:pt x="42621" y="1569"/>
                  </a:cubicBezTo>
                  <a:cubicBezTo>
                    <a:pt x="45229" y="1569"/>
                    <a:pt x="47834" y="1527"/>
                    <a:pt x="50435" y="1417"/>
                  </a:cubicBezTo>
                  <a:cubicBezTo>
                    <a:pt x="50411" y="1120"/>
                    <a:pt x="50471" y="798"/>
                    <a:pt x="50435" y="501"/>
                  </a:cubicBezTo>
                  <a:lnTo>
                    <a:pt x="50435" y="501"/>
                  </a:lnTo>
                  <a:cubicBezTo>
                    <a:pt x="48674" y="629"/>
                    <a:pt x="46903" y="679"/>
                    <a:pt x="45126" y="679"/>
                  </a:cubicBezTo>
                  <a:cubicBezTo>
                    <a:pt x="38600" y="679"/>
                    <a:pt x="31987" y="1"/>
                    <a:pt x="254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 flipH="1">
              <a:off x="6888" y="2140438"/>
              <a:ext cx="1262375" cy="53100"/>
            </a:xfrm>
            <a:custGeom>
              <a:avLst/>
              <a:gdLst/>
              <a:ahLst/>
              <a:cxnLst/>
              <a:rect l="l" t="t" r="r" b="b"/>
              <a:pathLst>
                <a:path w="50495" h="2124" extrusionOk="0">
                  <a:moveTo>
                    <a:pt x="18395" y="0"/>
                  </a:moveTo>
                  <a:cubicBezTo>
                    <a:pt x="11536" y="0"/>
                    <a:pt x="1746" y="205"/>
                    <a:pt x="0" y="299"/>
                  </a:cubicBezTo>
                  <a:cubicBezTo>
                    <a:pt x="36" y="894"/>
                    <a:pt x="596" y="1323"/>
                    <a:pt x="619" y="1918"/>
                  </a:cubicBezTo>
                  <a:cubicBezTo>
                    <a:pt x="1325" y="2071"/>
                    <a:pt x="2138" y="2124"/>
                    <a:pt x="3001" y="2124"/>
                  </a:cubicBezTo>
                  <a:cubicBezTo>
                    <a:pt x="4935" y="2124"/>
                    <a:pt x="7120" y="1858"/>
                    <a:pt x="8909" y="1858"/>
                  </a:cubicBezTo>
                  <a:cubicBezTo>
                    <a:pt x="8936" y="1858"/>
                    <a:pt x="8963" y="1858"/>
                    <a:pt x="8990" y="1859"/>
                  </a:cubicBezTo>
                  <a:cubicBezTo>
                    <a:pt x="13621" y="1882"/>
                    <a:pt x="18241" y="1882"/>
                    <a:pt x="22872" y="1882"/>
                  </a:cubicBezTo>
                  <a:cubicBezTo>
                    <a:pt x="26396" y="1882"/>
                    <a:pt x="29885" y="1716"/>
                    <a:pt x="33397" y="1537"/>
                  </a:cubicBezTo>
                  <a:cubicBezTo>
                    <a:pt x="36099" y="1396"/>
                    <a:pt x="38808" y="1274"/>
                    <a:pt x="41518" y="1274"/>
                  </a:cubicBezTo>
                  <a:cubicBezTo>
                    <a:pt x="42462" y="1274"/>
                    <a:pt x="43407" y="1289"/>
                    <a:pt x="44351" y="1323"/>
                  </a:cubicBezTo>
                  <a:cubicBezTo>
                    <a:pt x="46399" y="1394"/>
                    <a:pt x="48483" y="1549"/>
                    <a:pt x="50483" y="1918"/>
                  </a:cubicBezTo>
                  <a:cubicBezTo>
                    <a:pt x="50447" y="1370"/>
                    <a:pt x="50495" y="811"/>
                    <a:pt x="50447" y="263"/>
                  </a:cubicBezTo>
                  <a:cubicBezTo>
                    <a:pt x="48030" y="358"/>
                    <a:pt x="45518" y="430"/>
                    <a:pt x="43089" y="430"/>
                  </a:cubicBezTo>
                  <a:cubicBezTo>
                    <a:pt x="39422" y="430"/>
                    <a:pt x="35767" y="358"/>
                    <a:pt x="32100" y="275"/>
                  </a:cubicBezTo>
                  <a:cubicBezTo>
                    <a:pt x="28421" y="192"/>
                    <a:pt x="24730" y="61"/>
                    <a:pt x="21051" y="13"/>
                  </a:cubicBezTo>
                  <a:cubicBezTo>
                    <a:pt x="20241" y="4"/>
                    <a:pt x="19346" y="0"/>
                    <a:pt x="183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 flipH="1">
              <a:off x="7188" y="2226238"/>
              <a:ext cx="1290350" cy="78950"/>
            </a:xfrm>
            <a:custGeom>
              <a:avLst/>
              <a:gdLst/>
              <a:ahLst/>
              <a:cxnLst/>
              <a:rect l="l" t="t" r="r" b="b"/>
              <a:pathLst>
                <a:path w="51614" h="3158" extrusionOk="0">
                  <a:moveTo>
                    <a:pt x="20070" y="1"/>
                  </a:moveTo>
                  <a:cubicBezTo>
                    <a:pt x="13726" y="1"/>
                    <a:pt x="6715" y="401"/>
                    <a:pt x="988" y="1010"/>
                  </a:cubicBezTo>
                  <a:cubicBezTo>
                    <a:pt x="1000" y="1856"/>
                    <a:pt x="0" y="1498"/>
                    <a:pt x="0" y="2344"/>
                  </a:cubicBezTo>
                  <a:cubicBezTo>
                    <a:pt x="12" y="2439"/>
                    <a:pt x="1524" y="2844"/>
                    <a:pt x="1548" y="2939"/>
                  </a:cubicBezTo>
                  <a:cubicBezTo>
                    <a:pt x="2120" y="2999"/>
                    <a:pt x="2672" y="3022"/>
                    <a:pt x="3207" y="3022"/>
                  </a:cubicBezTo>
                  <a:cubicBezTo>
                    <a:pt x="4967" y="3022"/>
                    <a:pt x="6543" y="2772"/>
                    <a:pt x="8041" y="2772"/>
                  </a:cubicBezTo>
                  <a:cubicBezTo>
                    <a:pt x="8067" y="2772"/>
                    <a:pt x="8094" y="2772"/>
                    <a:pt x="8120" y="2772"/>
                  </a:cubicBezTo>
                  <a:cubicBezTo>
                    <a:pt x="10025" y="2772"/>
                    <a:pt x="11942" y="2772"/>
                    <a:pt x="13847" y="2760"/>
                  </a:cubicBezTo>
                  <a:cubicBezTo>
                    <a:pt x="14153" y="2759"/>
                    <a:pt x="14458" y="2758"/>
                    <a:pt x="14764" y="2758"/>
                  </a:cubicBezTo>
                  <a:cubicBezTo>
                    <a:pt x="15540" y="2758"/>
                    <a:pt x="16317" y="2762"/>
                    <a:pt x="17094" y="2762"/>
                  </a:cubicBezTo>
                  <a:cubicBezTo>
                    <a:pt x="17922" y="2762"/>
                    <a:pt x="18749" y="2757"/>
                    <a:pt x="19574" y="2737"/>
                  </a:cubicBezTo>
                  <a:cubicBezTo>
                    <a:pt x="21114" y="2690"/>
                    <a:pt x="22657" y="2669"/>
                    <a:pt x="24200" y="2669"/>
                  </a:cubicBezTo>
                  <a:cubicBezTo>
                    <a:pt x="26617" y="2669"/>
                    <a:pt x="29037" y="2721"/>
                    <a:pt x="31457" y="2808"/>
                  </a:cubicBezTo>
                  <a:cubicBezTo>
                    <a:pt x="33433" y="2879"/>
                    <a:pt x="35398" y="2999"/>
                    <a:pt x="37362" y="3106"/>
                  </a:cubicBezTo>
                  <a:cubicBezTo>
                    <a:pt x="37988" y="3143"/>
                    <a:pt x="38618" y="3157"/>
                    <a:pt x="39248" y="3157"/>
                  </a:cubicBezTo>
                  <a:cubicBezTo>
                    <a:pt x="40418" y="3157"/>
                    <a:pt x="41591" y="3109"/>
                    <a:pt x="42744" y="3070"/>
                  </a:cubicBezTo>
                  <a:cubicBezTo>
                    <a:pt x="44876" y="3001"/>
                    <a:pt x="47022" y="2901"/>
                    <a:pt x="49157" y="2901"/>
                  </a:cubicBezTo>
                  <a:cubicBezTo>
                    <a:pt x="49966" y="2901"/>
                    <a:pt x="50773" y="2915"/>
                    <a:pt x="51578" y="2951"/>
                  </a:cubicBezTo>
                  <a:cubicBezTo>
                    <a:pt x="51566" y="2284"/>
                    <a:pt x="51614" y="1594"/>
                    <a:pt x="51578" y="927"/>
                  </a:cubicBezTo>
                  <a:lnTo>
                    <a:pt x="51578" y="927"/>
                  </a:lnTo>
                  <a:cubicBezTo>
                    <a:pt x="50127" y="1064"/>
                    <a:pt x="48618" y="1118"/>
                    <a:pt x="47120" y="1118"/>
                  </a:cubicBezTo>
                  <a:cubicBezTo>
                    <a:pt x="46147" y="1118"/>
                    <a:pt x="45178" y="1095"/>
                    <a:pt x="44232" y="1058"/>
                  </a:cubicBezTo>
                  <a:cubicBezTo>
                    <a:pt x="40910" y="927"/>
                    <a:pt x="37600" y="629"/>
                    <a:pt x="34290" y="427"/>
                  </a:cubicBezTo>
                  <a:cubicBezTo>
                    <a:pt x="30742" y="201"/>
                    <a:pt x="27170" y="129"/>
                    <a:pt x="23622" y="46"/>
                  </a:cubicBezTo>
                  <a:cubicBezTo>
                    <a:pt x="22472" y="15"/>
                    <a:pt x="21283" y="1"/>
                    <a:pt x="200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 flipH="1">
              <a:off x="7188" y="2319288"/>
              <a:ext cx="1290050" cy="106825"/>
            </a:xfrm>
            <a:custGeom>
              <a:avLst/>
              <a:gdLst/>
              <a:ahLst/>
              <a:cxnLst/>
              <a:rect l="l" t="t" r="r" b="b"/>
              <a:pathLst>
                <a:path w="51602" h="4273" extrusionOk="0">
                  <a:moveTo>
                    <a:pt x="24508" y="1"/>
                  </a:moveTo>
                  <a:cubicBezTo>
                    <a:pt x="24252" y="1"/>
                    <a:pt x="23997" y="1"/>
                    <a:pt x="23741" y="3"/>
                  </a:cubicBezTo>
                  <a:cubicBezTo>
                    <a:pt x="21789" y="3"/>
                    <a:pt x="19848" y="74"/>
                    <a:pt x="17907" y="74"/>
                  </a:cubicBezTo>
                  <a:cubicBezTo>
                    <a:pt x="13549" y="84"/>
                    <a:pt x="8254" y="293"/>
                    <a:pt x="3585" y="293"/>
                  </a:cubicBezTo>
                  <a:cubicBezTo>
                    <a:pt x="2655" y="293"/>
                    <a:pt x="1749" y="285"/>
                    <a:pt x="881" y="265"/>
                  </a:cubicBezTo>
                  <a:lnTo>
                    <a:pt x="881" y="265"/>
                  </a:lnTo>
                  <a:cubicBezTo>
                    <a:pt x="1024" y="1360"/>
                    <a:pt x="0" y="1932"/>
                    <a:pt x="36" y="3039"/>
                  </a:cubicBezTo>
                  <a:cubicBezTo>
                    <a:pt x="48" y="3170"/>
                    <a:pt x="1417" y="4099"/>
                    <a:pt x="1417" y="4230"/>
                  </a:cubicBezTo>
                  <a:cubicBezTo>
                    <a:pt x="1816" y="4259"/>
                    <a:pt x="2230" y="4273"/>
                    <a:pt x="2656" y="4273"/>
                  </a:cubicBezTo>
                  <a:cubicBezTo>
                    <a:pt x="5822" y="4273"/>
                    <a:pt x="9643" y="3546"/>
                    <a:pt x="12711" y="3546"/>
                  </a:cubicBezTo>
                  <a:cubicBezTo>
                    <a:pt x="12853" y="3546"/>
                    <a:pt x="12994" y="3548"/>
                    <a:pt x="13133" y="3551"/>
                  </a:cubicBezTo>
                  <a:cubicBezTo>
                    <a:pt x="16752" y="3646"/>
                    <a:pt x="20360" y="3825"/>
                    <a:pt x="23979" y="3884"/>
                  </a:cubicBezTo>
                  <a:cubicBezTo>
                    <a:pt x="24819" y="3901"/>
                    <a:pt x="25659" y="3910"/>
                    <a:pt x="26499" y="3910"/>
                  </a:cubicBezTo>
                  <a:cubicBezTo>
                    <a:pt x="27469" y="3910"/>
                    <a:pt x="28439" y="3898"/>
                    <a:pt x="29409" y="3872"/>
                  </a:cubicBezTo>
                  <a:cubicBezTo>
                    <a:pt x="31147" y="3825"/>
                    <a:pt x="32885" y="3729"/>
                    <a:pt x="34624" y="3670"/>
                  </a:cubicBezTo>
                  <a:cubicBezTo>
                    <a:pt x="36287" y="3613"/>
                    <a:pt x="37962" y="3570"/>
                    <a:pt x="39635" y="3570"/>
                  </a:cubicBezTo>
                  <a:cubicBezTo>
                    <a:pt x="41471" y="3570"/>
                    <a:pt x="43306" y="3622"/>
                    <a:pt x="45125" y="3765"/>
                  </a:cubicBezTo>
                  <a:cubicBezTo>
                    <a:pt x="47256" y="3944"/>
                    <a:pt x="49411" y="4206"/>
                    <a:pt x="51566" y="4230"/>
                  </a:cubicBezTo>
                  <a:cubicBezTo>
                    <a:pt x="51566" y="2920"/>
                    <a:pt x="51602" y="1598"/>
                    <a:pt x="51566" y="277"/>
                  </a:cubicBezTo>
                  <a:cubicBezTo>
                    <a:pt x="50778" y="239"/>
                    <a:pt x="49986" y="224"/>
                    <a:pt x="49191" y="224"/>
                  </a:cubicBezTo>
                  <a:cubicBezTo>
                    <a:pt x="46479" y="224"/>
                    <a:pt x="43739" y="400"/>
                    <a:pt x="41041" y="455"/>
                  </a:cubicBezTo>
                  <a:cubicBezTo>
                    <a:pt x="40640" y="464"/>
                    <a:pt x="40239" y="468"/>
                    <a:pt x="39838" y="468"/>
                  </a:cubicBezTo>
                  <a:cubicBezTo>
                    <a:pt x="36455" y="468"/>
                    <a:pt x="33079" y="182"/>
                    <a:pt x="29694" y="86"/>
                  </a:cubicBezTo>
                  <a:cubicBezTo>
                    <a:pt x="27963" y="34"/>
                    <a:pt x="26231" y="1"/>
                    <a:pt x="245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 flipH="1">
              <a:off x="8063" y="2436213"/>
              <a:ext cx="1258225" cy="65500"/>
            </a:xfrm>
            <a:custGeom>
              <a:avLst/>
              <a:gdLst/>
              <a:ahLst/>
              <a:cxnLst/>
              <a:rect l="l" t="t" r="r" b="b"/>
              <a:pathLst>
                <a:path w="50329" h="2620" extrusionOk="0">
                  <a:moveTo>
                    <a:pt x="38390" y="0"/>
                  </a:moveTo>
                  <a:cubicBezTo>
                    <a:pt x="36335" y="0"/>
                    <a:pt x="34277" y="76"/>
                    <a:pt x="32243" y="160"/>
                  </a:cubicBezTo>
                  <a:cubicBezTo>
                    <a:pt x="30480" y="219"/>
                    <a:pt x="28730" y="315"/>
                    <a:pt x="26968" y="338"/>
                  </a:cubicBezTo>
                  <a:cubicBezTo>
                    <a:pt x="26365" y="346"/>
                    <a:pt x="25762" y="350"/>
                    <a:pt x="25158" y="350"/>
                  </a:cubicBezTo>
                  <a:cubicBezTo>
                    <a:pt x="23952" y="350"/>
                    <a:pt x="22745" y="334"/>
                    <a:pt x="21539" y="303"/>
                  </a:cubicBezTo>
                  <a:cubicBezTo>
                    <a:pt x="20649" y="281"/>
                    <a:pt x="19738" y="271"/>
                    <a:pt x="18811" y="271"/>
                  </a:cubicBezTo>
                  <a:cubicBezTo>
                    <a:pt x="12721" y="271"/>
                    <a:pt x="5953" y="684"/>
                    <a:pt x="0" y="684"/>
                  </a:cubicBezTo>
                  <a:cubicBezTo>
                    <a:pt x="12" y="1255"/>
                    <a:pt x="262" y="2041"/>
                    <a:pt x="262" y="2601"/>
                  </a:cubicBezTo>
                  <a:cubicBezTo>
                    <a:pt x="790" y="2613"/>
                    <a:pt x="1319" y="2619"/>
                    <a:pt x="1850" y="2619"/>
                  </a:cubicBezTo>
                  <a:cubicBezTo>
                    <a:pt x="8427" y="2619"/>
                    <a:pt x="15212" y="1717"/>
                    <a:pt x="21584" y="1717"/>
                  </a:cubicBezTo>
                  <a:cubicBezTo>
                    <a:pt x="22414" y="1717"/>
                    <a:pt x="23237" y="1733"/>
                    <a:pt x="24051" y="1767"/>
                  </a:cubicBezTo>
                  <a:cubicBezTo>
                    <a:pt x="29266" y="1981"/>
                    <a:pt x="34433" y="2470"/>
                    <a:pt x="39660" y="2505"/>
                  </a:cubicBezTo>
                  <a:cubicBezTo>
                    <a:pt x="43208" y="2541"/>
                    <a:pt x="46768" y="2505"/>
                    <a:pt x="50328" y="2601"/>
                  </a:cubicBezTo>
                  <a:cubicBezTo>
                    <a:pt x="50328" y="1958"/>
                    <a:pt x="50328" y="1315"/>
                    <a:pt x="50328" y="684"/>
                  </a:cubicBezTo>
                  <a:cubicBezTo>
                    <a:pt x="47792" y="648"/>
                    <a:pt x="45232" y="303"/>
                    <a:pt x="42708" y="136"/>
                  </a:cubicBezTo>
                  <a:cubicBezTo>
                    <a:pt x="41278" y="38"/>
                    <a:pt x="39835" y="0"/>
                    <a:pt x="383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8"/>
            <p:cNvSpPr/>
            <p:nvPr/>
          </p:nvSpPr>
          <p:spPr>
            <a:xfrm flipH="1">
              <a:off x="8063" y="2512513"/>
              <a:ext cx="1272525" cy="70875"/>
            </a:xfrm>
            <a:custGeom>
              <a:avLst/>
              <a:gdLst/>
              <a:ahLst/>
              <a:cxnLst/>
              <a:rect l="l" t="t" r="r" b="b"/>
              <a:pathLst>
                <a:path w="50901" h="2835" extrusionOk="0">
                  <a:moveTo>
                    <a:pt x="21976" y="0"/>
                  </a:moveTo>
                  <a:cubicBezTo>
                    <a:pt x="15017" y="0"/>
                    <a:pt x="7136" y="870"/>
                    <a:pt x="277" y="870"/>
                  </a:cubicBezTo>
                  <a:cubicBezTo>
                    <a:pt x="237" y="870"/>
                    <a:pt x="196" y="870"/>
                    <a:pt x="156" y="870"/>
                  </a:cubicBezTo>
                  <a:lnTo>
                    <a:pt x="156" y="870"/>
                  </a:lnTo>
                  <a:cubicBezTo>
                    <a:pt x="203" y="1585"/>
                    <a:pt x="1" y="2120"/>
                    <a:pt x="49" y="2835"/>
                  </a:cubicBezTo>
                  <a:cubicBezTo>
                    <a:pt x="1795" y="2835"/>
                    <a:pt x="2585" y="2334"/>
                    <a:pt x="2864" y="2334"/>
                  </a:cubicBezTo>
                  <a:cubicBezTo>
                    <a:pt x="2870" y="2334"/>
                    <a:pt x="2876" y="2334"/>
                    <a:pt x="2882" y="2335"/>
                  </a:cubicBezTo>
                  <a:cubicBezTo>
                    <a:pt x="4942" y="1977"/>
                    <a:pt x="7121" y="1823"/>
                    <a:pt x="9169" y="1739"/>
                  </a:cubicBezTo>
                  <a:cubicBezTo>
                    <a:pt x="10340" y="1692"/>
                    <a:pt x="11512" y="1671"/>
                    <a:pt x="12684" y="1671"/>
                  </a:cubicBezTo>
                  <a:cubicBezTo>
                    <a:pt x="15933" y="1671"/>
                    <a:pt x="19183" y="1829"/>
                    <a:pt x="22420" y="2013"/>
                  </a:cubicBezTo>
                  <a:cubicBezTo>
                    <a:pt x="24611" y="2132"/>
                    <a:pt x="26790" y="2275"/>
                    <a:pt x="28969" y="2418"/>
                  </a:cubicBezTo>
                  <a:cubicBezTo>
                    <a:pt x="29937" y="2401"/>
                    <a:pt x="30906" y="2394"/>
                    <a:pt x="31874" y="2394"/>
                  </a:cubicBezTo>
                  <a:cubicBezTo>
                    <a:pt x="37915" y="2394"/>
                    <a:pt x="43949" y="2681"/>
                    <a:pt x="49983" y="2835"/>
                  </a:cubicBezTo>
                  <a:cubicBezTo>
                    <a:pt x="50281" y="2799"/>
                    <a:pt x="50579" y="2763"/>
                    <a:pt x="50876" y="2716"/>
                  </a:cubicBezTo>
                  <a:cubicBezTo>
                    <a:pt x="50888" y="2108"/>
                    <a:pt x="50900" y="1501"/>
                    <a:pt x="50900" y="894"/>
                  </a:cubicBezTo>
                  <a:cubicBezTo>
                    <a:pt x="46959" y="775"/>
                    <a:pt x="43018" y="846"/>
                    <a:pt x="39065" y="787"/>
                  </a:cubicBezTo>
                  <a:cubicBezTo>
                    <a:pt x="34350" y="715"/>
                    <a:pt x="29659" y="275"/>
                    <a:pt x="24944" y="61"/>
                  </a:cubicBezTo>
                  <a:cubicBezTo>
                    <a:pt x="23978" y="18"/>
                    <a:pt x="22987" y="0"/>
                    <a:pt x="219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8"/>
            <p:cNvSpPr/>
            <p:nvPr/>
          </p:nvSpPr>
          <p:spPr>
            <a:xfrm flipH="1">
              <a:off x="648038" y="2576813"/>
              <a:ext cx="448875" cy="12850"/>
            </a:xfrm>
            <a:custGeom>
              <a:avLst/>
              <a:gdLst/>
              <a:ahLst/>
              <a:cxnLst/>
              <a:rect l="l" t="t" r="r" b="b"/>
              <a:pathLst>
                <a:path w="17955" h="514" extrusionOk="0">
                  <a:moveTo>
                    <a:pt x="17955" y="1"/>
                  </a:moveTo>
                  <a:cubicBezTo>
                    <a:pt x="17490" y="1"/>
                    <a:pt x="17038" y="1"/>
                    <a:pt x="16585" y="13"/>
                  </a:cubicBezTo>
                  <a:cubicBezTo>
                    <a:pt x="11049" y="60"/>
                    <a:pt x="5525" y="167"/>
                    <a:pt x="0" y="298"/>
                  </a:cubicBezTo>
                  <a:cubicBezTo>
                    <a:pt x="2397" y="439"/>
                    <a:pt x="4802" y="514"/>
                    <a:pt x="7209" y="514"/>
                  </a:cubicBezTo>
                  <a:cubicBezTo>
                    <a:pt x="8866" y="514"/>
                    <a:pt x="10524" y="478"/>
                    <a:pt x="12180" y="406"/>
                  </a:cubicBezTo>
                  <a:cubicBezTo>
                    <a:pt x="14097" y="322"/>
                    <a:pt x="16026" y="191"/>
                    <a:pt x="179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8"/>
            <p:cNvSpPr/>
            <p:nvPr/>
          </p:nvSpPr>
          <p:spPr>
            <a:xfrm flipH="1">
              <a:off x="27113" y="2200138"/>
              <a:ext cx="491775" cy="19400"/>
            </a:xfrm>
            <a:custGeom>
              <a:avLst/>
              <a:gdLst/>
              <a:ahLst/>
              <a:cxnLst/>
              <a:rect l="l" t="t" r="r" b="b"/>
              <a:pathLst>
                <a:path w="19671" h="776" extrusionOk="0">
                  <a:moveTo>
                    <a:pt x="9470" y="0"/>
                  </a:moveTo>
                  <a:cubicBezTo>
                    <a:pt x="6310" y="0"/>
                    <a:pt x="3147" y="110"/>
                    <a:pt x="1" y="352"/>
                  </a:cubicBezTo>
                  <a:cubicBezTo>
                    <a:pt x="3537" y="530"/>
                    <a:pt x="7073" y="733"/>
                    <a:pt x="10621" y="768"/>
                  </a:cubicBezTo>
                  <a:cubicBezTo>
                    <a:pt x="11036" y="773"/>
                    <a:pt x="11451" y="776"/>
                    <a:pt x="11867" y="776"/>
                  </a:cubicBezTo>
                  <a:cubicBezTo>
                    <a:pt x="14469" y="776"/>
                    <a:pt x="17083" y="672"/>
                    <a:pt x="19670" y="364"/>
                  </a:cubicBezTo>
                  <a:cubicBezTo>
                    <a:pt x="19003" y="316"/>
                    <a:pt x="18349" y="268"/>
                    <a:pt x="17694" y="233"/>
                  </a:cubicBezTo>
                  <a:cubicBezTo>
                    <a:pt x="14963" y="83"/>
                    <a:pt x="12218" y="0"/>
                    <a:pt x="9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8"/>
            <p:cNvSpPr/>
            <p:nvPr/>
          </p:nvSpPr>
          <p:spPr>
            <a:xfrm flipH="1">
              <a:off x="7188" y="2608013"/>
              <a:ext cx="1261775" cy="39175"/>
            </a:xfrm>
            <a:custGeom>
              <a:avLst/>
              <a:gdLst/>
              <a:ahLst/>
              <a:cxnLst/>
              <a:rect l="l" t="t" r="r" b="b"/>
              <a:pathLst>
                <a:path w="50471" h="1567" extrusionOk="0">
                  <a:moveTo>
                    <a:pt x="25534" y="0"/>
                  </a:moveTo>
                  <a:cubicBezTo>
                    <a:pt x="24557" y="0"/>
                    <a:pt x="23582" y="15"/>
                    <a:pt x="22610" y="51"/>
                  </a:cubicBezTo>
                  <a:cubicBezTo>
                    <a:pt x="19176" y="176"/>
                    <a:pt x="15811" y="390"/>
                    <a:pt x="12410" y="390"/>
                  </a:cubicBezTo>
                  <a:cubicBezTo>
                    <a:pt x="11306" y="390"/>
                    <a:pt x="10199" y="368"/>
                    <a:pt x="9085" y="312"/>
                  </a:cubicBezTo>
                  <a:cubicBezTo>
                    <a:pt x="7132" y="205"/>
                    <a:pt x="5179" y="110"/>
                    <a:pt x="3227" y="110"/>
                  </a:cubicBezTo>
                  <a:cubicBezTo>
                    <a:pt x="2822" y="110"/>
                    <a:pt x="941" y="515"/>
                    <a:pt x="143" y="539"/>
                  </a:cubicBezTo>
                  <a:cubicBezTo>
                    <a:pt x="167" y="896"/>
                    <a:pt x="0" y="1086"/>
                    <a:pt x="24" y="1444"/>
                  </a:cubicBezTo>
                  <a:cubicBezTo>
                    <a:pt x="207" y="1445"/>
                    <a:pt x="393" y="1446"/>
                    <a:pt x="583" y="1446"/>
                  </a:cubicBezTo>
                  <a:cubicBezTo>
                    <a:pt x="3874" y="1446"/>
                    <a:pt x="8112" y="1169"/>
                    <a:pt x="11275" y="1158"/>
                  </a:cubicBezTo>
                  <a:cubicBezTo>
                    <a:pt x="13139" y="1146"/>
                    <a:pt x="15002" y="1134"/>
                    <a:pt x="16864" y="1134"/>
                  </a:cubicBezTo>
                  <a:cubicBezTo>
                    <a:pt x="18726" y="1134"/>
                    <a:pt x="20586" y="1146"/>
                    <a:pt x="22444" y="1182"/>
                  </a:cubicBezTo>
                  <a:cubicBezTo>
                    <a:pt x="26123" y="1241"/>
                    <a:pt x="29790" y="1360"/>
                    <a:pt x="33469" y="1444"/>
                  </a:cubicBezTo>
                  <a:cubicBezTo>
                    <a:pt x="36568" y="1509"/>
                    <a:pt x="39671" y="1567"/>
                    <a:pt x="42771" y="1567"/>
                  </a:cubicBezTo>
                  <a:cubicBezTo>
                    <a:pt x="45328" y="1567"/>
                    <a:pt x="47884" y="1527"/>
                    <a:pt x="50435" y="1420"/>
                  </a:cubicBezTo>
                  <a:cubicBezTo>
                    <a:pt x="50411" y="1122"/>
                    <a:pt x="50471" y="801"/>
                    <a:pt x="50435" y="503"/>
                  </a:cubicBezTo>
                  <a:lnTo>
                    <a:pt x="50435" y="503"/>
                  </a:lnTo>
                  <a:cubicBezTo>
                    <a:pt x="48685" y="630"/>
                    <a:pt x="46925" y="680"/>
                    <a:pt x="45159" y="680"/>
                  </a:cubicBezTo>
                  <a:cubicBezTo>
                    <a:pt x="38648" y="680"/>
                    <a:pt x="32048" y="0"/>
                    <a:pt x="255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8"/>
            <p:cNvSpPr/>
            <p:nvPr/>
          </p:nvSpPr>
          <p:spPr>
            <a:xfrm flipH="1">
              <a:off x="7188" y="2653888"/>
              <a:ext cx="1262075" cy="53100"/>
            </a:xfrm>
            <a:custGeom>
              <a:avLst/>
              <a:gdLst/>
              <a:ahLst/>
              <a:cxnLst/>
              <a:rect l="l" t="t" r="r" b="b"/>
              <a:pathLst>
                <a:path w="50483" h="2124" extrusionOk="0">
                  <a:moveTo>
                    <a:pt x="18274" y="0"/>
                  </a:moveTo>
                  <a:cubicBezTo>
                    <a:pt x="11421" y="0"/>
                    <a:pt x="1727" y="195"/>
                    <a:pt x="0" y="299"/>
                  </a:cubicBezTo>
                  <a:cubicBezTo>
                    <a:pt x="24" y="894"/>
                    <a:pt x="584" y="1323"/>
                    <a:pt x="608" y="1918"/>
                  </a:cubicBezTo>
                  <a:cubicBezTo>
                    <a:pt x="1313" y="2071"/>
                    <a:pt x="2127" y="2124"/>
                    <a:pt x="2991" y="2124"/>
                  </a:cubicBezTo>
                  <a:cubicBezTo>
                    <a:pt x="4929" y="2124"/>
                    <a:pt x="7120" y="1859"/>
                    <a:pt x="8909" y="1859"/>
                  </a:cubicBezTo>
                  <a:cubicBezTo>
                    <a:pt x="8936" y="1859"/>
                    <a:pt x="8963" y="1859"/>
                    <a:pt x="8990" y="1859"/>
                  </a:cubicBezTo>
                  <a:cubicBezTo>
                    <a:pt x="13609" y="1871"/>
                    <a:pt x="18241" y="1883"/>
                    <a:pt x="22860" y="1883"/>
                  </a:cubicBezTo>
                  <a:cubicBezTo>
                    <a:pt x="26385" y="1883"/>
                    <a:pt x="29873" y="1716"/>
                    <a:pt x="33385" y="1537"/>
                  </a:cubicBezTo>
                  <a:cubicBezTo>
                    <a:pt x="36143" y="1393"/>
                    <a:pt x="38908" y="1269"/>
                    <a:pt x="41674" y="1269"/>
                  </a:cubicBezTo>
                  <a:cubicBezTo>
                    <a:pt x="42562" y="1269"/>
                    <a:pt x="43451" y="1282"/>
                    <a:pt x="44339" y="1311"/>
                  </a:cubicBezTo>
                  <a:cubicBezTo>
                    <a:pt x="46387" y="1383"/>
                    <a:pt x="48471" y="1549"/>
                    <a:pt x="50471" y="1918"/>
                  </a:cubicBezTo>
                  <a:cubicBezTo>
                    <a:pt x="50435" y="1371"/>
                    <a:pt x="50483" y="811"/>
                    <a:pt x="50447" y="263"/>
                  </a:cubicBezTo>
                  <a:lnTo>
                    <a:pt x="50447" y="263"/>
                  </a:lnTo>
                  <a:cubicBezTo>
                    <a:pt x="48018" y="359"/>
                    <a:pt x="45506" y="418"/>
                    <a:pt x="43077" y="430"/>
                  </a:cubicBezTo>
                  <a:cubicBezTo>
                    <a:pt x="39422" y="430"/>
                    <a:pt x="35755" y="359"/>
                    <a:pt x="32088" y="275"/>
                  </a:cubicBezTo>
                  <a:cubicBezTo>
                    <a:pt x="28409" y="192"/>
                    <a:pt x="24730" y="61"/>
                    <a:pt x="21039" y="13"/>
                  </a:cubicBezTo>
                  <a:cubicBezTo>
                    <a:pt x="20199" y="4"/>
                    <a:pt x="19266" y="0"/>
                    <a:pt x="18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8"/>
            <p:cNvSpPr/>
            <p:nvPr/>
          </p:nvSpPr>
          <p:spPr>
            <a:xfrm flipH="1">
              <a:off x="7488" y="2739513"/>
              <a:ext cx="1290350" cy="79000"/>
            </a:xfrm>
            <a:custGeom>
              <a:avLst/>
              <a:gdLst/>
              <a:ahLst/>
              <a:cxnLst/>
              <a:rect l="l" t="t" r="r" b="b"/>
              <a:pathLst>
                <a:path w="51614" h="3160" extrusionOk="0">
                  <a:moveTo>
                    <a:pt x="20240" y="1"/>
                  </a:moveTo>
                  <a:cubicBezTo>
                    <a:pt x="13852" y="1"/>
                    <a:pt x="6767" y="402"/>
                    <a:pt x="989" y="1017"/>
                  </a:cubicBezTo>
                  <a:cubicBezTo>
                    <a:pt x="1000" y="1863"/>
                    <a:pt x="0" y="1506"/>
                    <a:pt x="0" y="2351"/>
                  </a:cubicBezTo>
                  <a:cubicBezTo>
                    <a:pt x="12" y="2446"/>
                    <a:pt x="1536" y="2851"/>
                    <a:pt x="1548" y="2946"/>
                  </a:cubicBezTo>
                  <a:cubicBezTo>
                    <a:pt x="2118" y="3006"/>
                    <a:pt x="2669" y="3029"/>
                    <a:pt x="3202" y="3029"/>
                  </a:cubicBezTo>
                  <a:cubicBezTo>
                    <a:pt x="4996" y="3029"/>
                    <a:pt x="6597" y="2768"/>
                    <a:pt x="8120" y="2768"/>
                  </a:cubicBezTo>
                  <a:cubicBezTo>
                    <a:pt x="8682" y="2771"/>
                    <a:pt x="9242" y="2773"/>
                    <a:pt x="9802" y="2773"/>
                  </a:cubicBezTo>
                  <a:cubicBezTo>
                    <a:pt x="11153" y="2773"/>
                    <a:pt x="12500" y="2764"/>
                    <a:pt x="13847" y="2756"/>
                  </a:cubicBezTo>
                  <a:cubicBezTo>
                    <a:pt x="14886" y="2756"/>
                    <a:pt x="15929" y="2766"/>
                    <a:pt x="16971" y="2766"/>
                  </a:cubicBezTo>
                  <a:cubicBezTo>
                    <a:pt x="17840" y="2766"/>
                    <a:pt x="18708" y="2759"/>
                    <a:pt x="19574" y="2732"/>
                  </a:cubicBezTo>
                  <a:cubicBezTo>
                    <a:pt x="21106" y="2690"/>
                    <a:pt x="22641" y="2670"/>
                    <a:pt x="24178" y="2670"/>
                  </a:cubicBezTo>
                  <a:cubicBezTo>
                    <a:pt x="26606" y="2670"/>
                    <a:pt x="29036" y="2720"/>
                    <a:pt x="31457" y="2815"/>
                  </a:cubicBezTo>
                  <a:cubicBezTo>
                    <a:pt x="33433" y="2887"/>
                    <a:pt x="35398" y="3006"/>
                    <a:pt x="37362" y="3113"/>
                  </a:cubicBezTo>
                  <a:cubicBezTo>
                    <a:pt x="37991" y="3146"/>
                    <a:pt x="38624" y="3159"/>
                    <a:pt x="39259" y="3159"/>
                  </a:cubicBezTo>
                  <a:cubicBezTo>
                    <a:pt x="40427" y="3159"/>
                    <a:pt x="41599" y="3116"/>
                    <a:pt x="42756" y="3077"/>
                  </a:cubicBezTo>
                  <a:cubicBezTo>
                    <a:pt x="44880" y="3008"/>
                    <a:pt x="47023" y="2908"/>
                    <a:pt x="49162" y="2908"/>
                  </a:cubicBezTo>
                  <a:cubicBezTo>
                    <a:pt x="49972" y="2908"/>
                    <a:pt x="50782" y="2922"/>
                    <a:pt x="51590" y="2958"/>
                  </a:cubicBezTo>
                  <a:cubicBezTo>
                    <a:pt x="51566" y="2291"/>
                    <a:pt x="51614" y="1601"/>
                    <a:pt x="51590" y="934"/>
                  </a:cubicBezTo>
                  <a:lnTo>
                    <a:pt x="51590" y="934"/>
                  </a:lnTo>
                  <a:cubicBezTo>
                    <a:pt x="50132" y="1071"/>
                    <a:pt x="48620" y="1125"/>
                    <a:pt x="47120" y="1125"/>
                  </a:cubicBezTo>
                  <a:cubicBezTo>
                    <a:pt x="46147" y="1125"/>
                    <a:pt x="45179" y="1103"/>
                    <a:pt x="44232" y="1065"/>
                  </a:cubicBezTo>
                  <a:cubicBezTo>
                    <a:pt x="40910" y="934"/>
                    <a:pt x="37612" y="636"/>
                    <a:pt x="34290" y="434"/>
                  </a:cubicBezTo>
                  <a:cubicBezTo>
                    <a:pt x="30742" y="208"/>
                    <a:pt x="27182" y="136"/>
                    <a:pt x="23622" y="41"/>
                  </a:cubicBezTo>
                  <a:cubicBezTo>
                    <a:pt x="22525" y="14"/>
                    <a:pt x="21394" y="1"/>
                    <a:pt x="202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8"/>
            <p:cNvSpPr/>
            <p:nvPr/>
          </p:nvSpPr>
          <p:spPr>
            <a:xfrm flipH="1">
              <a:off x="7188" y="2832738"/>
              <a:ext cx="1290050" cy="106825"/>
            </a:xfrm>
            <a:custGeom>
              <a:avLst/>
              <a:gdLst/>
              <a:ahLst/>
              <a:cxnLst/>
              <a:rect l="l" t="t" r="r" b="b"/>
              <a:pathLst>
                <a:path w="51602" h="4273" extrusionOk="0">
                  <a:moveTo>
                    <a:pt x="24500" y="1"/>
                  </a:moveTo>
                  <a:cubicBezTo>
                    <a:pt x="24243" y="1"/>
                    <a:pt x="23986" y="2"/>
                    <a:pt x="23729" y="3"/>
                  </a:cubicBezTo>
                  <a:cubicBezTo>
                    <a:pt x="21789" y="3"/>
                    <a:pt x="19848" y="75"/>
                    <a:pt x="17895" y="75"/>
                  </a:cubicBezTo>
                  <a:cubicBezTo>
                    <a:pt x="13547" y="84"/>
                    <a:pt x="8246" y="293"/>
                    <a:pt x="3574" y="293"/>
                  </a:cubicBezTo>
                  <a:cubicBezTo>
                    <a:pt x="2643" y="293"/>
                    <a:pt x="1738" y="285"/>
                    <a:pt x="869" y="265"/>
                  </a:cubicBezTo>
                  <a:lnTo>
                    <a:pt x="869" y="265"/>
                  </a:lnTo>
                  <a:cubicBezTo>
                    <a:pt x="1012" y="1360"/>
                    <a:pt x="0" y="1932"/>
                    <a:pt x="36" y="3039"/>
                  </a:cubicBezTo>
                  <a:cubicBezTo>
                    <a:pt x="36" y="3158"/>
                    <a:pt x="1405" y="4099"/>
                    <a:pt x="1405" y="4230"/>
                  </a:cubicBezTo>
                  <a:cubicBezTo>
                    <a:pt x="1804" y="4260"/>
                    <a:pt x="2218" y="4273"/>
                    <a:pt x="2644" y="4273"/>
                  </a:cubicBezTo>
                  <a:cubicBezTo>
                    <a:pt x="5810" y="4273"/>
                    <a:pt x="9631" y="3546"/>
                    <a:pt x="12699" y="3546"/>
                  </a:cubicBezTo>
                  <a:cubicBezTo>
                    <a:pt x="12841" y="3546"/>
                    <a:pt x="12982" y="3548"/>
                    <a:pt x="13121" y="3551"/>
                  </a:cubicBezTo>
                  <a:cubicBezTo>
                    <a:pt x="16740" y="3646"/>
                    <a:pt x="20348" y="3825"/>
                    <a:pt x="23979" y="3885"/>
                  </a:cubicBezTo>
                  <a:cubicBezTo>
                    <a:pt x="24814" y="3901"/>
                    <a:pt x="25651" y="3910"/>
                    <a:pt x="26489" y="3910"/>
                  </a:cubicBezTo>
                  <a:cubicBezTo>
                    <a:pt x="27457" y="3910"/>
                    <a:pt x="28427" y="3898"/>
                    <a:pt x="29397" y="3873"/>
                  </a:cubicBezTo>
                  <a:cubicBezTo>
                    <a:pt x="31135" y="3825"/>
                    <a:pt x="32873" y="3718"/>
                    <a:pt x="34612" y="3658"/>
                  </a:cubicBezTo>
                  <a:cubicBezTo>
                    <a:pt x="36250" y="3608"/>
                    <a:pt x="37893" y="3568"/>
                    <a:pt x="39534" y="3568"/>
                  </a:cubicBezTo>
                  <a:cubicBezTo>
                    <a:pt x="41400" y="3568"/>
                    <a:pt x="43263" y="3620"/>
                    <a:pt x="45113" y="3765"/>
                  </a:cubicBezTo>
                  <a:cubicBezTo>
                    <a:pt x="47244" y="3944"/>
                    <a:pt x="49411" y="4194"/>
                    <a:pt x="51566" y="4230"/>
                  </a:cubicBezTo>
                  <a:cubicBezTo>
                    <a:pt x="51554" y="2908"/>
                    <a:pt x="51602" y="1587"/>
                    <a:pt x="51566" y="277"/>
                  </a:cubicBezTo>
                  <a:cubicBezTo>
                    <a:pt x="50778" y="239"/>
                    <a:pt x="49985" y="224"/>
                    <a:pt x="49189" y="224"/>
                  </a:cubicBezTo>
                  <a:cubicBezTo>
                    <a:pt x="46475" y="224"/>
                    <a:pt x="43729" y="400"/>
                    <a:pt x="41041" y="456"/>
                  </a:cubicBezTo>
                  <a:cubicBezTo>
                    <a:pt x="40639" y="464"/>
                    <a:pt x="40236" y="468"/>
                    <a:pt x="39834" y="468"/>
                  </a:cubicBezTo>
                  <a:cubicBezTo>
                    <a:pt x="36443" y="468"/>
                    <a:pt x="33067" y="182"/>
                    <a:pt x="29682" y="86"/>
                  </a:cubicBezTo>
                  <a:cubicBezTo>
                    <a:pt x="27961" y="35"/>
                    <a:pt x="26231" y="1"/>
                    <a:pt x="245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8"/>
            <p:cNvSpPr/>
            <p:nvPr/>
          </p:nvSpPr>
          <p:spPr>
            <a:xfrm flipH="1">
              <a:off x="8063" y="2949588"/>
              <a:ext cx="1258225" cy="65575"/>
            </a:xfrm>
            <a:custGeom>
              <a:avLst/>
              <a:gdLst/>
              <a:ahLst/>
              <a:cxnLst/>
              <a:rect l="l" t="t" r="r" b="b"/>
              <a:pathLst>
                <a:path w="50329" h="2623" extrusionOk="0">
                  <a:moveTo>
                    <a:pt x="38434" y="0"/>
                  </a:moveTo>
                  <a:cubicBezTo>
                    <a:pt x="36364" y="0"/>
                    <a:pt x="34289" y="74"/>
                    <a:pt x="32231" y="151"/>
                  </a:cubicBezTo>
                  <a:cubicBezTo>
                    <a:pt x="30468" y="223"/>
                    <a:pt x="28718" y="318"/>
                    <a:pt x="26956" y="342"/>
                  </a:cubicBezTo>
                  <a:cubicBezTo>
                    <a:pt x="26451" y="348"/>
                    <a:pt x="25945" y="351"/>
                    <a:pt x="25440" y="351"/>
                  </a:cubicBezTo>
                  <a:cubicBezTo>
                    <a:pt x="24136" y="351"/>
                    <a:pt x="22831" y="332"/>
                    <a:pt x="21527" y="306"/>
                  </a:cubicBezTo>
                  <a:cubicBezTo>
                    <a:pt x="20637" y="284"/>
                    <a:pt x="19726" y="274"/>
                    <a:pt x="18800" y="274"/>
                  </a:cubicBezTo>
                  <a:cubicBezTo>
                    <a:pt x="12712" y="274"/>
                    <a:pt x="5953" y="687"/>
                    <a:pt x="0" y="687"/>
                  </a:cubicBezTo>
                  <a:cubicBezTo>
                    <a:pt x="12" y="1246"/>
                    <a:pt x="250" y="2032"/>
                    <a:pt x="250" y="2604"/>
                  </a:cubicBezTo>
                  <a:cubicBezTo>
                    <a:pt x="778" y="2616"/>
                    <a:pt x="1307" y="2622"/>
                    <a:pt x="1838" y="2622"/>
                  </a:cubicBezTo>
                  <a:cubicBezTo>
                    <a:pt x="8443" y="2622"/>
                    <a:pt x="15260" y="1712"/>
                    <a:pt x="21664" y="1712"/>
                  </a:cubicBezTo>
                  <a:cubicBezTo>
                    <a:pt x="22467" y="1712"/>
                    <a:pt x="23263" y="1726"/>
                    <a:pt x="24051" y="1758"/>
                  </a:cubicBezTo>
                  <a:cubicBezTo>
                    <a:pt x="29254" y="1973"/>
                    <a:pt x="34421" y="2461"/>
                    <a:pt x="39648" y="2509"/>
                  </a:cubicBezTo>
                  <a:cubicBezTo>
                    <a:pt x="43208" y="2544"/>
                    <a:pt x="46756" y="2497"/>
                    <a:pt x="50316" y="2604"/>
                  </a:cubicBezTo>
                  <a:cubicBezTo>
                    <a:pt x="50316" y="1961"/>
                    <a:pt x="50316" y="1318"/>
                    <a:pt x="50328" y="675"/>
                  </a:cubicBezTo>
                  <a:cubicBezTo>
                    <a:pt x="47780" y="651"/>
                    <a:pt x="45220" y="294"/>
                    <a:pt x="42696" y="127"/>
                  </a:cubicBezTo>
                  <a:cubicBezTo>
                    <a:pt x="41283" y="35"/>
                    <a:pt x="39860" y="0"/>
                    <a:pt x="384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8"/>
            <p:cNvSpPr/>
            <p:nvPr/>
          </p:nvSpPr>
          <p:spPr>
            <a:xfrm flipH="1">
              <a:off x="8363" y="3025963"/>
              <a:ext cx="1272525" cy="70575"/>
            </a:xfrm>
            <a:custGeom>
              <a:avLst/>
              <a:gdLst/>
              <a:ahLst/>
              <a:cxnLst/>
              <a:rect l="l" t="t" r="r" b="b"/>
              <a:pathLst>
                <a:path w="50901" h="2823" extrusionOk="0">
                  <a:moveTo>
                    <a:pt x="21976" y="0"/>
                  </a:moveTo>
                  <a:cubicBezTo>
                    <a:pt x="15017" y="0"/>
                    <a:pt x="7136" y="870"/>
                    <a:pt x="277" y="870"/>
                  </a:cubicBezTo>
                  <a:cubicBezTo>
                    <a:pt x="237" y="870"/>
                    <a:pt x="196" y="870"/>
                    <a:pt x="156" y="870"/>
                  </a:cubicBezTo>
                  <a:lnTo>
                    <a:pt x="156" y="870"/>
                  </a:lnTo>
                  <a:cubicBezTo>
                    <a:pt x="203" y="1573"/>
                    <a:pt x="1" y="2121"/>
                    <a:pt x="49" y="2823"/>
                  </a:cubicBezTo>
                  <a:cubicBezTo>
                    <a:pt x="1794" y="2823"/>
                    <a:pt x="2584" y="2334"/>
                    <a:pt x="2864" y="2334"/>
                  </a:cubicBezTo>
                  <a:cubicBezTo>
                    <a:pt x="2870" y="2334"/>
                    <a:pt x="2876" y="2334"/>
                    <a:pt x="2882" y="2335"/>
                  </a:cubicBezTo>
                  <a:cubicBezTo>
                    <a:pt x="4942" y="1966"/>
                    <a:pt x="7121" y="1823"/>
                    <a:pt x="9169" y="1740"/>
                  </a:cubicBezTo>
                  <a:cubicBezTo>
                    <a:pt x="10340" y="1692"/>
                    <a:pt x="11512" y="1672"/>
                    <a:pt x="12684" y="1672"/>
                  </a:cubicBezTo>
                  <a:cubicBezTo>
                    <a:pt x="15933" y="1672"/>
                    <a:pt x="19183" y="1830"/>
                    <a:pt x="22420" y="2013"/>
                  </a:cubicBezTo>
                  <a:cubicBezTo>
                    <a:pt x="24611" y="2132"/>
                    <a:pt x="26790" y="2275"/>
                    <a:pt x="28969" y="2418"/>
                  </a:cubicBezTo>
                  <a:cubicBezTo>
                    <a:pt x="29940" y="2402"/>
                    <a:pt x="30910" y="2394"/>
                    <a:pt x="31880" y="2394"/>
                  </a:cubicBezTo>
                  <a:cubicBezTo>
                    <a:pt x="37920" y="2394"/>
                    <a:pt x="43952" y="2679"/>
                    <a:pt x="49983" y="2823"/>
                  </a:cubicBezTo>
                  <a:cubicBezTo>
                    <a:pt x="50281" y="2787"/>
                    <a:pt x="50579" y="2752"/>
                    <a:pt x="50876" y="2716"/>
                  </a:cubicBezTo>
                  <a:cubicBezTo>
                    <a:pt x="50888" y="2109"/>
                    <a:pt x="50900" y="1489"/>
                    <a:pt x="50900" y="882"/>
                  </a:cubicBezTo>
                  <a:cubicBezTo>
                    <a:pt x="46959" y="775"/>
                    <a:pt x="43018" y="847"/>
                    <a:pt x="39077" y="787"/>
                  </a:cubicBezTo>
                  <a:cubicBezTo>
                    <a:pt x="34351" y="704"/>
                    <a:pt x="29659" y="263"/>
                    <a:pt x="24945" y="61"/>
                  </a:cubicBezTo>
                  <a:cubicBezTo>
                    <a:pt x="23978" y="19"/>
                    <a:pt x="22987" y="0"/>
                    <a:pt x="219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8"/>
            <p:cNvSpPr/>
            <p:nvPr/>
          </p:nvSpPr>
          <p:spPr>
            <a:xfrm flipH="1">
              <a:off x="648338" y="3090263"/>
              <a:ext cx="448875" cy="12700"/>
            </a:xfrm>
            <a:custGeom>
              <a:avLst/>
              <a:gdLst/>
              <a:ahLst/>
              <a:cxnLst/>
              <a:rect l="l" t="t" r="r" b="b"/>
              <a:pathLst>
                <a:path w="17955" h="508" extrusionOk="0">
                  <a:moveTo>
                    <a:pt x="16586" y="1"/>
                  </a:moveTo>
                  <a:cubicBezTo>
                    <a:pt x="11061" y="60"/>
                    <a:pt x="5525" y="168"/>
                    <a:pt x="0" y="287"/>
                  </a:cubicBezTo>
                  <a:cubicBezTo>
                    <a:pt x="2408" y="435"/>
                    <a:pt x="4816" y="508"/>
                    <a:pt x="7224" y="508"/>
                  </a:cubicBezTo>
                  <a:cubicBezTo>
                    <a:pt x="8876" y="508"/>
                    <a:pt x="10528" y="474"/>
                    <a:pt x="12180" y="406"/>
                  </a:cubicBezTo>
                  <a:cubicBezTo>
                    <a:pt x="14109" y="322"/>
                    <a:pt x="16026" y="191"/>
                    <a:pt x="179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8"/>
            <p:cNvSpPr/>
            <p:nvPr/>
          </p:nvSpPr>
          <p:spPr>
            <a:xfrm flipH="1">
              <a:off x="27413" y="2713563"/>
              <a:ext cx="491750" cy="19450"/>
            </a:xfrm>
            <a:custGeom>
              <a:avLst/>
              <a:gdLst/>
              <a:ahLst/>
              <a:cxnLst/>
              <a:rect l="l" t="t" r="r" b="b"/>
              <a:pathLst>
                <a:path w="19670" h="778" extrusionOk="0">
                  <a:moveTo>
                    <a:pt x="9408" y="1"/>
                  </a:moveTo>
                  <a:cubicBezTo>
                    <a:pt x="6268" y="1"/>
                    <a:pt x="3126" y="107"/>
                    <a:pt x="0" y="341"/>
                  </a:cubicBezTo>
                  <a:cubicBezTo>
                    <a:pt x="3536" y="531"/>
                    <a:pt x="7084" y="734"/>
                    <a:pt x="10632" y="770"/>
                  </a:cubicBezTo>
                  <a:cubicBezTo>
                    <a:pt x="11043" y="774"/>
                    <a:pt x="11454" y="777"/>
                    <a:pt x="11866" y="777"/>
                  </a:cubicBezTo>
                  <a:cubicBezTo>
                    <a:pt x="14463" y="777"/>
                    <a:pt x="17080" y="671"/>
                    <a:pt x="19669" y="353"/>
                  </a:cubicBezTo>
                  <a:cubicBezTo>
                    <a:pt x="19014" y="305"/>
                    <a:pt x="18348" y="270"/>
                    <a:pt x="17693" y="234"/>
                  </a:cubicBezTo>
                  <a:cubicBezTo>
                    <a:pt x="14942" y="83"/>
                    <a:pt x="12176" y="1"/>
                    <a:pt x="94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8"/>
            <p:cNvSpPr/>
            <p:nvPr/>
          </p:nvSpPr>
          <p:spPr>
            <a:xfrm flipH="1">
              <a:off x="7488" y="3121438"/>
              <a:ext cx="1261475" cy="39100"/>
            </a:xfrm>
            <a:custGeom>
              <a:avLst/>
              <a:gdLst/>
              <a:ahLst/>
              <a:cxnLst/>
              <a:rect l="l" t="t" r="r" b="b"/>
              <a:pathLst>
                <a:path w="50459" h="1564" extrusionOk="0">
                  <a:moveTo>
                    <a:pt x="25545" y="1"/>
                  </a:moveTo>
                  <a:cubicBezTo>
                    <a:pt x="24561" y="1"/>
                    <a:pt x="23578" y="16"/>
                    <a:pt x="22598" y="52"/>
                  </a:cubicBezTo>
                  <a:cubicBezTo>
                    <a:pt x="19169" y="168"/>
                    <a:pt x="15807" y="380"/>
                    <a:pt x="12411" y="380"/>
                  </a:cubicBezTo>
                  <a:cubicBezTo>
                    <a:pt x="11303" y="380"/>
                    <a:pt x="10192" y="357"/>
                    <a:pt x="9073" y="302"/>
                  </a:cubicBezTo>
                  <a:cubicBezTo>
                    <a:pt x="7120" y="207"/>
                    <a:pt x="5168" y="111"/>
                    <a:pt x="3215" y="99"/>
                  </a:cubicBezTo>
                  <a:cubicBezTo>
                    <a:pt x="2822" y="99"/>
                    <a:pt x="941" y="516"/>
                    <a:pt x="131" y="540"/>
                  </a:cubicBezTo>
                  <a:cubicBezTo>
                    <a:pt x="155" y="897"/>
                    <a:pt x="0" y="1088"/>
                    <a:pt x="24" y="1433"/>
                  </a:cubicBezTo>
                  <a:cubicBezTo>
                    <a:pt x="213" y="1435"/>
                    <a:pt x="406" y="1436"/>
                    <a:pt x="602" y="1436"/>
                  </a:cubicBezTo>
                  <a:cubicBezTo>
                    <a:pt x="3880" y="1436"/>
                    <a:pt x="8107" y="1170"/>
                    <a:pt x="11264" y="1147"/>
                  </a:cubicBezTo>
                  <a:lnTo>
                    <a:pt x="11275" y="1147"/>
                  </a:lnTo>
                  <a:cubicBezTo>
                    <a:pt x="13133" y="1141"/>
                    <a:pt x="14993" y="1132"/>
                    <a:pt x="16854" y="1132"/>
                  </a:cubicBezTo>
                  <a:cubicBezTo>
                    <a:pt x="18714" y="1132"/>
                    <a:pt x="20574" y="1141"/>
                    <a:pt x="22432" y="1171"/>
                  </a:cubicBezTo>
                  <a:cubicBezTo>
                    <a:pt x="26111" y="1230"/>
                    <a:pt x="29790" y="1361"/>
                    <a:pt x="33457" y="1445"/>
                  </a:cubicBezTo>
                  <a:cubicBezTo>
                    <a:pt x="36520" y="1509"/>
                    <a:pt x="39588" y="1563"/>
                    <a:pt x="42653" y="1563"/>
                  </a:cubicBezTo>
                  <a:cubicBezTo>
                    <a:pt x="45246" y="1563"/>
                    <a:pt x="47837" y="1525"/>
                    <a:pt x="50423" y="1421"/>
                  </a:cubicBezTo>
                  <a:cubicBezTo>
                    <a:pt x="50399" y="1111"/>
                    <a:pt x="50459" y="802"/>
                    <a:pt x="50423" y="492"/>
                  </a:cubicBezTo>
                  <a:lnTo>
                    <a:pt x="50423" y="492"/>
                  </a:lnTo>
                  <a:cubicBezTo>
                    <a:pt x="48661" y="620"/>
                    <a:pt x="46889" y="671"/>
                    <a:pt x="45110" y="671"/>
                  </a:cubicBezTo>
                  <a:cubicBezTo>
                    <a:pt x="38618" y="671"/>
                    <a:pt x="32039" y="1"/>
                    <a:pt x="255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8"/>
            <p:cNvSpPr/>
            <p:nvPr/>
          </p:nvSpPr>
          <p:spPr>
            <a:xfrm flipH="1">
              <a:off x="7488" y="3167238"/>
              <a:ext cx="1262075" cy="53025"/>
            </a:xfrm>
            <a:custGeom>
              <a:avLst/>
              <a:gdLst/>
              <a:ahLst/>
              <a:cxnLst/>
              <a:rect l="l" t="t" r="r" b="b"/>
              <a:pathLst>
                <a:path w="50483" h="2121" extrusionOk="0">
                  <a:moveTo>
                    <a:pt x="17998" y="1"/>
                  </a:moveTo>
                  <a:cubicBezTo>
                    <a:pt x="11171" y="1"/>
                    <a:pt x="1714" y="201"/>
                    <a:pt x="0" y="303"/>
                  </a:cubicBezTo>
                  <a:cubicBezTo>
                    <a:pt x="36" y="899"/>
                    <a:pt x="584" y="1327"/>
                    <a:pt x="608" y="1923"/>
                  </a:cubicBezTo>
                  <a:cubicBezTo>
                    <a:pt x="1301" y="2069"/>
                    <a:pt x="2100" y="2120"/>
                    <a:pt x="2948" y="2120"/>
                  </a:cubicBezTo>
                  <a:cubicBezTo>
                    <a:pt x="4896" y="2120"/>
                    <a:pt x="7107" y="1851"/>
                    <a:pt x="8909" y="1851"/>
                  </a:cubicBezTo>
                  <a:cubicBezTo>
                    <a:pt x="8936" y="1851"/>
                    <a:pt x="8963" y="1851"/>
                    <a:pt x="8990" y="1851"/>
                  </a:cubicBezTo>
                  <a:cubicBezTo>
                    <a:pt x="13609" y="1875"/>
                    <a:pt x="18241" y="1875"/>
                    <a:pt x="22860" y="1875"/>
                  </a:cubicBezTo>
                  <a:cubicBezTo>
                    <a:pt x="26385" y="1875"/>
                    <a:pt x="29885" y="1720"/>
                    <a:pt x="33386" y="1542"/>
                  </a:cubicBezTo>
                  <a:cubicBezTo>
                    <a:pt x="36143" y="1397"/>
                    <a:pt x="38908" y="1274"/>
                    <a:pt x="41674" y="1274"/>
                  </a:cubicBezTo>
                  <a:cubicBezTo>
                    <a:pt x="42562" y="1274"/>
                    <a:pt x="43451" y="1286"/>
                    <a:pt x="44339" y="1315"/>
                  </a:cubicBezTo>
                  <a:cubicBezTo>
                    <a:pt x="46387" y="1387"/>
                    <a:pt x="48471" y="1553"/>
                    <a:pt x="50471" y="1923"/>
                  </a:cubicBezTo>
                  <a:cubicBezTo>
                    <a:pt x="50435" y="1375"/>
                    <a:pt x="50483" y="803"/>
                    <a:pt x="50447" y="256"/>
                  </a:cubicBezTo>
                  <a:lnTo>
                    <a:pt x="50447" y="256"/>
                  </a:lnTo>
                  <a:cubicBezTo>
                    <a:pt x="48030" y="363"/>
                    <a:pt x="45506" y="422"/>
                    <a:pt x="43089" y="422"/>
                  </a:cubicBezTo>
                  <a:cubicBezTo>
                    <a:pt x="42852" y="423"/>
                    <a:pt x="42615" y="424"/>
                    <a:pt x="42379" y="424"/>
                  </a:cubicBezTo>
                  <a:cubicBezTo>
                    <a:pt x="38948" y="424"/>
                    <a:pt x="35518" y="346"/>
                    <a:pt x="32088" y="268"/>
                  </a:cubicBezTo>
                  <a:cubicBezTo>
                    <a:pt x="28409" y="184"/>
                    <a:pt x="24730" y="53"/>
                    <a:pt x="21039" y="18"/>
                  </a:cubicBezTo>
                  <a:cubicBezTo>
                    <a:pt x="20121" y="6"/>
                    <a:pt x="19093" y="1"/>
                    <a:pt x="17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8"/>
            <p:cNvSpPr/>
            <p:nvPr/>
          </p:nvSpPr>
          <p:spPr>
            <a:xfrm flipH="1">
              <a:off x="7788" y="3252963"/>
              <a:ext cx="1290350" cy="79000"/>
            </a:xfrm>
            <a:custGeom>
              <a:avLst/>
              <a:gdLst/>
              <a:ahLst/>
              <a:cxnLst/>
              <a:rect l="l" t="t" r="r" b="b"/>
              <a:pathLst>
                <a:path w="51614" h="3160" extrusionOk="0">
                  <a:moveTo>
                    <a:pt x="20244" y="1"/>
                  </a:moveTo>
                  <a:cubicBezTo>
                    <a:pt x="13861" y="1"/>
                    <a:pt x="6767" y="403"/>
                    <a:pt x="989" y="1018"/>
                  </a:cubicBezTo>
                  <a:cubicBezTo>
                    <a:pt x="1001" y="1863"/>
                    <a:pt x="0" y="1494"/>
                    <a:pt x="0" y="2339"/>
                  </a:cubicBezTo>
                  <a:cubicBezTo>
                    <a:pt x="12" y="2435"/>
                    <a:pt x="1536" y="2851"/>
                    <a:pt x="1548" y="2947"/>
                  </a:cubicBezTo>
                  <a:cubicBezTo>
                    <a:pt x="2121" y="3007"/>
                    <a:pt x="2673" y="3030"/>
                    <a:pt x="3207" y="3030"/>
                  </a:cubicBezTo>
                  <a:cubicBezTo>
                    <a:pt x="5003" y="3030"/>
                    <a:pt x="6600" y="2768"/>
                    <a:pt x="8132" y="2768"/>
                  </a:cubicBezTo>
                  <a:cubicBezTo>
                    <a:pt x="8690" y="2771"/>
                    <a:pt x="9248" y="2773"/>
                    <a:pt x="9806" y="2773"/>
                  </a:cubicBezTo>
                  <a:cubicBezTo>
                    <a:pt x="11153" y="2773"/>
                    <a:pt x="12500" y="2764"/>
                    <a:pt x="13847" y="2756"/>
                  </a:cubicBezTo>
                  <a:cubicBezTo>
                    <a:pt x="14076" y="2755"/>
                    <a:pt x="14306" y="2754"/>
                    <a:pt x="14535" y="2754"/>
                  </a:cubicBezTo>
                  <a:cubicBezTo>
                    <a:pt x="15439" y="2754"/>
                    <a:pt x="16345" y="2763"/>
                    <a:pt x="17250" y="2763"/>
                  </a:cubicBezTo>
                  <a:cubicBezTo>
                    <a:pt x="18026" y="2763"/>
                    <a:pt x="18801" y="2756"/>
                    <a:pt x="19574" y="2732"/>
                  </a:cubicBezTo>
                  <a:cubicBezTo>
                    <a:pt x="21094" y="2687"/>
                    <a:pt x="22614" y="2665"/>
                    <a:pt x="24134" y="2665"/>
                  </a:cubicBezTo>
                  <a:cubicBezTo>
                    <a:pt x="26577" y="2665"/>
                    <a:pt x="29019" y="2720"/>
                    <a:pt x="31457" y="2816"/>
                  </a:cubicBezTo>
                  <a:cubicBezTo>
                    <a:pt x="33433" y="2887"/>
                    <a:pt x="35398" y="3006"/>
                    <a:pt x="37362" y="3113"/>
                  </a:cubicBezTo>
                  <a:cubicBezTo>
                    <a:pt x="37991" y="3147"/>
                    <a:pt x="38624" y="3160"/>
                    <a:pt x="39259" y="3160"/>
                  </a:cubicBezTo>
                  <a:cubicBezTo>
                    <a:pt x="40427" y="3160"/>
                    <a:pt x="41599" y="3116"/>
                    <a:pt x="42756" y="3077"/>
                  </a:cubicBezTo>
                  <a:cubicBezTo>
                    <a:pt x="44858" y="3001"/>
                    <a:pt x="46967" y="2906"/>
                    <a:pt x="49073" y="2906"/>
                  </a:cubicBezTo>
                  <a:cubicBezTo>
                    <a:pt x="49913" y="2906"/>
                    <a:pt x="50752" y="2921"/>
                    <a:pt x="51590" y="2958"/>
                  </a:cubicBezTo>
                  <a:cubicBezTo>
                    <a:pt x="51566" y="2292"/>
                    <a:pt x="51614" y="1601"/>
                    <a:pt x="51590" y="934"/>
                  </a:cubicBezTo>
                  <a:lnTo>
                    <a:pt x="51590" y="934"/>
                  </a:lnTo>
                  <a:cubicBezTo>
                    <a:pt x="50143" y="1070"/>
                    <a:pt x="48648" y="1120"/>
                    <a:pt x="47161" y="1120"/>
                  </a:cubicBezTo>
                  <a:cubicBezTo>
                    <a:pt x="46176" y="1120"/>
                    <a:pt x="45195" y="1099"/>
                    <a:pt x="44232" y="1065"/>
                  </a:cubicBezTo>
                  <a:cubicBezTo>
                    <a:pt x="40910" y="934"/>
                    <a:pt x="37612" y="637"/>
                    <a:pt x="34302" y="422"/>
                  </a:cubicBezTo>
                  <a:cubicBezTo>
                    <a:pt x="30754" y="208"/>
                    <a:pt x="27182" y="137"/>
                    <a:pt x="23622" y="41"/>
                  </a:cubicBezTo>
                  <a:cubicBezTo>
                    <a:pt x="22527" y="14"/>
                    <a:pt x="21397" y="1"/>
                    <a:pt x="202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8"/>
            <p:cNvSpPr/>
            <p:nvPr/>
          </p:nvSpPr>
          <p:spPr>
            <a:xfrm flipH="1">
              <a:off x="7488" y="3345963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0"/>
                  </a:moveTo>
                  <a:cubicBezTo>
                    <a:pt x="21789" y="12"/>
                    <a:pt x="19848" y="72"/>
                    <a:pt x="17907" y="84"/>
                  </a:cubicBezTo>
                  <a:cubicBezTo>
                    <a:pt x="13620" y="94"/>
                    <a:pt x="8419" y="296"/>
                    <a:pt x="3803" y="296"/>
                  </a:cubicBezTo>
                  <a:cubicBezTo>
                    <a:pt x="2792" y="296"/>
                    <a:pt x="1809" y="286"/>
                    <a:pt x="869" y="262"/>
                  </a:cubicBezTo>
                  <a:lnTo>
                    <a:pt x="869" y="262"/>
                  </a:lnTo>
                  <a:cubicBezTo>
                    <a:pt x="1012" y="1370"/>
                    <a:pt x="0" y="1941"/>
                    <a:pt x="36" y="3048"/>
                  </a:cubicBezTo>
                  <a:cubicBezTo>
                    <a:pt x="36" y="3167"/>
                    <a:pt x="1405" y="4108"/>
                    <a:pt x="1405" y="4227"/>
                  </a:cubicBezTo>
                  <a:cubicBezTo>
                    <a:pt x="1804" y="4257"/>
                    <a:pt x="2219" y="4270"/>
                    <a:pt x="2645" y="4270"/>
                  </a:cubicBezTo>
                  <a:cubicBezTo>
                    <a:pt x="5791" y="4270"/>
                    <a:pt x="9583" y="3554"/>
                    <a:pt x="12640" y="3554"/>
                  </a:cubicBezTo>
                  <a:cubicBezTo>
                    <a:pt x="12802" y="3554"/>
                    <a:pt x="12963" y="3556"/>
                    <a:pt x="13121" y="3560"/>
                  </a:cubicBezTo>
                  <a:cubicBezTo>
                    <a:pt x="16740" y="3656"/>
                    <a:pt x="20360" y="3822"/>
                    <a:pt x="23979" y="3894"/>
                  </a:cubicBezTo>
                  <a:cubicBezTo>
                    <a:pt x="24818" y="3905"/>
                    <a:pt x="25656" y="3913"/>
                    <a:pt x="26494" y="3913"/>
                  </a:cubicBezTo>
                  <a:cubicBezTo>
                    <a:pt x="27464" y="3913"/>
                    <a:pt x="28432" y="3902"/>
                    <a:pt x="29397" y="3870"/>
                  </a:cubicBezTo>
                  <a:cubicBezTo>
                    <a:pt x="31147" y="3822"/>
                    <a:pt x="32873" y="3727"/>
                    <a:pt x="34624" y="3668"/>
                  </a:cubicBezTo>
                  <a:cubicBezTo>
                    <a:pt x="36263" y="3612"/>
                    <a:pt x="37910" y="3569"/>
                    <a:pt x="39557" y="3569"/>
                  </a:cubicBezTo>
                  <a:cubicBezTo>
                    <a:pt x="41414" y="3569"/>
                    <a:pt x="43270" y="3623"/>
                    <a:pt x="45113" y="3775"/>
                  </a:cubicBezTo>
                  <a:cubicBezTo>
                    <a:pt x="47244" y="3941"/>
                    <a:pt x="49411" y="4203"/>
                    <a:pt x="51566" y="4227"/>
                  </a:cubicBezTo>
                  <a:cubicBezTo>
                    <a:pt x="51554" y="2917"/>
                    <a:pt x="51602" y="1596"/>
                    <a:pt x="51566" y="286"/>
                  </a:cubicBezTo>
                  <a:cubicBezTo>
                    <a:pt x="50757" y="247"/>
                    <a:pt x="49942" y="232"/>
                    <a:pt x="49125" y="232"/>
                  </a:cubicBezTo>
                  <a:cubicBezTo>
                    <a:pt x="46431" y="232"/>
                    <a:pt x="43708" y="401"/>
                    <a:pt x="41041" y="465"/>
                  </a:cubicBezTo>
                  <a:lnTo>
                    <a:pt x="41041" y="453"/>
                  </a:lnTo>
                  <a:cubicBezTo>
                    <a:pt x="40590" y="464"/>
                    <a:pt x="40139" y="469"/>
                    <a:pt x="39689" y="469"/>
                  </a:cubicBezTo>
                  <a:cubicBezTo>
                    <a:pt x="36349" y="469"/>
                    <a:pt x="33031" y="189"/>
                    <a:pt x="29694" y="84"/>
                  </a:cubicBezTo>
                  <a:cubicBezTo>
                    <a:pt x="27706" y="24"/>
                    <a:pt x="25718" y="0"/>
                    <a:pt x="23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8"/>
            <p:cNvSpPr/>
            <p:nvPr/>
          </p:nvSpPr>
          <p:spPr>
            <a:xfrm flipH="1">
              <a:off x="8363" y="3463038"/>
              <a:ext cx="1258225" cy="65325"/>
            </a:xfrm>
            <a:custGeom>
              <a:avLst/>
              <a:gdLst/>
              <a:ahLst/>
              <a:cxnLst/>
              <a:rect l="l" t="t" r="r" b="b"/>
              <a:pathLst>
                <a:path w="50329" h="2613" extrusionOk="0">
                  <a:moveTo>
                    <a:pt x="38436" y="0"/>
                  </a:moveTo>
                  <a:cubicBezTo>
                    <a:pt x="36364" y="0"/>
                    <a:pt x="34289" y="74"/>
                    <a:pt x="32231" y="151"/>
                  </a:cubicBezTo>
                  <a:cubicBezTo>
                    <a:pt x="30480" y="223"/>
                    <a:pt x="28718" y="306"/>
                    <a:pt x="26956" y="342"/>
                  </a:cubicBezTo>
                  <a:cubicBezTo>
                    <a:pt x="26471" y="348"/>
                    <a:pt x="25986" y="351"/>
                    <a:pt x="25502" y="351"/>
                  </a:cubicBezTo>
                  <a:cubicBezTo>
                    <a:pt x="24177" y="351"/>
                    <a:pt x="22855" y="329"/>
                    <a:pt x="21539" y="294"/>
                  </a:cubicBezTo>
                  <a:cubicBezTo>
                    <a:pt x="20705" y="275"/>
                    <a:pt x="19852" y="267"/>
                    <a:pt x="18985" y="267"/>
                  </a:cubicBezTo>
                  <a:cubicBezTo>
                    <a:pt x="12850" y="267"/>
                    <a:pt x="6009" y="687"/>
                    <a:pt x="0" y="687"/>
                  </a:cubicBezTo>
                  <a:cubicBezTo>
                    <a:pt x="12" y="1247"/>
                    <a:pt x="251" y="2033"/>
                    <a:pt x="262" y="2592"/>
                  </a:cubicBezTo>
                  <a:cubicBezTo>
                    <a:pt x="816" y="2606"/>
                    <a:pt x="1371" y="2613"/>
                    <a:pt x="1927" y="2613"/>
                  </a:cubicBezTo>
                  <a:cubicBezTo>
                    <a:pt x="8478" y="2613"/>
                    <a:pt x="15249" y="1709"/>
                    <a:pt x="21603" y="1709"/>
                  </a:cubicBezTo>
                  <a:cubicBezTo>
                    <a:pt x="22426" y="1709"/>
                    <a:pt x="23243" y="1724"/>
                    <a:pt x="24051" y="1759"/>
                  </a:cubicBezTo>
                  <a:cubicBezTo>
                    <a:pt x="29254" y="1973"/>
                    <a:pt x="34421" y="2461"/>
                    <a:pt x="39648" y="2509"/>
                  </a:cubicBezTo>
                  <a:cubicBezTo>
                    <a:pt x="43208" y="2533"/>
                    <a:pt x="46768" y="2497"/>
                    <a:pt x="50316" y="2592"/>
                  </a:cubicBezTo>
                  <a:cubicBezTo>
                    <a:pt x="50316" y="1949"/>
                    <a:pt x="50328" y="1318"/>
                    <a:pt x="50328" y="675"/>
                  </a:cubicBezTo>
                  <a:cubicBezTo>
                    <a:pt x="47780" y="639"/>
                    <a:pt x="45220" y="294"/>
                    <a:pt x="42708" y="128"/>
                  </a:cubicBezTo>
                  <a:cubicBezTo>
                    <a:pt x="41290" y="35"/>
                    <a:pt x="39864" y="0"/>
                    <a:pt x="384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8"/>
            <p:cNvSpPr/>
            <p:nvPr/>
          </p:nvSpPr>
          <p:spPr>
            <a:xfrm flipH="1">
              <a:off x="8363" y="3539338"/>
              <a:ext cx="1272525" cy="70675"/>
            </a:xfrm>
            <a:custGeom>
              <a:avLst/>
              <a:gdLst/>
              <a:ahLst/>
              <a:cxnLst/>
              <a:rect l="l" t="t" r="r" b="b"/>
              <a:pathLst>
                <a:path w="50901" h="2827" extrusionOk="0">
                  <a:moveTo>
                    <a:pt x="21903" y="0"/>
                  </a:moveTo>
                  <a:cubicBezTo>
                    <a:pt x="14993" y="0"/>
                    <a:pt x="7192" y="862"/>
                    <a:pt x="383" y="862"/>
                  </a:cubicBezTo>
                  <a:cubicBezTo>
                    <a:pt x="303" y="862"/>
                    <a:pt x="224" y="862"/>
                    <a:pt x="144" y="862"/>
                  </a:cubicBezTo>
                  <a:lnTo>
                    <a:pt x="144" y="862"/>
                  </a:lnTo>
                  <a:cubicBezTo>
                    <a:pt x="203" y="1576"/>
                    <a:pt x="1" y="2112"/>
                    <a:pt x="37" y="2826"/>
                  </a:cubicBezTo>
                  <a:cubicBezTo>
                    <a:pt x="1764" y="2826"/>
                    <a:pt x="2556" y="2336"/>
                    <a:pt x="2843" y="2336"/>
                  </a:cubicBezTo>
                  <a:cubicBezTo>
                    <a:pt x="2853" y="2336"/>
                    <a:pt x="2862" y="2337"/>
                    <a:pt x="2870" y="2338"/>
                  </a:cubicBezTo>
                  <a:cubicBezTo>
                    <a:pt x="4942" y="1969"/>
                    <a:pt x="7109" y="1814"/>
                    <a:pt x="9157" y="1743"/>
                  </a:cubicBezTo>
                  <a:cubicBezTo>
                    <a:pt x="10364" y="1694"/>
                    <a:pt x="11573" y="1673"/>
                    <a:pt x="12782" y="1673"/>
                  </a:cubicBezTo>
                  <a:cubicBezTo>
                    <a:pt x="15998" y="1673"/>
                    <a:pt x="19216" y="1823"/>
                    <a:pt x="22409" y="2005"/>
                  </a:cubicBezTo>
                  <a:cubicBezTo>
                    <a:pt x="24599" y="2136"/>
                    <a:pt x="26778" y="2279"/>
                    <a:pt x="28957" y="2421"/>
                  </a:cubicBezTo>
                  <a:cubicBezTo>
                    <a:pt x="29954" y="2405"/>
                    <a:pt x="30950" y="2397"/>
                    <a:pt x="31945" y="2397"/>
                  </a:cubicBezTo>
                  <a:cubicBezTo>
                    <a:pt x="37965" y="2397"/>
                    <a:pt x="43966" y="2673"/>
                    <a:pt x="49983" y="2826"/>
                  </a:cubicBezTo>
                  <a:cubicBezTo>
                    <a:pt x="50281" y="2791"/>
                    <a:pt x="50567" y="2755"/>
                    <a:pt x="50864" y="2707"/>
                  </a:cubicBezTo>
                  <a:cubicBezTo>
                    <a:pt x="50876" y="2100"/>
                    <a:pt x="50888" y="1493"/>
                    <a:pt x="50900" y="886"/>
                  </a:cubicBezTo>
                  <a:cubicBezTo>
                    <a:pt x="46959" y="766"/>
                    <a:pt x="43006" y="850"/>
                    <a:pt x="39065" y="778"/>
                  </a:cubicBezTo>
                  <a:cubicBezTo>
                    <a:pt x="34339" y="707"/>
                    <a:pt x="29659" y="266"/>
                    <a:pt x="24945" y="64"/>
                  </a:cubicBezTo>
                  <a:cubicBezTo>
                    <a:pt x="23955" y="19"/>
                    <a:pt x="22939" y="0"/>
                    <a:pt x="219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8"/>
            <p:cNvSpPr/>
            <p:nvPr/>
          </p:nvSpPr>
          <p:spPr>
            <a:xfrm flipH="1">
              <a:off x="648638" y="3603738"/>
              <a:ext cx="448875" cy="12600"/>
            </a:xfrm>
            <a:custGeom>
              <a:avLst/>
              <a:gdLst/>
              <a:ahLst/>
              <a:cxnLst/>
              <a:rect l="l" t="t" r="r" b="b"/>
              <a:pathLst>
                <a:path w="17955" h="504" extrusionOk="0">
                  <a:moveTo>
                    <a:pt x="16586" y="0"/>
                  </a:moveTo>
                  <a:cubicBezTo>
                    <a:pt x="11061" y="60"/>
                    <a:pt x="5537" y="167"/>
                    <a:pt x="0" y="286"/>
                  </a:cubicBezTo>
                  <a:cubicBezTo>
                    <a:pt x="2446" y="429"/>
                    <a:pt x="4891" y="504"/>
                    <a:pt x="7337" y="504"/>
                  </a:cubicBezTo>
                  <a:cubicBezTo>
                    <a:pt x="8951" y="504"/>
                    <a:pt x="10566" y="471"/>
                    <a:pt x="12180" y="405"/>
                  </a:cubicBezTo>
                  <a:cubicBezTo>
                    <a:pt x="14109" y="322"/>
                    <a:pt x="16038" y="191"/>
                    <a:pt x="179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8"/>
            <p:cNvSpPr/>
            <p:nvPr/>
          </p:nvSpPr>
          <p:spPr>
            <a:xfrm flipH="1">
              <a:off x="27713" y="3226763"/>
              <a:ext cx="491750" cy="19700"/>
            </a:xfrm>
            <a:custGeom>
              <a:avLst/>
              <a:gdLst/>
              <a:ahLst/>
              <a:cxnLst/>
              <a:rect l="l" t="t" r="r" b="b"/>
              <a:pathLst>
                <a:path w="19670" h="788" extrusionOk="0">
                  <a:moveTo>
                    <a:pt x="9475" y="0"/>
                  </a:moveTo>
                  <a:cubicBezTo>
                    <a:pt x="6315" y="0"/>
                    <a:pt x="3152" y="109"/>
                    <a:pt x="0" y="351"/>
                  </a:cubicBezTo>
                  <a:cubicBezTo>
                    <a:pt x="3548" y="542"/>
                    <a:pt x="7084" y="744"/>
                    <a:pt x="10632" y="780"/>
                  </a:cubicBezTo>
                  <a:cubicBezTo>
                    <a:pt x="11043" y="785"/>
                    <a:pt x="11455" y="787"/>
                    <a:pt x="11866" y="787"/>
                  </a:cubicBezTo>
                  <a:cubicBezTo>
                    <a:pt x="14463" y="787"/>
                    <a:pt x="17080" y="682"/>
                    <a:pt x="19669" y="363"/>
                  </a:cubicBezTo>
                  <a:cubicBezTo>
                    <a:pt x="19014" y="315"/>
                    <a:pt x="18360" y="268"/>
                    <a:pt x="17705" y="232"/>
                  </a:cubicBezTo>
                  <a:cubicBezTo>
                    <a:pt x="14969" y="83"/>
                    <a:pt x="12223" y="0"/>
                    <a:pt x="94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8"/>
            <p:cNvSpPr/>
            <p:nvPr/>
          </p:nvSpPr>
          <p:spPr>
            <a:xfrm flipH="1">
              <a:off x="7788" y="3634688"/>
              <a:ext cx="1261475" cy="39225"/>
            </a:xfrm>
            <a:custGeom>
              <a:avLst/>
              <a:gdLst/>
              <a:ahLst/>
              <a:cxnLst/>
              <a:rect l="l" t="t" r="r" b="b"/>
              <a:pathLst>
                <a:path w="50459" h="1569" extrusionOk="0">
                  <a:moveTo>
                    <a:pt x="25457" y="1"/>
                  </a:moveTo>
                  <a:cubicBezTo>
                    <a:pt x="24506" y="1"/>
                    <a:pt x="23557" y="15"/>
                    <a:pt x="22610" y="48"/>
                  </a:cubicBezTo>
                  <a:cubicBezTo>
                    <a:pt x="19177" y="174"/>
                    <a:pt x="15804" y="388"/>
                    <a:pt x="12400" y="388"/>
                  </a:cubicBezTo>
                  <a:cubicBezTo>
                    <a:pt x="11295" y="388"/>
                    <a:pt x="10187" y="365"/>
                    <a:pt x="9073" y="310"/>
                  </a:cubicBezTo>
                  <a:cubicBezTo>
                    <a:pt x="7132" y="215"/>
                    <a:pt x="5180" y="108"/>
                    <a:pt x="3215" y="108"/>
                  </a:cubicBezTo>
                  <a:cubicBezTo>
                    <a:pt x="2822" y="108"/>
                    <a:pt x="941" y="512"/>
                    <a:pt x="131" y="548"/>
                  </a:cubicBezTo>
                  <a:cubicBezTo>
                    <a:pt x="167" y="905"/>
                    <a:pt x="0" y="1084"/>
                    <a:pt x="24" y="1441"/>
                  </a:cubicBezTo>
                  <a:cubicBezTo>
                    <a:pt x="213" y="1443"/>
                    <a:pt x="406" y="1444"/>
                    <a:pt x="602" y="1444"/>
                  </a:cubicBezTo>
                  <a:cubicBezTo>
                    <a:pt x="3880" y="1444"/>
                    <a:pt x="8108" y="1178"/>
                    <a:pt x="11276" y="1155"/>
                  </a:cubicBezTo>
                  <a:cubicBezTo>
                    <a:pt x="13002" y="1144"/>
                    <a:pt x="14726" y="1136"/>
                    <a:pt x="16450" y="1136"/>
                  </a:cubicBezTo>
                  <a:cubicBezTo>
                    <a:pt x="18447" y="1136"/>
                    <a:pt x="20444" y="1147"/>
                    <a:pt x="22444" y="1179"/>
                  </a:cubicBezTo>
                  <a:cubicBezTo>
                    <a:pt x="26111" y="1239"/>
                    <a:pt x="29790" y="1370"/>
                    <a:pt x="33469" y="1441"/>
                  </a:cubicBezTo>
                  <a:cubicBezTo>
                    <a:pt x="36512" y="1512"/>
                    <a:pt x="39562" y="1568"/>
                    <a:pt x="42613" y="1568"/>
                  </a:cubicBezTo>
                  <a:cubicBezTo>
                    <a:pt x="45220" y="1568"/>
                    <a:pt x="47829" y="1527"/>
                    <a:pt x="50435" y="1417"/>
                  </a:cubicBezTo>
                  <a:cubicBezTo>
                    <a:pt x="50399" y="1120"/>
                    <a:pt x="50459" y="798"/>
                    <a:pt x="50435" y="501"/>
                  </a:cubicBezTo>
                  <a:lnTo>
                    <a:pt x="50435" y="501"/>
                  </a:lnTo>
                  <a:cubicBezTo>
                    <a:pt x="48674" y="629"/>
                    <a:pt x="46903" y="679"/>
                    <a:pt x="45125" y="679"/>
                  </a:cubicBezTo>
                  <a:cubicBezTo>
                    <a:pt x="38597" y="679"/>
                    <a:pt x="31979" y="1"/>
                    <a:pt x="254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8"/>
            <p:cNvSpPr/>
            <p:nvPr/>
          </p:nvSpPr>
          <p:spPr>
            <a:xfrm flipH="1">
              <a:off x="7488" y="3680513"/>
              <a:ext cx="1262075" cy="53100"/>
            </a:xfrm>
            <a:custGeom>
              <a:avLst/>
              <a:gdLst/>
              <a:ahLst/>
              <a:cxnLst/>
              <a:rect l="l" t="t" r="r" b="b"/>
              <a:pathLst>
                <a:path w="50483" h="2124" extrusionOk="0">
                  <a:moveTo>
                    <a:pt x="18386" y="0"/>
                  </a:moveTo>
                  <a:cubicBezTo>
                    <a:pt x="11533" y="0"/>
                    <a:pt x="1736" y="205"/>
                    <a:pt x="0" y="299"/>
                  </a:cubicBezTo>
                  <a:cubicBezTo>
                    <a:pt x="36" y="894"/>
                    <a:pt x="584" y="1323"/>
                    <a:pt x="608" y="1918"/>
                  </a:cubicBezTo>
                  <a:cubicBezTo>
                    <a:pt x="1313" y="2071"/>
                    <a:pt x="2127" y="2123"/>
                    <a:pt x="2991" y="2123"/>
                  </a:cubicBezTo>
                  <a:cubicBezTo>
                    <a:pt x="4929" y="2123"/>
                    <a:pt x="7120" y="1858"/>
                    <a:pt x="8909" y="1858"/>
                  </a:cubicBezTo>
                  <a:cubicBezTo>
                    <a:pt x="8936" y="1858"/>
                    <a:pt x="8963" y="1858"/>
                    <a:pt x="8990" y="1858"/>
                  </a:cubicBezTo>
                  <a:cubicBezTo>
                    <a:pt x="13609" y="1882"/>
                    <a:pt x="18241" y="1882"/>
                    <a:pt x="22860" y="1882"/>
                  </a:cubicBezTo>
                  <a:cubicBezTo>
                    <a:pt x="26385" y="1882"/>
                    <a:pt x="29873" y="1716"/>
                    <a:pt x="33386" y="1537"/>
                  </a:cubicBezTo>
                  <a:cubicBezTo>
                    <a:pt x="36088" y="1396"/>
                    <a:pt x="38796" y="1274"/>
                    <a:pt x="41506" y="1274"/>
                  </a:cubicBezTo>
                  <a:cubicBezTo>
                    <a:pt x="42450" y="1274"/>
                    <a:pt x="43395" y="1289"/>
                    <a:pt x="44339" y="1323"/>
                  </a:cubicBezTo>
                  <a:cubicBezTo>
                    <a:pt x="46387" y="1394"/>
                    <a:pt x="48471" y="1549"/>
                    <a:pt x="50471" y="1918"/>
                  </a:cubicBezTo>
                  <a:cubicBezTo>
                    <a:pt x="50435" y="1370"/>
                    <a:pt x="50483" y="811"/>
                    <a:pt x="50447" y="263"/>
                  </a:cubicBezTo>
                  <a:lnTo>
                    <a:pt x="50447" y="263"/>
                  </a:lnTo>
                  <a:cubicBezTo>
                    <a:pt x="48018" y="358"/>
                    <a:pt x="45506" y="430"/>
                    <a:pt x="43077" y="430"/>
                  </a:cubicBezTo>
                  <a:cubicBezTo>
                    <a:pt x="39422" y="430"/>
                    <a:pt x="35755" y="358"/>
                    <a:pt x="32088" y="275"/>
                  </a:cubicBezTo>
                  <a:cubicBezTo>
                    <a:pt x="28409" y="192"/>
                    <a:pt x="24730" y="61"/>
                    <a:pt x="21039" y="13"/>
                  </a:cubicBezTo>
                  <a:cubicBezTo>
                    <a:pt x="20231" y="4"/>
                    <a:pt x="19337" y="0"/>
                    <a:pt x="183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8"/>
            <p:cNvSpPr/>
            <p:nvPr/>
          </p:nvSpPr>
          <p:spPr>
            <a:xfrm flipH="1">
              <a:off x="7788" y="3766313"/>
              <a:ext cx="1290350" cy="78950"/>
            </a:xfrm>
            <a:custGeom>
              <a:avLst/>
              <a:gdLst/>
              <a:ahLst/>
              <a:cxnLst/>
              <a:rect l="l" t="t" r="r" b="b"/>
              <a:pathLst>
                <a:path w="51614" h="3158" extrusionOk="0">
                  <a:moveTo>
                    <a:pt x="20062" y="0"/>
                  </a:moveTo>
                  <a:cubicBezTo>
                    <a:pt x="13723" y="0"/>
                    <a:pt x="6704" y="400"/>
                    <a:pt x="977" y="1010"/>
                  </a:cubicBezTo>
                  <a:cubicBezTo>
                    <a:pt x="1001" y="1855"/>
                    <a:pt x="0" y="1498"/>
                    <a:pt x="0" y="2344"/>
                  </a:cubicBezTo>
                  <a:cubicBezTo>
                    <a:pt x="12" y="2439"/>
                    <a:pt x="1524" y="2855"/>
                    <a:pt x="1536" y="2939"/>
                  </a:cubicBezTo>
                  <a:cubicBezTo>
                    <a:pt x="2111" y="2999"/>
                    <a:pt x="2665" y="3022"/>
                    <a:pt x="3202" y="3022"/>
                  </a:cubicBezTo>
                  <a:cubicBezTo>
                    <a:pt x="4967" y="3022"/>
                    <a:pt x="6543" y="2772"/>
                    <a:pt x="8041" y="2772"/>
                  </a:cubicBezTo>
                  <a:cubicBezTo>
                    <a:pt x="8068" y="2772"/>
                    <a:pt x="8094" y="2772"/>
                    <a:pt x="8120" y="2772"/>
                  </a:cubicBezTo>
                  <a:cubicBezTo>
                    <a:pt x="10025" y="2772"/>
                    <a:pt x="11930" y="2772"/>
                    <a:pt x="13835" y="2760"/>
                  </a:cubicBezTo>
                  <a:cubicBezTo>
                    <a:pt x="14141" y="2758"/>
                    <a:pt x="14447" y="2758"/>
                    <a:pt x="14753" y="2758"/>
                  </a:cubicBezTo>
                  <a:cubicBezTo>
                    <a:pt x="15529" y="2758"/>
                    <a:pt x="16306" y="2762"/>
                    <a:pt x="17083" y="2762"/>
                  </a:cubicBezTo>
                  <a:cubicBezTo>
                    <a:pt x="17910" y="2762"/>
                    <a:pt x="18737" y="2757"/>
                    <a:pt x="19562" y="2736"/>
                  </a:cubicBezTo>
                  <a:cubicBezTo>
                    <a:pt x="21107" y="2690"/>
                    <a:pt x="22652" y="2669"/>
                    <a:pt x="24197" y="2669"/>
                  </a:cubicBezTo>
                  <a:cubicBezTo>
                    <a:pt x="26617" y="2669"/>
                    <a:pt x="29037" y="2721"/>
                    <a:pt x="31457" y="2808"/>
                  </a:cubicBezTo>
                  <a:cubicBezTo>
                    <a:pt x="33421" y="2879"/>
                    <a:pt x="35386" y="2998"/>
                    <a:pt x="37362" y="3106"/>
                  </a:cubicBezTo>
                  <a:cubicBezTo>
                    <a:pt x="37984" y="3143"/>
                    <a:pt x="38611" y="3157"/>
                    <a:pt x="39240" y="3157"/>
                  </a:cubicBezTo>
                  <a:cubicBezTo>
                    <a:pt x="40408" y="3157"/>
                    <a:pt x="41583" y="3108"/>
                    <a:pt x="42744" y="3070"/>
                  </a:cubicBezTo>
                  <a:cubicBezTo>
                    <a:pt x="44877" y="3001"/>
                    <a:pt x="47016" y="2900"/>
                    <a:pt x="49152" y="2900"/>
                  </a:cubicBezTo>
                  <a:cubicBezTo>
                    <a:pt x="49961" y="2900"/>
                    <a:pt x="50770" y="2915"/>
                    <a:pt x="51578" y="2951"/>
                  </a:cubicBezTo>
                  <a:cubicBezTo>
                    <a:pt x="51554" y="2284"/>
                    <a:pt x="51614" y="1593"/>
                    <a:pt x="51578" y="927"/>
                  </a:cubicBezTo>
                  <a:lnTo>
                    <a:pt x="51578" y="927"/>
                  </a:lnTo>
                  <a:cubicBezTo>
                    <a:pt x="50120" y="1064"/>
                    <a:pt x="48613" y="1118"/>
                    <a:pt x="47116" y="1118"/>
                  </a:cubicBezTo>
                  <a:cubicBezTo>
                    <a:pt x="46145" y="1118"/>
                    <a:pt x="45179" y="1095"/>
                    <a:pt x="44232" y="1058"/>
                  </a:cubicBezTo>
                  <a:cubicBezTo>
                    <a:pt x="40898" y="927"/>
                    <a:pt x="37600" y="629"/>
                    <a:pt x="34290" y="427"/>
                  </a:cubicBezTo>
                  <a:cubicBezTo>
                    <a:pt x="30742" y="200"/>
                    <a:pt x="27170" y="129"/>
                    <a:pt x="23611" y="46"/>
                  </a:cubicBezTo>
                  <a:cubicBezTo>
                    <a:pt x="22462" y="15"/>
                    <a:pt x="21274" y="0"/>
                    <a:pt x="200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8"/>
            <p:cNvSpPr/>
            <p:nvPr/>
          </p:nvSpPr>
          <p:spPr>
            <a:xfrm flipH="1">
              <a:off x="7788" y="3859413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1"/>
                  </a:moveTo>
                  <a:cubicBezTo>
                    <a:pt x="21789" y="13"/>
                    <a:pt x="19848" y="72"/>
                    <a:pt x="17907" y="72"/>
                  </a:cubicBezTo>
                  <a:cubicBezTo>
                    <a:pt x="13549" y="82"/>
                    <a:pt x="8246" y="291"/>
                    <a:pt x="3581" y="291"/>
                  </a:cubicBezTo>
                  <a:cubicBezTo>
                    <a:pt x="2652" y="291"/>
                    <a:pt x="1748" y="282"/>
                    <a:pt x="881" y="263"/>
                  </a:cubicBezTo>
                  <a:lnTo>
                    <a:pt x="881" y="263"/>
                  </a:lnTo>
                  <a:cubicBezTo>
                    <a:pt x="1024" y="1358"/>
                    <a:pt x="0" y="1941"/>
                    <a:pt x="36" y="3037"/>
                  </a:cubicBezTo>
                  <a:cubicBezTo>
                    <a:pt x="48" y="3168"/>
                    <a:pt x="1405" y="4096"/>
                    <a:pt x="1417" y="4227"/>
                  </a:cubicBezTo>
                  <a:cubicBezTo>
                    <a:pt x="1815" y="4257"/>
                    <a:pt x="2228" y="4270"/>
                    <a:pt x="2654" y="4270"/>
                  </a:cubicBezTo>
                  <a:cubicBezTo>
                    <a:pt x="5793" y="4270"/>
                    <a:pt x="9593" y="3554"/>
                    <a:pt x="12642" y="3554"/>
                  </a:cubicBezTo>
                  <a:cubicBezTo>
                    <a:pt x="12804" y="3554"/>
                    <a:pt x="12963" y="3556"/>
                    <a:pt x="13121" y="3561"/>
                  </a:cubicBezTo>
                  <a:cubicBezTo>
                    <a:pt x="16741" y="3644"/>
                    <a:pt x="20360" y="3823"/>
                    <a:pt x="23980" y="3882"/>
                  </a:cubicBezTo>
                  <a:cubicBezTo>
                    <a:pt x="24819" y="3899"/>
                    <a:pt x="25659" y="3908"/>
                    <a:pt x="26499" y="3908"/>
                  </a:cubicBezTo>
                  <a:cubicBezTo>
                    <a:pt x="27469" y="3908"/>
                    <a:pt x="28439" y="3896"/>
                    <a:pt x="29409" y="3870"/>
                  </a:cubicBezTo>
                  <a:cubicBezTo>
                    <a:pt x="31147" y="3823"/>
                    <a:pt x="32885" y="3727"/>
                    <a:pt x="34624" y="3668"/>
                  </a:cubicBezTo>
                  <a:cubicBezTo>
                    <a:pt x="36263" y="3612"/>
                    <a:pt x="37913" y="3569"/>
                    <a:pt x="39562" y="3569"/>
                  </a:cubicBezTo>
                  <a:cubicBezTo>
                    <a:pt x="41423" y="3569"/>
                    <a:pt x="43282" y="3623"/>
                    <a:pt x="45125" y="3775"/>
                  </a:cubicBezTo>
                  <a:cubicBezTo>
                    <a:pt x="47256" y="3942"/>
                    <a:pt x="49411" y="4204"/>
                    <a:pt x="51566" y="4227"/>
                  </a:cubicBezTo>
                  <a:cubicBezTo>
                    <a:pt x="51566" y="2918"/>
                    <a:pt x="51602" y="1596"/>
                    <a:pt x="51566" y="286"/>
                  </a:cubicBezTo>
                  <a:cubicBezTo>
                    <a:pt x="50737" y="244"/>
                    <a:pt x="49902" y="227"/>
                    <a:pt x="49065" y="227"/>
                  </a:cubicBezTo>
                  <a:cubicBezTo>
                    <a:pt x="46391" y="227"/>
                    <a:pt x="43688" y="399"/>
                    <a:pt x="41041" y="453"/>
                  </a:cubicBezTo>
                  <a:cubicBezTo>
                    <a:pt x="40639" y="462"/>
                    <a:pt x="40237" y="466"/>
                    <a:pt x="39835" y="466"/>
                  </a:cubicBezTo>
                  <a:cubicBezTo>
                    <a:pt x="36446" y="466"/>
                    <a:pt x="33080" y="180"/>
                    <a:pt x="29695" y="84"/>
                  </a:cubicBezTo>
                  <a:cubicBezTo>
                    <a:pt x="27706" y="24"/>
                    <a:pt x="25718" y="1"/>
                    <a:pt x="237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8"/>
            <p:cNvSpPr/>
            <p:nvPr/>
          </p:nvSpPr>
          <p:spPr>
            <a:xfrm flipH="1">
              <a:off x="8663" y="3976288"/>
              <a:ext cx="1258225" cy="40900"/>
            </a:xfrm>
            <a:custGeom>
              <a:avLst/>
              <a:gdLst/>
              <a:ahLst/>
              <a:cxnLst/>
              <a:rect l="l" t="t" r="r" b="b"/>
              <a:pathLst>
                <a:path w="50329" h="1636" extrusionOk="0">
                  <a:moveTo>
                    <a:pt x="38389" y="0"/>
                  </a:moveTo>
                  <a:cubicBezTo>
                    <a:pt x="36334" y="0"/>
                    <a:pt x="34272" y="76"/>
                    <a:pt x="32231" y="160"/>
                  </a:cubicBezTo>
                  <a:cubicBezTo>
                    <a:pt x="30481" y="219"/>
                    <a:pt x="28718" y="314"/>
                    <a:pt x="26956" y="338"/>
                  </a:cubicBezTo>
                  <a:cubicBezTo>
                    <a:pt x="26353" y="346"/>
                    <a:pt x="25751" y="350"/>
                    <a:pt x="25150" y="350"/>
                  </a:cubicBezTo>
                  <a:cubicBezTo>
                    <a:pt x="23947" y="350"/>
                    <a:pt x="22745" y="334"/>
                    <a:pt x="21539" y="302"/>
                  </a:cubicBezTo>
                  <a:cubicBezTo>
                    <a:pt x="20649" y="280"/>
                    <a:pt x="19738" y="271"/>
                    <a:pt x="18811" y="271"/>
                  </a:cubicBezTo>
                  <a:cubicBezTo>
                    <a:pt x="12721" y="271"/>
                    <a:pt x="5953" y="683"/>
                    <a:pt x="1" y="683"/>
                  </a:cubicBezTo>
                  <a:cubicBezTo>
                    <a:pt x="12" y="969"/>
                    <a:pt x="72" y="1291"/>
                    <a:pt x="132" y="1624"/>
                  </a:cubicBezTo>
                  <a:lnTo>
                    <a:pt x="132" y="1636"/>
                  </a:lnTo>
                  <a:lnTo>
                    <a:pt x="50328" y="1636"/>
                  </a:lnTo>
                  <a:cubicBezTo>
                    <a:pt x="50328" y="1314"/>
                    <a:pt x="50328" y="993"/>
                    <a:pt x="50328" y="683"/>
                  </a:cubicBezTo>
                  <a:cubicBezTo>
                    <a:pt x="47780" y="648"/>
                    <a:pt x="45221" y="302"/>
                    <a:pt x="42708" y="136"/>
                  </a:cubicBezTo>
                  <a:cubicBezTo>
                    <a:pt x="41278" y="37"/>
                    <a:pt x="39835" y="0"/>
                    <a:pt x="383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8"/>
            <p:cNvSpPr/>
            <p:nvPr/>
          </p:nvSpPr>
          <p:spPr>
            <a:xfrm flipH="1">
              <a:off x="28013" y="3740213"/>
              <a:ext cx="491450" cy="19600"/>
            </a:xfrm>
            <a:custGeom>
              <a:avLst/>
              <a:gdLst/>
              <a:ahLst/>
              <a:cxnLst/>
              <a:rect l="l" t="t" r="r" b="b"/>
              <a:pathLst>
                <a:path w="19658" h="784" extrusionOk="0">
                  <a:moveTo>
                    <a:pt x="9469" y="0"/>
                  </a:moveTo>
                  <a:cubicBezTo>
                    <a:pt x="6309" y="0"/>
                    <a:pt x="3146" y="109"/>
                    <a:pt x="0" y="351"/>
                  </a:cubicBezTo>
                  <a:cubicBezTo>
                    <a:pt x="3536" y="530"/>
                    <a:pt x="7072" y="732"/>
                    <a:pt x="10621" y="780"/>
                  </a:cubicBezTo>
                  <a:cubicBezTo>
                    <a:pt x="10930" y="783"/>
                    <a:pt x="11241" y="784"/>
                    <a:pt x="11551" y="784"/>
                  </a:cubicBezTo>
                  <a:cubicBezTo>
                    <a:pt x="14257" y="784"/>
                    <a:pt x="16976" y="684"/>
                    <a:pt x="19657" y="363"/>
                  </a:cubicBezTo>
                  <a:cubicBezTo>
                    <a:pt x="19003" y="316"/>
                    <a:pt x="18348" y="268"/>
                    <a:pt x="17693" y="232"/>
                  </a:cubicBezTo>
                  <a:cubicBezTo>
                    <a:pt x="14963" y="83"/>
                    <a:pt x="12217" y="0"/>
                    <a:pt x="94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8"/>
            <p:cNvSpPr/>
            <p:nvPr/>
          </p:nvSpPr>
          <p:spPr>
            <a:xfrm flipH="1">
              <a:off x="-6650" y="4042088"/>
              <a:ext cx="1261475" cy="39100"/>
            </a:xfrm>
            <a:custGeom>
              <a:avLst/>
              <a:gdLst/>
              <a:ahLst/>
              <a:cxnLst/>
              <a:rect l="l" t="t" r="r" b="b"/>
              <a:pathLst>
                <a:path w="50459" h="1564" extrusionOk="0">
                  <a:moveTo>
                    <a:pt x="25545" y="1"/>
                  </a:moveTo>
                  <a:cubicBezTo>
                    <a:pt x="24561" y="1"/>
                    <a:pt x="23578" y="16"/>
                    <a:pt x="22598" y="52"/>
                  </a:cubicBezTo>
                  <a:cubicBezTo>
                    <a:pt x="19169" y="168"/>
                    <a:pt x="15807" y="380"/>
                    <a:pt x="12411" y="380"/>
                  </a:cubicBezTo>
                  <a:cubicBezTo>
                    <a:pt x="11303" y="380"/>
                    <a:pt x="10192" y="357"/>
                    <a:pt x="9073" y="302"/>
                  </a:cubicBezTo>
                  <a:cubicBezTo>
                    <a:pt x="7120" y="207"/>
                    <a:pt x="5168" y="111"/>
                    <a:pt x="3215" y="99"/>
                  </a:cubicBezTo>
                  <a:cubicBezTo>
                    <a:pt x="2822" y="99"/>
                    <a:pt x="941" y="516"/>
                    <a:pt x="131" y="540"/>
                  </a:cubicBezTo>
                  <a:cubicBezTo>
                    <a:pt x="155" y="897"/>
                    <a:pt x="0" y="1088"/>
                    <a:pt x="24" y="1433"/>
                  </a:cubicBezTo>
                  <a:cubicBezTo>
                    <a:pt x="213" y="1435"/>
                    <a:pt x="406" y="1436"/>
                    <a:pt x="602" y="1436"/>
                  </a:cubicBezTo>
                  <a:cubicBezTo>
                    <a:pt x="3880" y="1436"/>
                    <a:pt x="8107" y="1170"/>
                    <a:pt x="11264" y="1147"/>
                  </a:cubicBezTo>
                  <a:lnTo>
                    <a:pt x="11275" y="1147"/>
                  </a:lnTo>
                  <a:cubicBezTo>
                    <a:pt x="13133" y="1141"/>
                    <a:pt x="14993" y="1132"/>
                    <a:pt x="16854" y="1132"/>
                  </a:cubicBezTo>
                  <a:cubicBezTo>
                    <a:pt x="18714" y="1132"/>
                    <a:pt x="20574" y="1141"/>
                    <a:pt x="22432" y="1171"/>
                  </a:cubicBezTo>
                  <a:cubicBezTo>
                    <a:pt x="26111" y="1230"/>
                    <a:pt x="29790" y="1361"/>
                    <a:pt x="33457" y="1445"/>
                  </a:cubicBezTo>
                  <a:cubicBezTo>
                    <a:pt x="36520" y="1509"/>
                    <a:pt x="39588" y="1563"/>
                    <a:pt x="42653" y="1563"/>
                  </a:cubicBezTo>
                  <a:cubicBezTo>
                    <a:pt x="45246" y="1563"/>
                    <a:pt x="47837" y="1525"/>
                    <a:pt x="50423" y="1421"/>
                  </a:cubicBezTo>
                  <a:cubicBezTo>
                    <a:pt x="50399" y="1111"/>
                    <a:pt x="50459" y="802"/>
                    <a:pt x="50423" y="492"/>
                  </a:cubicBezTo>
                  <a:lnTo>
                    <a:pt x="50423" y="492"/>
                  </a:lnTo>
                  <a:cubicBezTo>
                    <a:pt x="48661" y="620"/>
                    <a:pt x="46889" y="671"/>
                    <a:pt x="45110" y="671"/>
                  </a:cubicBezTo>
                  <a:cubicBezTo>
                    <a:pt x="38618" y="671"/>
                    <a:pt x="32039" y="1"/>
                    <a:pt x="255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8"/>
            <p:cNvSpPr/>
            <p:nvPr/>
          </p:nvSpPr>
          <p:spPr>
            <a:xfrm flipH="1">
              <a:off x="-6650" y="4087888"/>
              <a:ext cx="1262075" cy="53025"/>
            </a:xfrm>
            <a:custGeom>
              <a:avLst/>
              <a:gdLst/>
              <a:ahLst/>
              <a:cxnLst/>
              <a:rect l="l" t="t" r="r" b="b"/>
              <a:pathLst>
                <a:path w="50483" h="2121" extrusionOk="0">
                  <a:moveTo>
                    <a:pt x="17998" y="1"/>
                  </a:moveTo>
                  <a:cubicBezTo>
                    <a:pt x="11171" y="1"/>
                    <a:pt x="1714" y="201"/>
                    <a:pt x="0" y="303"/>
                  </a:cubicBezTo>
                  <a:cubicBezTo>
                    <a:pt x="36" y="899"/>
                    <a:pt x="584" y="1327"/>
                    <a:pt x="608" y="1923"/>
                  </a:cubicBezTo>
                  <a:cubicBezTo>
                    <a:pt x="1301" y="2069"/>
                    <a:pt x="2100" y="2120"/>
                    <a:pt x="2948" y="2120"/>
                  </a:cubicBezTo>
                  <a:cubicBezTo>
                    <a:pt x="4896" y="2120"/>
                    <a:pt x="7107" y="1851"/>
                    <a:pt x="8909" y="1851"/>
                  </a:cubicBezTo>
                  <a:cubicBezTo>
                    <a:pt x="8936" y="1851"/>
                    <a:pt x="8963" y="1851"/>
                    <a:pt x="8990" y="1851"/>
                  </a:cubicBezTo>
                  <a:cubicBezTo>
                    <a:pt x="13609" y="1875"/>
                    <a:pt x="18241" y="1875"/>
                    <a:pt x="22860" y="1875"/>
                  </a:cubicBezTo>
                  <a:cubicBezTo>
                    <a:pt x="26385" y="1875"/>
                    <a:pt x="29885" y="1720"/>
                    <a:pt x="33386" y="1542"/>
                  </a:cubicBezTo>
                  <a:cubicBezTo>
                    <a:pt x="36143" y="1397"/>
                    <a:pt x="38908" y="1274"/>
                    <a:pt x="41674" y="1274"/>
                  </a:cubicBezTo>
                  <a:cubicBezTo>
                    <a:pt x="42562" y="1274"/>
                    <a:pt x="43451" y="1286"/>
                    <a:pt x="44339" y="1315"/>
                  </a:cubicBezTo>
                  <a:cubicBezTo>
                    <a:pt x="46387" y="1387"/>
                    <a:pt x="48471" y="1553"/>
                    <a:pt x="50471" y="1923"/>
                  </a:cubicBezTo>
                  <a:cubicBezTo>
                    <a:pt x="50435" y="1375"/>
                    <a:pt x="50483" y="803"/>
                    <a:pt x="50447" y="256"/>
                  </a:cubicBezTo>
                  <a:lnTo>
                    <a:pt x="50447" y="256"/>
                  </a:lnTo>
                  <a:cubicBezTo>
                    <a:pt x="48030" y="363"/>
                    <a:pt x="45506" y="422"/>
                    <a:pt x="43089" y="422"/>
                  </a:cubicBezTo>
                  <a:cubicBezTo>
                    <a:pt x="42852" y="423"/>
                    <a:pt x="42615" y="424"/>
                    <a:pt x="42379" y="424"/>
                  </a:cubicBezTo>
                  <a:cubicBezTo>
                    <a:pt x="38948" y="424"/>
                    <a:pt x="35518" y="346"/>
                    <a:pt x="32088" y="268"/>
                  </a:cubicBezTo>
                  <a:cubicBezTo>
                    <a:pt x="28409" y="184"/>
                    <a:pt x="24730" y="53"/>
                    <a:pt x="21039" y="18"/>
                  </a:cubicBezTo>
                  <a:cubicBezTo>
                    <a:pt x="20121" y="6"/>
                    <a:pt x="19093" y="1"/>
                    <a:pt x="17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8"/>
            <p:cNvSpPr/>
            <p:nvPr/>
          </p:nvSpPr>
          <p:spPr>
            <a:xfrm flipH="1">
              <a:off x="-6350" y="4173613"/>
              <a:ext cx="1290350" cy="79000"/>
            </a:xfrm>
            <a:custGeom>
              <a:avLst/>
              <a:gdLst/>
              <a:ahLst/>
              <a:cxnLst/>
              <a:rect l="l" t="t" r="r" b="b"/>
              <a:pathLst>
                <a:path w="51614" h="3160" extrusionOk="0">
                  <a:moveTo>
                    <a:pt x="20244" y="1"/>
                  </a:moveTo>
                  <a:cubicBezTo>
                    <a:pt x="13861" y="1"/>
                    <a:pt x="6767" y="403"/>
                    <a:pt x="989" y="1018"/>
                  </a:cubicBezTo>
                  <a:cubicBezTo>
                    <a:pt x="1001" y="1863"/>
                    <a:pt x="0" y="1494"/>
                    <a:pt x="0" y="2339"/>
                  </a:cubicBezTo>
                  <a:cubicBezTo>
                    <a:pt x="12" y="2435"/>
                    <a:pt x="1536" y="2851"/>
                    <a:pt x="1548" y="2947"/>
                  </a:cubicBezTo>
                  <a:cubicBezTo>
                    <a:pt x="2121" y="3007"/>
                    <a:pt x="2673" y="3030"/>
                    <a:pt x="3207" y="3030"/>
                  </a:cubicBezTo>
                  <a:cubicBezTo>
                    <a:pt x="5003" y="3030"/>
                    <a:pt x="6600" y="2768"/>
                    <a:pt x="8132" y="2768"/>
                  </a:cubicBezTo>
                  <a:cubicBezTo>
                    <a:pt x="8690" y="2771"/>
                    <a:pt x="9248" y="2773"/>
                    <a:pt x="9806" y="2773"/>
                  </a:cubicBezTo>
                  <a:cubicBezTo>
                    <a:pt x="11153" y="2773"/>
                    <a:pt x="12500" y="2764"/>
                    <a:pt x="13847" y="2756"/>
                  </a:cubicBezTo>
                  <a:cubicBezTo>
                    <a:pt x="14076" y="2755"/>
                    <a:pt x="14306" y="2754"/>
                    <a:pt x="14535" y="2754"/>
                  </a:cubicBezTo>
                  <a:cubicBezTo>
                    <a:pt x="15439" y="2754"/>
                    <a:pt x="16345" y="2763"/>
                    <a:pt x="17250" y="2763"/>
                  </a:cubicBezTo>
                  <a:cubicBezTo>
                    <a:pt x="18026" y="2763"/>
                    <a:pt x="18801" y="2756"/>
                    <a:pt x="19574" y="2732"/>
                  </a:cubicBezTo>
                  <a:cubicBezTo>
                    <a:pt x="21094" y="2687"/>
                    <a:pt x="22614" y="2665"/>
                    <a:pt x="24134" y="2665"/>
                  </a:cubicBezTo>
                  <a:cubicBezTo>
                    <a:pt x="26577" y="2665"/>
                    <a:pt x="29019" y="2720"/>
                    <a:pt x="31457" y="2816"/>
                  </a:cubicBezTo>
                  <a:cubicBezTo>
                    <a:pt x="33433" y="2887"/>
                    <a:pt x="35398" y="3006"/>
                    <a:pt x="37362" y="3113"/>
                  </a:cubicBezTo>
                  <a:cubicBezTo>
                    <a:pt x="37991" y="3147"/>
                    <a:pt x="38624" y="3160"/>
                    <a:pt x="39259" y="3160"/>
                  </a:cubicBezTo>
                  <a:cubicBezTo>
                    <a:pt x="40427" y="3160"/>
                    <a:pt x="41599" y="3116"/>
                    <a:pt x="42756" y="3077"/>
                  </a:cubicBezTo>
                  <a:cubicBezTo>
                    <a:pt x="44858" y="3001"/>
                    <a:pt x="46967" y="2906"/>
                    <a:pt x="49073" y="2906"/>
                  </a:cubicBezTo>
                  <a:cubicBezTo>
                    <a:pt x="49913" y="2906"/>
                    <a:pt x="50752" y="2921"/>
                    <a:pt x="51590" y="2958"/>
                  </a:cubicBezTo>
                  <a:cubicBezTo>
                    <a:pt x="51566" y="2292"/>
                    <a:pt x="51614" y="1601"/>
                    <a:pt x="51590" y="934"/>
                  </a:cubicBezTo>
                  <a:lnTo>
                    <a:pt x="51590" y="934"/>
                  </a:lnTo>
                  <a:cubicBezTo>
                    <a:pt x="50143" y="1070"/>
                    <a:pt x="48648" y="1120"/>
                    <a:pt x="47161" y="1120"/>
                  </a:cubicBezTo>
                  <a:cubicBezTo>
                    <a:pt x="46176" y="1120"/>
                    <a:pt x="45195" y="1099"/>
                    <a:pt x="44232" y="1065"/>
                  </a:cubicBezTo>
                  <a:cubicBezTo>
                    <a:pt x="40910" y="934"/>
                    <a:pt x="37612" y="637"/>
                    <a:pt x="34302" y="422"/>
                  </a:cubicBezTo>
                  <a:cubicBezTo>
                    <a:pt x="30754" y="208"/>
                    <a:pt x="27182" y="137"/>
                    <a:pt x="23622" y="41"/>
                  </a:cubicBezTo>
                  <a:cubicBezTo>
                    <a:pt x="22527" y="14"/>
                    <a:pt x="21397" y="1"/>
                    <a:pt x="202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8"/>
            <p:cNvSpPr/>
            <p:nvPr/>
          </p:nvSpPr>
          <p:spPr>
            <a:xfrm flipH="1">
              <a:off x="-6650" y="4266613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0"/>
                  </a:moveTo>
                  <a:cubicBezTo>
                    <a:pt x="21789" y="12"/>
                    <a:pt x="19848" y="72"/>
                    <a:pt x="17907" y="84"/>
                  </a:cubicBezTo>
                  <a:cubicBezTo>
                    <a:pt x="13620" y="94"/>
                    <a:pt x="8419" y="296"/>
                    <a:pt x="3803" y="296"/>
                  </a:cubicBezTo>
                  <a:cubicBezTo>
                    <a:pt x="2792" y="296"/>
                    <a:pt x="1809" y="286"/>
                    <a:pt x="869" y="262"/>
                  </a:cubicBezTo>
                  <a:lnTo>
                    <a:pt x="869" y="262"/>
                  </a:lnTo>
                  <a:cubicBezTo>
                    <a:pt x="1012" y="1370"/>
                    <a:pt x="0" y="1941"/>
                    <a:pt x="36" y="3048"/>
                  </a:cubicBezTo>
                  <a:cubicBezTo>
                    <a:pt x="36" y="3167"/>
                    <a:pt x="1405" y="4108"/>
                    <a:pt x="1405" y="4227"/>
                  </a:cubicBezTo>
                  <a:cubicBezTo>
                    <a:pt x="1804" y="4257"/>
                    <a:pt x="2219" y="4270"/>
                    <a:pt x="2645" y="4270"/>
                  </a:cubicBezTo>
                  <a:cubicBezTo>
                    <a:pt x="5791" y="4270"/>
                    <a:pt x="9583" y="3554"/>
                    <a:pt x="12640" y="3554"/>
                  </a:cubicBezTo>
                  <a:cubicBezTo>
                    <a:pt x="12802" y="3554"/>
                    <a:pt x="12963" y="3556"/>
                    <a:pt x="13121" y="3560"/>
                  </a:cubicBezTo>
                  <a:cubicBezTo>
                    <a:pt x="16740" y="3656"/>
                    <a:pt x="20360" y="3822"/>
                    <a:pt x="23979" y="3894"/>
                  </a:cubicBezTo>
                  <a:cubicBezTo>
                    <a:pt x="24818" y="3905"/>
                    <a:pt x="25656" y="3913"/>
                    <a:pt x="26494" y="3913"/>
                  </a:cubicBezTo>
                  <a:cubicBezTo>
                    <a:pt x="27464" y="3913"/>
                    <a:pt x="28432" y="3902"/>
                    <a:pt x="29397" y="3870"/>
                  </a:cubicBezTo>
                  <a:cubicBezTo>
                    <a:pt x="31147" y="3822"/>
                    <a:pt x="32873" y="3727"/>
                    <a:pt x="34624" y="3668"/>
                  </a:cubicBezTo>
                  <a:cubicBezTo>
                    <a:pt x="36263" y="3612"/>
                    <a:pt x="37910" y="3569"/>
                    <a:pt x="39557" y="3569"/>
                  </a:cubicBezTo>
                  <a:cubicBezTo>
                    <a:pt x="41414" y="3569"/>
                    <a:pt x="43270" y="3623"/>
                    <a:pt x="45113" y="3775"/>
                  </a:cubicBezTo>
                  <a:cubicBezTo>
                    <a:pt x="47244" y="3941"/>
                    <a:pt x="49411" y="4203"/>
                    <a:pt x="51566" y="4227"/>
                  </a:cubicBezTo>
                  <a:cubicBezTo>
                    <a:pt x="51554" y="2917"/>
                    <a:pt x="51602" y="1596"/>
                    <a:pt x="51566" y="286"/>
                  </a:cubicBezTo>
                  <a:cubicBezTo>
                    <a:pt x="50757" y="247"/>
                    <a:pt x="49942" y="232"/>
                    <a:pt x="49125" y="232"/>
                  </a:cubicBezTo>
                  <a:cubicBezTo>
                    <a:pt x="46431" y="232"/>
                    <a:pt x="43708" y="401"/>
                    <a:pt x="41041" y="465"/>
                  </a:cubicBezTo>
                  <a:lnTo>
                    <a:pt x="41041" y="453"/>
                  </a:lnTo>
                  <a:cubicBezTo>
                    <a:pt x="40590" y="464"/>
                    <a:pt x="40139" y="469"/>
                    <a:pt x="39689" y="469"/>
                  </a:cubicBezTo>
                  <a:cubicBezTo>
                    <a:pt x="36349" y="469"/>
                    <a:pt x="33031" y="189"/>
                    <a:pt x="29694" y="84"/>
                  </a:cubicBezTo>
                  <a:cubicBezTo>
                    <a:pt x="27706" y="24"/>
                    <a:pt x="25718" y="0"/>
                    <a:pt x="23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8"/>
            <p:cNvSpPr/>
            <p:nvPr/>
          </p:nvSpPr>
          <p:spPr>
            <a:xfrm flipH="1">
              <a:off x="-5775" y="4383688"/>
              <a:ext cx="1258225" cy="65325"/>
            </a:xfrm>
            <a:custGeom>
              <a:avLst/>
              <a:gdLst/>
              <a:ahLst/>
              <a:cxnLst/>
              <a:rect l="l" t="t" r="r" b="b"/>
              <a:pathLst>
                <a:path w="50329" h="2613" extrusionOk="0">
                  <a:moveTo>
                    <a:pt x="38436" y="0"/>
                  </a:moveTo>
                  <a:cubicBezTo>
                    <a:pt x="36364" y="0"/>
                    <a:pt x="34289" y="74"/>
                    <a:pt x="32231" y="151"/>
                  </a:cubicBezTo>
                  <a:cubicBezTo>
                    <a:pt x="30480" y="223"/>
                    <a:pt x="28718" y="306"/>
                    <a:pt x="26956" y="342"/>
                  </a:cubicBezTo>
                  <a:cubicBezTo>
                    <a:pt x="26471" y="348"/>
                    <a:pt x="25986" y="351"/>
                    <a:pt x="25502" y="351"/>
                  </a:cubicBezTo>
                  <a:cubicBezTo>
                    <a:pt x="24177" y="351"/>
                    <a:pt x="22855" y="329"/>
                    <a:pt x="21539" y="294"/>
                  </a:cubicBezTo>
                  <a:cubicBezTo>
                    <a:pt x="20705" y="275"/>
                    <a:pt x="19852" y="267"/>
                    <a:pt x="18985" y="267"/>
                  </a:cubicBezTo>
                  <a:cubicBezTo>
                    <a:pt x="12850" y="267"/>
                    <a:pt x="6009" y="687"/>
                    <a:pt x="0" y="687"/>
                  </a:cubicBezTo>
                  <a:cubicBezTo>
                    <a:pt x="12" y="1247"/>
                    <a:pt x="251" y="2033"/>
                    <a:pt x="262" y="2592"/>
                  </a:cubicBezTo>
                  <a:cubicBezTo>
                    <a:pt x="816" y="2606"/>
                    <a:pt x="1371" y="2613"/>
                    <a:pt x="1927" y="2613"/>
                  </a:cubicBezTo>
                  <a:cubicBezTo>
                    <a:pt x="8478" y="2613"/>
                    <a:pt x="15249" y="1709"/>
                    <a:pt x="21603" y="1709"/>
                  </a:cubicBezTo>
                  <a:cubicBezTo>
                    <a:pt x="22426" y="1709"/>
                    <a:pt x="23243" y="1724"/>
                    <a:pt x="24051" y="1759"/>
                  </a:cubicBezTo>
                  <a:cubicBezTo>
                    <a:pt x="29254" y="1973"/>
                    <a:pt x="34421" y="2461"/>
                    <a:pt x="39648" y="2509"/>
                  </a:cubicBezTo>
                  <a:cubicBezTo>
                    <a:pt x="43208" y="2533"/>
                    <a:pt x="46768" y="2497"/>
                    <a:pt x="50316" y="2592"/>
                  </a:cubicBezTo>
                  <a:cubicBezTo>
                    <a:pt x="50316" y="1949"/>
                    <a:pt x="50328" y="1318"/>
                    <a:pt x="50328" y="675"/>
                  </a:cubicBezTo>
                  <a:cubicBezTo>
                    <a:pt x="47780" y="639"/>
                    <a:pt x="45220" y="294"/>
                    <a:pt x="42708" y="128"/>
                  </a:cubicBezTo>
                  <a:cubicBezTo>
                    <a:pt x="41290" y="35"/>
                    <a:pt x="39864" y="0"/>
                    <a:pt x="384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8"/>
            <p:cNvSpPr/>
            <p:nvPr/>
          </p:nvSpPr>
          <p:spPr>
            <a:xfrm flipH="1">
              <a:off x="-5775" y="4459988"/>
              <a:ext cx="1272525" cy="70675"/>
            </a:xfrm>
            <a:custGeom>
              <a:avLst/>
              <a:gdLst/>
              <a:ahLst/>
              <a:cxnLst/>
              <a:rect l="l" t="t" r="r" b="b"/>
              <a:pathLst>
                <a:path w="50901" h="2827" extrusionOk="0">
                  <a:moveTo>
                    <a:pt x="21903" y="0"/>
                  </a:moveTo>
                  <a:cubicBezTo>
                    <a:pt x="14993" y="0"/>
                    <a:pt x="7192" y="862"/>
                    <a:pt x="383" y="862"/>
                  </a:cubicBezTo>
                  <a:cubicBezTo>
                    <a:pt x="303" y="862"/>
                    <a:pt x="224" y="862"/>
                    <a:pt x="144" y="862"/>
                  </a:cubicBezTo>
                  <a:lnTo>
                    <a:pt x="144" y="862"/>
                  </a:lnTo>
                  <a:cubicBezTo>
                    <a:pt x="203" y="1576"/>
                    <a:pt x="1" y="2112"/>
                    <a:pt x="37" y="2826"/>
                  </a:cubicBezTo>
                  <a:cubicBezTo>
                    <a:pt x="1764" y="2826"/>
                    <a:pt x="2556" y="2336"/>
                    <a:pt x="2843" y="2336"/>
                  </a:cubicBezTo>
                  <a:cubicBezTo>
                    <a:pt x="2853" y="2336"/>
                    <a:pt x="2862" y="2337"/>
                    <a:pt x="2870" y="2338"/>
                  </a:cubicBezTo>
                  <a:cubicBezTo>
                    <a:pt x="4942" y="1969"/>
                    <a:pt x="7109" y="1814"/>
                    <a:pt x="9157" y="1743"/>
                  </a:cubicBezTo>
                  <a:cubicBezTo>
                    <a:pt x="10364" y="1694"/>
                    <a:pt x="11573" y="1673"/>
                    <a:pt x="12782" y="1673"/>
                  </a:cubicBezTo>
                  <a:cubicBezTo>
                    <a:pt x="15998" y="1673"/>
                    <a:pt x="19216" y="1823"/>
                    <a:pt x="22409" y="2005"/>
                  </a:cubicBezTo>
                  <a:cubicBezTo>
                    <a:pt x="24599" y="2136"/>
                    <a:pt x="26778" y="2279"/>
                    <a:pt x="28957" y="2421"/>
                  </a:cubicBezTo>
                  <a:cubicBezTo>
                    <a:pt x="29954" y="2405"/>
                    <a:pt x="30950" y="2397"/>
                    <a:pt x="31945" y="2397"/>
                  </a:cubicBezTo>
                  <a:cubicBezTo>
                    <a:pt x="37965" y="2397"/>
                    <a:pt x="43966" y="2673"/>
                    <a:pt x="49983" y="2826"/>
                  </a:cubicBezTo>
                  <a:cubicBezTo>
                    <a:pt x="50281" y="2791"/>
                    <a:pt x="50567" y="2755"/>
                    <a:pt x="50864" y="2707"/>
                  </a:cubicBezTo>
                  <a:cubicBezTo>
                    <a:pt x="50876" y="2100"/>
                    <a:pt x="50888" y="1493"/>
                    <a:pt x="50900" y="886"/>
                  </a:cubicBezTo>
                  <a:cubicBezTo>
                    <a:pt x="46959" y="766"/>
                    <a:pt x="43006" y="850"/>
                    <a:pt x="39065" y="778"/>
                  </a:cubicBezTo>
                  <a:cubicBezTo>
                    <a:pt x="34339" y="707"/>
                    <a:pt x="29659" y="266"/>
                    <a:pt x="24945" y="64"/>
                  </a:cubicBezTo>
                  <a:cubicBezTo>
                    <a:pt x="23955" y="19"/>
                    <a:pt x="22939" y="0"/>
                    <a:pt x="219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8"/>
            <p:cNvSpPr/>
            <p:nvPr/>
          </p:nvSpPr>
          <p:spPr>
            <a:xfrm flipH="1">
              <a:off x="634500" y="4524388"/>
              <a:ext cx="448875" cy="12600"/>
            </a:xfrm>
            <a:custGeom>
              <a:avLst/>
              <a:gdLst/>
              <a:ahLst/>
              <a:cxnLst/>
              <a:rect l="l" t="t" r="r" b="b"/>
              <a:pathLst>
                <a:path w="17955" h="504" extrusionOk="0">
                  <a:moveTo>
                    <a:pt x="16586" y="0"/>
                  </a:moveTo>
                  <a:cubicBezTo>
                    <a:pt x="11061" y="60"/>
                    <a:pt x="5537" y="167"/>
                    <a:pt x="0" y="286"/>
                  </a:cubicBezTo>
                  <a:cubicBezTo>
                    <a:pt x="2446" y="429"/>
                    <a:pt x="4891" y="504"/>
                    <a:pt x="7337" y="504"/>
                  </a:cubicBezTo>
                  <a:cubicBezTo>
                    <a:pt x="8951" y="504"/>
                    <a:pt x="10566" y="471"/>
                    <a:pt x="12180" y="405"/>
                  </a:cubicBezTo>
                  <a:cubicBezTo>
                    <a:pt x="14109" y="322"/>
                    <a:pt x="16038" y="191"/>
                    <a:pt x="179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8"/>
            <p:cNvSpPr/>
            <p:nvPr/>
          </p:nvSpPr>
          <p:spPr>
            <a:xfrm flipH="1">
              <a:off x="13575" y="4147413"/>
              <a:ext cx="491750" cy="19700"/>
            </a:xfrm>
            <a:custGeom>
              <a:avLst/>
              <a:gdLst/>
              <a:ahLst/>
              <a:cxnLst/>
              <a:rect l="l" t="t" r="r" b="b"/>
              <a:pathLst>
                <a:path w="19670" h="788" extrusionOk="0">
                  <a:moveTo>
                    <a:pt x="9475" y="0"/>
                  </a:moveTo>
                  <a:cubicBezTo>
                    <a:pt x="6315" y="0"/>
                    <a:pt x="3152" y="109"/>
                    <a:pt x="0" y="351"/>
                  </a:cubicBezTo>
                  <a:cubicBezTo>
                    <a:pt x="3548" y="542"/>
                    <a:pt x="7084" y="744"/>
                    <a:pt x="10632" y="780"/>
                  </a:cubicBezTo>
                  <a:cubicBezTo>
                    <a:pt x="11043" y="785"/>
                    <a:pt x="11455" y="787"/>
                    <a:pt x="11866" y="787"/>
                  </a:cubicBezTo>
                  <a:cubicBezTo>
                    <a:pt x="14463" y="787"/>
                    <a:pt x="17080" y="682"/>
                    <a:pt x="19669" y="363"/>
                  </a:cubicBezTo>
                  <a:cubicBezTo>
                    <a:pt x="19014" y="315"/>
                    <a:pt x="18360" y="268"/>
                    <a:pt x="17705" y="232"/>
                  </a:cubicBezTo>
                  <a:cubicBezTo>
                    <a:pt x="14969" y="83"/>
                    <a:pt x="12223" y="0"/>
                    <a:pt x="94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8"/>
            <p:cNvSpPr/>
            <p:nvPr/>
          </p:nvSpPr>
          <p:spPr>
            <a:xfrm flipH="1">
              <a:off x="-6350" y="4555338"/>
              <a:ext cx="1261475" cy="39225"/>
            </a:xfrm>
            <a:custGeom>
              <a:avLst/>
              <a:gdLst/>
              <a:ahLst/>
              <a:cxnLst/>
              <a:rect l="l" t="t" r="r" b="b"/>
              <a:pathLst>
                <a:path w="50459" h="1569" extrusionOk="0">
                  <a:moveTo>
                    <a:pt x="25457" y="1"/>
                  </a:moveTo>
                  <a:cubicBezTo>
                    <a:pt x="24506" y="1"/>
                    <a:pt x="23557" y="15"/>
                    <a:pt x="22610" y="48"/>
                  </a:cubicBezTo>
                  <a:cubicBezTo>
                    <a:pt x="19177" y="174"/>
                    <a:pt x="15804" y="388"/>
                    <a:pt x="12400" y="388"/>
                  </a:cubicBezTo>
                  <a:cubicBezTo>
                    <a:pt x="11295" y="388"/>
                    <a:pt x="10187" y="365"/>
                    <a:pt x="9073" y="310"/>
                  </a:cubicBezTo>
                  <a:cubicBezTo>
                    <a:pt x="7132" y="215"/>
                    <a:pt x="5180" y="108"/>
                    <a:pt x="3215" y="108"/>
                  </a:cubicBezTo>
                  <a:cubicBezTo>
                    <a:pt x="2822" y="108"/>
                    <a:pt x="941" y="512"/>
                    <a:pt x="131" y="548"/>
                  </a:cubicBezTo>
                  <a:cubicBezTo>
                    <a:pt x="167" y="905"/>
                    <a:pt x="0" y="1084"/>
                    <a:pt x="24" y="1441"/>
                  </a:cubicBezTo>
                  <a:cubicBezTo>
                    <a:pt x="213" y="1443"/>
                    <a:pt x="406" y="1444"/>
                    <a:pt x="602" y="1444"/>
                  </a:cubicBezTo>
                  <a:cubicBezTo>
                    <a:pt x="3880" y="1444"/>
                    <a:pt x="8108" y="1178"/>
                    <a:pt x="11276" y="1155"/>
                  </a:cubicBezTo>
                  <a:cubicBezTo>
                    <a:pt x="13002" y="1144"/>
                    <a:pt x="14726" y="1136"/>
                    <a:pt x="16450" y="1136"/>
                  </a:cubicBezTo>
                  <a:cubicBezTo>
                    <a:pt x="18447" y="1136"/>
                    <a:pt x="20444" y="1147"/>
                    <a:pt x="22444" y="1179"/>
                  </a:cubicBezTo>
                  <a:cubicBezTo>
                    <a:pt x="26111" y="1239"/>
                    <a:pt x="29790" y="1370"/>
                    <a:pt x="33469" y="1441"/>
                  </a:cubicBezTo>
                  <a:cubicBezTo>
                    <a:pt x="36512" y="1512"/>
                    <a:pt x="39562" y="1568"/>
                    <a:pt x="42613" y="1568"/>
                  </a:cubicBezTo>
                  <a:cubicBezTo>
                    <a:pt x="45220" y="1568"/>
                    <a:pt x="47829" y="1527"/>
                    <a:pt x="50435" y="1417"/>
                  </a:cubicBezTo>
                  <a:cubicBezTo>
                    <a:pt x="50399" y="1120"/>
                    <a:pt x="50459" y="798"/>
                    <a:pt x="50435" y="501"/>
                  </a:cubicBezTo>
                  <a:lnTo>
                    <a:pt x="50435" y="501"/>
                  </a:lnTo>
                  <a:cubicBezTo>
                    <a:pt x="48674" y="629"/>
                    <a:pt x="46903" y="679"/>
                    <a:pt x="45125" y="679"/>
                  </a:cubicBezTo>
                  <a:cubicBezTo>
                    <a:pt x="38597" y="679"/>
                    <a:pt x="31979" y="1"/>
                    <a:pt x="254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8"/>
            <p:cNvSpPr/>
            <p:nvPr/>
          </p:nvSpPr>
          <p:spPr>
            <a:xfrm flipH="1">
              <a:off x="-6650" y="4601163"/>
              <a:ext cx="1262075" cy="53100"/>
            </a:xfrm>
            <a:custGeom>
              <a:avLst/>
              <a:gdLst/>
              <a:ahLst/>
              <a:cxnLst/>
              <a:rect l="l" t="t" r="r" b="b"/>
              <a:pathLst>
                <a:path w="50483" h="2124" extrusionOk="0">
                  <a:moveTo>
                    <a:pt x="18386" y="0"/>
                  </a:moveTo>
                  <a:cubicBezTo>
                    <a:pt x="11533" y="0"/>
                    <a:pt x="1736" y="205"/>
                    <a:pt x="0" y="299"/>
                  </a:cubicBezTo>
                  <a:cubicBezTo>
                    <a:pt x="36" y="894"/>
                    <a:pt x="584" y="1323"/>
                    <a:pt x="608" y="1918"/>
                  </a:cubicBezTo>
                  <a:cubicBezTo>
                    <a:pt x="1313" y="2071"/>
                    <a:pt x="2127" y="2123"/>
                    <a:pt x="2991" y="2123"/>
                  </a:cubicBezTo>
                  <a:cubicBezTo>
                    <a:pt x="4929" y="2123"/>
                    <a:pt x="7120" y="1858"/>
                    <a:pt x="8909" y="1858"/>
                  </a:cubicBezTo>
                  <a:cubicBezTo>
                    <a:pt x="8936" y="1858"/>
                    <a:pt x="8963" y="1858"/>
                    <a:pt x="8990" y="1858"/>
                  </a:cubicBezTo>
                  <a:cubicBezTo>
                    <a:pt x="13609" y="1882"/>
                    <a:pt x="18241" y="1882"/>
                    <a:pt x="22860" y="1882"/>
                  </a:cubicBezTo>
                  <a:cubicBezTo>
                    <a:pt x="26385" y="1882"/>
                    <a:pt x="29873" y="1716"/>
                    <a:pt x="33386" y="1537"/>
                  </a:cubicBezTo>
                  <a:cubicBezTo>
                    <a:pt x="36088" y="1396"/>
                    <a:pt x="38796" y="1274"/>
                    <a:pt x="41506" y="1274"/>
                  </a:cubicBezTo>
                  <a:cubicBezTo>
                    <a:pt x="42450" y="1274"/>
                    <a:pt x="43395" y="1289"/>
                    <a:pt x="44339" y="1323"/>
                  </a:cubicBezTo>
                  <a:cubicBezTo>
                    <a:pt x="46387" y="1394"/>
                    <a:pt x="48471" y="1549"/>
                    <a:pt x="50471" y="1918"/>
                  </a:cubicBezTo>
                  <a:cubicBezTo>
                    <a:pt x="50435" y="1370"/>
                    <a:pt x="50483" y="811"/>
                    <a:pt x="50447" y="263"/>
                  </a:cubicBezTo>
                  <a:lnTo>
                    <a:pt x="50447" y="263"/>
                  </a:lnTo>
                  <a:cubicBezTo>
                    <a:pt x="48018" y="358"/>
                    <a:pt x="45506" y="430"/>
                    <a:pt x="43077" y="430"/>
                  </a:cubicBezTo>
                  <a:cubicBezTo>
                    <a:pt x="39422" y="430"/>
                    <a:pt x="35755" y="358"/>
                    <a:pt x="32088" y="275"/>
                  </a:cubicBezTo>
                  <a:cubicBezTo>
                    <a:pt x="28409" y="192"/>
                    <a:pt x="24730" y="61"/>
                    <a:pt x="21039" y="13"/>
                  </a:cubicBezTo>
                  <a:cubicBezTo>
                    <a:pt x="20231" y="4"/>
                    <a:pt x="19337" y="0"/>
                    <a:pt x="183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8"/>
            <p:cNvSpPr/>
            <p:nvPr/>
          </p:nvSpPr>
          <p:spPr>
            <a:xfrm flipH="1">
              <a:off x="-6350" y="4686963"/>
              <a:ext cx="1290350" cy="78950"/>
            </a:xfrm>
            <a:custGeom>
              <a:avLst/>
              <a:gdLst/>
              <a:ahLst/>
              <a:cxnLst/>
              <a:rect l="l" t="t" r="r" b="b"/>
              <a:pathLst>
                <a:path w="51614" h="3158" extrusionOk="0">
                  <a:moveTo>
                    <a:pt x="20062" y="0"/>
                  </a:moveTo>
                  <a:cubicBezTo>
                    <a:pt x="13723" y="0"/>
                    <a:pt x="6704" y="400"/>
                    <a:pt x="977" y="1010"/>
                  </a:cubicBezTo>
                  <a:cubicBezTo>
                    <a:pt x="1001" y="1855"/>
                    <a:pt x="0" y="1498"/>
                    <a:pt x="0" y="2344"/>
                  </a:cubicBezTo>
                  <a:cubicBezTo>
                    <a:pt x="12" y="2439"/>
                    <a:pt x="1524" y="2855"/>
                    <a:pt x="1536" y="2939"/>
                  </a:cubicBezTo>
                  <a:cubicBezTo>
                    <a:pt x="2111" y="2999"/>
                    <a:pt x="2665" y="3022"/>
                    <a:pt x="3202" y="3022"/>
                  </a:cubicBezTo>
                  <a:cubicBezTo>
                    <a:pt x="4967" y="3022"/>
                    <a:pt x="6543" y="2772"/>
                    <a:pt x="8041" y="2772"/>
                  </a:cubicBezTo>
                  <a:cubicBezTo>
                    <a:pt x="8068" y="2772"/>
                    <a:pt x="8094" y="2772"/>
                    <a:pt x="8120" y="2772"/>
                  </a:cubicBezTo>
                  <a:cubicBezTo>
                    <a:pt x="10025" y="2772"/>
                    <a:pt x="11930" y="2772"/>
                    <a:pt x="13835" y="2760"/>
                  </a:cubicBezTo>
                  <a:cubicBezTo>
                    <a:pt x="14141" y="2758"/>
                    <a:pt x="14447" y="2758"/>
                    <a:pt x="14753" y="2758"/>
                  </a:cubicBezTo>
                  <a:cubicBezTo>
                    <a:pt x="15529" y="2758"/>
                    <a:pt x="16306" y="2762"/>
                    <a:pt x="17083" y="2762"/>
                  </a:cubicBezTo>
                  <a:cubicBezTo>
                    <a:pt x="17910" y="2762"/>
                    <a:pt x="18737" y="2757"/>
                    <a:pt x="19562" y="2736"/>
                  </a:cubicBezTo>
                  <a:cubicBezTo>
                    <a:pt x="21107" y="2690"/>
                    <a:pt x="22652" y="2669"/>
                    <a:pt x="24197" y="2669"/>
                  </a:cubicBezTo>
                  <a:cubicBezTo>
                    <a:pt x="26617" y="2669"/>
                    <a:pt x="29037" y="2721"/>
                    <a:pt x="31457" y="2808"/>
                  </a:cubicBezTo>
                  <a:cubicBezTo>
                    <a:pt x="33421" y="2879"/>
                    <a:pt x="35386" y="2998"/>
                    <a:pt x="37362" y="3106"/>
                  </a:cubicBezTo>
                  <a:cubicBezTo>
                    <a:pt x="37984" y="3143"/>
                    <a:pt x="38611" y="3157"/>
                    <a:pt x="39240" y="3157"/>
                  </a:cubicBezTo>
                  <a:cubicBezTo>
                    <a:pt x="40408" y="3157"/>
                    <a:pt x="41583" y="3108"/>
                    <a:pt x="42744" y="3070"/>
                  </a:cubicBezTo>
                  <a:cubicBezTo>
                    <a:pt x="44877" y="3001"/>
                    <a:pt x="47016" y="2900"/>
                    <a:pt x="49152" y="2900"/>
                  </a:cubicBezTo>
                  <a:cubicBezTo>
                    <a:pt x="49961" y="2900"/>
                    <a:pt x="50770" y="2915"/>
                    <a:pt x="51578" y="2951"/>
                  </a:cubicBezTo>
                  <a:cubicBezTo>
                    <a:pt x="51554" y="2284"/>
                    <a:pt x="51614" y="1593"/>
                    <a:pt x="51578" y="927"/>
                  </a:cubicBezTo>
                  <a:lnTo>
                    <a:pt x="51578" y="927"/>
                  </a:lnTo>
                  <a:cubicBezTo>
                    <a:pt x="50120" y="1064"/>
                    <a:pt x="48613" y="1118"/>
                    <a:pt x="47116" y="1118"/>
                  </a:cubicBezTo>
                  <a:cubicBezTo>
                    <a:pt x="46145" y="1118"/>
                    <a:pt x="45179" y="1095"/>
                    <a:pt x="44232" y="1058"/>
                  </a:cubicBezTo>
                  <a:cubicBezTo>
                    <a:pt x="40898" y="927"/>
                    <a:pt x="37600" y="629"/>
                    <a:pt x="34290" y="427"/>
                  </a:cubicBezTo>
                  <a:cubicBezTo>
                    <a:pt x="30742" y="200"/>
                    <a:pt x="27170" y="129"/>
                    <a:pt x="23611" y="46"/>
                  </a:cubicBezTo>
                  <a:cubicBezTo>
                    <a:pt x="22462" y="15"/>
                    <a:pt x="21274" y="0"/>
                    <a:pt x="200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8"/>
            <p:cNvSpPr/>
            <p:nvPr/>
          </p:nvSpPr>
          <p:spPr>
            <a:xfrm flipH="1">
              <a:off x="-6350" y="4780063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1"/>
                  </a:moveTo>
                  <a:cubicBezTo>
                    <a:pt x="21789" y="13"/>
                    <a:pt x="19848" y="72"/>
                    <a:pt x="17907" y="72"/>
                  </a:cubicBezTo>
                  <a:cubicBezTo>
                    <a:pt x="13549" y="82"/>
                    <a:pt x="8246" y="291"/>
                    <a:pt x="3581" y="291"/>
                  </a:cubicBezTo>
                  <a:cubicBezTo>
                    <a:pt x="2652" y="291"/>
                    <a:pt x="1748" y="282"/>
                    <a:pt x="881" y="263"/>
                  </a:cubicBezTo>
                  <a:lnTo>
                    <a:pt x="881" y="263"/>
                  </a:lnTo>
                  <a:cubicBezTo>
                    <a:pt x="1024" y="1358"/>
                    <a:pt x="0" y="1941"/>
                    <a:pt x="36" y="3037"/>
                  </a:cubicBezTo>
                  <a:cubicBezTo>
                    <a:pt x="48" y="3168"/>
                    <a:pt x="1405" y="4096"/>
                    <a:pt x="1417" y="4227"/>
                  </a:cubicBezTo>
                  <a:cubicBezTo>
                    <a:pt x="1815" y="4257"/>
                    <a:pt x="2228" y="4270"/>
                    <a:pt x="2654" y="4270"/>
                  </a:cubicBezTo>
                  <a:cubicBezTo>
                    <a:pt x="5793" y="4270"/>
                    <a:pt x="9593" y="3554"/>
                    <a:pt x="12642" y="3554"/>
                  </a:cubicBezTo>
                  <a:cubicBezTo>
                    <a:pt x="12804" y="3554"/>
                    <a:pt x="12963" y="3556"/>
                    <a:pt x="13121" y="3561"/>
                  </a:cubicBezTo>
                  <a:cubicBezTo>
                    <a:pt x="16741" y="3644"/>
                    <a:pt x="20360" y="3823"/>
                    <a:pt x="23980" y="3882"/>
                  </a:cubicBezTo>
                  <a:cubicBezTo>
                    <a:pt x="24819" y="3899"/>
                    <a:pt x="25659" y="3908"/>
                    <a:pt x="26499" y="3908"/>
                  </a:cubicBezTo>
                  <a:cubicBezTo>
                    <a:pt x="27469" y="3908"/>
                    <a:pt x="28439" y="3896"/>
                    <a:pt x="29409" y="3870"/>
                  </a:cubicBezTo>
                  <a:cubicBezTo>
                    <a:pt x="31147" y="3823"/>
                    <a:pt x="32885" y="3727"/>
                    <a:pt x="34624" y="3668"/>
                  </a:cubicBezTo>
                  <a:cubicBezTo>
                    <a:pt x="36263" y="3612"/>
                    <a:pt x="37913" y="3569"/>
                    <a:pt x="39562" y="3569"/>
                  </a:cubicBezTo>
                  <a:cubicBezTo>
                    <a:pt x="41423" y="3569"/>
                    <a:pt x="43282" y="3623"/>
                    <a:pt x="45125" y="3775"/>
                  </a:cubicBezTo>
                  <a:cubicBezTo>
                    <a:pt x="47256" y="3942"/>
                    <a:pt x="49411" y="4204"/>
                    <a:pt x="51566" y="4227"/>
                  </a:cubicBezTo>
                  <a:cubicBezTo>
                    <a:pt x="51566" y="2918"/>
                    <a:pt x="51602" y="1596"/>
                    <a:pt x="51566" y="286"/>
                  </a:cubicBezTo>
                  <a:cubicBezTo>
                    <a:pt x="50737" y="244"/>
                    <a:pt x="49902" y="227"/>
                    <a:pt x="49065" y="227"/>
                  </a:cubicBezTo>
                  <a:cubicBezTo>
                    <a:pt x="46391" y="227"/>
                    <a:pt x="43688" y="399"/>
                    <a:pt x="41041" y="453"/>
                  </a:cubicBezTo>
                  <a:cubicBezTo>
                    <a:pt x="40639" y="462"/>
                    <a:pt x="40237" y="466"/>
                    <a:pt x="39835" y="466"/>
                  </a:cubicBezTo>
                  <a:cubicBezTo>
                    <a:pt x="36446" y="466"/>
                    <a:pt x="33080" y="180"/>
                    <a:pt x="29695" y="84"/>
                  </a:cubicBezTo>
                  <a:cubicBezTo>
                    <a:pt x="27706" y="24"/>
                    <a:pt x="25718" y="1"/>
                    <a:pt x="237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8"/>
            <p:cNvSpPr/>
            <p:nvPr/>
          </p:nvSpPr>
          <p:spPr>
            <a:xfrm flipH="1">
              <a:off x="-5475" y="4896938"/>
              <a:ext cx="1258225" cy="40900"/>
            </a:xfrm>
            <a:custGeom>
              <a:avLst/>
              <a:gdLst/>
              <a:ahLst/>
              <a:cxnLst/>
              <a:rect l="l" t="t" r="r" b="b"/>
              <a:pathLst>
                <a:path w="50329" h="1636" extrusionOk="0">
                  <a:moveTo>
                    <a:pt x="38389" y="0"/>
                  </a:moveTo>
                  <a:cubicBezTo>
                    <a:pt x="36334" y="0"/>
                    <a:pt x="34272" y="76"/>
                    <a:pt x="32231" y="160"/>
                  </a:cubicBezTo>
                  <a:cubicBezTo>
                    <a:pt x="30481" y="219"/>
                    <a:pt x="28718" y="314"/>
                    <a:pt x="26956" y="338"/>
                  </a:cubicBezTo>
                  <a:cubicBezTo>
                    <a:pt x="26353" y="346"/>
                    <a:pt x="25751" y="350"/>
                    <a:pt x="25150" y="350"/>
                  </a:cubicBezTo>
                  <a:cubicBezTo>
                    <a:pt x="23947" y="350"/>
                    <a:pt x="22745" y="334"/>
                    <a:pt x="21539" y="302"/>
                  </a:cubicBezTo>
                  <a:cubicBezTo>
                    <a:pt x="20649" y="280"/>
                    <a:pt x="19738" y="271"/>
                    <a:pt x="18811" y="271"/>
                  </a:cubicBezTo>
                  <a:cubicBezTo>
                    <a:pt x="12721" y="271"/>
                    <a:pt x="5953" y="683"/>
                    <a:pt x="1" y="683"/>
                  </a:cubicBezTo>
                  <a:cubicBezTo>
                    <a:pt x="12" y="969"/>
                    <a:pt x="72" y="1291"/>
                    <a:pt x="132" y="1624"/>
                  </a:cubicBezTo>
                  <a:lnTo>
                    <a:pt x="132" y="1636"/>
                  </a:lnTo>
                  <a:lnTo>
                    <a:pt x="50328" y="1636"/>
                  </a:lnTo>
                  <a:cubicBezTo>
                    <a:pt x="50328" y="1314"/>
                    <a:pt x="50328" y="993"/>
                    <a:pt x="50328" y="683"/>
                  </a:cubicBezTo>
                  <a:cubicBezTo>
                    <a:pt x="47780" y="648"/>
                    <a:pt x="45221" y="302"/>
                    <a:pt x="42708" y="136"/>
                  </a:cubicBezTo>
                  <a:cubicBezTo>
                    <a:pt x="41278" y="37"/>
                    <a:pt x="39835" y="0"/>
                    <a:pt x="383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8"/>
            <p:cNvSpPr/>
            <p:nvPr/>
          </p:nvSpPr>
          <p:spPr>
            <a:xfrm flipH="1">
              <a:off x="13875" y="4660863"/>
              <a:ext cx="491450" cy="19600"/>
            </a:xfrm>
            <a:custGeom>
              <a:avLst/>
              <a:gdLst/>
              <a:ahLst/>
              <a:cxnLst/>
              <a:rect l="l" t="t" r="r" b="b"/>
              <a:pathLst>
                <a:path w="19658" h="784" extrusionOk="0">
                  <a:moveTo>
                    <a:pt x="9469" y="0"/>
                  </a:moveTo>
                  <a:cubicBezTo>
                    <a:pt x="6309" y="0"/>
                    <a:pt x="3146" y="109"/>
                    <a:pt x="0" y="351"/>
                  </a:cubicBezTo>
                  <a:cubicBezTo>
                    <a:pt x="3536" y="530"/>
                    <a:pt x="7072" y="732"/>
                    <a:pt x="10621" y="780"/>
                  </a:cubicBezTo>
                  <a:cubicBezTo>
                    <a:pt x="10930" y="783"/>
                    <a:pt x="11241" y="784"/>
                    <a:pt x="11551" y="784"/>
                  </a:cubicBezTo>
                  <a:cubicBezTo>
                    <a:pt x="14257" y="784"/>
                    <a:pt x="16976" y="684"/>
                    <a:pt x="19657" y="363"/>
                  </a:cubicBezTo>
                  <a:cubicBezTo>
                    <a:pt x="19003" y="316"/>
                    <a:pt x="18348" y="268"/>
                    <a:pt x="17693" y="232"/>
                  </a:cubicBezTo>
                  <a:cubicBezTo>
                    <a:pt x="14963" y="83"/>
                    <a:pt x="12217" y="0"/>
                    <a:pt x="94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8"/>
            <p:cNvSpPr/>
            <p:nvPr/>
          </p:nvSpPr>
          <p:spPr>
            <a:xfrm flipH="1">
              <a:off x="-412" y="4951988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1"/>
                  </a:moveTo>
                  <a:cubicBezTo>
                    <a:pt x="21789" y="13"/>
                    <a:pt x="19848" y="72"/>
                    <a:pt x="17907" y="72"/>
                  </a:cubicBezTo>
                  <a:cubicBezTo>
                    <a:pt x="13549" y="82"/>
                    <a:pt x="8246" y="291"/>
                    <a:pt x="3581" y="291"/>
                  </a:cubicBezTo>
                  <a:cubicBezTo>
                    <a:pt x="2652" y="291"/>
                    <a:pt x="1748" y="282"/>
                    <a:pt x="881" y="263"/>
                  </a:cubicBezTo>
                  <a:lnTo>
                    <a:pt x="881" y="263"/>
                  </a:lnTo>
                  <a:cubicBezTo>
                    <a:pt x="1024" y="1358"/>
                    <a:pt x="0" y="1941"/>
                    <a:pt x="36" y="3037"/>
                  </a:cubicBezTo>
                  <a:cubicBezTo>
                    <a:pt x="48" y="3168"/>
                    <a:pt x="1405" y="4096"/>
                    <a:pt x="1417" y="4227"/>
                  </a:cubicBezTo>
                  <a:cubicBezTo>
                    <a:pt x="1815" y="4257"/>
                    <a:pt x="2228" y="4270"/>
                    <a:pt x="2654" y="4270"/>
                  </a:cubicBezTo>
                  <a:cubicBezTo>
                    <a:pt x="5793" y="4270"/>
                    <a:pt x="9593" y="3554"/>
                    <a:pt x="12642" y="3554"/>
                  </a:cubicBezTo>
                  <a:cubicBezTo>
                    <a:pt x="12804" y="3554"/>
                    <a:pt x="12963" y="3556"/>
                    <a:pt x="13121" y="3561"/>
                  </a:cubicBezTo>
                  <a:cubicBezTo>
                    <a:pt x="16741" y="3644"/>
                    <a:pt x="20360" y="3823"/>
                    <a:pt x="23980" y="3882"/>
                  </a:cubicBezTo>
                  <a:cubicBezTo>
                    <a:pt x="24819" y="3899"/>
                    <a:pt x="25659" y="3908"/>
                    <a:pt x="26499" y="3908"/>
                  </a:cubicBezTo>
                  <a:cubicBezTo>
                    <a:pt x="27469" y="3908"/>
                    <a:pt x="28439" y="3896"/>
                    <a:pt x="29409" y="3870"/>
                  </a:cubicBezTo>
                  <a:cubicBezTo>
                    <a:pt x="31147" y="3823"/>
                    <a:pt x="32885" y="3727"/>
                    <a:pt x="34624" y="3668"/>
                  </a:cubicBezTo>
                  <a:cubicBezTo>
                    <a:pt x="36263" y="3612"/>
                    <a:pt x="37913" y="3569"/>
                    <a:pt x="39562" y="3569"/>
                  </a:cubicBezTo>
                  <a:cubicBezTo>
                    <a:pt x="41423" y="3569"/>
                    <a:pt x="43282" y="3623"/>
                    <a:pt x="45125" y="3775"/>
                  </a:cubicBezTo>
                  <a:cubicBezTo>
                    <a:pt x="47256" y="3942"/>
                    <a:pt x="49411" y="4204"/>
                    <a:pt x="51566" y="4227"/>
                  </a:cubicBezTo>
                  <a:cubicBezTo>
                    <a:pt x="51566" y="2918"/>
                    <a:pt x="51602" y="1596"/>
                    <a:pt x="51566" y="286"/>
                  </a:cubicBezTo>
                  <a:cubicBezTo>
                    <a:pt x="50737" y="244"/>
                    <a:pt x="49902" y="227"/>
                    <a:pt x="49065" y="227"/>
                  </a:cubicBezTo>
                  <a:cubicBezTo>
                    <a:pt x="46391" y="227"/>
                    <a:pt x="43688" y="399"/>
                    <a:pt x="41041" y="453"/>
                  </a:cubicBezTo>
                  <a:cubicBezTo>
                    <a:pt x="40639" y="462"/>
                    <a:pt x="40237" y="466"/>
                    <a:pt x="39835" y="466"/>
                  </a:cubicBezTo>
                  <a:cubicBezTo>
                    <a:pt x="36446" y="466"/>
                    <a:pt x="33080" y="180"/>
                    <a:pt x="29695" y="84"/>
                  </a:cubicBezTo>
                  <a:cubicBezTo>
                    <a:pt x="27706" y="24"/>
                    <a:pt x="25718" y="1"/>
                    <a:pt x="237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8"/>
          <p:cNvGrpSpPr/>
          <p:nvPr/>
        </p:nvGrpSpPr>
        <p:grpSpPr>
          <a:xfrm>
            <a:off x="-11267" y="13"/>
            <a:ext cx="914265" cy="5143474"/>
            <a:chOff x="-6650" y="13"/>
            <a:chExt cx="1304788" cy="5109750"/>
          </a:xfrm>
        </p:grpSpPr>
        <p:sp>
          <p:nvSpPr>
            <p:cNvPr id="471" name="Google Shape;471;p8"/>
            <p:cNvSpPr/>
            <p:nvPr/>
          </p:nvSpPr>
          <p:spPr>
            <a:xfrm flipH="1">
              <a:off x="-6125" y="5068863"/>
              <a:ext cx="1258225" cy="40900"/>
            </a:xfrm>
            <a:custGeom>
              <a:avLst/>
              <a:gdLst/>
              <a:ahLst/>
              <a:cxnLst/>
              <a:rect l="l" t="t" r="r" b="b"/>
              <a:pathLst>
                <a:path w="50329" h="1636" extrusionOk="0">
                  <a:moveTo>
                    <a:pt x="38389" y="0"/>
                  </a:moveTo>
                  <a:cubicBezTo>
                    <a:pt x="36334" y="0"/>
                    <a:pt x="34272" y="76"/>
                    <a:pt x="32231" y="160"/>
                  </a:cubicBezTo>
                  <a:cubicBezTo>
                    <a:pt x="30481" y="219"/>
                    <a:pt x="28718" y="314"/>
                    <a:pt x="26956" y="338"/>
                  </a:cubicBezTo>
                  <a:cubicBezTo>
                    <a:pt x="26353" y="346"/>
                    <a:pt x="25751" y="350"/>
                    <a:pt x="25150" y="350"/>
                  </a:cubicBezTo>
                  <a:cubicBezTo>
                    <a:pt x="23947" y="350"/>
                    <a:pt x="22745" y="334"/>
                    <a:pt x="21539" y="302"/>
                  </a:cubicBezTo>
                  <a:cubicBezTo>
                    <a:pt x="20649" y="280"/>
                    <a:pt x="19738" y="271"/>
                    <a:pt x="18811" y="271"/>
                  </a:cubicBezTo>
                  <a:cubicBezTo>
                    <a:pt x="12721" y="271"/>
                    <a:pt x="5953" y="683"/>
                    <a:pt x="1" y="683"/>
                  </a:cubicBezTo>
                  <a:cubicBezTo>
                    <a:pt x="12" y="969"/>
                    <a:pt x="72" y="1291"/>
                    <a:pt x="132" y="1624"/>
                  </a:cubicBezTo>
                  <a:lnTo>
                    <a:pt x="132" y="1636"/>
                  </a:lnTo>
                  <a:lnTo>
                    <a:pt x="50328" y="1636"/>
                  </a:lnTo>
                  <a:cubicBezTo>
                    <a:pt x="50328" y="1314"/>
                    <a:pt x="50328" y="993"/>
                    <a:pt x="50328" y="683"/>
                  </a:cubicBezTo>
                  <a:cubicBezTo>
                    <a:pt x="47780" y="648"/>
                    <a:pt x="45221" y="302"/>
                    <a:pt x="42708" y="136"/>
                  </a:cubicBezTo>
                  <a:cubicBezTo>
                    <a:pt x="41278" y="37"/>
                    <a:pt x="39835" y="0"/>
                    <a:pt x="383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8"/>
            <p:cNvSpPr/>
            <p:nvPr/>
          </p:nvSpPr>
          <p:spPr>
            <a:xfrm flipH="1">
              <a:off x="6888" y="13"/>
              <a:ext cx="1263575" cy="39225"/>
            </a:xfrm>
            <a:custGeom>
              <a:avLst/>
              <a:gdLst/>
              <a:ahLst/>
              <a:cxnLst/>
              <a:rect l="l" t="t" r="r" b="b"/>
              <a:pathLst>
                <a:path w="50543" h="1569" extrusionOk="0">
                  <a:moveTo>
                    <a:pt x="25459" y="1"/>
                  </a:moveTo>
                  <a:cubicBezTo>
                    <a:pt x="24507" y="1"/>
                    <a:pt x="23557" y="15"/>
                    <a:pt x="22611" y="48"/>
                  </a:cubicBezTo>
                  <a:cubicBezTo>
                    <a:pt x="19177" y="174"/>
                    <a:pt x="15804" y="388"/>
                    <a:pt x="12400" y="388"/>
                  </a:cubicBezTo>
                  <a:cubicBezTo>
                    <a:pt x="11296" y="388"/>
                    <a:pt x="10188" y="366"/>
                    <a:pt x="9073" y="310"/>
                  </a:cubicBezTo>
                  <a:cubicBezTo>
                    <a:pt x="7133" y="215"/>
                    <a:pt x="5180" y="108"/>
                    <a:pt x="3215" y="108"/>
                  </a:cubicBezTo>
                  <a:cubicBezTo>
                    <a:pt x="2822" y="108"/>
                    <a:pt x="941" y="513"/>
                    <a:pt x="132" y="548"/>
                  </a:cubicBezTo>
                  <a:cubicBezTo>
                    <a:pt x="167" y="893"/>
                    <a:pt x="1" y="1084"/>
                    <a:pt x="25" y="1441"/>
                  </a:cubicBezTo>
                  <a:cubicBezTo>
                    <a:pt x="213" y="1443"/>
                    <a:pt x="406" y="1444"/>
                    <a:pt x="602" y="1444"/>
                  </a:cubicBezTo>
                  <a:cubicBezTo>
                    <a:pt x="3880" y="1444"/>
                    <a:pt x="8108" y="1178"/>
                    <a:pt x="11276" y="1155"/>
                  </a:cubicBezTo>
                  <a:cubicBezTo>
                    <a:pt x="12997" y="1144"/>
                    <a:pt x="14721" y="1136"/>
                    <a:pt x="16446" y="1136"/>
                  </a:cubicBezTo>
                  <a:cubicBezTo>
                    <a:pt x="18444" y="1136"/>
                    <a:pt x="20444" y="1147"/>
                    <a:pt x="22444" y="1179"/>
                  </a:cubicBezTo>
                  <a:cubicBezTo>
                    <a:pt x="26111" y="1239"/>
                    <a:pt x="29790" y="1370"/>
                    <a:pt x="33457" y="1441"/>
                  </a:cubicBezTo>
                  <a:cubicBezTo>
                    <a:pt x="36507" y="1512"/>
                    <a:pt x="39584" y="1569"/>
                    <a:pt x="42657" y="1569"/>
                  </a:cubicBezTo>
                  <a:cubicBezTo>
                    <a:pt x="45283" y="1569"/>
                    <a:pt x="47906" y="1527"/>
                    <a:pt x="50507" y="1417"/>
                  </a:cubicBezTo>
                  <a:cubicBezTo>
                    <a:pt x="50519" y="1072"/>
                    <a:pt x="50543" y="798"/>
                    <a:pt x="50507" y="501"/>
                  </a:cubicBezTo>
                  <a:cubicBezTo>
                    <a:pt x="48746" y="629"/>
                    <a:pt x="46972" y="679"/>
                    <a:pt x="45190" y="679"/>
                  </a:cubicBezTo>
                  <a:cubicBezTo>
                    <a:pt x="38647" y="679"/>
                    <a:pt x="31990" y="1"/>
                    <a:pt x="254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8"/>
            <p:cNvSpPr/>
            <p:nvPr/>
          </p:nvSpPr>
          <p:spPr>
            <a:xfrm flipH="1">
              <a:off x="7788" y="55863"/>
              <a:ext cx="1260000" cy="53000"/>
            </a:xfrm>
            <a:custGeom>
              <a:avLst/>
              <a:gdLst/>
              <a:ahLst/>
              <a:cxnLst/>
              <a:rect l="l" t="t" r="r" b="b"/>
              <a:pathLst>
                <a:path w="50400" h="2120" extrusionOk="0">
                  <a:moveTo>
                    <a:pt x="18006" y="0"/>
                  </a:moveTo>
                  <a:cubicBezTo>
                    <a:pt x="11171" y="0"/>
                    <a:pt x="1714" y="200"/>
                    <a:pt x="1" y="303"/>
                  </a:cubicBezTo>
                  <a:cubicBezTo>
                    <a:pt x="37" y="898"/>
                    <a:pt x="596" y="1326"/>
                    <a:pt x="608" y="1922"/>
                  </a:cubicBezTo>
                  <a:cubicBezTo>
                    <a:pt x="1301" y="2068"/>
                    <a:pt x="2100" y="2119"/>
                    <a:pt x="2948" y="2119"/>
                  </a:cubicBezTo>
                  <a:cubicBezTo>
                    <a:pt x="4897" y="2119"/>
                    <a:pt x="7107" y="1850"/>
                    <a:pt x="8909" y="1850"/>
                  </a:cubicBezTo>
                  <a:cubicBezTo>
                    <a:pt x="8936" y="1850"/>
                    <a:pt x="8963" y="1850"/>
                    <a:pt x="8990" y="1850"/>
                  </a:cubicBezTo>
                  <a:cubicBezTo>
                    <a:pt x="13610" y="1874"/>
                    <a:pt x="18241" y="1874"/>
                    <a:pt x="22861" y="1874"/>
                  </a:cubicBezTo>
                  <a:cubicBezTo>
                    <a:pt x="26385" y="1874"/>
                    <a:pt x="29886" y="1719"/>
                    <a:pt x="33398" y="1529"/>
                  </a:cubicBezTo>
                  <a:cubicBezTo>
                    <a:pt x="36130" y="1395"/>
                    <a:pt x="38863" y="1268"/>
                    <a:pt x="41600" y="1268"/>
                  </a:cubicBezTo>
                  <a:cubicBezTo>
                    <a:pt x="42513" y="1268"/>
                    <a:pt x="43426" y="1282"/>
                    <a:pt x="44340" y="1315"/>
                  </a:cubicBezTo>
                  <a:cubicBezTo>
                    <a:pt x="46388" y="1386"/>
                    <a:pt x="48400" y="1541"/>
                    <a:pt x="50400" y="1910"/>
                  </a:cubicBezTo>
                  <a:lnTo>
                    <a:pt x="50400" y="255"/>
                  </a:lnTo>
                  <a:cubicBezTo>
                    <a:pt x="47983" y="362"/>
                    <a:pt x="45507" y="422"/>
                    <a:pt x="43090" y="422"/>
                  </a:cubicBezTo>
                  <a:cubicBezTo>
                    <a:pt x="42853" y="422"/>
                    <a:pt x="42616" y="423"/>
                    <a:pt x="42379" y="423"/>
                  </a:cubicBezTo>
                  <a:cubicBezTo>
                    <a:pt x="38949" y="423"/>
                    <a:pt x="35519" y="345"/>
                    <a:pt x="32100" y="267"/>
                  </a:cubicBezTo>
                  <a:cubicBezTo>
                    <a:pt x="28409" y="183"/>
                    <a:pt x="24730" y="53"/>
                    <a:pt x="21051" y="17"/>
                  </a:cubicBezTo>
                  <a:cubicBezTo>
                    <a:pt x="20132" y="5"/>
                    <a:pt x="19103" y="0"/>
                    <a:pt x="180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8"/>
            <p:cNvSpPr/>
            <p:nvPr/>
          </p:nvSpPr>
          <p:spPr>
            <a:xfrm flipH="1">
              <a:off x="6888" y="141588"/>
              <a:ext cx="1282925" cy="78975"/>
            </a:xfrm>
            <a:custGeom>
              <a:avLst/>
              <a:gdLst/>
              <a:ahLst/>
              <a:cxnLst/>
              <a:rect l="l" t="t" r="r" b="b"/>
              <a:pathLst>
                <a:path w="51317" h="3159" extrusionOk="0">
                  <a:moveTo>
                    <a:pt x="20240" y="0"/>
                  </a:moveTo>
                  <a:cubicBezTo>
                    <a:pt x="13849" y="0"/>
                    <a:pt x="6757" y="402"/>
                    <a:pt x="989" y="1017"/>
                  </a:cubicBezTo>
                  <a:cubicBezTo>
                    <a:pt x="1001" y="1862"/>
                    <a:pt x="1" y="1493"/>
                    <a:pt x="1" y="2339"/>
                  </a:cubicBezTo>
                  <a:cubicBezTo>
                    <a:pt x="13" y="2434"/>
                    <a:pt x="1525" y="2850"/>
                    <a:pt x="1537" y="2946"/>
                  </a:cubicBezTo>
                  <a:cubicBezTo>
                    <a:pt x="2100" y="3005"/>
                    <a:pt x="2643" y="3027"/>
                    <a:pt x="3169" y="3027"/>
                  </a:cubicBezTo>
                  <a:cubicBezTo>
                    <a:pt x="4949" y="3027"/>
                    <a:pt x="6535" y="2767"/>
                    <a:pt x="8043" y="2767"/>
                  </a:cubicBezTo>
                  <a:cubicBezTo>
                    <a:pt x="8069" y="2767"/>
                    <a:pt x="8095" y="2767"/>
                    <a:pt x="8121" y="2767"/>
                  </a:cubicBezTo>
                  <a:cubicBezTo>
                    <a:pt x="10026" y="2767"/>
                    <a:pt x="11931" y="2767"/>
                    <a:pt x="13848" y="2755"/>
                  </a:cubicBezTo>
                  <a:cubicBezTo>
                    <a:pt x="14077" y="2754"/>
                    <a:pt x="14306" y="2753"/>
                    <a:pt x="14535" y="2753"/>
                  </a:cubicBezTo>
                  <a:cubicBezTo>
                    <a:pt x="15439" y="2753"/>
                    <a:pt x="16345" y="2762"/>
                    <a:pt x="17248" y="2762"/>
                  </a:cubicBezTo>
                  <a:cubicBezTo>
                    <a:pt x="18022" y="2762"/>
                    <a:pt x="18794" y="2756"/>
                    <a:pt x="19563" y="2731"/>
                  </a:cubicBezTo>
                  <a:cubicBezTo>
                    <a:pt x="21108" y="2685"/>
                    <a:pt x="22653" y="2664"/>
                    <a:pt x="24198" y="2664"/>
                  </a:cubicBezTo>
                  <a:cubicBezTo>
                    <a:pt x="26618" y="2664"/>
                    <a:pt x="29037" y="2716"/>
                    <a:pt x="31457" y="2803"/>
                  </a:cubicBezTo>
                  <a:cubicBezTo>
                    <a:pt x="33422" y="2886"/>
                    <a:pt x="35398" y="2993"/>
                    <a:pt x="37363" y="3112"/>
                  </a:cubicBezTo>
                  <a:cubicBezTo>
                    <a:pt x="37992" y="3146"/>
                    <a:pt x="38623" y="3159"/>
                    <a:pt x="39256" y="3159"/>
                  </a:cubicBezTo>
                  <a:cubicBezTo>
                    <a:pt x="40420" y="3159"/>
                    <a:pt x="41587" y="3115"/>
                    <a:pt x="42744" y="3077"/>
                  </a:cubicBezTo>
                  <a:cubicBezTo>
                    <a:pt x="44884" y="2999"/>
                    <a:pt x="46872" y="2896"/>
                    <a:pt x="48929" y="2896"/>
                  </a:cubicBezTo>
                  <a:cubicBezTo>
                    <a:pt x="49700" y="2896"/>
                    <a:pt x="50480" y="2910"/>
                    <a:pt x="51281" y="2946"/>
                  </a:cubicBezTo>
                  <a:cubicBezTo>
                    <a:pt x="51257" y="2279"/>
                    <a:pt x="51317" y="1636"/>
                    <a:pt x="51281" y="969"/>
                  </a:cubicBezTo>
                  <a:lnTo>
                    <a:pt x="51281" y="969"/>
                  </a:lnTo>
                  <a:cubicBezTo>
                    <a:pt x="50035" y="1093"/>
                    <a:pt x="48834" y="1136"/>
                    <a:pt x="47631" y="1136"/>
                  </a:cubicBezTo>
                  <a:cubicBezTo>
                    <a:pt x="46512" y="1136"/>
                    <a:pt x="45391" y="1099"/>
                    <a:pt x="44233" y="1053"/>
                  </a:cubicBezTo>
                  <a:cubicBezTo>
                    <a:pt x="40911" y="934"/>
                    <a:pt x="37601" y="636"/>
                    <a:pt x="34291" y="422"/>
                  </a:cubicBezTo>
                  <a:cubicBezTo>
                    <a:pt x="30743" y="195"/>
                    <a:pt x="27171" y="136"/>
                    <a:pt x="23623" y="41"/>
                  </a:cubicBezTo>
                  <a:cubicBezTo>
                    <a:pt x="22526" y="13"/>
                    <a:pt x="21394" y="0"/>
                    <a:pt x="202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8"/>
            <p:cNvSpPr/>
            <p:nvPr/>
          </p:nvSpPr>
          <p:spPr>
            <a:xfrm flipH="1">
              <a:off x="6888" y="235463"/>
              <a:ext cx="1280250" cy="106775"/>
            </a:xfrm>
            <a:custGeom>
              <a:avLst/>
              <a:gdLst/>
              <a:ahLst/>
              <a:cxnLst/>
              <a:rect l="l" t="t" r="r" b="b"/>
              <a:pathLst>
                <a:path w="51210" h="4271" extrusionOk="0">
                  <a:moveTo>
                    <a:pt x="23730" y="0"/>
                  </a:moveTo>
                  <a:cubicBezTo>
                    <a:pt x="21789" y="12"/>
                    <a:pt x="19849" y="72"/>
                    <a:pt x="17908" y="72"/>
                  </a:cubicBezTo>
                  <a:cubicBezTo>
                    <a:pt x="13549" y="82"/>
                    <a:pt x="8247" y="290"/>
                    <a:pt x="3582" y="290"/>
                  </a:cubicBezTo>
                  <a:cubicBezTo>
                    <a:pt x="2652" y="290"/>
                    <a:pt x="1748" y="282"/>
                    <a:pt x="882" y="262"/>
                  </a:cubicBezTo>
                  <a:lnTo>
                    <a:pt x="882" y="262"/>
                  </a:lnTo>
                  <a:cubicBezTo>
                    <a:pt x="1025" y="1358"/>
                    <a:pt x="1" y="1941"/>
                    <a:pt x="37" y="3036"/>
                  </a:cubicBezTo>
                  <a:cubicBezTo>
                    <a:pt x="49" y="3167"/>
                    <a:pt x="1418" y="4096"/>
                    <a:pt x="1418" y="4227"/>
                  </a:cubicBezTo>
                  <a:cubicBezTo>
                    <a:pt x="1817" y="4257"/>
                    <a:pt x="2231" y="4270"/>
                    <a:pt x="2658" y="4270"/>
                  </a:cubicBezTo>
                  <a:cubicBezTo>
                    <a:pt x="5803" y="4270"/>
                    <a:pt x="9596" y="3554"/>
                    <a:pt x="12653" y="3554"/>
                  </a:cubicBezTo>
                  <a:cubicBezTo>
                    <a:pt x="12815" y="3554"/>
                    <a:pt x="12975" y="3556"/>
                    <a:pt x="13134" y="3560"/>
                  </a:cubicBezTo>
                  <a:cubicBezTo>
                    <a:pt x="16741" y="3644"/>
                    <a:pt x="20361" y="3822"/>
                    <a:pt x="23980" y="3882"/>
                  </a:cubicBezTo>
                  <a:cubicBezTo>
                    <a:pt x="24820" y="3898"/>
                    <a:pt x="25660" y="3907"/>
                    <a:pt x="26500" y="3907"/>
                  </a:cubicBezTo>
                  <a:cubicBezTo>
                    <a:pt x="27470" y="3907"/>
                    <a:pt x="28440" y="3895"/>
                    <a:pt x="29409" y="3870"/>
                  </a:cubicBezTo>
                  <a:cubicBezTo>
                    <a:pt x="31148" y="3822"/>
                    <a:pt x="32886" y="3727"/>
                    <a:pt x="34624" y="3667"/>
                  </a:cubicBezTo>
                  <a:cubicBezTo>
                    <a:pt x="36264" y="3612"/>
                    <a:pt x="37914" y="3569"/>
                    <a:pt x="39563" y="3569"/>
                  </a:cubicBezTo>
                  <a:cubicBezTo>
                    <a:pt x="41423" y="3569"/>
                    <a:pt x="43283" y="3623"/>
                    <a:pt x="45126" y="3775"/>
                  </a:cubicBezTo>
                  <a:cubicBezTo>
                    <a:pt x="47257" y="3941"/>
                    <a:pt x="49019" y="4191"/>
                    <a:pt x="51174" y="4215"/>
                  </a:cubicBezTo>
                  <a:cubicBezTo>
                    <a:pt x="51174" y="2905"/>
                    <a:pt x="51210" y="1584"/>
                    <a:pt x="51174" y="274"/>
                  </a:cubicBezTo>
                  <a:cubicBezTo>
                    <a:pt x="50386" y="236"/>
                    <a:pt x="49613" y="221"/>
                    <a:pt x="48849" y="221"/>
                  </a:cubicBezTo>
                  <a:cubicBezTo>
                    <a:pt x="46241" y="221"/>
                    <a:pt x="43730" y="398"/>
                    <a:pt x="41042" y="453"/>
                  </a:cubicBezTo>
                  <a:cubicBezTo>
                    <a:pt x="40641" y="462"/>
                    <a:pt x="40240" y="466"/>
                    <a:pt x="39839" y="466"/>
                  </a:cubicBezTo>
                  <a:cubicBezTo>
                    <a:pt x="36456" y="466"/>
                    <a:pt x="33080" y="180"/>
                    <a:pt x="29695" y="84"/>
                  </a:cubicBezTo>
                  <a:cubicBezTo>
                    <a:pt x="27707" y="24"/>
                    <a:pt x="25718" y="0"/>
                    <a:pt x="237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8"/>
            <p:cNvSpPr/>
            <p:nvPr/>
          </p:nvSpPr>
          <p:spPr>
            <a:xfrm flipH="1">
              <a:off x="7488" y="350738"/>
              <a:ext cx="1258200" cy="65350"/>
            </a:xfrm>
            <a:custGeom>
              <a:avLst/>
              <a:gdLst/>
              <a:ahLst/>
              <a:cxnLst/>
              <a:rect l="l" t="t" r="r" b="b"/>
              <a:pathLst>
                <a:path w="50328" h="2614" extrusionOk="0">
                  <a:moveTo>
                    <a:pt x="38442" y="1"/>
                  </a:moveTo>
                  <a:cubicBezTo>
                    <a:pt x="36370" y="1"/>
                    <a:pt x="34294" y="74"/>
                    <a:pt x="32242" y="152"/>
                  </a:cubicBezTo>
                  <a:cubicBezTo>
                    <a:pt x="30480" y="223"/>
                    <a:pt x="28730" y="307"/>
                    <a:pt x="26968" y="342"/>
                  </a:cubicBezTo>
                  <a:cubicBezTo>
                    <a:pt x="26483" y="349"/>
                    <a:pt x="25998" y="352"/>
                    <a:pt x="25513" y="352"/>
                  </a:cubicBezTo>
                  <a:cubicBezTo>
                    <a:pt x="24188" y="352"/>
                    <a:pt x="22863" y="330"/>
                    <a:pt x="21539" y="295"/>
                  </a:cubicBezTo>
                  <a:cubicBezTo>
                    <a:pt x="20704" y="276"/>
                    <a:pt x="19851" y="267"/>
                    <a:pt x="18985" y="267"/>
                  </a:cubicBezTo>
                  <a:cubicBezTo>
                    <a:pt x="12850" y="267"/>
                    <a:pt x="6009" y="688"/>
                    <a:pt x="0" y="688"/>
                  </a:cubicBezTo>
                  <a:cubicBezTo>
                    <a:pt x="12" y="1247"/>
                    <a:pt x="262" y="2033"/>
                    <a:pt x="262" y="2593"/>
                  </a:cubicBezTo>
                  <a:cubicBezTo>
                    <a:pt x="816" y="2607"/>
                    <a:pt x="1372" y="2613"/>
                    <a:pt x="1929" y="2613"/>
                  </a:cubicBezTo>
                  <a:cubicBezTo>
                    <a:pt x="8487" y="2613"/>
                    <a:pt x="15251" y="1710"/>
                    <a:pt x="21603" y="1710"/>
                  </a:cubicBezTo>
                  <a:cubicBezTo>
                    <a:pt x="22426" y="1710"/>
                    <a:pt x="23243" y="1725"/>
                    <a:pt x="24051" y="1759"/>
                  </a:cubicBezTo>
                  <a:cubicBezTo>
                    <a:pt x="29266" y="1973"/>
                    <a:pt x="34433" y="2462"/>
                    <a:pt x="39660" y="2509"/>
                  </a:cubicBezTo>
                  <a:cubicBezTo>
                    <a:pt x="43208" y="2533"/>
                    <a:pt x="46768" y="2497"/>
                    <a:pt x="50328" y="2593"/>
                  </a:cubicBezTo>
                  <a:cubicBezTo>
                    <a:pt x="50328" y="1950"/>
                    <a:pt x="50328" y="1319"/>
                    <a:pt x="50328" y="676"/>
                  </a:cubicBezTo>
                  <a:cubicBezTo>
                    <a:pt x="47792" y="640"/>
                    <a:pt x="45232" y="295"/>
                    <a:pt x="42708" y="128"/>
                  </a:cubicBezTo>
                  <a:cubicBezTo>
                    <a:pt x="41295" y="36"/>
                    <a:pt x="39869" y="1"/>
                    <a:pt x="384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8"/>
            <p:cNvSpPr/>
            <p:nvPr/>
          </p:nvSpPr>
          <p:spPr>
            <a:xfrm flipH="1">
              <a:off x="7788" y="427038"/>
              <a:ext cx="1272500" cy="70675"/>
            </a:xfrm>
            <a:custGeom>
              <a:avLst/>
              <a:gdLst/>
              <a:ahLst/>
              <a:cxnLst/>
              <a:rect l="l" t="t" r="r" b="b"/>
              <a:pathLst>
                <a:path w="50900" h="2827" extrusionOk="0">
                  <a:moveTo>
                    <a:pt x="21905" y="1"/>
                  </a:moveTo>
                  <a:cubicBezTo>
                    <a:pt x="14957" y="1"/>
                    <a:pt x="7113" y="874"/>
                    <a:pt x="276" y="874"/>
                  </a:cubicBezTo>
                  <a:cubicBezTo>
                    <a:pt x="236" y="874"/>
                    <a:pt x="196" y="874"/>
                    <a:pt x="156" y="874"/>
                  </a:cubicBezTo>
                  <a:lnTo>
                    <a:pt x="156" y="874"/>
                  </a:lnTo>
                  <a:cubicBezTo>
                    <a:pt x="203" y="1577"/>
                    <a:pt x="1" y="2112"/>
                    <a:pt x="48" y="2827"/>
                  </a:cubicBezTo>
                  <a:cubicBezTo>
                    <a:pt x="1794" y="2827"/>
                    <a:pt x="2584" y="2338"/>
                    <a:pt x="2852" y="2338"/>
                  </a:cubicBezTo>
                  <a:cubicBezTo>
                    <a:pt x="2859" y="2338"/>
                    <a:pt x="2865" y="2338"/>
                    <a:pt x="2870" y="2339"/>
                  </a:cubicBezTo>
                  <a:cubicBezTo>
                    <a:pt x="4942" y="1969"/>
                    <a:pt x="7109" y="1815"/>
                    <a:pt x="9157" y="1731"/>
                  </a:cubicBezTo>
                  <a:cubicBezTo>
                    <a:pt x="10314" y="1688"/>
                    <a:pt x="11472" y="1669"/>
                    <a:pt x="12631" y="1669"/>
                  </a:cubicBezTo>
                  <a:cubicBezTo>
                    <a:pt x="15898" y="1669"/>
                    <a:pt x="19169" y="1821"/>
                    <a:pt x="22420" y="2005"/>
                  </a:cubicBezTo>
                  <a:cubicBezTo>
                    <a:pt x="24599" y="2136"/>
                    <a:pt x="26790" y="2279"/>
                    <a:pt x="28969" y="2422"/>
                  </a:cubicBezTo>
                  <a:cubicBezTo>
                    <a:pt x="29964" y="2405"/>
                    <a:pt x="30958" y="2397"/>
                    <a:pt x="31952" y="2397"/>
                  </a:cubicBezTo>
                  <a:cubicBezTo>
                    <a:pt x="37965" y="2397"/>
                    <a:pt x="43965" y="2673"/>
                    <a:pt x="49983" y="2827"/>
                  </a:cubicBezTo>
                  <a:cubicBezTo>
                    <a:pt x="50281" y="2791"/>
                    <a:pt x="50579" y="2755"/>
                    <a:pt x="50876" y="2708"/>
                  </a:cubicBezTo>
                  <a:cubicBezTo>
                    <a:pt x="50888" y="2100"/>
                    <a:pt x="50888" y="1493"/>
                    <a:pt x="50900" y="886"/>
                  </a:cubicBezTo>
                  <a:cubicBezTo>
                    <a:pt x="46959" y="767"/>
                    <a:pt x="43018" y="838"/>
                    <a:pt x="39065" y="779"/>
                  </a:cubicBezTo>
                  <a:cubicBezTo>
                    <a:pt x="34338" y="707"/>
                    <a:pt x="29659" y="267"/>
                    <a:pt x="24944" y="64"/>
                  </a:cubicBezTo>
                  <a:cubicBezTo>
                    <a:pt x="23955" y="20"/>
                    <a:pt x="22940" y="1"/>
                    <a:pt x="219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8"/>
            <p:cNvSpPr/>
            <p:nvPr/>
          </p:nvSpPr>
          <p:spPr>
            <a:xfrm flipH="1">
              <a:off x="644163" y="492038"/>
              <a:ext cx="448900" cy="12900"/>
            </a:xfrm>
            <a:custGeom>
              <a:avLst/>
              <a:gdLst/>
              <a:ahLst/>
              <a:cxnLst/>
              <a:rect l="l" t="t" r="r" b="b"/>
              <a:pathLst>
                <a:path w="17956" h="516" extrusionOk="0">
                  <a:moveTo>
                    <a:pt x="17955" y="1"/>
                  </a:moveTo>
                  <a:lnTo>
                    <a:pt x="17955" y="1"/>
                  </a:lnTo>
                  <a:cubicBezTo>
                    <a:pt x="17491" y="12"/>
                    <a:pt x="17039" y="12"/>
                    <a:pt x="16586" y="12"/>
                  </a:cubicBezTo>
                  <a:cubicBezTo>
                    <a:pt x="11062" y="72"/>
                    <a:pt x="5525" y="179"/>
                    <a:pt x="1" y="298"/>
                  </a:cubicBezTo>
                  <a:cubicBezTo>
                    <a:pt x="2446" y="442"/>
                    <a:pt x="4892" y="516"/>
                    <a:pt x="7337" y="516"/>
                  </a:cubicBezTo>
                  <a:cubicBezTo>
                    <a:pt x="8952" y="516"/>
                    <a:pt x="10566" y="484"/>
                    <a:pt x="12181" y="417"/>
                  </a:cubicBezTo>
                  <a:cubicBezTo>
                    <a:pt x="14098" y="334"/>
                    <a:pt x="16027" y="203"/>
                    <a:pt x="179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8"/>
            <p:cNvSpPr/>
            <p:nvPr/>
          </p:nvSpPr>
          <p:spPr>
            <a:xfrm flipH="1">
              <a:off x="23263" y="115363"/>
              <a:ext cx="491750" cy="19625"/>
            </a:xfrm>
            <a:custGeom>
              <a:avLst/>
              <a:gdLst/>
              <a:ahLst/>
              <a:cxnLst/>
              <a:rect l="l" t="t" r="r" b="b"/>
              <a:pathLst>
                <a:path w="19670" h="785" extrusionOk="0">
                  <a:moveTo>
                    <a:pt x="9469" y="0"/>
                  </a:moveTo>
                  <a:cubicBezTo>
                    <a:pt x="6310" y="0"/>
                    <a:pt x="3147" y="109"/>
                    <a:pt x="1" y="351"/>
                  </a:cubicBezTo>
                  <a:cubicBezTo>
                    <a:pt x="3537" y="530"/>
                    <a:pt x="7085" y="744"/>
                    <a:pt x="10621" y="780"/>
                  </a:cubicBezTo>
                  <a:cubicBezTo>
                    <a:pt x="10958" y="783"/>
                    <a:pt x="11295" y="784"/>
                    <a:pt x="11632" y="784"/>
                  </a:cubicBezTo>
                  <a:cubicBezTo>
                    <a:pt x="14311" y="784"/>
                    <a:pt x="17005" y="691"/>
                    <a:pt x="19670" y="363"/>
                  </a:cubicBezTo>
                  <a:cubicBezTo>
                    <a:pt x="19015" y="316"/>
                    <a:pt x="18348" y="268"/>
                    <a:pt x="17693" y="232"/>
                  </a:cubicBezTo>
                  <a:cubicBezTo>
                    <a:pt x="14963" y="83"/>
                    <a:pt x="12217" y="0"/>
                    <a:pt x="94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8"/>
            <p:cNvSpPr/>
            <p:nvPr/>
          </p:nvSpPr>
          <p:spPr>
            <a:xfrm flipH="1">
              <a:off x="6888" y="523813"/>
              <a:ext cx="1261775" cy="39200"/>
            </a:xfrm>
            <a:custGeom>
              <a:avLst/>
              <a:gdLst/>
              <a:ahLst/>
              <a:cxnLst/>
              <a:rect l="l" t="t" r="r" b="b"/>
              <a:pathLst>
                <a:path w="50471" h="1568" extrusionOk="0">
                  <a:moveTo>
                    <a:pt x="25534" y="1"/>
                  </a:moveTo>
                  <a:cubicBezTo>
                    <a:pt x="24557" y="1"/>
                    <a:pt x="23582" y="16"/>
                    <a:pt x="22610" y="51"/>
                  </a:cubicBezTo>
                  <a:cubicBezTo>
                    <a:pt x="19181" y="168"/>
                    <a:pt x="15819" y="379"/>
                    <a:pt x="12423" y="379"/>
                  </a:cubicBezTo>
                  <a:cubicBezTo>
                    <a:pt x="11315" y="379"/>
                    <a:pt x="10203" y="357"/>
                    <a:pt x="9085" y="301"/>
                  </a:cubicBezTo>
                  <a:cubicBezTo>
                    <a:pt x="7132" y="206"/>
                    <a:pt x="5179" y="111"/>
                    <a:pt x="3227" y="111"/>
                  </a:cubicBezTo>
                  <a:cubicBezTo>
                    <a:pt x="2822" y="111"/>
                    <a:pt x="941" y="515"/>
                    <a:pt x="143" y="539"/>
                  </a:cubicBezTo>
                  <a:cubicBezTo>
                    <a:pt x="167" y="896"/>
                    <a:pt x="0" y="1087"/>
                    <a:pt x="24" y="1444"/>
                  </a:cubicBezTo>
                  <a:cubicBezTo>
                    <a:pt x="153" y="1445"/>
                    <a:pt x="284" y="1445"/>
                    <a:pt x="416" y="1445"/>
                  </a:cubicBezTo>
                  <a:cubicBezTo>
                    <a:pt x="3729" y="1445"/>
                    <a:pt x="8058" y="1170"/>
                    <a:pt x="11275" y="1158"/>
                  </a:cubicBezTo>
                  <a:cubicBezTo>
                    <a:pt x="13267" y="1146"/>
                    <a:pt x="15259" y="1133"/>
                    <a:pt x="17249" y="1133"/>
                  </a:cubicBezTo>
                  <a:cubicBezTo>
                    <a:pt x="18983" y="1133"/>
                    <a:pt x="20714" y="1143"/>
                    <a:pt x="22443" y="1170"/>
                  </a:cubicBezTo>
                  <a:cubicBezTo>
                    <a:pt x="26122" y="1230"/>
                    <a:pt x="29790" y="1361"/>
                    <a:pt x="33469" y="1444"/>
                  </a:cubicBezTo>
                  <a:cubicBezTo>
                    <a:pt x="36568" y="1509"/>
                    <a:pt x="39671" y="1567"/>
                    <a:pt x="42771" y="1567"/>
                  </a:cubicBezTo>
                  <a:cubicBezTo>
                    <a:pt x="45328" y="1567"/>
                    <a:pt x="47884" y="1528"/>
                    <a:pt x="50435" y="1420"/>
                  </a:cubicBezTo>
                  <a:cubicBezTo>
                    <a:pt x="50411" y="1111"/>
                    <a:pt x="50471" y="813"/>
                    <a:pt x="50435" y="504"/>
                  </a:cubicBezTo>
                  <a:lnTo>
                    <a:pt x="50435" y="504"/>
                  </a:lnTo>
                  <a:cubicBezTo>
                    <a:pt x="48685" y="631"/>
                    <a:pt x="46925" y="681"/>
                    <a:pt x="45159" y="681"/>
                  </a:cubicBezTo>
                  <a:cubicBezTo>
                    <a:pt x="38648" y="681"/>
                    <a:pt x="32048" y="1"/>
                    <a:pt x="255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8"/>
            <p:cNvSpPr/>
            <p:nvPr/>
          </p:nvSpPr>
          <p:spPr>
            <a:xfrm flipH="1">
              <a:off x="7188" y="579538"/>
              <a:ext cx="1261775" cy="53100"/>
            </a:xfrm>
            <a:custGeom>
              <a:avLst/>
              <a:gdLst/>
              <a:ahLst/>
              <a:cxnLst/>
              <a:rect l="l" t="t" r="r" b="b"/>
              <a:pathLst>
                <a:path w="50471" h="2124" extrusionOk="0">
                  <a:moveTo>
                    <a:pt x="18386" y="0"/>
                  </a:moveTo>
                  <a:cubicBezTo>
                    <a:pt x="11536" y="0"/>
                    <a:pt x="1746" y="205"/>
                    <a:pt x="0" y="299"/>
                  </a:cubicBezTo>
                  <a:cubicBezTo>
                    <a:pt x="36" y="894"/>
                    <a:pt x="584" y="1323"/>
                    <a:pt x="607" y="1918"/>
                  </a:cubicBezTo>
                  <a:cubicBezTo>
                    <a:pt x="1313" y="2071"/>
                    <a:pt x="2127" y="2123"/>
                    <a:pt x="2991" y="2123"/>
                  </a:cubicBezTo>
                  <a:cubicBezTo>
                    <a:pt x="4929" y="2123"/>
                    <a:pt x="7120" y="1858"/>
                    <a:pt x="8909" y="1858"/>
                  </a:cubicBezTo>
                  <a:cubicBezTo>
                    <a:pt x="8936" y="1858"/>
                    <a:pt x="8963" y="1858"/>
                    <a:pt x="8989" y="1858"/>
                  </a:cubicBezTo>
                  <a:cubicBezTo>
                    <a:pt x="13609" y="1882"/>
                    <a:pt x="18241" y="1882"/>
                    <a:pt x="22860" y="1882"/>
                  </a:cubicBezTo>
                  <a:cubicBezTo>
                    <a:pt x="26384" y="1882"/>
                    <a:pt x="29885" y="1715"/>
                    <a:pt x="33397" y="1537"/>
                  </a:cubicBezTo>
                  <a:cubicBezTo>
                    <a:pt x="36099" y="1396"/>
                    <a:pt x="38801" y="1274"/>
                    <a:pt x="41508" y="1274"/>
                  </a:cubicBezTo>
                  <a:cubicBezTo>
                    <a:pt x="42451" y="1274"/>
                    <a:pt x="43395" y="1289"/>
                    <a:pt x="44339" y="1323"/>
                  </a:cubicBezTo>
                  <a:cubicBezTo>
                    <a:pt x="46387" y="1394"/>
                    <a:pt x="48471" y="1549"/>
                    <a:pt x="50471" y="1918"/>
                  </a:cubicBezTo>
                  <a:cubicBezTo>
                    <a:pt x="50471" y="1323"/>
                    <a:pt x="50471" y="846"/>
                    <a:pt x="50447" y="251"/>
                  </a:cubicBezTo>
                  <a:cubicBezTo>
                    <a:pt x="48030" y="358"/>
                    <a:pt x="45506" y="418"/>
                    <a:pt x="43089" y="430"/>
                  </a:cubicBezTo>
                  <a:cubicBezTo>
                    <a:pt x="39422" y="430"/>
                    <a:pt x="35755" y="358"/>
                    <a:pt x="32088" y="275"/>
                  </a:cubicBezTo>
                  <a:cubicBezTo>
                    <a:pt x="28409" y="191"/>
                    <a:pt x="24730" y="60"/>
                    <a:pt x="21039" y="13"/>
                  </a:cubicBezTo>
                  <a:cubicBezTo>
                    <a:pt x="20231" y="4"/>
                    <a:pt x="19337" y="0"/>
                    <a:pt x="183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8"/>
            <p:cNvSpPr/>
            <p:nvPr/>
          </p:nvSpPr>
          <p:spPr>
            <a:xfrm flipH="1">
              <a:off x="7188" y="665338"/>
              <a:ext cx="1288275" cy="78950"/>
            </a:xfrm>
            <a:custGeom>
              <a:avLst/>
              <a:gdLst/>
              <a:ahLst/>
              <a:cxnLst/>
              <a:rect l="l" t="t" r="r" b="b"/>
              <a:pathLst>
                <a:path w="51531" h="3158" extrusionOk="0">
                  <a:moveTo>
                    <a:pt x="20070" y="0"/>
                  </a:moveTo>
                  <a:cubicBezTo>
                    <a:pt x="13727" y="0"/>
                    <a:pt x="6716" y="400"/>
                    <a:pt x="989" y="1010"/>
                  </a:cubicBezTo>
                  <a:cubicBezTo>
                    <a:pt x="1001" y="1855"/>
                    <a:pt x="1" y="1498"/>
                    <a:pt x="1" y="2343"/>
                  </a:cubicBezTo>
                  <a:cubicBezTo>
                    <a:pt x="12" y="2439"/>
                    <a:pt x="1536" y="2844"/>
                    <a:pt x="1548" y="2939"/>
                  </a:cubicBezTo>
                  <a:cubicBezTo>
                    <a:pt x="2120" y="2999"/>
                    <a:pt x="2672" y="3022"/>
                    <a:pt x="3207" y="3022"/>
                  </a:cubicBezTo>
                  <a:cubicBezTo>
                    <a:pt x="4968" y="3022"/>
                    <a:pt x="6543" y="2772"/>
                    <a:pt x="8041" y="2772"/>
                  </a:cubicBezTo>
                  <a:cubicBezTo>
                    <a:pt x="8068" y="2772"/>
                    <a:pt x="8094" y="2772"/>
                    <a:pt x="8121" y="2772"/>
                  </a:cubicBezTo>
                  <a:cubicBezTo>
                    <a:pt x="10038" y="2772"/>
                    <a:pt x="11943" y="2772"/>
                    <a:pt x="13848" y="2760"/>
                  </a:cubicBezTo>
                  <a:cubicBezTo>
                    <a:pt x="14153" y="2758"/>
                    <a:pt x="14459" y="2758"/>
                    <a:pt x="14765" y="2758"/>
                  </a:cubicBezTo>
                  <a:cubicBezTo>
                    <a:pt x="15541" y="2758"/>
                    <a:pt x="16318" y="2762"/>
                    <a:pt x="17095" y="2762"/>
                  </a:cubicBezTo>
                  <a:cubicBezTo>
                    <a:pt x="17922" y="2762"/>
                    <a:pt x="18749" y="2757"/>
                    <a:pt x="19574" y="2736"/>
                  </a:cubicBezTo>
                  <a:cubicBezTo>
                    <a:pt x="21115" y="2690"/>
                    <a:pt x="22659" y="2669"/>
                    <a:pt x="24204" y="2669"/>
                  </a:cubicBezTo>
                  <a:cubicBezTo>
                    <a:pt x="26623" y="2669"/>
                    <a:pt x="29044" y="2721"/>
                    <a:pt x="31457" y="2808"/>
                  </a:cubicBezTo>
                  <a:cubicBezTo>
                    <a:pt x="33433" y="2879"/>
                    <a:pt x="35398" y="2998"/>
                    <a:pt x="37362" y="3105"/>
                  </a:cubicBezTo>
                  <a:cubicBezTo>
                    <a:pt x="37988" y="3143"/>
                    <a:pt x="38618" y="3157"/>
                    <a:pt x="39249" y="3157"/>
                  </a:cubicBezTo>
                  <a:cubicBezTo>
                    <a:pt x="40420" y="3157"/>
                    <a:pt x="41596" y="3108"/>
                    <a:pt x="42756" y="3070"/>
                  </a:cubicBezTo>
                  <a:cubicBezTo>
                    <a:pt x="44880" y="3001"/>
                    <a:pt x="46979" y="2900"/>
                    <a:pt x="49094" y="2900"/>
                  </a:cubicBezTo>
                  <a:cubicBezTo>
                    <a:pt x="49895" y="2900"/>
                    <a:pt x="50699" y="2915"/>
                    <a:pt x="51507" y="2951"/>
                  </a:cubicBezTo>
                  <a:cubicBezTo>
                    <a:pt x="51483" y="2284"/>
                    <a:pt x="51531" y="1617"/>
                    <a:pt x="51507" y="950"/>
                  </a:cubicBezTo>
                  <a:lnTo>
                    <a:pt x="51507" y="950"/>
                  </a:lnTo>
                  <a:cubicBezTo>
                    <a:pt x="50143" y="1079"/>
                    <a:pt x="48759" y="1127"/>
                    <a:pt x="47378" y="1127"/>
                  </a:cubicBezTo>
                  <a:cubicBezTo>
                    <a:pt x="46325" y="1127"/>
                    <a:pt x="45273" y="1099"/>
                    <a:pt x="44232" y="1058"/>
                  </a:cubicBezTo>
                  <a:cubicBezTo>
                    <a:pt x="40910" y="927"/>
                    <a:pt x="37612" y="629"/>
                    <a:pt x="34291" y="427"/>
                  </a:cubicBezTo>
                  <a:cubicBezTo>
                    <a:pt x="30743" y="200"/>
                    <a:pt x="27183" y="129"/>
                    <a:pt x="23623" y="46"/>
                  </a:cubicBezTo>
                  <a:cubicBezTo>
                    <a:pt x="22472" y="15"/>
                    <a:pt x="21283" y="0"/>
                    <a:pt x="200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8"/>
            <p:cNvSpPr/>
            <p:nvPr/>
          </p:nvSpPr>
          <p:spPr>
            <a:xfrm flipH="1">
              <a:off x="6888" y="759288"/>
              <a:ext cx="1290050" cy="106825"/>
            </a:xfrm>
            <a:custGeom>
              <a:avLst/>
              <a:gdLst/>
              <a:ahLst/>
              <a:cxnLst/>
              <a:rect l="l" t="t" r="r" b="b"/>
              <a:pathLst>
                <a:path w="51602" h="4273" extrusionOk="0">
                  <a:moveTo>
                    <a:pt x="24500" y="0"/>
                  </a:moveTo>
                  <a:cubicBezTo>
                    <a:pt x="24243" y="0"/>
                    <a:pt x="23986" y="1"/>
                    <a:pt x="23729" y="2"/>
                  </a:cubicBezTo>
                  <a:cubicBezTo>
                    <a:pt x="21788" y="2"/>
                    <a:pt x="19848" y="74"/>
                    <a:pt x="17907" y="74"/>
                  </a:cubicBezTo>
                  <a:cubicBezTo>
                    <a:pt x="13548" y="84"/>
                    <a:pt x="8246" y="292"/>
                    <a:pt x="3581" y="292"/>
                  </a:cubicBezTo>
                  <a:cubicBezTo>
                    <a:pt x="2651" y="292"/>
                    <a:pt x="1747" y="284"/>
                    <a:pt x="881" y="264"/>
                  </a:cubicBezTo>
                  <a:lnTo>
                    <a:pt x="881" y="264"/>
                  </a:lnTo>
                  <a:cubicBezTo>
                    <a:pt x="1024" y="1360"/>
                    <a:pt x="0" y="1931"/>
                    <a:pt x="36" y="3038"/>
                  </a:cubicBezTo>
                  <a:cubicBezTo>
                    <a:pt x="48" y="3157"/>
                    <a:pt x="1405" y="4098"/>
                    <a:pt x="1417" y="4229"/>
                  </a:cubicBezTo>
                  <a:cubicBezTo>
                    <a:pt x="1814" y="4259"/>
                    <a:pt x="2227" y="4272"/>
                    <a:pt x="2653" y="4272"/>
                  </a:cubicBezTo>
                  <a:cubicBezTo>
                    <a:pt x="5813" y="4272"/>
                    <a:pt x="9641" y="3546"/>
                    <a:pt x="12700" y="3546"/>
                  </a:cubicBezTo>
                  <a:cubicBezTo>
                    <a:pt x="12842" y="3546"/>
                    <a:pt x="12982" y="3547"/>
                    <a:pt x="13121" y="3550"/>
                  </a:cubicBezTo>
                  <a:cubicBezTo>
                    <a:pt x="16740" y="3646"/>
                    <a:pt x="20360" y="3824"/>
                    <a:pt x="23979" y="3884"/>
                  </a:cubicBezTo>
                  <a:cubicBezTo>
                    <a:pt x="24819" y="3900"/>
                    <a:pt x="25659" y="3909"/>
                    <a:pt x="26499" y="3909"/>
                  </a:cubicBezTo>
                  <a:cubicBezTo>
                    <a:pt x="27469" y="3909"/>
                    <a:pt x="28439" y="3897"/>
                    <a:pt x="29408" y="3872"/>
                  </a:cubicBezTo>
                  <a:cubicBezTo>
                    <a:pt x="31147" y="3824"/>
                    <a:pt x="32885" y="3717"/>
                    <a:pt x="34623" y="3658"/>
                  </a:cubicBezTo>
                  <a:cubicBezTo>
                    <a:pt x="36256" y="3607"/>
                    <a:pt x="37899" y="3568"/>
                    <a:pt x="39541" y="3568"/>
                  </a:cubicBezTo>
                  <a:cubicBezTo>
                    <a:pt x="41409" y="3568"/>
                    <a:pt x="43275" y="3619"/>
                    <a:pt x="45125" y="3765"/>
                  </a:cubicBezTo>
                  <a:cubicBezTo>
                    <a:pt x="47256" y="3943"/>
                    <a:pt x="49411" y="4193"/>
                    <a:pt x="51566" y="4229"/>
                  </a:cubicBezTo>
                  <a:cubicBezTo>
                    <a:pt x="51566" y="2907"/>
                    <a:pt x="51602" y="1598"/>
                    <a:pt x="51566" y="276"/>
                  </a:cubicBezTo>
                  <a:cubicBezTo>
                    <a:pt x="50756" y="237"/>
                    <a:pt x="49942" y="222"/>
                    <a:pt x="49124" y="222"/>
                  </a:cubicBezTo>
                  <a:cubicBezTo>
                    <a:pt x="46431" y="222"/>
                    <a:pt x="43708" y="391"/>
                    <a:pt x="41041" y="455"/>
                  </a:cubicBezTo>
                  <a:cubicBezTo>
                    <a:pt x="40638" y="464"/>
                    <a:pt x="40236" y="468"/>
                    <a:pt x="39835" y="468"/>
                  </a:cubicBezTo>
                  <a:cubicBezTo>
                    <a:pt x="36445" y="468"/>
                    <a:pt x="33079" y="181"/>
                    <a:pt x="29694" y="86"/>
                  </a:cubicBezTo>
                  <a:cubicBezTo>
                    <a:pt x="27963" y="34"/>
                    <a:pt x="26231" y="0"/>
                    <a:pt x="245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8"/>
            <p:cNvSpPr/>
            <p:nvPr/>
          </p:nvSpPr>
          <p:spPr>
            <a:xfrm flipH="1">
              <a:off x="7188" y="875288"/>
              <a:ext cx="1258200" cy="65500"/>
            </a:xfrm>
            <a:custGeom>
              <a:avLst/>
              <a:gdLst/>
              <a:ahLst/>
              <a:cxnLst/>
              <a:rect l="l" t="t" r="r" b="b"/>
              <a:pathLst>
                <a:path w="50328" h="2620" extrusionOk="0">
                  <a:moveTo>
                    <a:pt x="38384" y="1"/>
                  </a:moveTo>
                  <a:cubicBezTo>
                    <a:pt x="36329" y="1"/>
                    <a:pt x="34271" y="77"/>
                    <a:pt x="32230" y="161"/>
                  </a:cubicBezTo>
                  <a:cubicBezTo>
                    <a:pt x="30480" y="220"/>
                    <a:pt x="28718" y="315"/>
                    <a:pt x="26956" y="339"/>
                  </a:cubicBezTo>
                  <a:cubicBezTo>
                    <a:pt x="26357" y="347"/>
                    <a:pt x="25756" y="351"/>
                    <a:pt x="25154" y="351"/>
                  </a:cubicBezTo>
                  <a:cubicBezTo>
                    <a:pt x="23952" y="351"/>
                    <a:pt x="22745" y="335"/>
                    <a:pt x="21539" y="303"/>
                  </a:cubicBezTo>
                  <a:cubicBezTo>
                    <a:pt x="20648" y="281"/>
                    <a:pt x="19737" y="272"/>
                    <a:pt x="18811" y="272"/>
                  </a:cubicBezTo>
                  <a:cubicBezTo>
                    <a:pt x="12721" y="272"/>
                    <a:pt x="5952" y="684"/>
                    <a:pt x="0" y="684"/>
                  </a:cubicBezTo>
                  <a:cubicBezTo>
                    <a:pt x="12" y="1244"/>
                    <a:pt x="250" y="2042"/>
                    <a:pt x="262" y="2601"/>
                  </a:cubicBezTo>
                  <a:cubicBezTo>
                    <a:pt x="789" y="2614"/>
                    <a:pt x="1317" y="2620"/>
                    <a:pt x="1847" y="2620"/>
                  </a:cubicBezTo>
                  <a:cubicBezTo>
                    <a:pt x="8445" y="2620"/>
                    <a:pt x="15269" y="1709"/>
                    <a:pt x="21667" y="1709"/>
                  </a:cubicBezTo>
                  <a:cubicBezTo>
                    <a:pt x="22469" y="1709"/>
                    <a:pt x="23264" y="1724"/>
                    <a:pt x="24051" y="1756"/>
                  </a:cubicBezTo>
                  <a:cubicBezTo>
                    <a:pt x="29254" y="1982"/>
                    <a:pt x="34433" y="2458"/>
                    <a:pt x="39648" y="2506"/>
                  </a:cubicBezTo>
                  <a:cubicBezTo>
                    <a:pt x="43208" y="2542"/>
                    <a:pt x="46768" y="2506"/>
                    <a:pt x="50316" y="2601"/>
                  </a:cubicBezTo>
                  <a:cubicBezTo>
                    <a:pt x="50328" y="1958"/>
                    <a:pt x="50328" y="1315"/>
                    <a:pt x="50328" y="672"/>
                  </a:cubicBezTo>
                  <a:cubicBezTo>
                    <a:pt x="47780" y="649"/>
                    <a:pt x="45220" y="303"/>
                    <a:pt x="42708" y="137"/>
                  </a:cubicBezTo>
                  <a:cubicBezTo>
                    <a:pt x="41272" y="38"/>
                    <a:pt x="39829" y="1"/>
                    <a:pt x="383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8"/>
            <p:cNvSpPr/>
            <p:nvPr/>
          </p:nvSpPr>
          <p:spPr>
            <a:xfrm flipH="1">
              <a:off x="7188" y="951588"/>
              <a:ext cx="1272500" cy="70600"/>
            </a:xfrm>
            <a:custGeom>
              <a:avLst/>
              <a:gdLst/>
              <a:ahLst/>
              <a:cxnLst/>
              <a:rect l="l" t="t" r="r" b="b"/>
              <a:pathLst>
                <a:path w="50900" h="2824" extrusionOk="0">
                  <a:moveTo>
                    <a:pt x="21971" y="1"/>
                  </a:moveTo>
                  <a:cubicBezTo>
                    <a:pt x="15005" y="1"/>
                    <a:pt x="7125" y="871"/>
                    <a:pt x="277" y="871"/>
                  </a:cubicBezTo>
                  <a:cubicBezTo>
                    <a:pt x="236" y="871"/>
                    <a:pt x="196" y="871"/>
                    <a:pt x="155" y="871"/>
                  </a:cubicBezTo>
                  <a:lnTo>
                    <a:pt x="155" y="871"/>
                  </a:lnTo>
                  <a:cubicBezTo>
                    <a:pt x="203" y="1585"/>
                    <a:pt x="1" y="2121"/>
                    <a:pt x="48" y="2824"/>
                  </a:cubicBezTo>
                  <a:cubicBezTo>
                    <a:pt x="1794" y="2824"/>
                    <a:pt x="2572" y="2335"/>
                    <a:pt x="2851" y="2335"/>
                  </a:cubicBezTo>
                  <a:cubicBezTo>
                    <a:pt x="2858" y="2335"/>
                    <a:pt x="2864" y="2335"/>
                    <a:pt x="2870" y="2335"/>
                  </a:cubicBezTo>
                  <a:cubicBezTo>
                    <a:pt x="4942" y="1966"/>
                    <a:pt x="7109" y="1823"/>
                    <a:pt x="9157" y="1740"/>
                  </a:cubicBezTo>
                  <a:cubicBezTo>
                    <a:pt x="10328" y="1693"/>
                    <a:pt x="11500" y="1672"/>
                    <a:pt x="12674" y="1672"/>
                  </a:cubicBezTo>
                  <a:cubicBezTo>
                    <a:pt x="15926" y="1672"/>
                    <a:pt x="19183" y="1830"/>
                    <a:pt x="22420" y="2014"/>
                  </a:cubicBezTo>
                  <a:cubicBezTo>
                    <a:pt x="24599" y="2133"/>
                    <a:pt x="26778" y="2276"/>
                    <a:pt x="28969" y="2419"/>
                  </a:cubicBezTo>
                  <a:cubicBezTo>
                    <a:pt x="29939" y="2402"/>
                    <a:pt x="30909" y="2395"/>
                    <a:pt x="31879" y="2395"/>
                  </a:cubicBezTo>
                  <a:cubicBezTo>
                    <a:pt x="37916" y="2395"/>
                    <a:pt x="43941" y="2680"/>
                    <a:pt x="49983" y="2824"/>
                  </a:cubicBezTo>
                  <a:cubicBezTo>
                    <a:pt x="50281" y="2788"/>
                    <a:pt x="50578" y="2752"/>
                    <a:pt x="50864" y="2716"/>
                  </a:cubicBezTo>
                  <a:cubicBezTo>
                    <a:pt x="50876" y="2109"/>
                    <a:pt x="50888" y="1502"/>
                    <a:pt x="50900" y="883"/>
                  </a:cubicBezTo>
                  <a:cubicBezTo>
                    <a:pt x="46959" y="776"/>
                    <a:pt x="43006" y="847"/>
                    <a:pt x="39065" y="788"/>
                  </a:cubicBezTo>
                  <a:cubicBezTo>
                    <a:pt x="34338" y="716"/>
                    <a:pt x="29659" y="276"/>
                    <a:pt x="24944" y="61"/>
                  </a:cubicBezTo>
                  <a:cubicBezTo>
                    <a:pt x="23976" y="19"/>
                    <a:pt x="22984" y="1"/>
                    <a:pt x="219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8"/>
            <p:cNvSpPr/>
            <p:nvPr/>
          </p:nvSpPr>
          <p:spPr>
            <a:xfrm flipH="1">
              <a:off x="645363" y="1015913"/>
              <a:ext cx="448875" cy="12850"/>
            </a:xfrm>
            <a:custGeom>
              <a:avLst/>
              <a:gdLst/>
              <a:ahLst/>
              <a:cxnLst/>
              <a:rect l="l" t="t" r="r" b="b"/>
              <a:pathLst>
                <a:path w="17955" h="514" extrusionOk="0">
                  <a:moveTo>
                    <a:pt x="17955" y="0"/>
                  </a:moveTo>
                  <a:cubicBezTo>
                    <a:pt x="17490" y="0"/>
                    <a:pt x="17038" y="0"/>
                    <a:pt x="16586" y="12"/>
                  </a:cubicBezTo>
                  <a:cubicBezTo>
                    <a:pt x="11049" y="60"/>
                    <a:pt x="5525" y="167"/>
                    <a:pt x="0" y="298"/>
                  </a:cubicBezTo>
                  <a:cubicBezTo>
                    <a:pt x="2397" y="439"/>
                    <a:pt x="4803" y="513"/>
                    <a:pt x="7209" y="513"/>
                  </a:cubicBezTo>
                  <a:cubicBezTo>
                    <a:pt x="8866" y="513"/>
                    <a:pt x="10524" y="478"/>
                    <a:pt x="12180" y="405"/>
                  </a:cubicBezTo>
                  <a:cubicBezTo>
                    <a:pt x="14097" y="322"/>
                    <a:pt x="16026" y="191"/>
                    <a:pt x="179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8"/>
            <p:cNvSpPr/>
            <p:nvPr/>
          </p:nvSpPr>
          <p:spPr>
            <a:xfrm flipH="1">
              <a:off x="24438" y="639238"/>
              <a:ext cx="491750" cy="19600"/>
            </a:xfrm>
            <a:custGeom>
              <a:avLst/>
              <a:gdLst/>
              <a:ahLst/>
              <a:cxnLst/>
              <a:rect l="l" t="t" r="r" b="b"/>
              <a:pathLst>
                <a:path w="19670" h="784" extrusionOk="0">
                  <a:moveTo>
                    <a:pt x="9469" y="0"/>
                  </a:moveTo>
                  <a:cubicBezTo>
                    <a:pt x="6309" y="0"/>
                    <a:pt x="3146" y="109"/>
                    <a:pt x="0" y="351"/>
                  </a:cubicBezTo>
                  <a:cubicBezTo>
                    <a:pt x="3536" y="530"/>
                    <a:pt x="7072" y="732"/>
                    <a:pt x="10621" y="780"/>
                  </a:cubicBezTo>
                  <a:cubicBezTo>
                    <a:pt x="10930" y="782"/>
                    <a:pt x="11241" y="784"/>
                    <a:pt x="11551" y="784"/>
                  </a:cubicBezTo>
                  <a:cubicBezTo>
                    <a:pt x="14257" y="784"/>
                    <a:pt x="16978" y="684"/>
                    <a:pt x="19669" y="363"/>
                  </a:cubicBezTo>
                  <a:cubicBezTo>
                    <a:pt x="19003" y="316"/>
                    <a:pt x="18348" y="268"/>
                    <a:pt x="17693" y="232"/>
                  </a:cubicBezTo>
                  <a:cubicBezTo>
                    <a:pt x="14963" y="83"/>
                    <a:pt x="12217" y="0"/>
                    <a:pt x="94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8"/>
            <p:cNvSpPr/>
            <p:nvPr/>
          </p:nvSpPr>
          <p:spPr>
            <a:xfrm flipH="1">
              <a:off x="7788" y="1047488"/>
              <a:ext cx="1260875" cy="39225"/>
            </a:xfrm>
            <a:custGeom>
              <a:avLst/>
              <a:gdLst/>
              <a:ahLst/>
              <a:cxnLst/>
              <a:rect l="l" t="t" r="r" b="b"/>
              <a:pathLst>
                <a:path w="50435" h="1569" extrusionOk="0">
                  <a:moveTo>
                    <a:pt x="25437" y="0"/>
                  </a:moveTo>
                  <a:cubicBezTo>
                    <a:pt x="24493" y="0"/>
                    <a:pt x="23550" y="14"/>
                    <a:pt x="22610" y="47"/>
                  </a:cubicBezTo>
                  <a:cubicBezTo>
                    <a:pt x="19176" y="173"/>
                    <a:pt x="15810" y="387"/>
                    <a:pt x="12410" y="387"/>
                  </a:cubicBezTo>
                  <a:cubicBezTo>
                    <a:pt x="11306" y="387"/>
                    <a:pt x="10199" y="365"/>
                    <a:pt x="9085" y="309"/>
                  </a:cubicBezTo>
                  <a:cubicBezTo>
                    <a:pt x="7132" y="214"/>
                    <a:pt x="5179" y="107"/>
                    <a:pt x="3227" y="107"/>
                  </a:cubicBezTo>
                  <a:cubicBezTo>
                    <a:pt x="2822" y="107"/>
                    <a:pt x="941" y="512"/>
                    <a:pt x="143" y="547"/>
                  </a:cubicBezTo>
                  <a:cubicBezTo>
                    <a:pt x="167" y="904"/>
                    <a:pt x="0" y="1083"/>
                    <a:pt x="24" y="1440"/>
                  </a:cubicBezTo>
                  <a:cubicBezTo>
                    <a:pt x="214" y="1442"/>
                    <a:pt x="407" y="1443"/>
                    <a:pt x="604" y="1443"/>
                  </a:cubicBezTo>
                  <a:cubicBezTo>
                    <a:pt x="3891" y="1443"/>
                    <a:pt x="8119" y="1177"/>
                    <a:pt x="11275" y="1154"/>
                  </a:cubicBezTo>
                  <a:cubicBezTo>
                    <a:pt x="13139" y="1148"/>
                    <a:pt x="15002" y="1140"/>
                    <a:pt x="16864" y="1140"/>
                  </a:cubicBezTo>
                  <a:cubicBezTo>
                    <a:pt x="18726" y="1140"/>
                    <a:pt x="20586" y="1148"/>
                    <a:pt x="22443" y="1178"/>
                  </a:cubicBezTo>
                  <a:cubicBezTo>
                    <a:pt x="26122" y="1238"/>
                    <a:pt x="29790" y="1369"/>
                    <a:pt x="33469" y="1452"/>
                  </a:cubicBezTo>
                  <a:cubicBezTo>
                    <a:pt x="36480" y="1515"/>
                    <a:pt x="39495" y="1569"/>
                    <a:pt x="42508" y="1569"/>
                  </a:cubicBezTo>
                  <a:cubicBezTo>
                    <a:pt x="45153" y="1569"/>
                    <a:pt x="47797" y="1528"/>
                    <a:pt x="50435" y="1416"/>
                  </a:cubicBezTo>
                  <a:lnTo>
                    <a:pt x="50435" y="512"/>
                  </a:lnTo>
                  <a:cubicBezTo>
                    <a:pt x="48687" y="639"/>
                    <a:pt x="46928" y="689"/>
                    <a:pt x="45163" y="689"/>
                  </a:cubicBezTo>
                  <a:cubicBezTo>
                    <a:pt x="38618" y="689"/>
                    <a:pt x="31984" y="0"/>
                    <a:pt x="254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8"/>
            <p:cNvSpPr/>
            <p:nvPr/>
          </p:nvSpPr>
          <p:spPr>
            <a:xfrm flipH="1">
              <a:off x="7488" y="1103388"/>
              <a:ext cx="1262075" cy="53125"/>
            </a:xfrm>
            <a:custGeom>
              <a:avLst/>
              <a:gdLst/>
              <a:ahLst/>
              <a:cxnLst/>
              <a:rect l="l" t="t" r="r" b="b"/>
              <a:pathLst>
                <a:path w="50483" h="2125" extrusionOk="0">
                  <a:moveTo>
                    <a:pt x="18278" y="1"/>
                  </a:moveTo>
                  <a:cubicBezTo>
                    <a:pt x="11430" y="1"/>
                    <a:pt x="1727" y="196"/>
                    <a:pt x="0" y="300"/>
                  </a:cubicBezTo>
                  <a:cubicBezTo>
                    <a:pt x="36" y="895"/>
                    <a:pt x="584" y="1324"/>
                    <a:pt x="608" y="1919"/>
                  </a:cubicBezTo>
                  <a:cubicBezTo>
                    <a:pt x="1313" y="2071"/>
                    <a:pt x="2127" y="2124"/>
                    <a:pt x="2991" y="2124"/>
                  </a:cubicBezTo>
                  <a:cubicBezTo>
                    <a:pt x="4929" y="2124"/>
                    <a:pt x="7120" y="1859"/>
                    <a:pt x="8909" y="1859"/>
                  </a:cubicBezTo>
                  <a:cubicBezTo>
                    <a:pt x="8936" y="1859"/>
                    <a:pt x="8963" y="1859"/>
                    <a:pt x="8990" y="1859"/>
                  </a:cubicBezTo>
                  <a:cubicBezTo>
                    <a:pt x="13609" y="1871"/>
                    <a:pt x="18241" y="1883"/>
                    <a:pt x="22860" y="1883"/>
                  </a:cubicBezTo>
                  <a:cubicBezTo>
                    <a:pt x="26385" y="1883"/>
                    <a:pt x="29873" y="1716"/>
                    <a:pt x="33386" y="1538"/>
                  </a:cubicBezTo>
                  <a:cubicBezTo>
                    <a:pt x="36143" y="1394"/>
                    <a:pt x="38908" y="1270"/>
                    <a:pt x="41674" y="1270"/>
                  </a:cubicBezTo>
                  <a:cubicBezTo>
                    <a:pt x="42562" y="1270"/>
                    <a:pt x="43451" y="1283"/>
                    <a:pt x="44339" y="1312"/>
                  </a:cubicBezTo>
                  <a:cubicBezTo>
                    <a:pt x="46387" y="1383"/>
                    <a:pt x="48471" y="1550"/>
                    <a:pt x="50471" y="1919"/>
                  </a:cubicBezTo>
                  <a:cubicBezTo>
                    <a:pt x="50471" y="1359"/>
                    <a:pt x="50483" y="847"/>
                    <a:pt x="50471" y="240"/>
                  </a:cubicBezTo>
                  <a:cubicBezTo>
                    <a:pt x="48054" y="335"/>
                    <a:pt x="45506" y="419"/>
                    <a:pt x="43077" y="431"/>
                  </a:cubicBezTo>
                  <a:cubicBezTo>
                    <a:pt x="39422" y="431"/>
                    <a:pt x="35755" y="359"/>
                    <a:pt x="32088" y="276"/>
                  </a:cubicBezTo>
                  <a:cubicBezTo>
                    <a:pt x="28409" y="192"/>
                    <a:pt x="24730" y="61"/>
                    <a:pt x="21039" y="14"/>
                  </a:cubicBezTo>
                  <a:cubicBezTo>
                    <a:pt x="20200" y="5"/>
                    <a:pt x="19269" y="1"/>
                    <a:pt x="182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8"/>
            <p:cNvSpPr/>
            <p:nvPr/>
          </p:nvSpPr>
          <p:spPr>
            <a:xfrm flipH="1">
              <a:off x="6888" y="1189038"/>
              <a:ext cx="1288275" cy="79125"/>
            </a:xfrm>
            <a:custGeom>
              <a:avLst/>
              <a:gdLst/>
              <a:ahLst/>
              <a:cxnLst/>
              <a:rect l="l" t="t" r="r" b="b"/>
              <a:pathLst>
                <a:path w="51531" h="3165" extrusionOk="0">
                  <a:moveTo>
                    <a:pt x="20239" y="0"/>
                  </a:moveTo>
                  <a:cubicBezTo>
                    <a:pt x="13849" y="0"/>
                    <a:pt x="6757" y="402"/>
                    <a:pt x="989" y="1017"/>
                  </a:cubicBezTo>
                  <a:cubicBezTo>
                    <a:pt x="1001" y="1862"/>
                    <a:pt x="0" y="1505"/>
                    <a:pt x="0" y="2350"/>
                  </a:cubicBezTo>
                  <a:cubicBezTo>
                    <a:pt x="12" y="2446"/>
                    <a:pt x="1524" y="2850"/>
                    <a:pt x="1536" y="2946"/>
                  </a:cubicBezTo>
                  <a:cubicBezTo>
                    <a:pt x="2109" y="3006"/>
                    <a:pt x="2662" y="3029"/>
                    <a:pt x="3197" y="3029"/>
                  </a:cubicBezTo>
                  <a:cubicBezTo>
                    <a:pt x="4996" y="3029"/>
                    <a:pt x="6597" y="2767"/>
                    <a:pt x="8121" y="2767"/>
                  </a:cubicBezTo>
                  <a:cubicBezTo>
                    <a:pt x="8756" y="2771"/>
                    <a:pt x="9391" y="2772"/>
                    <a:pt x="10026" y="2772"/>
                  </a:cubicBezTo>
                  <a:cubicBezTo>
                    <a:pt x="11297" y="2772"/>
                    <a:pt x="12570" y="2767"/>
                    <a:pt x="13847" y="2767"/>
                  </a:cubicBezTo>
                  <a:cubicBezTo>
                    <a:pt x="14165" y="2765"/>
                    <a:pt x="14483" y="2765"/>
                    <a:pt x="14801" y="2765"/>
                  </a:cubicBezTo>
                  <a:cubicBezTo>
                    <a:pt x="15437" y="2765"/>
                    <a:pt x="16073" y="2767"/>
                    <a:pt x="16709" y="2767"/>
                  </a:cubicBezTo>
                  <a:cubicBezTo>
                    <a:pt x="17663" y="2767"/>
                    <a:pt x="18616" y="2761"/>
                    <a:pt x="19562" y="2731"/>
                  </a:cubicBezTo>
                  <a:cubicBezTo>
                    <a:pt x="21099" y="2690"/>
                    <a:pt x="22635" y="2670"/>
                    <a:pt x="24172" y="2670"/>
                  </a:cubicBezTo>
                  <a:cubicBezTo>
                    <a:pt x="26600" y="2670"/>
                    <a:pt x="29028" y="2720"/>
                    <a:pt x="31457" y="2815"/>
                  </a:cubicBezTo>
                  <a:cubicBezTo>
                    <a:pt x="33421" y="2886"/>
                    <a:pt x="35398" y="3005"/>
                    <a:pt x="37362" y="3112"/>
                  </a:cubicBezTo>
                  <a:cubicBezTo>
                    <a:pt x="37988" y="3150"/>
                    <a:pt x="38616" y="3164"/>
                    <a:pt x="39246" y="3164"/>
                  </a:cubicBezTo>
                  <a:cubicBezTo>
                    <a:pt x="40413" y="3164"/>
                    <a:pt x="41584" y="3115"/>
                    <a:pt x="42744" y="3077"/>
                  </a:cubicBezTo>
                  <a:cubicBezTo>
                    <a:pt x="44877" y="3008"/>
                    <a:pt x="46972" y="2907"/>
                    <a:pt x="49084" y="2907"/>
                  </a:cubicBezTo>
                  <a:cubicBezTo>
                    <a:pt x="49884" y="2907"/>
                    <a:pt x="50687" y="2922"/>
                    <a:pt x="51495" y="2958"/>
                  </a:cubicBezTo>
                  <a:cubicBezTo>
                    <a:pt x="51471" y="2291"/>
                    <a:pt x="51531" y="1624"/>
                    <a:pt x="51507" y="957"/>
                  </a:cubicBezTo>
                  <a:lnTo>
                    <a:pt x="51507" y="957"/>
                  </a:lnTo>
                  <a:cubicBezTo>
                    <a:pt x="50142" y="1086"/>
                    <a:pt x="48759" y="1134"/>
                    <a:pt x="47378" y="1134"/>
                  </a:cubicBezTo>
                  <a:cubicBezTo>
                    <a:pt x="46325" y="1134"/>
                    <a:pt x="45273" y="1106"/>
                    <a:pt x="44232" y="1065"/>
                  </a:cubicBezTo>
                  <a:cubicBezTo>
                    <a:pt x="40910" y="934"/>
                    <a:pt x="37600" y="636"/>
                    <a:pt x="34290" y="434"/>
                  </a:cubicBezTo>
                  <a:cubicBezTo>
                    <a:pt x="30742" y="207"/>
                    <a:pt x="27171" y="136"/>
                    <a:pt x="23622" y="41"/>
                  </a:cubicBezTo>
                  <a:cubicBezTo>
                    <a:pt x="22526" y="13"/>
                    <a:pt x="21394" y="0"/>
                    <a:pt x="202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8"/>
            <p:cNvSpPr/>
            <p:nvPr/>
          </p:nvSpPr>
          <p:spPr>
            <a:xfrm flipH="1">
              <a:off x="6588" y="1282913"/>
              <a:ext cx="1288575" cy="106850"/>
            </a:xfrm>
            <a:custGeom>
              <a:avLst/>
              <a:gdLst/>
              <a:ahLst/>
              <a:cxnLst/>
              <a:rect l="l" t="t" r="r" b="b"/>
              <a:pathLst>
                <a:path w="51543" h="4274" extrusionOk="0">
                  <a:moveTo>
                    <a:pt x="23730" y="0"/>
                  </a:moveTo>
                  <a:cubicBezTo>
                    <a:pt x="21789" y="12"/>
                    <a:pt x="19848" y="72"/>
                    <a:pt x="17907" y="84"/>
                  </a:cubicBezTo>
                  <a:cubicBezTo>
                    <a:pt x="13620" y="93"/>
                    <a:pt x="8419" y="296"/>
                    <a:pt x="3809" y="296"/>
                  </a:cubicBezTo>
                  <a:cubicBezTo>
                    <a:pt x="2800" y="296"/>
                    <a:pt x="1819" y="286"/>
                    <a:pt x="882" y="262"/>
                  </a:cubicBezTo>
                  <a:lnTo>
                    <a:pt x="882" y="262"/>
                  </a:lnTo>
                  <a:cubicBezTo>
                    <a:pt x="1013" y="1370"/>
                    <a:pt x="0" y="1941"/>
                    <a:pt x="36" y="3048"/>
                  </a:cubicBezTo>
                  <a:cubicBezTo>
                    <a:pt x="36" y="3167"/>
                    <a:pt x="1405" y="4108"/>
                    <a:pt x="1405" y="4227"/>
                  </a:cubicBezTo>
                  <a:cubicBezTo>
                    <a:pt x="1816" y="4259"/>
                    <a:pt x="2243" y="4273"/>
                    <a:pt x="2683" y="4273"/>
                  </a:cubicBezTo>
                  <a:cubicBezTo>
                    <a:pt x="5823" y="4273"/>
                    <a:pt x="9600" y="3554"/>
                    <a:pt x="12646" y="3554"/>
                  </a:cubicBezTo>
                  <a:cubicBezTo>
                    <a:pt x="12806" y="3554"/>
                    <a:pt x="12965" y="3556"/>
                    <a:pt x="13121" y="3560"/>
                  </a:cubicBezTo>
                  <a:cubicBezTo>
                    <a:pt x="16741" y="3656"/>
                    <a:pt x="20360" y="3834"/>
                    <a:pt x="23980" y="3894"/>
                  </a:cubicBezTo>
                  <a:cubicBezTo>
                    <a:pt x="24818" y="3905"/>
                    <a:pt x="25657" y="3913"/>
                    <a:pt x="26495" y="3913"/>
                  </a:cubicBezTo>
                  <a:cubicBezTo>
                    <a:pt x="27466" y="3913"/>
                    <a:pt x="28438" y="3902"/>
                    <a:pt x="29409" y="3870"/>
                  </a:cubicBezTo>
                  <a:cubicBezTo>
                    <a:pt x="31147" y="3822"/>
                    <a:pt x="32886" y="3727"/>
                    <a:pt x="34624" y="3667"/>
                  </a:cubicBezTo>
                  <a:cubicBezTo>
                    <a:pt x="36263" y="3612"/>
                    <a:pt x="37911" y="3569"/>
                    <a:pt x="39558" y="3569"/>
                  </a:cubicBezTo>
                  <a:cubicBezTo>
                    <a:pt x="41417" y="3569"/>
                    <a:pt x="43276" y="3623"/>
                    <a:pt x="45125" y="3775"/>
                  </a:cubicBezTo>
                  <a:cubicBezTo>
                    <a:pt x="47244" y="3941"/>
                    <a:pt x="49340" y="4179"/>
                    <a:pt x="51495" y="4203"/>
                  </a:cubicBezTo>
                  <a:cubicBezTo>
                    <a:pt x="51495" y="2894"/>
                    <a:pt x="51543" y="1608"/>
                    <a:pt x="51507" y="298"/>
                  </a:cubicBezTo>
                  <a:cubicBezTo>
                    <a:pt x="50671" y="258"/>
                    <a:pt x="49833" y="242"/>
                    <a:pt x="48994" y="242"/>
                  </a:cubicBezTo>
                  <a:cubicBezTo>
                    <a:pt x="46343" y="242"/>
                    <a:pt x="43682" y="401"/>
                    <a:pt x="41041" y="465"/>
                  </a:cubicBezTo>
                  <a:cubicBezTo>
                    <a:pt x="40640" y="474"/>
                    <a:pt x="40238" y="478"/>
                    <a:pt x="39837" y="478"/>
                  </a:cubicBezTo>
                  <a:cubicBezTo>
                    <a:pt x="36447" y="478"/>
                    <a:pt x="33080" y="190"/>
                    <a:pt x="29695" y="84"/>
                  </a:cubicBezTo>
                  <a:cubicBezTo>
                    <a:pt x="27706" y="24"/>
                    <a:pt x="25718" y="0"/>
                    <a:pt x="237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8"/>
            <p:cNvSpPr/>
            <p:nvPr/>
          </p:nvSpPr>
          <p:spPr>
            <a:xfrm flipH="1">
              <a:off x="7788" y="1399088"/>
              <a:ext cx="1258200" cy="65575"/>
            </a:xfrm>
            <a:custGeom>
              <a:avLst/>
              <a:gdLst/>
              <a:ahLst/>
              <a:cxnLst/>
              <a:rect l="l" t="t" r="r" b="b"/>
              <a:pathLst>
                <a:path w="50328" h="2623" extrusionOk="0">
                  <a:moveTo>
                    <a:pt x="38442" y="1"/>
                  </a:moveTo>
                  <a:cubicBezTo>
                    <a:pt x="36370" y="1"/>
                    <a:pt x="34294" y="74"/>
                    <a:pt x="32242" y="152"/>
                  </a:cubicBezTo>
                  <a:cubicBezTo>
                    <a:pt x="30480" y="223"/>
                    <a:pt x="28730" y="318"/>
                    <a:pt x="26968" y="342"/>
                  </a:cubicBezTo>
                  <a:cubicBezTo>
                    <a:pt x="26463" y="349"/>
                    <a:pt x="25957" y="352"/>
                    <a:pt x="25452" y="352"/>
                  </a:cubicBezTo>
                  <a:cubicBezTo>
                    <a:pt x="24147" y="352"/>
                    <a:pt x="22843" y="332"/>
                    <a:pt x="21539" y="306"/>
                  </a:cubicBezTo>
                  <a:cubicBezTo>
                    <a:pt x="20649" y="284"/>
                    <a:pt x="19738" y="275"/>
                    <a:pt x="18811" y="275"/>
                  </a:cubicBezTo>
                  <a:cubicBezTo>
                    <a:pt x="12721" y="275"/>
                    <a:pt x="5953" y="687"/>
                    <a:pt x="0" y="687"/>
                  </a:cubicBezTo>
                  <a:cubicBezTo>
                    <a:pt x="12" y="1247"/>
                    <a:pt x="262" y="2033"/>
                    <a:pt x="262" y="2604"/>
                  </a:cubicBezTo>
                  <a:cubicBezTo>
                    <a:pt x="789" y="2617"/>
                    <a:pt x="1317" y="2623"/>
                    <a:pt x="1847" y="2623"/>
                  </a:cubicBezTo>
                  <a:cubicBezTo>
                    <a:pt x="8445" y="2623"/>
                    <a:pt x="15269" y="1712"/>
                    <a:pt x="21667" y="1712"/>
                  </a:cubicBezTo>
                  <a:cubicBezTo>
                    <a:pt x="22469" y="1712"/>
                    <a:pt x="23264" y="1727"/>
                    <a:pt x="24051" y="1759"/>
                  </a:cubicBezTo>
                  <a:cubicBezTo>
                    <a:pt x="29266" y="1973"/>
                    <a:pt x="34433" y="2461"/>
                    <a:pt x="39648" y="2509"/>
                  </a:cubicBezTo>
                  <a:cubicBezTo>
                    <a:pt x="43208" y="2545"/>
                    <a:pt x="46768" y="2497"/>
                    <a:pt x="50316" y="2604"/>
                  </a:cubicBezTo>
                  <a:cubicBezTo>
                    <a:pt x="50328" y="1961"/>
                    <a:pt x="50328" y="1318"/>
                    <a:pt x="50328" y="675"/>
                  </a:cubicBezTo>
                  <a:cubicBezTo>
                    <a:pt x="47780" y="652"/>
                    <a:pt x="45220" y="294"/>
                    <a:pt x="42708" y="128"/>
                  </a:cubicBezTo>
                  <a:cubicBezTo>
                    <a:pt x="41295" y="35"/>
                    <a:pt x="39870" y="1"/>
                    <a:pt x="384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8"/>
            <p:cNvSpPr/>
            <p:nvPr/>
          </p:nvSpPr>
          <p:spPr>
            <a:xfrm flipH="1">
              <a:off x="7788" y="1475463"/>
              <a:ext cx="1272500" cy="70600"/>
            </a:xfrm>
            <a:custGeom>
              <a:avLst/>
              <a:gdLst/>
              <a:ahLst/>
              <a:cxnLst/>
              <a:rect l="l" t="t" r="r" b="b"/>
              <a:pathLst>
                <a:path w="50900" h="2824" extrusionOk="0">
                  <a:moveTo>
                    <a:pt x="21972" y="1"/>
                  </a:moveTo>
                  <a:cubicBezTo>
                    <a:pt x="15007" y="1"/>
                    <a:pt x="7136" y="871"/>
                    <a:pt x="277" y="871"/>
                  </a:cubicBezTo>
                  <a:cubicBezTo>
                    <a:pt x="237" y="871"/>
                    <a:pt x="196" y="871"/>
                    <a:pt x="156" y="871"/>
                  </a:cubicBezTo>
                  <a:lnTo>
                    <a:pt x="156" y="871"/>
                  </a:lnTo>
                  <a:cubicBezTo>
                    <a:pt x="203" y="1573"/>
                    <a:pt x="1" y="2121"/>
                    <a:pt x="48" y="2823"/>
                  </a:cubicBezTo>
                  <a:cubicBezTo>
                    <a:pt x="1794" y="2823"/>
                    <a:pt x="2584" y="2335"/>
                    <a:pt x="2852" y="2335"/>
                  </a:cubicBezTo>
                  <a:cubicBezTo>
                    <a:pt x="2859" y="2335"/>
                    <a:pt x="2865" y="2335"/>
                    <a:pt x="2870" y="2335"/>
                  </a:cubicBezTo>
                  <a:cubicBezTo>
                    <a:pt x="4942" y="1966"/>
                    <a:pt x="7109" y="1823"/>
                    <a:pt x="9157" y="1740"/>
                  </a:cubicBezTo>
                  <a:cubicBezTo>
                    <a:pt x="10328" y="1693"/>
                    <a:pt x="11501" y="1672"/>
                    <a:pt x="12674" y="1672"/>
                  </a:cubicBezTo>
                  <a:cubicBezTo>
                    <a:pt x="15926" y="1672"/>
                    <a:pt x="19183" y="1830"/>
                    <a:pt x="22420" y="2014"/>
                  </a:cubicBezTo>
                  <a:cubicBezTo>
                    <a:pt x="24599" y="2133"/>
                    <a:pt x="26790" y="2276"/>
                    <a:pt x="28969" y="2419"/>
                  </a:cubicBezTo>
                  <a:cubicBezTo>
                    <a:pt x="29939" y="2402"/>
                    <a:pt x="30910" y="2395"/>
                    <a:pt x="31879" y="2395"/>
                  </a:cubicBezTo>
                  <a:cubicBezTo>
                    <a:pt x="37917" y="2395"/>
                    <a:pt x="43941" y="2680"/>
                    <a:pt x="49983" y="2823"/>
                  </a:cubicBezTo>
                  <a:cubicBezTo>
                    <a:pt x="50281" y="2788"/>
                    <a:pt x="50579" y="2752"/>
                    <a:pt x="50876" y="2716"/>
                  </a:cubicBezTo>
                  <a:cubicBezTo>
                    <a:pt x="50888" y="2109"/>
                    <a:pt x="50888" y="1490"/>
                    <a:pt x="50900" y="883"/>
                  </a:cubicBezTo>
                  <a:cubicBezTo>
                    <a:pt x="46959" y="776"/>
                    <a:pt x="43018" y="847"/>
                    <a:pt x="39065" y="788"/>
                  </a:cubicBezTo>
                  <a:cubicBezTo>
                    <a:pt x="34338" y="704"/>
                    <a:pt x="29659" y="264"/>
                    <a:pt x="24944" y="61"/>
                  </a:cubicBezTo>
                  <a:cubicBezTo>
                    <a:pt x="23977" y="19"/>
                    <a:pt x="22984" y="1"/>
                    <a:pt x="219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8"/>
            <p:cNvSpPr/>
            <p:nvPr/>
          </p:nvSpPr>
          <p:spPr>
            <a:xfrm flipH="1">
              <a:off x="646838" y="1539788"/>
              <a:ext cx="448600" cy="12825"/>
            </a:xfrm>
            <a:custGeom>
              <a:avLst/>
              <a:gdLst/>
              <a:ahLst/>
              <a:cxnLst/>
              <a:rect l="l" t="t" r="r" b="b"/>
              <a:pathLst>
                <a:path w="17944" h="513" extrusionOk="0">
                  <a:moveTo>
                    <a:pt x="16586" y="0"/>
                  </a:moveTo>
                  <a:cubicBezTo>
                    <a:pt x="11050" y="60"/>
                    <a:pt x="5525" y="167"/>
                    <a:pt x="1" y="286"/>
                  </a:cubicBezTo>
                  <a:cubicBezTo>
                    <a:pt x="2416" y="435"/>
                    <a:pt x="4840" y="513"/>
                    <a:pt x="7265" y="513"/>
                  </a:cubicBezTo>
                  <a:cubicBezTo>
                    <a:pt x="8904" y="513"/>
                    <a:pt x="10543" y="477"/>
                    <a:pt x="12181" y="405"/>
                  </a:cubicBezTo>
                  <a:cubicBezTo>
                    <a:pt x="14098" y="322"/>
                    <a:pt x="16026" y="191"/>
                    <a:pt x="179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8"/>
            <p:cNvSpPr/>
            <p:nvPr/>
          </p:nvSpPr>
          <p:spPr>
            <a:xfrm flipH="1">
              <a:off x="25938" y="1162963"/>
              <a:ext cx="491450" cy="19550"/>
            </a:xfrm>
            <a:custGeom>
              <a:avLst/>
              <a:gdLst/>
              <a:ahLst/>
              <a:cxnLst/>
              <a:rect l="l" t="t" r="r" b="b"/>
              <a:pathLst>
                <a:path w="19658" h="782" extrusionOk="0">
                  <a:moveTo>
                    <a:pt x="9468" y="0"/>
                  </a:moveTo>
                  <a:cubicBezTo>
                    <a:pt x="6308" y="0"/>
                    <a:pt x="3146" y="110"/>
                    <a:pt x="1" y="345"/>
                  </a:cubicBezTo>
                  <a:cubicBezTo>
                    <a:pt x="3537" y="536"/>
                    <a:pt x="7073" y="738"/>
                    <a:pt x="10621" y="774"/>
                  </a:cubicBezTo>
                  <a:cubicBezTo>
                    <a:pt x="11033" y="779"/>
                    <a:pt x="11446" y="782"/>
                    <a:pt x="11859" y="782"/>
                  </a:cubicBezTo>
                  <a:cubicBezTo>
                    <a:pt x="14463" y="782"/>
                    <a:pt x="17078" y="676"/>
                    <a:pt x="19658" y="357"/>
                  </a:cubicBezTo>
                  <a:cubicBezTo>
                    <a:pt x="19003" y="310"/>
                    <a:pt x="18348" y="274"/>
                    <a:pt x="17693" y="238"/>
                  </a:cubicBezTo>
                  <a:cubicBezTo>
                    <a:pt x="14962" y="83"/>
                    <a:pt x="12216" y="0"/>
                    <a:pt x="94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8"/>
            <p:cNvSpPr/>
            <p:nvPr/>
          </p:nvSpPr>
          <p:spPr>
            <a:xfrm flipH="1">
              <a:off x="6888" y="1571613"/>
              <a:ext cx="1261775" cy="39275"/>
            </a:xfrm>
            <a:custGeom>
              <a:avLst/>
              <a:gdLst/>
              <a:ahLst/>
              <a:cxnLst/>
              <a:rect l="l" t="t" r="r" b="b"/>
              <a:pathLst>
                <a:path w="50471" h="1571" extrusionOk="0">
                  <a:moveTo>
                    <a:pt x="25505" y="1"/>
                  </a:moveTo>
                  <a:cubicBezTo>
                    <a:pt x="24538" y="1"/>
                    <a:pt x="23573" y="15"/>
                    <a:pt x="22610" y="49"/>
                  </a:cubicBezTo>
                  <a:cubicBezTo>
                    <a:pt x="19176" y="175"/>
                    <a:pt x="15810" y="389"/>
                    <a:pt x="12410" y="389"/>
                  </a:cubicBezTo>
                  <a:cubicBezTo>
                    <a:pt x="11306" y="389"/>
                    <a:pt x="10199" y="366"/>
                    <a:pt x="9085" y="311"/>
                  </a:cubicBezTo>
                  <a:cubicBezTo>
                    <a:pt x="7132" y="216"/>
                    <a:pt x="5179" y="109"/>
                    <a:pt x="3227" y="109"/>
                  </a:cubicBezTo>
                  <a:cubicBezTo>
                    <a:pt x="2822" y="109"/>
                    <a:pt x="941" y="513"/>
                    <a:pt x="143" y="549"/>
                  </a:cubicBezTo>
                  <a:cubicBezTo>
                    <a:pt x="167" y="906"/>
                    <a:pt x="0" y="1085"/>
                    <a:pt x="24" y="1442"/>
                  </a:cubicBezTo>
                  <a:cubicBezTo>
                    <a:pt x="214" y="1444"/>
                    <a:pt x="407" y="1445"/>
                    <a:pt x="604" y="1445"/>
                  </a:cubicBezTo>
                  <a:cubicBezTo>
                    <a:pt x="3891" y="1445"/>
                    <a:pt x="8119" y="1179"/>
                    <a:pt x="11275" y="1156"/>
                  </a:cubicBezTo>
                  <a:cubicBezTo>
                    <a:pt x="13139" y="1150"/>
                    <a:pt x="15002" y="1141"/>
                    <a:pt x="16864" y="1141"/>
                  </a:cubicBezTo>
                  <a:cubicBezTo>
                    <a:pt x="18726" y="1141"/>
                    <a:pt x="20586" y="1150"/>
                    <a:pt x="22443" y="1180"/>
                  </a:cubicBezTo>
                  <a:cubicBezTo>
                    <a:pt x="26122" y="1240"/>
                    <a:pt x="29790" y="1371"/>
                    <a:pt x="33469" y="1454"/>
                  </a:cubicBezTo>
                  <a:cubicBezTo>
                    <a:pt x="36480" y="1517"/>
                    <a:pt x="39495" y="1571"/>
                    <a:pt x="42508" y="1571"/>
                  </a:cubicBezTo>
                  <a:cubicBezTo>
                    <a:pt x="45153" y="1571"/>
                    <a:pt x="47797" y="1530"/>
                    <a:pt x="50435" y="1418"/>
                  </a:cubicBezTo>
                  <a:cubicBezTo>
                    <a:pt x="50411" y="1121"/>
                    <a:pt x="50471" y="787"/>
                    <a:pt x="50435" y="478"/>
                  </a:cubicBezTo>
                  <a:lnTo>
                    <a:pt x="50435" y="478"/>
                  </a:lnTo>
                  <a:cubicBezTo>
                    <a:pt x="48649" y="608"/>
                    <a:pt x="46853" y="658"/>
                    <a:pt x="45050" y="658"/>
                  </a:cubicBezTo>
                  <a:cubicBezTo>
                    <a:pt x="38564" y="658"/>
                    <a:pt x="31992" y="1"/>
                    <a:pt x="25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8"/>
            <p:cNvSpPr/>
            <p:nvPr/>
          </p:nvSpPr>
          <p:spPr>
            <a:xfrm flipH="1">
              <a:off x="6588" y="1627188"/>
              <a:ext cx="1262375" cy="53000"/>
            </a:xfrm>
            <a:custGeom>
              <a:avLst/>
              <a:gdLst/>
              <a:ahLst/>
              <a:cxnLst/>
              <a:rect l="l" t="t" r="r" b="b"/>
              <a:pathLst>
                <a:path w="50495" h="2120" extrusionOk="0">
                  <a:moveTo>
                    <a:pt x="18005" y="0"/>
                  </a:moveTo>
                  <a:cubicBezTo>
                    <a:pt x="11171" y="0"/>
                    <a:pt x="1714" y="200"/>
                    <a:pt x="0" y="303"/>
                  </a:cubicBezTo>
                  <a:cubicBezTo>
                    <a:pt x="36" y="898"/>
                    <a:pt x="596" y="1326"/>
                    <a:pt x="607" y="1922"/>
                  </a:cubicBezTo>
                  <a:cubicBezTo>
                    <a:pt x="1304" y="2068"/>
                    <a:pt x="2104" y="2119"/>
                    <a:pt x="2953" y="2119"/>
                  </a:cubicBezTo>
                  <a:cubicBezTo>
                    <a:pt x="4902" y="2119"/>
                    <a:pt x="7107" y="1850"/>
                    <a:pt x="8909" y="1850"/>
                  </a:cubicBezTo>
                  <a:cubicBezTo>
                    <a:pt x="8936" y="1850"/>
                    <a:pt x="8963" y="1850"/>
                    <a:pt x="8989" y="1850"/>
                  </a:cubicBezTo>
                  <a:cubicBezTo>
                    <a:pt x="13609" y="1874"/>
                    <a:pt x="18241" y="1874"/>
                    <a:pt x="22860" y="1874"/>
                  </a:cubicBezTo>
                  <a:cubicBezTo>
                    <a:pt x="26384" y="1874"/>
                    <a:pt x="29885" y="1719"/>
                    <a:pt x="33397" y="1529"/>
                  </a:cubicBezTo>
                  <a:cubicBezTo>
                    <a:pt x="36130" y="1395"/>
                    <a:pt x="38869" y="1268"/>
                    <a:pt x="41605" y="1268"/>
                  </a:cubicBezTo>
                  <a:cubicBezTo>
                    <a:pt x="42517" y="1268"/>
                    <a:pt x="43428" y="1282"/>
                    <a:pt x="44339" y="1315"/>
                  </a:cubicBezTo>
                  <a:cubicBezTo>
                    <a:pt x="46387" y="1386"/>
                    <a:pt x="48471" y="1553"/>
                    <a:pt x="50471" y="1922"/>
                  </a:cubicBezTo>
                  <a:cubicBezTo>
                    <a:pt x="50435" y="1374"/>
                    <a:pt x="50495" y="803"/>
                    <a:pt x="50447" y="255"/>
                  </a:cubicBezTo>
                  <a:lnTo>
                    <a:pt x="50447" y="255"/>
                  </a:lnTo>
                  <a:cubicBezTo>
                    <a:pt x="48030" y="350"/>
                    <a:pt x="45506" y="422"/>
                    <a:pt x="43089" y="422"/>
                  </a:cubicBezTo>
                  <a:cubicBezTo>
                    <a:pt x="42852" y="422"/>
                    <a:pt x="42615" y="423"/>
                    <a:pt x="42378" y="423"/>
                  </a:cubicBezTo>
                  <a:cubicBezTo>
                    <a:pt x="38948" y="423"/>
                    <a:pt x="35519" y="345"/>
                    <a:pt x="32099" y="267"/>
                  </a:cubicBezTo>
                  <a:cubicBezTo>
                    <a:pt x="28409" y="183"/>
                    <a:pt x="24730" y="52"/>
                    <a:pt x="21050" y="17"/>
                  </a:cubicBezTo>
                  <a:cubicBezTo>
                    <a:pt x="20131" y="5"/>
                    <a:pt x="19102" y="0"/>
                    <a:pt x="180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8"/>
            <p:cNvSpPr/>
            <p:nvPr/>
          </p:nvSpPr>
          <p:spPr>
            <a:xfrm flipH="1">
              <a:off x="6888" y="1712913"/>
              <a:ext cx="1290350" cy="78975"/>
            </a:xfrm>
            <a:custGeom>
              <a:avLst/>
              <a:gdLst/>
              <a:ahLst/>
              <a:cxnLst/>
              <a:rect l="l" t="t" r="r" b="b"/>
              <a:pathLst>
                <a:path w="51614" h="3159" extrusionOk="0">
                  <a:moveTo>
                    <a:pt x="20232" y="0"/>
                  </a:moveTo>
                  <a:cubicBezTo>
                    <a:pt x="13848" y="0"/>
                    <a:pt x="6755" y="402"/>
                    <a:pt x="976" y="1017"/>
                  </a:cubicBezTo>
                  <a:cubicBezTo>
                    <a:pt x="1000" y="1862"/>
                    <a:pt x="0" y="1493"/>
                    <a:pt x="0" y="2338"/>
                  </a:cubicBezTo>
                  <a:cubicBezTo>
                    <a:pt x="12" y="2434"/>
                    <a:pt x="1524" y="2850"/>
                    <a:pt x="1536" y="2946"/>
                  </a:cubicBezTo>
                  <a:cubicBezTo>
                    <a:pt x="2109" y="3006"/>
                    <a:pt x="2661" y="3029"/>
                    <a:pt x="3196" y="3029"/>
                  </a:cubicBezTo>
                  <a:cubicBezTo>
                    <a:pt x="4995" y="3029"/>
                    <a:pt x="6597" y="2767"/>
                    <a:pt x="8120" y="2767"/>
                  </a:cubicBezTo>
                  <a:cubicBezTo>
                    <a:pt x="8678" y="2771"/>
                    <a:pt x="9236" y="2772"/>
                    <a:pt x="9794" y="2772"/>
                  </a:cubicBezTo>
                  <a:cubicBezTo>
                    <a:pt x="11142" y="2772"/>
                    <a:pt x="12492" y="2764"/>
                    <a:pt x="13847" y="2755"/>
                  </a:cubicBezTo>
                  <a:cubicBezTo>
                    <a:pt x="14075" y="2754"/>
                    <a:pt x="14303" y="2753"/>
                    <a:pt x="14531" y="2753"/>
                  </a:cubicBezTo>
                  <a:cubicBezTo>
                    <a:pt x="15430" y="2753"/>
                    <a:pt x="16334" y="2762"/>
                    <a:pt x="17239" y="2762"/>
                  </a:cubicBezTo>
                  <a:cubicBezTo>
                    <a:pt x="18013" y="2762"/>
                    <a:pt x="18789" y="2756"/>
                    <a:pt x="19562" y="2731"/>
                  </a:cubicBezTo>
                  <a:cubicBezTo>
                    <a:pt x="21082" y="2686"/>
                    <a:pt x="22602" y="2665"/>
                    <a:pt x="24122" y="2665"/>
                  </a:cubicBezTo>
                  <a:cubicBezTo>
                    <a:pt x="26567" y="2665"/>
                    <a:pt x="29012" y="2719"/>
                    <a:pt x="31456" y="2815"/>
                  </a:cubicBezTo>
                  <a:cubicBezTo>
                    <a:pt x="33421" y="2886"/>
                    <a:pt x="35386" y="2993"/>
                    <a:pt x="37362" y="3112"/>
                  </a:cubicBezTo>
                  <a:cubicBezTo>
                    <a:pt x="37991" y="3146"/>
                    <a:pt x="38623" y="3159"/>
                    <a:pt x="39255" y="3159"/>
                  </a:cubicBezTo>
                  <a:cubicBezTo>
                    <a:pt x="40420" y="3159"/>
                    <a:pt x="41587" y="3115"/>
                    <a:pt x="42744" y="3077"/>
                  </a:cubicBezTo>
                  <a:cubicBezTo>
                    <a:pt x="44846" y="3000"/>
                    <a:pt x="46955" y="2905"/>
                    <a:pt x="49061" y="2905"/>
                  </a:cubicBezTo>
                  <a:cubicBezTo>
                    <a:pt x="49900" y="2905"/>
                    <a:pt x="50740" y="2920"/>
                    <a:pt x="51578" y="2958"/>
                  </a:cubicBezTo>
                  <a:cubicBezTo>
                    <a:pt x="51554" y="2279"/>
                    <a:pt x="51614" y="1588"/>
                    <a:pt x="51578" y="934"/>
                  </a:cubicBezTo>
                  <a:lnTo>
                    <a:pt x="51578" y="934"/>
                  </a:lnTo>
                  <a:cubicBezTo>
                    <a:pt x="50131" y="1070"/>
                    <a:pt x="48636" y="1120"/>
                    <a:pt x="47151" y="1120"/>
                  </a:cubicBezTo>
                  <a:cubicBezTo>
                    <a:pt x="46168" y="1120"/>
                    <a:pt x="45190" y="1098"/>
                    <a:pt x="44232" y="1065"/>
                  </a:cubicBezTo>
                  <a:lnTo>
                    <a:pt x="44232" y="1053"/>
                  </a:lnTo>
                  <a:cubicBezTo>
                    <a:pt x="40910" y="934"/>
                    <a:pt x="37600" y="636"/>
                    <a:pt x="34290" y="422"/>
                  </a:cubicBezTo>
                  <a:cubicBezTo>
                    <a:pt x="30742" y="207"/>
                    <a:pt x="27170" y="136"/>
                    <a:pt x="23610" y="41"/>
                  </a:cubicBezTo>
                  <a:cubicBezTo>
                    <a:pt x="22515" y="13"/>
                    <a:pt x="21385" y="0"/>
                    <a:pt x="202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8"/>
            <p:cNvSpPr/>
            <p:nvPr/>
          </p:nvSpPr>
          <p:spPr>
            <a:xfrm flipH="1">
              <a:off x="6888" y="1805888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1"/>
                  </a:moveTo>
                  <a:cubicBezTo>
                    <a:pt x="21788" y="13"/>
                    <a:pt x="19848" y="72"/>
                    <a:pt x="17907" y="84"/>
                  </a:cubicBezTo>
                  <a:cubicBezTo>
                    <a:pt x="13593" y="84"/>
                    <a:pt x="8354" y="295"/>
                    <a:pt x="3723" y="295"/>
                  </a:cubicBezTo>
                  <a:cubicBezTo>
                    <a:pt x="2744" y="295"/>
                    <a:pt x="1792" y="285"/>
                    <a:pt x="881" y="263"/>
                  </a:cubicBezTo>
                  <a:lnTo>
                    <a:pt x="881" y="263"/>
                  </a:lnTo>
                  <a:cubicBezTo>
                    <a:pt x="1024" y="1358"/>
                    <a:pt x="0" y="1941"/>
                    <a:pt x="36" y="3049"/>
                  </a:cubicBezTo>
                  <a:cubicBezTo>
                    <a:pt x="48" y="3168"/>
                    <a:pt x="1405" y="4108"/>
                    <a:pt x="1417" y="4227"/>
                  </a:cubicBezTo>
                  <a:cubicBezTo>
                    <a:pt x="1815" y="4257"/>
                    <a:pt x="2228" y="4270"/>
                    <a:pt x="2653" y="4270"/>
                  </a:cubicBezTo>
                  <a:cubicBezTo>
                    <a:pt x="5793" y="4270"/>
                    <a:pt x="9593" y="3554"/>
                    <a:pt x="12641" y="3554"/>
                  </a:cubicBezTo>
                  <a:cubicBezTo>
                    <a:pt x="12803" y="3554"/>
                    <a:pt x="12963" y="3556"/>
                    <a:pt x="13121" y="3561"/>
                  </a:cubicBezTo>
                  <a:cubicBezTo>
                    <a:pt x="16740" y="3656"/>
                    <a:pt x="20360" y="3822"/>
                    <a:pt x="23979" y="3894"/>
                  </a:cubicBezTo>
                  <a:cubicBezTo>
                    <a:pt x="24818" y="3905"/>
                    <a:pt x="25656" y="3913"/>
                    <a:pt x="26495" y="3913"/>
                  </a:cubicBezTo>
                  <a:cubicBezTo>
                    <a:pt x="27466" y="3913"/>
                    <a:pt x="28437" y="3902"/>
                    <a:pt x="29408" y="3870"/>
                  </a:cubicBezTo>
                  <a:cubicBezTo>
                    <a:pt x="31147" y="3822"/>
                    <a:pt x="32885" y="3727"/>
                    <a:pt x="34623" y="3668"/>
                  </a:cubicBezTo>
                  <a:cubicBezTo>
                    <a:pt x="36263" y="3612"/>
                    <a:pt x="37913" y="3569"/>
                    <a:pt x="39562" y="3569"/>
                  </a:cubicBezTo>
                  <a:cubicBezTo>
                    <a:pt x="41422" y="3569"/>
                    <a:pt x="43282" y="3623"/>
                    <a:pt x="45125" y="3775"/>
                  </a:cubicBezTo>
                  <a:cubicBezTo>
                    <a:pt x="47256" y="3942"/>
                    <a:pt x="49411" y="4203"/>
                    <a:pt x="51566" y="4227"/>
                  </a:cubicBezTo>
                  <a:cubicBezTo>
                    <a:pt x="51566" y="2918"/>
                    <a:pt x="51602" y="1596"/>
                    <a:pt x="51566" y="286"/>
                  </a:cubicBezTo>
                  <a:cubicBezTo>
                    <a:pt x="50756" y="248"/>
                    <a:pt x="49942" y="232"/>
                    <a:pt x="49124" y="232"/>
                  </a:cubicBezTo>
                  <a:cubicBezTo>
                    <a:pt x="46431" y="232"/>
                    <a:pt x="43708" y="401"/>
                    <a:pt x="41041" y="465"/>
                  </a:cubicBezTo>
                  <a:lnTo>
                    <a:pt x="41041" y="453"/>
                  </a:lnTo>
                  <a:cubicBezTo>
                    <a:pt x="40590" y="464"/>
                    <a:pt x="40139" y="469"/>
                    <a:pt x="39689" y="469"/>
                  </a:cubicBezTo>
                  <a:cubicBezTo>
                    <a:pt x="36349" y="469"/>
                    <a:pt x="33031" y="189"/>
                    <a:pt x="29694" y="84"/>
                  </a:cubicBezTo>
                  <a:cubicBezTo>
                    <a:pt x="27706" y="24"/>
                    <a:pt x="25718" y="1"/>
                    <a:pt x="237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8"/>
            <p:cNvSpPr/>
            <p:nvPr/>
          </p:nvSpPr>
          <p:spPr>
            <a:xfrm flipH="1">
              <a:off x="7788" y="1922963"/>
              <a:ext cx="1258200" cy="65325"/>
            </a:xfrm>
            <a:custGeom>
              <a:avLst/>
              <a:gdLst/>
              <a:ahLst/>
              <a:cxnLst/>
              <a:rect l="l" t="t" r="r" b="b"/>
              <a:pathLst>
                <a:path w="50328" h="2613" extrusionOk="0">
                  <a:moveTo>
                    <a:pt x="38442" y="1"/>
                  </a:moveTo>
                  <a:cubicBezTo>
                    <a:pt x="36370" y="1"/>
                    <a:pt x="34294" y="74"/>
                    <a:pt x="32242" y="152"/>
                  </a:cubicBezTo>
                  <a:cubicBezTo>
                    <a:pt x="30480" y="223"/>
                    <a:pt x="28730" y="306"/>
                    <a:pt x="26968" y="342"/>
                  </a:cubicBezTo>
                  <a:cubicBezTo>
                    <a:pt x="26483" y="348"/>
                    <a:pt x="25998" y="351"/>
                    <a:pt x="25513" y="351"/>
                  </a:cubicBezTo>
                  <a:cubicBezTo>
                    <a:pt x="24188" y="351"/>
                    <a:pt x="22864" y="329"/>
                    <a:pt x="21539" y="294"/>
                  </a:cubicBezTo>
                  <a:cubicBezTo>
                    <a:pt x="20704" y="275"/>
                    <a:pt x="19852" y="267"/>
                    <a:pt x="18985" y="267"/>
                  </a:cubicBezTo>
                  <a:cubicBezTo>
                    <a:pt x="12850" y="267"/>
                    <a:pt x="6009" y="687"/>
                    <a:pt x="0" y="687"/>
                  </a:cubicBezTo>
                  <a:cubicBezTo>
                    <a:pt x="12" y="1247"/>
                    <a:pt x="262" y="2033"/>
                    <a:pt x="262" y="2592"/>
                  </a:cubicBezTo>
                  <a:cubicBezTo>
                    <a:pt x="815" y="2606"/>
                    <a:pt x="1371" y="2613"/>
                    <a:pt x="1927" y="2613"/>
                  </a:cubicBezTo>
                  <a:cubicBezTo>
                    <a:pt x="8478" y="2613"/>
                    <a:pt x="15249" y="1709"/>
                    <a:pt x="21602" y="1709"/>
                  </a:cubicBezTo>
                  <a:cubicBezTo>
                    <a:pt x="22426" y="1709"/>
                    <a:pt x="23243" y="1725"/>
                    <a:pt x="24051" y="1759"/>
                  </a:cubicBezTo>
                  <a:cubicBezTo>
                    <a:pt x="29266" y="1973"/>
                    <a:pt x="34433" y="2461"/>
                    <a:pt x="39648" y="2509"/>
                  </a:cubicBezTo>
                  <a:cubicBezTo>
                    <a:pt x="43208" y="2533"/>
                    <a:pt x="46768" y="2497"/>
                    <a:pt x="50316" y="2592"/>
                  </a:cubicBezTo>
                  <a:cubicBezTo>
                    <a:pt x="50328" y="1949"/>
                    <a:pt x="50328" y="1318"/>
                    <a:pt x="50328" y="675"/>
                  </a:cubicBezTo>
                  <a:cubicBezTo>
                    <a:pt x="47780" y="640"/>
                    <a:pt x="45220" y="294"/>
                    <a:pt x="42708" y="128"/>
                  </a:cubicBezTo>
                  <a:cubicBezTo>
                    <a:pt x="41295" y="35"/>
                    <a:pt x="39870" y="1"/>
                    <a:pt x="384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8"/>
            <p:cNvSpPr/>
            <p:nvPr/>
          </p:nvSpPr>
          <p:spPr>
            <a:xfrm flipH="1">
              <a:off x="7788" y="1999263"/>
              <a:ext cx="1272500" cy="70675"/>
            </a:xfrm>
            <a:custGeom>
              <a:avLst/>
              <a:gdLst/>
              <a:ahLst/>
              <a:cxnLst/>
              <a:rect l="l" t="t" r="r" b="b"/>
              <a:pathLst>
                <a:path w="50900" h="2827" extrusionOk="0">
                  <a:moveTo>
                    <a:pt x="21903" y="0"/>
                  </a:moveTo>
                  <a:cubicBezTo>
                    <a:pt x="14996" y="0"/>
                    <a:pt x="7204" y="862"/>
                    <a:pt x="395" y="862"/>
                  </a:cubicBezTo>
                  <a:cubicBezTo>
                    <a:pt x="315" y="862"/>
                    <a:pt x="235" y="862"/>
                    <a:pt x="156" y="862"/>
                  </a:cubicBezTo>
                  <a:lnTo>
                    <a:pt x="156" y="862"/>
                  </a:lnTo>
                  <a:cubicBezTo>
                    <a:pt x="203" y="1576"/>
                    <a:pt x="1" y="2112"/>
                    <a:pt x="48" y="2826"/>
                  </a:cubicBezTo>
                  <a:cubicBezTo>
                    <a:pt x="1775" y="2826"/>
                    <a:pt x="2567" y="2337"/>
                    <a:pt x="2844" y="2337"/>
                  </a:cubicBezTo>
                  <a:cubicBezTo>
                    <a:pt x="2853" y="2337"/>
                    <a:pt x="2862" y="2337"/>
                    <a:pt x="2870" y="2338"/>
                  </a:cubicBezTo>
                  <a:cubicBezTo>
                    <a:pt x="4942" y="1969"/>
                    <a:pt x="7109" y="1814"/>
                    <a:pt x="9157" y="1731"/>
                  </a:cubicBezTo>
                  <a:cubicBezTo>
                    <a:pt x="10328" y="1684"/>
                    <a:pt x="11501" y="1663"/>
                    <a:pt x="12674" y="1663"/>
                  </a:cubicBezTo>
                  <a:cubicBezTo>
                    <a:pt x="15926" y="1663"/>
                    <a:pt x="19183" y="1821"/>
                    <a:pt x="22420" y="2005"/>
                  </a:cubicBezTo>
                  <a:cubicBezTo>
                    <a:pt x="24599" y="2136"/>
                    <a:pt x="26790" y="2279"/>
                    <a:pt x="28969" y="2422"/>
                  </a:cubicBezTo>
                  <a:cubicBezTo>
                    <a:pt x="29964" y="2405"/>
                    <a:pt x="30958" y="2397"/>
                    <a:pt x="31952" y="2397"/>
                  </a:cubicBezTo>
                  <a:cubicBezTo>
                    <a:pt x="37965" y="2397"/>
                    <a:pt x="43965" y="2673"/>
                    <a:pt x="49983" y="2826"/>
                  </a:cubicBezTo>
                  <a:cubicBezTo>
                    <a:pt x="50281" y="2791"/>
                    <a:pt x="50579" y="2755"/>
                    <a:pt x="50876" y="2707"/>
                  </a:cubicBezTo>
                  <a:cubicBezTo>
                    <a:pt x="50888" y="2100"/>
                    <a:pt x="50888" y="1493"/>
                    <a:pt x="50900" y="886"/>
                  </a:cubicBezTo>
                  <a:cubicBezTo>
                    <a:pt x="46959" y="767"/>
                    <a:pt x="43018" y="838"/>
                    <a:pt x="39065" y="779"/>
                  </a:cubicBezTo>
                  <a:cubicBezTo>
                    <a:pt x="34338" y="707"/>
                    <a:pt x="29659" y="267"/>
                    <a:pt x="24944" y="64"/>
                  </a:cubicBezTo>
                  <a:cubicBezTo>
                    <a:pt x="23955" y="20"/>
                    <a:pt x="22939" y="0"/>
                    <a:pt x="219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8"/>
            <p:cNvSpPr/>
            <p:nvPr/>
          </p:nvSpPr>
          <p:spPr>
            <a:xfrm flipH="1">
              <a:off x="648038" y="2063363"/>
              <a:ext cx="448600" cy="12900"/>
            </a:xfrm>
            <a:custGeom>
              <a:avLst/>
              <a:gdLst/>
              <a:ahLst/>
              <a:cxnLst/>
              <a:rect l="l" t="t" r="r" b="b"/>
              <a:pathLst>
                <a:path w="17944" h="516" extrusionOk="0">
                  <a:moveTo>
                    <a:pt x="17944" y="0"/>
                  </a:moveTo>
                  <a:cubicBezTo>
                    <a:pt x="17491" y="12"/>
                    <a:pt x="17039" y="12"/>
                    <a:pt x="16586" y="12"/>
                  </a:cubicBezTo>
                  <a:cubicBezTo>
                    <a:pt x="11050" y="72"/>
                    <a:pt x="5525" y="179"/>
                    <a:pt x="1" y="298"/>
                  </a:cubicBezTo>
                  <a:cubicBezTo>
                    <a:pt x="2439" y="442"/>
                    <a:pt x="4886" y="516"/>
                    <a:pt x="7334" y="516"/>
                  </a:cubicBezTo>
                  <a:cubicBezTo>
                    <a:pt x="8950" y="516"/>
                    <a:pt x="10566" y="483"/>
                    <a:pt x="12181" y="417"/>
                  </a:cubicBezTo>
                  <a:cubicBezTo>
                    <a:pt x="14098" y="334"/>
                    <a:pt x="16027" y="203"/>
                    <a:pt x="179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8"/>
            <p:cNvSpPr/>
            <p:nvPr/>
          </p:nvSpPr>
          <p:spPr>
            <a:xfrm flipH="1">
              <a:off x="27113" y="1686688"/>
              <a:ext cx="491475" cy="19700"/>
            </a:xfrm>
            <a:custGeom>
              <a:avLst/>
              <a:gdLst/>
              <a:ahLst/>
              <a:cxnLst/>
              <a:rect l="l" t="t" r="r" b="b"/>
              <a:pathLst>
                <a:path w="19659" h="788" extrusionOk="0">
                  <a:moveTo>
                    <a:pt x="9470" y="0"/>
                  </a:moveTo>
                  <a:cubicBezTo>
                    <a:pt x="6310" y="0"/>
                    <a:pt x="3147" y="109"/>
                    <a:pt x="1" y="351"/>
                  </a:cubicBezTo>
                  <a:cubicBezTo>
                    <a:pt x="3537" y="542"/>
                    <a:pt x="7073" y="744"/>
                    <a:pt x="10621" y="780"/>
                  </a:cubicBezTo>
                  <a:cubicBezTo>
                    <a:pt x="11034" y="785"/>
                    <a:pt x="11446" y="788"/>
                    <a:pt x="11859" y="788"/>
                  </a:cubicBezTo>
                  <a:cubicBezTo>
                    <a:pt x="14464" y="788"/>
                    <a:pt x="17079" y="682"/>
                    <a:pt x="19658" y="363"/>
                  </a:cubicBezTo>
                  <a:cubicBezTo>
                    <a:pt x="19003" y="316"/>
                    <a:pt x="18348" y="268"/>
                    <a:pt x="17694" y="232"/>
                  </a:cubicBezTo>
                  <a:cubicBezTo>
                    <a:pt x="14963" y="83"/>
                    <a:pt x="12218" y="0"/>
                    <a:pt x="9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8"/>
            <p:cNvSpPr/>
            <p:nvPr/>
          </p:nvSpPr>
          <p:spPr>
            <a:xfrm flipH="1">
              <a:off x="6888" y="2094613"/>
              <a:ext cx="1261775" cy="39225"/>
            </a:xfrm>
            <a:custGeom>
              <a:avLst/>
              <a:gdLst/>
              <a:ahLst/>
              <a:cxnLst/>
              <a:rect l="l" t="t" r="r" b="b"/>
              <a:pathLst>
                <a:path w="50471" h="1569" extrusionOk="0">
                  <a:moveTo>
                    <a:pt x="25459" y="1"/>
                  </a:moveTo>
                  <a:cubicBezTo>
                    <a:pt x="24508" y="1"/>
                    <a:pt x="23558" y="15"/>
                    <a:pt x="22610" y="48"/>
                  </a:cubicBezTo>
                  <a:cubicBezTo>
                    <a:pt x="19176" y="174"/>
                    <a:pt x="15810" y="388"/>
                    <a:pt x="12410" y="388"/>
                  </a:cubicBezTo>
                  <a:cubicBezTo>
                    <a:pt x="11306" y="388"/>
                    <a:pt x="10199" y="366"/>
                    <a:pt x="9085" y="310"/>
                  </a:cubicBezTo>
                  <a:cubicBezTo>
                    <a:pt x="7132" y="215"/>
                    <a:pt x="5179" y="108"/>
                    <a:pt x="3227" y="108"/>
                  </a:cubicBezTo>
                  <a:cubicBezTo>
                    <a:pt x="2822" y="108"/>
                    <a:pt x="941" y="513"/>
                    <a:pt x="143" y="548"/>
                  </a:cubicBezTo>
                  <a:cubicBezTo>
                    <a:pt x="167" y="906"/>
                    <a:pt x="0" y="1084"/>
                    <a:pt x="24" y="1441"/>
                  </a:cubicBezTo>
                  <a:cubicBezTo>
                    <a:pt x="214" y="1443"/>
                    <a:pt x="407" y="1444"/>
                    <a:pt x="604" y="1444"/>
                  </a:cubicBezTo>
                  <a:cubicBezTo>
                    <a:pt x="3891" y="1444"/>
                    <a:pt x="8119" y="1178"/>
                    <a:pt x="11275" y="1156"/>
                  </a:cubicBezTo>
                  <a:cubicBezTo>
                    <a:pt x="13002" y="1145"/>
                    <a:pt x="14729" y="1136"/>
                    <a:pt x="16454" y="1136"/>
                  </a:cubicBezTo>
                  <a:cubicBezTo>
                    <a:pt x="18453" y="1136"/>
                    <a:pt x="20450" y="1147"/>
                    <a:pt x="22443" y="1179"/>
                  </a:cubicBezTo>
                  <a:cubicBezTo>
                    <a:pt x="26122" y="1239"/>
                    <a:pt x="29790" y="1370"/>
                    <a:pt x="33469" y="1441"/>
                  </a:cubicBezTo>
                  <a:cubicBezTo>
                    <a:pt x="36518" y="1512"/>
                    <a:pt x="39571" y="1569"/>
                    <a:pt x="42621" y="1569"/>
                  </a:cubicBezTo>
                  <a:cubicBezTo>
                    <a:pt x="45229" y="1569"/>
                    <a:pt x="47834" y="1527"/>
                    <a:pt x="50435" y="1417"/>
                  </a:cubicBezTo>
                  <a:cubicBezTo>
                    <a:pt x="50411" y="1120"/>
                    <a:pt x="50471" y="798"/>
                    <a:pt x="50435" y="501"/>
                  </a:cubicBezTo>
                  <a:lnTo>
                    <a:pt x="50435" y="501"/>
                  </a:lnTo>
                  <a:cubicBezTo>
                    <a:pt x="48674" y="629"/>
                    <a:pt x="46903" y="679"/>
                    <a:pt x="45126" y="679"/>
                  </a:cubicBezTo>
                  <a:cubicBezTo>
                    <a:pt x="38600" y="679"/>
                    <a:pt x="31987" y="1"/>
                    <a:pt x="254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8"/>
            <p:cNvSpPr/>
            <p:nvPr/>
          </p:nvSpPr>
          <p:spPr>
            <a:xfrm flipH="1">
              <a:off x="6888" y="2140438"/>
              <a:ext cx="1262375" cy="53100"/>
            </a:xfrm>
            <a:custGeom>
              <a:avLst/>
              <a:gdLst/>
              <a:ahLst/>
              <a:cxnLst/>
              <a:rect l="l" t="t" r="r" b="b"/>
              <a:pathLst>
                <a:path w="50495" h="2124" extrusionOk="0">
                  <a:moveTo>
                    <a:pt x="18395" y="0"/>
                  </a:moveTo>
                  <a:cubicBezTo>
                    <a:pt x="11536" y="0"/>
                    <a:pt x="1746" y="205"/>
                    <a:pt x="0" y="299"/>
                  </a:cubicBezTo>
                  <a:cubicBezTo>
                    <a:pt x="36" y="894"/>
                    <a:pt x="596" y="1323"/>
                    <a:pt x="619" y="1918"/>
                  </a:cubicBezTo>
                  <a:cubicBezTo>
                    <a:pt x="1325" y="2071"/>
                    <a:pt x="2138" y="2124"/>
                    <a:pt x="3001" y="2124"/>
                  </a:cubicBezTo>
                  <a:cubicBezTo>
                    <a:pt x="4935" y="2124"/>
                    <a:pt x="7120" y="1858"/>
                    <a:pt x="8909" y="1858"/>
                  </a:cubicBezTo>
                  <a:cubicBezTo>
                    <a:pt x="8936" y="1858"/>
                    <a:pt x="8963" y="1858"/>
                    <a:pt x="8990" y="1859"/>
                  </a:cubicBezTo>
                  <a:cubicBezTo>
                    <a:pt x="13621" y="1882"/>
                    <a:pt x="18241" y="1882"/>
                    <a:pt x="22872" y="1882"/>
                  </a:cubicBezTo>
                  <a:cubicBezTo>
                    <a:pt x="26396" y="1882"/>
                    <a:pt x="29885" y="1716"/>
                    <a:pt x="33397" y="1537"/>
                  </a:cubicBezTo>
                  <a:cubicBezTo>
                    <a:pt x="36099" y="1396"/>
                    <a:pt x="38808" y="1274"/>
                    <a:pt x="41518" y="1274"/>
                  </a:cubicBezTo>
                  <a:cubicBezTo>
                    <a:pt x="42462" y="1274"/>
                    <a:pt x="43407" y="1289"/>
                    <a:pt x="44351" y="1323"/>
                  </a:cubicBezTo>
                  <a:cubicBezTo>
                    <a:pt x="46399" y="1394"/>
                    <a:pt x="48483" y="1549"/>
                    <a:pt x="50483" y="1918"/>
                  </a:cubicBezTo>
                  <a:cubicBezTo>
                    <a:pt x="50447" y="1370"/>
                    <a:pt x="50495" y="811"/>
                    <a:pt x="50447" y="263"/>
                  </a:cubicBezTo>
                  <a:cubicBezTo>
                    <a:pt x="48030" y="358"/>
                    <a:pt x="45518" y="430"/>
                    <a:pt x="43089" y="430"/>
                  </a:cubicBezTo>
                  <a:cubicBezTo>
                    <a:pt x="39422" y="430"/>
                    <a:pt x="35767" y="358"/>
                    <a:pt x="32100" y="275"/>
                  </a:cubicBezTo>
                  <a:cubicBezTo>
                    <a:pt x="28421" y="192"/>
                    <a:pt x="24730" y="61"/>
                    <a:pt x="21051" y="13"/>
                  </a:cubicBezTo>
                  <a:cubicBezTo>
                    <a:pt x="20241" y="4"/>
                    <a:pt x="19346" y="0"/>
                    <a:pt x="183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8"/>
            <p:cNvSpPr/>
            <p:nvPr/>
          </p:nvSpPr>
          <p:spPr>
            <a:xfrm flipH="1">
              <a:off x="7188" y="2226238"/>
              <a:ext cx="1290350" cy="78950"/>
            </a:xfrm>
            <a:custGeom>
              <a:avLst/>
              <a:gdLst/>
              <a:ahLst/>
              <a:cxnLst/>
              <a:rect l="l" t="t" r="r" b="b"/>
              <a:pathLst>
                <a:path w="51614" h="3158" extrusionOk="0">
                  <a:moveTo>
                    <a:pt x="20070" y="1"/>
                  </a:moveTo>
                  <a:cubicBezTo>
                    <a:pt x="13726" y="1"/>
                    <a:pt x="6715" y="401"/>
                    <a:pt x="988" y="1010"/>
                  </a:cubicBezTo>
                  <a:cubicBezTo>
                    <a:pt x="1000" y="1856"/>
                    <a:pt x="0" y="1498"/>
                    <a:pt x="0" y="2344"/>
                  </a:cubicBezTo>
                  <a:cubicBezTo>
                    <a:pt x="12" y="2439"/>
                    <a:pt x="1524" y="2844"/>
                    <a:pt x="1548" y="2939"/>
                  </a:cubicBezTo>
                  <a:cubicBezTo>
                    <a:pt x="2120" y="2999"/>
                    <a:pt x="2672" y="3022"/>
                    <a:pt x="3207" y="3022"/>
                  </a:cubicBezTo>
                  <a:cubicBezTo>
                    <a:pt x="4967" y="3022"/>
                    <a:pt x="6543" y="2772"/>
                    <a:pt x="8041" y="2772"/>
                  </a:cubicBezTo>
                  <a:cubicBezTo>
                    <a:pt x="8067" y="2772"/>
                    <a:pt x="8094" y="2772"/>
                    <a:pt x="8120" y="2772"/>
                  </a:cubicBezTo>
                  <a:cubicBezTo>
                    <a:pt x="10025" y="2772"/>
                    <a:pt x="11942" y="2772"/>
                    <a:pt x="13847" y="2760"/>
                  </a:cubicBezTo>
                  <a:cubicBezTo>
                    <a:pt x="14153" y="2759"/>
                    <a:pt x="14458" y="2758"/>
                    <a:pt x="14764" y="2758"/>
                  </a:cubicBezTo>
                  <a:cubicBezTo>
                    <a:pt x="15540" y="2758"/>
                    <a:pt x="16317" y="2762"/>
                    <a:pt x="17094" y="2762"/>
                  </a:cubicBezTo>
                  <a:cubicBezTo>
                    <a:pt x="17922" y="2762"/>
                    <a:pt x="18749" y="2757"/>
                    <a:pt x="19574" y="2737"/>
                  </a:cubicBezTo>
                  <a:cubicBezTo>
                    <a:pt x="21114" y="2690"/>
                    <a:pt x="22657" y="2669"/>
                    <a:pt x="24200" y="2669"/>
                  </a:cubicBezTo>
                  <a:cubicBezTo>
                    <a:pt x="26617" y="2669"/>
                    <a:pt x="29037" y="2721"/>
                    <a:pt x="31457" y="2808"/>
                  </a:cubicBezTo>
                  <a:cubicBezTo>
                    <a:pt x="33433" y="2879"/>
                    <a:pt x="35398" y="2999"/>
                    <a:pt x="37362" y="3106"/>
                  </a:cubicBezTo>
                  <a:cubicBezTo>
                    <a:pt x="37988" y="3143"/>
                    <a:pt x="38618" y="3157"/>
                    <a:pt x="39248" y="3157"/>
                  </a:cubicBezTo>
                  <a:cubicBezTo>
                    <a:pt x="40418" y="3157"/>
                    <a:pt x="41591" y="3109"/>
                    <a:pt x="42744" y="3070"/>
                  </a:cubicBezTo>
                  <a:cubicBezTo>
                    <a:pt x="44876" y="3001"/>
                    <a:pt x="47022" y="2901"/>
                    <a:pt x="49157" y="2901"/>
                  </a:cubicBezTo>
                  <a:cubicBezTo>
                    <a:pt x="49966" y="2901"/>
                    <a:pt x="50773" y="2915"/>
                    <a:pt x="51578" y="2951"/>
                  </a:cubicBezTo>
                  <a:cubicBezTo>
                    <a:pt x="51566" y="2284"/>
                    <a:pt x="51614" y="1594"/>
                    <a:pt x="51578" y="927"/>
                  </a:cubicBezTo>
                  <a:lnTo>
                    <a:pt x="51578" y="927"/>
                  </a:lnTo>
                  <a:cubicBezTo>
                    <a:pt x="50127" y="1064"/>
                    <a:pt x="48618" y="1118"/>
                    <a:pt x="47120" y="1118"/>
                  </a:cubicBezTo>
                  <a:cubicBezTo>
                    <a:pt x="46147" y="1118"/>
                    <a:pt x="45178" y="1095"/>
                    <a:pt x="44232" y="1058"/>
                  </a:cubicBezTo>
                  <a:cubicBezTo>
                    <a:pt x="40910" y="927"/>
                    <a:pt x="37600" y="629"/>
                    <a:pt x="34290" y="427"/>
                  </a:cubicBezTo>
                  <a:cubicBezTo>
                    <a:pt x="30742" y="201"/>
                    <a:pt x="27170" y="129"/>
                    <a:pt x="23622" y="46"/>
                  </a:cubicBezTo>
                  <a:cubicBezTo>
                    <a:pt x="22472" y="15"/>
                    <a:pt x="21283" y="1"/>
                    <a:pt x="200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8"/>
            <p:cNvSpPr/>
            <p:nvPr/>
          </p:nvSpPr>
          <p:spPr>
            <a:xfrm flipH="1">
              <a:off x="7188" y="2319288"/>
              <a:ext cx="1290050" cy="106825"/>
            </a:xfrm>
            <a:custGeom>
              <a:avLst/>
              <a:gdLst/>
              <a:ahLst/>
              <a:cxnLst/>
              <a:rect l="l" t="t" r="r" b="b"/>
              <a:pathLst>
                <a:path w="51602" h="4273" extrusionOk="0">
                  <a:moveTo>
                    <a:pt x="24508" y="1"/>
                  </a:moveTo>
                  <a:cubicBezTo>
                    <a:pt x="24252" y="1"/>
                    <a:pt x="23997" y="1"/>
                    <a:pt x="23741" y="3"/>
                  </a:cubicBezTo>
                  <a:cubicBezTo>
                    <a:pt x="21789" y="3"/>
                    <a:pt x="19848" y="74"/>
                    <a:pt x="17907" y="74"/>
                  </a:cubicBezTo>
                  <a:cubicBezTo>
                    <a:pt x="13549" y="84"/>
                    <a:pt x="8254" y="293"/>
                    <a:pt x="3585" y="293"/>
                  </a:cubicBezTo>
                  <a:cubicBezTo>
                    <a:pt x="2655" y="293"/>
                    <a:pt x="1749" y="285"/>
                    <a:pt x="881" y="265"/>
                  </a:cubicBezTo>
                  <a:lnTo>
                    <a:pt x="881" y="265"/>
                  </a:lnTo>
                  <a:cubicBezTo>
                    <a:pt x="1024" y="1360"/>
                    <a:pt x="0" y="1932"/>
                    <a:pt x="36" y="3039"/>
                  </a:cubicBezTo>
                  <a:cubicBezTo>
                    <a:pt x="48" y="3170"/>
                    <a:pt x="1417" y="4099"/>
                    <a:pt x="1417" y="4230"/>
                  </a:cubicBezTo>
                  <a:cubicBezTo>
                    <a:pt x="1816" y="4259"/>
                    <a:pt x="2230" y="4273"/>
                    <a:pt x="2656" y="4273"/>
                  </a:cubicBezTo>
                  <a:cubicBezTo>
                    <a:pt x="5822" y="4273"/>
                    <a:pt x="9643" y="3546"/>
                    <a:pt x="12711" y="3546"/>
                  </a:cubicBezTo>
                  <a:cubicBezTo>
                    <a:pt x="12853" y="3546"/>
                    <a:pt x="12994" y="3548"/>
                    <a:pt x="13133" y="3551"/>
                  </a:cubicBezTo>
                  <a:cubicBezTo>
                    <a:pt x="16752" y="3646"/>
                    <a:pt x="20360" y="3825"/>
                    <a:pt x="23979" y="3884"/>
                  </a:cubicBezTo>
                  <a:cubicBezTo>
                    <a:pt x="24819" y="3901"/>
                    <a:pt x="25659" y="3910"/>
                    <a:pt x="26499" y="3910"/>
                  </a:cubicBezTo>
                  <a:cubicBezTo>
                    <a:pt x="27469" y="3910"/>
                    <a:pt x="28439" y="3898"/>
                    <a:pt x="29409" y="3872"/>
                  </a:cubicBezTo>
                  <a:cubicBezTo>
                    <a:pt x="31147" y="3825"/>
                    <a:pt x="32885" y="3729"/>
                    <a:pt x="34624" y="3670"/>
                  </a:cubicBezTo>
                  <a:cubicBezTo>
                    <a:pt x="36287" y="3613"/>
                    <a:pt x="37962" y="3570"/>
                    <a:pt x="39635" y="3570"/>
                  </a:cubicBezTo>
                  <a:cubicBezTo>
                    <a:pt x="41471" y="3570"/>
                    <a:pt x="43306" y="3622"/>
                    <a:pt x="45125" y="3765"/>
                  </a:cubicBezTo>
                  <a:cubicBezTo>
                    <a:pt x="47256" y="3944"/>
                    <a:pt x="49411" y="4206"/>
                    <a:pt x="51566" y="4230"/>
                  </a:cubicBezTo>
                  <a:cubicBezTo>
                    <a:pt x="51566" y="2920"/>
                    <a:pt x="51602" y="1598"/>
                    <a:pt x="51566" y="277"/>
                  </a:cubicBezTo>
                  <a:cubicBezTo>
                    <a:pt x="50778" y="239"/>
                    <a:pt x="49986" y="224"/>
                    <a:pt x="49191" y="224"/>
                  </a:cubicBezTo>
                  <a:cubicBezTo>
                    <a:pt x="46479" y="224"/>
                    <a:pt x="43739" y="400"/>
                    <a:pt x="41041" y="455"/>
                  </a:cubicBezTo>
                  <a:cubicBezTo>
                    <a:pt x="40640" y="464"/>
                    <a:pt x="40239" y="468"/>
                    <a:pt x="39838" y="468"/>
                  </a:cubicBezTo>
                  <a:cubicBezTo>
                    <a:pt x="36455" y="468"/>
                    <a:pt x="33079" y="182"/>
                    <a:pt x="29694" y="86"/>
                  </a:cubicBezTo>
                  <a:cubicBezTo>
                    <a:pt x="27963" y="34"/>
                    <a:pt x="26231" y="1"/>
                    <a:pt x="245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8"/>
            <p:cNvSpPr/>
            <p:nvPr/>
          </p:nvSpPr>
          <p:spPr>
            <a:xfrm flipH="1">
              <a:off x="8063" y="2436213"/>
              <a:ext cx="1258225" cy="65500"/>
            </a:xfrm>
            <a:custGeom>
              <a:avLst/>
              <a:gdLst/>
              <a:ahLst/>
              <a:cxnLst/>
              <a:rect l="l" t="t" r="r" b="b"/>
              <a:pathLst>
                <a:path w="50329" h="2620" extrusionOk="0">
                  <a:moveTo>
                    <a:pt x="38390" y="0"/>
                  </a:moveTo>
                  <a:cubicBezTo>
                    <a:pt x="36335" y="0"/>
                    <a:pt x="34277" y="76"/>
                    <a:pt x="32243" y="160"/>
                  </a:cubicBezTo>
                  <a:cubicBezTo>
                    <a:pt x="30480" y="219"/>
                    <a:pt x="28730" y="315"/>
                    <a:pt x="26968" y="338"/>
                  </a:cubicBezTo>
                  <a:cubicBezTo>
                    <a:pt x="26365" y="346"/>
                    <a:pt x="25762" y="350"/>
                    <a:pt x="25158" y="350"/>
                  </a:cubicBezTo>
                  <a:cubicBezTo>
                    <a:pt x="23952" y="350"/>
                    <a:pt x="22745" y="334"/>
                    <a:pt x="21539" y="303"/>
                  </a:cubicBezTo>
                  <a:cubicBezTo>
                    <a:pt x="20649" y="281"/>
                    <a:pt x="19738" y="271"/>
                    <a:pt x="18811" y="271"/>
                  </a:cubicBezTo>
                  <a:cubicBezTo>
                    <a:pt x="12721" y="271"/>
                    <a:pt x="5953" y="684"/>
                    <a:pt x="0" y="684"/>
                  </a:cubicBezTo>
                  <a:cubicBezTo>
                    <a:pt x="12" y="1255"/>
                    <a:pt x="262" y="2041"/>
                    <a:pt x="262" y="2601"/>
                  </a:cubicBezTo>
                  <a:cubicBezTo>
                    <a:pt x="790" y="2613"/>
                    <a:pt x="1319" y="2619"/>
                    <a:pt x="1850" y="2619"/>
                  </a:cubicBezTo>
                  <a:cubicBezTo>
                    <a:pt x="8427" y="2619"/>
                    <a:pt x="15212" y="1717"/>
                    <a:pt x="21584" y="1717"/>
                  </a:cubicBezTo>
                  <a:cubicBezTo>
                    <a:pt x="22414" y="1717"/>
                    <a:pt x="23237" y="1733"/>
                    <a:pt x="24051" y="1767"/>
                  </a:cubicBezTo>
                  <a:cubicBezTo>
                    <a:pt x="29266" y="1981"/>
                    <a:pt x="34433" y="2470"/>
                    <a:pt x="39660" y="2505"/>
                  </a:cubicBezTo>
                  <a:cubicBezTo>
                    <a:pt x="43208" y="2541"/>
                    <a:pt x="46768" y="2505"/>
                    <a:pt x="50328" y="2601"/>
                  </a:cubicBezTo>
                  <a:cubicBezTo>
                    <a:pt x="50328" y="1958"/>
                    <a:pt x="50328" y="1315"/>
                    <a:pt x="50328" y="684"/>
                  </a:cubicBezTo>
                  <a:cubicBezTo>
                    <a:pt x="47792" y="648"/>
                    <a:pt x="45232" y="303"/>
                    <a:pt x="42708" y="136"/>
                  </a:cubicBezTo>
                  <a:cubicBezTo>
                    <a:pt x="41278" y="38"/>
                    <a:pt x="39835" y="0"/>
                    <a:pt x="383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8"/>
            <p:cNvSpPr/>
            <p:nvPr/>
          </p:nvSpPr>
          <p:spPr>
            <a:xfrm flipH="1">
              <a:off x="8063" y="2512513"/>
              <a:ext cx="1272525" cy="70875"/>
            </a:xfrm>
            <a:custGeom>
              <a:avLst/>
              <a:gdLst/>
              <a:ahLst/>
              <a:cxnLst/>
              <a:rect l="l" t="t" r="r" b="b"/>
              <a:pathLst>
                <a:path w="50901" h="2835" extrusionOk="0">
                  <a:moveTo>
                    <a:pt x="21976" y="0"/>
                  </a:moveTo>
                  <a:cubicBezTo>
                    <a:pt x="15017" y="0"/>
                    <a:pt x="7136" y="870"/>
                    <a:pt x="277" y="870"/>
                  </a:cubicBezTo>
                  <a:cubicBezTo>
                    <a:pt x="237" y="870"/>
                    <a:pt x="196" y="870"/>
                    <a:pt x="156" y="870"/>
                  </a:cubicBezTo>
                  <a:lnTo>
                    <a:pt x="156" y="870"/>
                  </a:lnTo>
                  <a:cubicBezTo>
                    <a:pt x="203" y="1585"/>
                    <a:pt x="1" y="2120"/>
                    <a:pt x="49" y="2835"/>
                  </a:cubicBezTo>
                  <a:cubicBezTo>
                    <a:pt x="1795" y="2835"/>
                    <a:pt x="2585" y="2334"/>
                    <a:pt x="2864" y="2334"/>
                  </a:cubicBezTo>
                  <a:cubicBezTo>
                    <a:pt x="2870" y="2334"/>
                    <a:pt x="2876" y="2334"/>
                    <a:pt x="2882" y="2335"/>
                  </a:cubicBezTo>
                  <a:cubicBezTo>
                    <a:pt x="4942" y="1977"/>
                    <a:pt x="7121" y="1823"/>
                    <a:pt x="9169" y="1739"/>
                  </a:cubicBezTo>
                  <a:cubicBezTo>
                    <a:pt x="10340" y="1692"/>
                    <a:pt x="11512" y="1671"/>
                    <a:pt x="12684" y="1671"/>
                  </a:cubicBezTo>
                  <a:cubicBezTo>
                    <a:pt x="15933" y="1671"/>
                    <a:pt x="19183" y="1829"/>
                    <a:pt x="22420" y="2013"/>
                  </a:cubicBezTo>
                  <a:cubicBezTo>
                    <a:pt x="24611" y="2132"/>
                    <a:pt x="26790" y="2275"/>
                    <a:pt x="28969" y="2418"/>
                  </a:cubicBezTo>
                  <a:cubicBezTo>
                    <a:pt x="29937" y="2401"/>
                    <a:pt x="30906" y="2394"/>
                    <a:pt x="31874" y="2394"/>
                  </a:cubicBezTo>
                  <a:cubicBezTo>
                    <a:pt x="37915" y="2394"/>
                    <a:pt x="43949" y="2681"/>
                    <a:pt x="49983" y="2835"/>
                  </a:cubicBezTo>
                  <a:cubicBezTo>
                    <a:pt x="50281" y="2799"/>
                    <a:pt x="50579" y="2763"/>
                    <a:pt x="50876" y="2716"/>
                  </a:cubicBezTo>
                  <a:cubicBezTo>
                    <a:pt x="50888" y="2108"/>
                    <a:pt x="50900" y="1501"/>
                    <a:pt x="50900" y="894"/>
                  </a:cubicBezTo>
                  <a:cubicBezTo>
                    <a:pt x="46959" y="775"/>
                    <a:pt x="43018" y="846"/>
                    <a:pt x="39065" y="787"/>
                  </a:cubicBezTo>
                  <a:cubicBezTo>
                    <a:pt x="34350" y="715"/>
                    <a:pt x="29659" y="275"/>
                    <a:pt x="24944" y="61"/>
                  </a:cubicBezTo>
                  <a:cubicBezTo>
                    <a:pt x="23978" y="18"/>
                    <a:pt x="22987" y="0"/>
                    <a:pt x="219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8"/>
            <p:cNvSpPr/>
            <p:nvPr/>
          </p:nvSpPr>
          <p:spPr>
            <a:xfrm flipH="1">
              <a:off x="648038" y="2576813"/>
              <a:ext cx="448875" cy="12850"/>
            </a:xfrm>
            <a:custGeom>
              <a:avLst/>
              <a:gdLst/>
              <a:ahLst/>
              <a:cxnLst/>
              <a:rect l="l" t="t" r="r" b="b"/>
              <a:pathLst>
                <a:path w="17955" h="514" extrusionOk="0">
                  <a:moveTo>
                    <a:pt x="17955" y="1"/>
                  </a:moveTo>
                  <a:cubicBezTo>
                    <a:pt x="17490" y="1"/>
                    <a:pt x="17038" y="1"/>
                    <a:pt x="16585" y="13"/>
                  </a:cubicBezTo>
                  <a:cubicBezTo>
                    <a:pt x="11049" y="60"/>
                    <a:pt x="5525" y="167"/>
                    <a:pt x="0" y="298"/>
                  </a:cubicBezTo>
                  <a:cubicBezTo>
                    <a:pt x="2397" y="439"/>
                    <a:pt x="4802" y="514"/>
                    <a:pt x="7209" y="514"/>
                  </a:cubicBezTo>
                  <a:cubicBezTo>
                    <a:pt x="8866" y="514"/>
                    <a:pt x="10524" y="478"/>
                    <a:pt x="12180" y="406"/>
                  </a:cubicBezTo>
                  <a:cubicBezTo>
                    <a:pt x="14097" y="322"/>
                    <a:pt x="16026" y="191"/>
                    <a:pt x="179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8"/>
            <p:cNvSpPr/>
            <p:nvPr/>
          </p:nvSpPr>
          <p:spPr>
            <a:xfrm flipH="1">
              <a:off x="27113" y="2200138"/>
              <a:ext cx="491775" cy="19400"/>
            </a:xfrm>
            <a:custGeom>
              <a:avLst/>
              <a:gdLst/>
              <a:ahLst/>
              <a:cxnLst/>
              <a:rect l="l" t="t" r="r" b="b"/>
              <a:pathLst>
                <a:path w="19671" h="776" extrusionOk="0">
                  <a:moveTo>
                    <a:pt x="9470" y="0"/>
                  </a:moveTo>
                  <a:cubicBezTo>
                    <a:pt x="6310" y="0"/>
                    <a:pt x="3147" y="110"/>
                    <a:pt x="1" y="352"/>
                  </a:cubicBezTo>
                  <a:cubicBezTo>
                    <a:pt x="3537" y="530"/>
                    <a:pt x="7073" y="733"/>
                    <a:pt x="10621" y="768"/>
                  </a:cubicBezTo>
                  <a:cubicBezTo>
                    <a:pt x="11036" y="773"/>
                    <a:pt x="11451" y="776"/>
                    <a:pt x="11867" y="776"/>
                  </a:cubicBezTo>
                  <a:cubicBezTo>
                    <a:pt x="14469" y="776"/>
                    <a:pt x="17083" y="672"/>
                    <a:pt x="19670" y="364"/>
                  </a:cubicBezTo>
                  <a:cubicBezTo>
                    <a:pt x="19003" y="316"/>
                    <a:pt x="18349" y="268"/>
                    <a:pt x="17694" y="233"/>
                  </a:cubicBezTo>
                  <a:cubicBezTo>
                    <a:pt x="14963" y="83"/>
                    <a:pt x="12218" y="0"/>
                    <a:pt x="9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8"/>
            <p:cNvSpPr/>
            <p:nvPr/>
          </p:nvSpPr>
          <p:spPr>
            <a:xfrm flipH="1">
              <a:off x="7188" y="2608013"/>
              <a:ext cx="1261775" cy="39175"/>
            </a:xfrm>
            <a:custGeom>
              <a:avLst/>
              <a:gdLst/>
              <a:ahLst/>
              <a:cxnLst/>
              <a:rect l="l" t="t" r="r" b="b"/>
              <a:pathLst>
                <a:path w="50471" h="1567" extrusionOk="0">
                  <a:moveTo>
                    <a:pt x="25534" y="0"/>
                  </a:moveTo>
                  <a:cubicBezTo>
                    <a:pt x="24557" y="0"/>
                    <a:pt x="23582" y="15"/>
                    <a:pt x="22610" y="51"/>
                  </a:cubicBezTo>
                  <a:cubicBezTo>
                    <a:pt x="19176" y="176"/>
                    <a:pt x="15811" y="390"/>
                    <a:pt x="12410" y="390"/>
                  </a:cubicBezTo>
                  <a:cubicBezTo>
                    <a:pt x="11306" y="390"/>
                    <a:pt x="10199" y="368"/>
                    <a:pt x="9085" y="312"/>
                  </a:cubicBezTo>
                  <a:cubicBezTo>
                    <a:pt x="7132" y="205"/>
                    <a:pt x="5179" y="110"/>
                    <a:pt x="3227" y="110"/>
                  </a:cubicBezTo>
                  <a:cubicBezTo>
                    <a:pt x="2822" y="110"/>
                    <a:pt x="941" y="515"/>
                    <a:pt x="143" y="539"/>
                  </a:cubicBezTo>
                  <a:cubicBezTo>
                    <a:pt x="167" y="896"/>
                    <a:pt x="0" y="1086"/>
                    <a:pt x="24" y="1444"/>
                  </a:cubicBezTo>
                  <a:cubicBezTo>
                    <a:pt x="207" y="1445"/>
                    <a:pt x="393" y="1446"/>
                    <a:pt x="583" y="1446"/>
                  </a:cubicBezTo>
                  <a:cubicBezTo>
                    <a:pt x="3874" y="1446"/>
                    <a:pt x="8112" y="1169"/>
                    <a:pt x="11275" y="1158"/>
                  </a:cubicBezTo>
                  <a:cubicBezTo>
                    <a:pt x="13139" y="1146"/>
                    <a:pt x="15002" y="1134"/>
                    <a:pt x="16864" y="1134"/>
                  </a:cubicBezTo>
                  <a:cubicBezTo>
                    <a:pt x="18726" y="1134"/>
                    <a:pt x="20586" y="1146"/>
                    <a:pt x="22444" y="1182"/>
                  </a:cubicBezTo>
                  <a:cubicBezTo>
                    <a:pt x="26123" y="1241"/>
                    <a:pt x="29790" y="1360"/>
                    <a:pt x="33469" y="1444"/>
                  </a:cubicBezTo>
                  <a:cubicBezTo>
                    <a:pt x="36568" y="1509"/>
                    <a:pt x="39671" y="1567"/>
                    <a:pt x="42771" y="1567"/>
                  </a:cubicBezTo>
                  <a:cubicBezTo>
                    <a:pt x="45328" y="1567"/>
                    <a:pt x="47884" y="1527"/>
                    <a:pt x="50435" y="1420"/>
                  </a:cubicBezTo>
                  <a:cubicBezTo>
                    <a:pt x="50411" y="1122"/>
                    <a:pt x="50471" y="801"/>
                    <a:pt x="50435" y="503"/>
                  </a:cubicBezTo>
                  <a:lnTo>
                    <a:pt x="50435" y="503"/>
                  </a:lnTo>
                  <a:cubicBezTo>
                    <a:pt x="48685" y="630"/>
                    <a:pt x="46925" y="680"/>
                    <a:pt x="45159" y="680"/>
                  </a:cubicBezTo>
                  <a:cubicBezTo>
                    <a:pt x="38648" y="680"/>
                    <a:pt x="32048" y="0"/>
                    <a:pt x="255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8"/>
            <p:cNvSpPr/>
            <p:nvPr/>
          </p:nvSpPr>
          <p:spPr>
            <a:xfrm flipH="1">
              <a:off x="7188" y="2653888"/>
              <a:ext cx="1262075" cy="53100"/>
            </a:xfrm>
            <a:custGeom>
              <a:avLst/>
              <a:gdLst/>
              <a:ahLst/>
              <a:cxnLst/>
              <a:rect l="l" t="t" r="r" b="b"/>
              <a:pathLst>
                <a:path w="50483" h="2124" extrusionOk="0">
                  <a:moveTo>
                    <a:pt x="18274" y="0"/>
                  </a:moveTo>
                  <a:cubicBezTo>
                    <a:pt x="11421" y="0"/>
                    <a:pt x="1727" y="195"/>
                    <a:pt x="0" y="299"/>
                  </a:cubicBezTo>
                  <a:cubicBezTo>
                    <a:pt x="24" y="894"/>
                    <a:pt x="584" y="1323"/>
                    <a:pt x="608" y="1918"/>
                  </a:cubicBezTo>
                  <a:cubicBezTo>
                    <a:pt x="1313" y="2071"/>
                    <a:pt x="2127" y="2124"/>
                    <a:pt x="2991" y="2124"/>
                  </a:cubicBezTo>
                  <a:cubicBezTo>
                    <a:pt x="4929" y="2124"/>
                    <a:pt x="7120" y="1859"/>
                    <a:pt x="8909" y="1859"/>
                  </a:cubicBezTo>
                  <a:cubicBezTo>
                    <a:pt x="8936" y="1859"/>
                    <a:pt x="8963" y="1859"/>
                    <a:pt x="8990" y="1859"/>
                  </a:cubicBezTo>
                  <a:cubicBezTo>
                    <a:pt x="13609" y="1871"/>
                    <a:pt x="18241" y="1883"/>
                    <a:pt x="22860" y="1883"/>
                  </a:cubicBezTo>
                  <a:cubicBezTo>
                    <a:pt x="26385" y="1883"/>
                    <a:pt x="29873" y="1716"/>
                    <a:pt x="33385" y="1537"/>
                  </a:cubicBezTo>
                  <a:cubicBezTo>
                    <a:pt x="36143" y="1393"/>
                    <a:pt x="38908" y="1269"/>
                    <a:pt x="41674" y="1269"/>
                  </a:cubicBezTo>
                  <a:cubicBezTo>
                    <a:pt x="42562" y="1269"/>
                    <a:pt x="43451" y="1282"/>
                    <a:pt x="44339" y="1311"/>
                  </a:cubicBezTo>
                  <a:cubicBezTo>
                    <a:pt x="46387" y="1383"/>
                    <a:pt x="48471" y="1549"/>
                    <a:pt x="50471" y="1918"/>
                  </a:cubicBezTo>
                  <a:cubicBezTo>
                    <a:pt x="50435" y="1371"/>
                    <a:pt x="50483" y="811"/>
                    <a:pt x="50447" y="263"/>
                  </a:cubicBezTo>
                  <a:lnTo>
                    <a:pt x="50447" y="263"/>
                  </a:lnTo>
                  <a:cubicBezTo>
                    <a:pt x="48018" y="359"/>
                    <a:pt x="45506" y="418"/>
                    <a:pt x="43077" y="430"/>
                  </a:cubicBezTo>
                  <a:cubicBezTo>
                    <a:pt x="39422" y="430"/>
                    <a:pt x="35755" y="359"/>
                    <a:pt x="32088" y="275"/>
                  </a:cubicBezTo>
                  <a:cubicBezTo>
                    <a:pt x="28409" y="192"/>
                    <a:pt x="24730" y="61"/>
                    <a:pt x="21039" y="13"/>
                  </a:cubicBezTo>
                  <a:cubicBezTo>
                    <a:pt x="20199" y="4"/>
                    <a:pt x="19266" y="0"/>
                    <a:pt x="18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8"/>
            <p:cNvSpPr/>
            <p:nvPr/>
          </p:nvSpPr>
          <p:spPr>
            <a:xfrm flipH="1">
              <a:off x="7488" y="2739513"/>
              <a:ext cx="1290350" cy="79000"/>
            </a:xfrm>
            <a:custGeom>
              <a:avLst/>
              <a:gdLst/>
              <a:ahLst/>
              <a:cxnLst/>
              <a:rect l="l" t="t" r="r" b="b"/>
              <a:pathLst>
                <a:path w="51614" h="3160" extrusionOk="0">
                  <a:moveTo>
                    <a:pt x="20240" y="1"/>
                  </a:moveTo>
                  <a:cubicBezTo>
                    <a:pt x="13852" y="1"/>
                    <a:pt x="6767" y="402"/>
                    <a:pt x="989" y="1017"/>
                  </a:cubicBezTo>
                  <a:cubicBezTo>
                    <a:pt x="1000" y="1863"/>
                    <a:pt x="0" y="1506"/>
                    <a:pt x="0" y="2351"/>
                  </a:cubicBezTo>
                  <a:cubicBezTo>
                    <a:pt x="12" y="2446"/>
                    <a:pt x="1536" y="2851"/>
                    <a:pt x="1548" y="2946"/>
                  </a:cubicBezTo>
                  <a:cubicBezTo>
                    <a:pt x="2118" y="3006"/>
                    <a:pt x="2669" y="3029"/>
                    <a:pt x="3202" y="3029"/>
                  </a:cubicBezTo>
                  <a:cubicBezTo>
                    <a:pt x="4996" y="3029"/>
                    <a:pt x="6597" y="2768"/>
                    <a:pt x="8120" y="2768"/>
                  </a:cubicBezTo>
                  <a:cubicBezTo>
                    <a:pt x="8682" y="2771"/>
                    <a:pt x="9242" y="2773"/>
                    <a:pt x="9802" y="2773"/>
                  </a:cubicBezTo>
                  <a:cubicBezTo>
                    <a:pt x="11153" y="2773"/>
                    <a:pt x="12500" y="2764"/>
                    <a:pt x="13847" y="2756"/>
                  </a:cubicBezTo>
                  <a:cubicBezTo>
                    <a:pt x="14886" y="2756"/>
                    <a:pt x="15929" y="2766"/>
                    <a:pt x="16971" y="2766"/>
                  </a:cubicBezTo>
                  <a:cubicBezTo>
                    <a:pt x="17840" y="2766"/>
                    <a:pt x="18708" y="2759"/>
                    <a:pt x="19574" y="2732"/>
                  </a:cubicBezTo>
                  <a:cubicBezTo>
                    <a:pt x="21106" y="2690"/>
                    <a:pt x="22641" y="2670"/>
                    <a:pt x="24178" y="2670"/>
                  </a:cubicBezTo>
                  <a:cubicBezTo>
                    <a:pt x="26606" y="2670"/>
                    <a:pt x="29036" y="2720"/>
                    <a:pt x="31457" y="2815"/>
                  </a:cubicBezTo>
                  <a:cubicBezTo>
                    <a:pt x="33433" y="2887"/>
                    <a:pt x="35398" y="3006"/>
                    <a:pt x="37362" y="3113"/>
                  </a:cubicBezTo>
                  <a:cubicBezTo>
                    <a:pt x="37991" y="3146"/>
                    <a:pt x="38624" y="3159"/>
                    <a:pt x="39259" y="3159"/>
                  </a:cubicBezTo>
                  <a:cubicBezTo>
                    <a:pt x="40427" y="3159"/>
                    <a:pt x="41599" y="3116"/>
                    <a:pt x="42756" y="3077"/>
                  </a:cubicBezTo>
                  <a:cubicBezTo>
                    <a:pt x="44880" y="3008"/>
                    <a:pt x="47023" y="2908"/>
                    <a:pt x="49162" y="2908"/>
                  </a:cubicBezTo>
                  <a:cubicBezTo>
                    <a:pt x="49972" y="2908"/>
                    <a:pt x="50782" y="2922"/>
                    <a:pt x="51590" y="2958"/>
                  </a:cubicBezTo>
                  <a:cubicBezTo>
                    <a:pt x="51566" y="2291"/>
                    <a:pt x="51614" y="1601"/>
                    <a:pt x="51590" y="934"/>
                  </a:cubicBezTo>
                  <a:lnTo>
                    <a:pt x="51590" y="934"/>
                  </a:lnTo>
                  <a:cubicBezTo>
                    <a:pt x="50132" y="1071"/>
                    <a:pt x="48620" y="1125"/>
                    <a:pt x="47120" y="1125"/>
                  </a:cubicBezTo>
                  <a:cubicBezTo>
                    <a:pt x="46147" y="1125"/>
                    <a:pt x="45179" y="1103"/>
                    <a:pt x="44232" y="1065"/>
                  </a:cubicBezTo>
                  <a:cubicBezTo>
                    <a:pt x="40910" y="934"/>
                    <a:pt x="37612" y="636"/>
                    <a:pt x="34290" y="434"/>
                  </a:cubicBezTo>
                  <a:cubicBezTo>
                    <a:pt x="30742" y="208"/>
                    <a:pt x="27182" y="136"/>
                    <a:pt x="23622" y="41"/>
                  </a:cubicBezTo>
                  <a:cubicBezTo>
                    <a:pt x="22525" y="14"/>
                    <a:pt x="21394" y="1"/>
                    <a:pt x="202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8"/>
            <p:cNvSpPr/>
            <p:nvPr/>
          </p:nvSpPr>
          <p:spPr>
            <a:xfrm flipH="1">
              <a:off x="7188" y="2832738"/>
              <a:ext cx="1290050" cy="106825"/>
            </a:xfrm>
            <a:custGeom>
              <a:avLst/>
              <a:gdLst/>
              <a:ahLst/>
              <a:cxnLst/>
              <a:rect l="l" t="t" r="r" b="b"/>
              <a:pathLst>
                <a:path w="51602" h="4273" extrusionOk="0">
                  <a:moveTo>
                    <a:pt x="24500" y="1"/>
                  </a:moveTo>
                  <a:cubicBezTo>
                    <a:pt x="24243" y="1"/>
                    <a:pt x="23986" y="2"/>
                    <a:pt x="23729" y="3"/>
                  </a:cubicBezTo>
                  <a:cubicBezTo>
                    <a:pt x="21789" y="3"/>
                    <a:pt x="19848" y="75"/>
                    <a:pt x="17895" y="75"/>
                  </a:cubicBezTo>
                  <a:cubicBezTo>
                    <a:pt x="13547" y="84"/>
                    <a:pt x="8246" y="293"/>
                    <a:pt x="3574" y="293"/>
                  </a:cubicBezTo>
                  <a:cubicBezTo>
                    <a:pt x="2643" y="293"/>
                    <a:pt x="1738" y="285"/>
                    <a:pt x="869" y="265"/>
                  </a:cubicBezTo>
                  <a:lnTo>
                    <a:pt x="869" y="265"/>
                  </a:lnTo>
                  <a:cubicBezTo>
                    <a:pt x="1012" y="1360"/>
                    <a:pt x="0" y="1932"/>
                    <a:pt x="36" y="3039"/>
                  </a:cubicBezTo>
                  <a:cubicBezTo>
                    <a:pt x="36" y="3158"/>
                    <a:pt x="1405" y="4099"/>
                    <a:pt x="1405" y="4230"/>
                  </a:cubicBezTo>
                  <a:cubicBezTo>
                    <a:pt x="1804" y="4260"/>
                    <a:pt x="2218" y="4273"/>
                    <a:pt x="2644" y="4273"/>
                  </a:cubicBezTo>
                  <a:cubicBezTo>
                    <a:pt x="5810" y="4273"/>
                    <a:pt x="9631" y="3546"/>
                    <a:pt x="12699" y="3546"/>
                  </a:cubicBezTo>
                  <a:cubicBezTo>
                    <a:pt x="12841" y="3546"/>
                    <a:pt x="12982" y="3548"/>
                    <a:pt x="13121" y="3551"/>
                  </a:cubicBezTo>
                  <a:cubicBezTo>
                    <a:pt x="16740" y="3646"/>
                    <a:pt x="20348" y="3825"/>
                    <a:pt x="23979" y="3885"/>
                  </a:cubicBezTo>
                  <a:cubicBezTo>
                    <a:pt x="24814" y="3901"/>
                    <a:pt x="25651" y="3910"/>
                    <a:pt x="26489" y="3910"/>
                  </a:cubicBezTo>
                  <a:cubicBezTo>
                    <a:pt x="27457" y="3910"/>
                    <a:pt x="28427" y="3898"/>
                    <a:pt x="29397" y="3873"/>
                  </a:cubicBezTo>
                  <a:cubicBezTo>
                    <a:pt x="31135" y="3825"/>
                    <a:pt x="32873" y="3718"/>
                    <a:pt x="34612" y="3658"/>
                  </a:cubicBezTo>
                  <a:cubicBezTo>
                    <a:pt x="36250" y="3608"/>
                    <a:pt x="37893" y="3568"/>
                    <a:pt x="39534" y="3568"/>
                  </a:cubicBezTo>
                  <a:cubicBezTo>
                    <a:pt x="41400" y="3568"/>
                    <a:pt x="43263" y="3620"/>
                    <a:pt x="45113" y="3765"/>
                  </a:cubicBezTo>
                  <a:cubicBezTo>
                    <a:pt x="47244" y="3944"/>
                    <a:pt x="49411" y="4194"/>
                    <a:pt x="51566" y="4230"/>
                  </a:cubicBezTo>
                  <a:cubicBezTo>
                    <a:pt x="51554" y="2908"/>
                    <a:pt x="51602" y="1587"/>
                    <a:pt x="51566" y="277"/>
                  </a:cubicBezTo>
                  <a:cubicBezTo>
                    <a:pt x="50778" y="239"/>
                    <a:pt x="49985" y="224"/>
                    <a:pt x="49189" y="224"/>
                  </a:cubicBezTo>
                  <a:cubicBezTo>
                    <a:pt x="46475" y="224"/>
                    <a:pt x="43729" y="400"/>
                    <a:pt x="41041" y="456"/>
                  </a:cubicBezTo>
                  <a:cubicBezTo>
                    <a:pt x="40639" y="464"/>
                    <a:pt x="40236" y="468"/>
                    <a:pt x="39834" y="468"/>
                  </a:cubicBezTo>
                  <a:cubicBezTo>
                    <a:pt x="36443" y="468"/>
                    <a:pt x="33067" y="182"/>
                    <a:pt x="29682" y="86"/>
                  </a:cubicBezTo>
                  <a:cubicBezTo>
                    <a:pt x="27961" y="35"/>
                    <a:pt x="26231" y="1"/>
                    <a:pt x="245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8"/>
            <p:cNvSpPr/>
            <p:nvPr/>
          </p:nvSpPr>
          <p:spPr>
            <a:xfrm flipH="1">
              <a:off x="8063" y="2949588"/>
              <a:ext cx="1258225" cy="65575"/>
            </a:xfrm>
            <a:custGeom>
              <a:avLst/>
              <a:gdLst/>
              <a:ahLst/>
              <a:cxnLst/>
              <a:rect l="l" t="t" r="r" b="b"/>
              <a:pathLst>
                <a:path w="50329" h="2623" extrusionOk="0">
                  <a:moveTo>
                    <a:pt x="38434" y="0"/>
                  </a:moveTo>
                  <a:cubicBezTo>
                    <a:pt x="36364" y="0"/>
                    <a:pt x="34289" y="74"/>
                    <a:pt x="32231" y="151"/>
                  </a:cubicBezTo>
                  <a:cubicBezTo>
                    <a:pt x="30468" y="223"/>
                    <a:pt x="28718" y="318"/>
                    <a:pt x="26956" y="342"/>
                  </a:cubicBezTo>
                  <a:cubicBezTo>
                    <a:pt x="26451" y="348"/>
                    <a:pt x="25945" y="351"/>
                    <a:pt x="25440" y="351"/>
                  </a:cubicBezTo>
                  <a:cubicBezTo>
                    <a:pt x="24136" y="351"/>
                    <a:pt x="22831" y="332"/>
                    <a:pt x="21527" y="306"/>
                  </a:cubicBezTo>
                  <a:cubicBezTo>
                    <a:pt x="20637" y="284"/>
                    <a:pt x="19726" y="274"/>
                    <a:pt x="18800" y="274"/>
                  </a:cubicBezTo>
                  <a:cubicBezTo>
                    <a:pt x="12712" y="274"/>
                    <a:pt x="5953" y="687"/>
                    <a:pt x="0" y="687"/>
                  </a:cubicBezTo>
                  <a:cubicBezTo>
                    <a:pt x="12" y="1246"/>
                    <a:pt x="250" y="2032"/>
                    <a:pt x="250" y="2604"/>
                  </a:cubicBezTo>
                  <a:cubicBezTo>
                    <a:pt x="778" y="2616"/>
                    <a:pt x="1307" y="2622"/>
                    <a:pt x="1838" y="2622"/>
                  </a:cubicBezTo>
                  <a:cubicBezTo>
                    <a:pt x="8443" y="2622"/>
                    <a:pt x="15260" y="1712"/>
                    <a:pt x="21664" y="1712"/>
                  </a:cubicBezTo>
                  <a:cubicBezTo>
                    <a:pt x="22467" y="1712"/>
                    <a:pt x="23263" y="1726"/>
                    <a:pt x="24051" y="1758"/>
                  </a:cubicBezTo>
                  <a:cubicBezTo>
                    <a:pt x="29254" y="1973"/>
                    <a:pt x="34421" y="2461"/>
                    <a:pt x="39648" y="2509"/>
                  </a:cubicBezTo>
                  <a:cubicBezTo>
                    <a:pt x="43208" y="2544"/>
                    <a:pt x="46756" y="2497"/>
                    <a:pt x="50316" y="2604"/>
                  </a:cubicBezTo>
                  <a:cubicBezTo>
                    <a:pt x="50316" y="1961"/>
                    <a:pt x="50316" y="1318"/>
                    <a:pt x="50328" y="675"/>
                  </a:cubicBezTo>
                  <a:cubicBezTo>
                    <a:pt x="47780" y="651"/>
                    <a:pt x="45220" y="294"/>
                    <a:pt x="42696" y="127"/>
                  </a:cubicBezTo>
                  <a:cubicBezTo>
                    <a:pt x="41283" y="35"/>
                    <a:pt x="39860" y="0"/>
                    <a:pt x="384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8"/>
            <p:cNvSpPr/>
            <p:nvPr/>
          </p:nvSpPr>
          <p:spPr>
            <a:xfrm flipH="1">
              <a:off x="8363" y="3025963"/>
              <a:ext cx="1272525" cy="70575"/>
            </a:xfrm>
            <a:custGeom>
              <a:avLst/>
              <a:gdLst/>
              <a:ahLst/>
              <a:cxnLst/>
              <a:rect l="l" t="t" r="r" b="b"/>
              <a:pathLst>
                <a:path w="50901" h="2823" extrusionOk="0">
                  <a:moveTo>
                    <a:pt x="21976" y="0"/>
                  </a:moveTo>
                  <a:cubicBezTo>
                    <a:pt x="15017" y="0"/>
                    <a:pt x="7136" y="870"/>
                    <a:pt x="277" y="870"/>
                  </a:cubicBezTo>
                  <a:cubicBezTo>
                    <a:pt x="237" y="870"/>
                    <a:pt x="196" y="870"/>
                    <a:pt x="156" y="870"/>
                  </a:cubicBezTo>
                  <a:lnTo>
                    <a:pt x="156" y="870"/>
                  </a:lnTo>
                  <a:cubicBezTo>
                    <a:pt x="203" y="1573"/>
                    <a:pt x="1" y="2121"/>
                    <a:pt x="49" y="2823"/>
                  </a:cubicBezTo>
                  <a:cubicBezTo>
                    <a:pt x="1794" y="2823"/>
                    <a:pt x="2584" y="2334"/>
                    <a:pt x="2864" y="2334"/>
                  </a:cubicBezTo>
                  <a:cubicBezTo>
                    <a:pt x="2870" y="2334"/>
                    <a:pt x="2876" y="2334"/>
                    <a:pt x="2882" y="2335"/>
                  </a:cubicBezTo>
                  <a:cubicBezTo>
                    <a:pt x="4942" y="1966"/>
                    <a:pt x="7121" y="1823"/>
                    <a:pt x="9169" y="1740"/>
                  </a:cubicBezTo>
                  <a:cubicBezTo>
                    <a:pt x="10340" y="1692"/>
                    <a:pt x="11512" y="1672"/>
                    <a:pt x="12684" y="1672"/>
                  </a:cubicBezTo>
                  <a:cubicBezTo>
                    <a:pt x="15933" y="1672"/>
                    <a:pt x="19183" y="1830"/>
                    <a:pt x="22420" y="2013"/>
                  </a:cubicBezTo>
                  <a:cubicBezTo>
                    <a:pt x="24611" y="2132"/>
                    <a:pt x="26790" y="2275"/>
                    <a:pt x="28969" y="2418"/>
                  </a:cubicBezTo>
                  <a:cubicBezTo>
                    <a:pt x="29940" y="2402"/>
                    <a:pt x="30910" y="2394"/>
                    <a:pt x="31880" y="2394"/>
                  </a:cubicBezTo>
                  <a:cubicBezTo>
                    <a:pt x="37920" y="2394"/>
                    <a:pt x="43952" y="2679"/>
                    <a:pt x="49983" y="2823"/>
                  </a:cubicBezTo>
                  <a:cubicBezTo>
                    <a:pt x="50281" y="2787"/>
                    <a:pt x="50579" y="2752"/>
                    <a:pt x="50876" y="2716"/>
                  </a:cubicBezTo>
                  <a:cubicBezTo>
                    <a:pt x="50888" y="2109"/>
                    <a:pt x="50900" y="1489"/>
                    <a:pt x="50900" y="882"/>
                  </a:cubicBezTo>
                  <a:cubicBezTo>
                    <a:pt x="46959" y="775"/>
                    <a:pt x="43018" y="847"/>
                    <a:pt x="39077" y="787"/>
                  </a:cubicBezTo>
                  <a:cubicBezTo>
                    <a:pt x="34351" y="704"/>
                    <a:pt x="29659" y="263"/>
                    <a:pt x="24945" y="61"/>
                  </a:cubicBezTo>
                  <a:cubicBezTo>
                    <a:pt x="23978" y="19"/>
                    <a:pt x="22987" y="0"/>
                    <a:pt x="219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8"/>
            <p:cNvSpPr/>
            <p:nvPr/>
          </p:nvSpPr>
          <p:spPr>
            <a:xfrm flipH="1">
              <a:off x="648338" y="3090263"/>
              <a:ext cx="448875" cy="12700"/>
            </a:xfrm>
            <a:custGeom>
              <a:avLst/>
              <a:gdLst/>
              <a:ahLst/>
              <a:cxnLst/>
              <a:rect l="l" t="t" r="r" b="b"/>
              <a:pathLst>
                <a:path w="17955" h="508" extrusionOk="0">
                  <a:moveTo>
                    <a:pt x="16586" y="1"/>
                  </a:moveTo>
                  <a:cubicBezTo>
                    <a:pt x="11061" y="60"/>
                    <a:pt x="5525" y="168"/>
                    <a:pt x="0" y="287"/>
                  </a:cubicBezTo>
                  <a:cubicBezTo>
                    <a:pt x="2408" y="435"/>
                    <a:pt x="4816" y="508"/>
                    <a:pt x="7224" y="508"/>
                  </a:cubicBezTo>
                  <a:cubicBezTo>
                    <a:pt x="8876" y="508"/>
                    <a:pt x="10528" y="474"/>
                    <a:pt x="12180" y="406"/>
                  </a:cubicBezTo>
                  <a:cubicBezTo>
                    <a:pt x="14109" y="322"/>
                    <a:pt x="16026" y="191"/>
                    <a:pt x="179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8"/>
            <p:cNvSpPr/>
            <p:nvPr/>
          </p:nvSpPr>
          <p:spPr>
            <a:xfrm flipH="1">
              <a:off x="27413" y="2713563"/>
              <a:ext cx="491750" cy="19450"/>
            </a:xfrm>
            <a:custGeom>
              <a:avLst/>
              <a:gdLst/>
              <a:ahLst/>
              <a:cxnLst/>
              <a:rect l="l" t="t" r="r" b="b"/>
              <a:pathLst>
                <a:path w="19670" h="778" extrusionOk="0">
                  <a:moveTo>
                    <a:pt x="9408" y="1"/>
                  </a:moveTo>
                  <a:cubicBezTo>
                    <a:pt x="6268" y="1"/>
                    <a:pt x="3126" y="107"/>
                    <a:pt x="0" y="341"/>
                  </a:cubicBezTo>
                  <a:cubicBezTo>
                    <a:pt x="3536" y="531"/>
                    <a:pt x="7084" y="734"/>
                    <a:pt x="10632" y="770"/>
                  </a:cubicBezTo>
                  <a:cubicBezTo>
                    <a:pt x="11043" y="774"/>
                    <a:pt x="11454" y="777"/>
                    <a:pt x="11866" y="777"/>
                  </a:cubicBezTo>
                  <a:cubicBezTo>
                    <a:pt x="14463" y="777"/>
                    <a:pt x="17080" y="671"/>
                    <a:pt x="19669" y="353"/>
                  </a:cubicBezTo>
                  <a:cubicBezTo>
                    <a:pt x="19014" y="305"/>
                    <a:pt x="18348" y="270"/>
                    <a:pt x="17693" y="234"/>
                  </a:cubicBezTo>
                  <a:cubicBezTo>
                    <a:pt x="14942" y="83"/>
                    <a:pt x="12176" y="1"/>
                    <a:pt x="94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8"/>
            <p:cNvSpPr/>
            <p:nvPr/>
          </p:nvSpPr>
          <p:spPr>
            <a:xfrm flipH="1">
              <a:off x="7488" y="3121438"/>
              <a:ext cx="1261475" cy="39100"/>
            </a:xfrm>
            <a:custGeom>
              <a:avLst/>
              <a:gdLst/>
              <a:ahLst/>
              <a:cxnLst/>
              <a:rect l="l" t="t" r="r" b="b"/>
              <a:pathLst>
                <a:path w="50459" h="1564" extrusionOk="0">
                  <a:moveTo>
                    <a:pt x="25545" y="1"/>
                  </a:moveTo>
                  <a:cubicBezTo>
                    <a:pt x="24561" y="1"/>
                    <a:pt x="23578" y="16"/>
                    <a:pt x="22598" y="52"/>
                  </a:cubicBezTo>
                  <a:cubicBezTo>
                    <a:pt x="19169" y="168"/>
                    <a:pt x="15807" y="380"/>
                    <a:pt x="12411" y="380"/>
                  </a:cubicBezTo>
                  <a:cubicBezTo>
                    <a:pt x="11303" y="380"/>
                    <a:pt x="10192" y="357"/>
                    <a:pt x="9073" y="302"/>
                  </a:cubicBezTo>
                  <a:cubicBezTo>
                    <a:pt x="7120" y="207"/>
                    <a:pt x="5168" y="111"/>
                    <a:pt x="3215" y="99"/>
                  </a:cubicBezTo>
                  <a:cubicBezTo>
                    <a:pt x="2822" y="99"/>
                    <a:pt x="941" y="516"/>
                    <a:pt x="131" y="540"/>
                  </a:cubicBezTo>
                  <a:cubicBezTo>
                    <a:pt x="155" y="897"/>
                    <a:pt x="0" y="1088"/>
                    <a:pt x="24" y="1433"/>
                  </a:cubicBezTo>
                  <a:cubicBezTo>
                    <a:pt x="213" y="1435"/>
                    <a:pt x="406" y="1436"/>
                    <a:pt x="602" y="1436"/>
                  </a:cubicBezTo>
                  <a:cubicBezTo>
                    <a:pt x="3880" y="1436"/>
                    <a:pt x="8107" y="1170"/>
                    <a:pt x="11264" y="1147"/>
                  </a:cubicBezTo>
                  <a:lnTo>
                    <a:pt x="11275" y="1147"/>
                  </a:lnTo>
                  <a:cubicBezTo>
                    <a:pt x="13133" y="1141"/>
                    <a:pt x="14993" y="1132"/>
                    <a:pt x="16854" y="1132"/>
                  </a:cubicBezTo>
                  <a:cubicBezTo>
                    <a:pt x="18714" y="1132"/>
                    <a:pt x="20574" y="1141"/>
                    <a:pt x="22432" y="1171"/>
                  </a:cubicBezTo>
                  <a:cubicBezTo>
                    <a:pt x="26111" y="1230"/>
                    <a:pt x="29790" y="1361"/>
                    <a:pt x="33457" y="1445"/>
                  </a:cubicBezTo>
                  <a:cubicBezTo>
                    <a:pt x="36520" y="1509"/>
                    <a:pt x="39588" y="1563"/>
                    <a:pt x="42653" y="1563"/>
                  </a:cubicBezTo>
                  <a:cubicBezTo>
                    <a:pt x="45246" y="1563"/>
                    <a:pt x="47837" y="1525"/>
                    <a:pt x="50423" y="1421"/>
                  </a:cubicBezTo>
                  <a:cubicBezTo>
                    <a:pt x="50399" y="1111"/>
                    <a:pt x="50459" y="802"/>
                    <a:pt x="50423" y="492"/>
                  </a:cubicBezTo>
                  <a:lnTo>
                    <a:pt x="50423" y="492"/>
                  </a:lnTo>
                  <a:cubicBezTo>
                    <a:pt x="48661" y="620"/>
                    <a:pt x="46889" y="671"/>
                    <a:pt x="45110" y="671"/>
                  </a:cubicBezTo>
                  <a:cubicBezTo>
                    <a:pt x="38618" y="671"/>
                    <a:pt x="32039" y="1"/>
                    <a:pt x="255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8"/>
            <p:cNvSpPr/>
            <p:nvPr/>
          </p:nvSpPr>
          <p:spPr>
            <a:xfrm flipH="1">
              <a:off x="7488" y="3167238"/>
              <a:ext cx="1262075" cy="53025"/>
            </a:xfrm>
            <a:custGeom>
              <a:avLst/>
              <a:gdLst/>
              <a:ahLst/>
              <a:cxnLst/>
              <a:rect l="l" t="t" r="r" b="b"/>
              <a:pathLst>
                <a:path w="50483" h="2121" extrusionOk="0">
                  <a:moveTo>
                    <a:pt x="17998" y="1"/>
                  </a:moveTo>
                  <a:cubicBezTo>
                    <a:pt x="11171" y="1"/>
                    <a:pt x="1714" y="201"/>
                    <a:pt x="0" y="303"/>
                  </a:cubicBezTo>
                  <a:cubicBezTo>
                    <a:pt x="36" y="899"/>
                    <a:pt x="584" y="1327"/>
                    <a:pt x="608" y="1923"/>
                  </a:cubicBezTo>
                  <a:cubicBezTo>
                    <a:pt x="1301" y="2069"/>
                    <a:pt x="2100" y="2120"/>
                    <a:pt x="2948" y="2120"/>
                  </a:cubicBezTo>
                  <a:cubicBezTo>
                    <a:pt x="4896" y="2120"/>
                    <a:pt x="7107" y="1851"/>
                    <a:pt x="8909" y="1851"/>
                  </a:cubicBezTo>
                  <a:cubicBezTo>
                    <a:pt x="8936" y="1851"/>
                    <a:pt x="8963" y="1851"/>
                    <a:pt x="8990" y="1851"/>
                  </a:cubicBezTo>
                  <a:cubicBezTo>
                    <a:pt x="13609" y="1875"/>
                    <a:pt x="18241" y="1875"/>
                    <a:pt x="22860" y="1875"/>
                  </a:cubicBezTo>
                  <a:cubicBezTo>
                    <a:pt x="26385" y="1875"/>
                    <a:pt x="29885" y="1720"/>
                    <a:pt x="33386" y="1542"/>
                  </a:cubicBezTo>
                  <a:cubicBezTo>
                    <a:pt x="36143" y="1397"/>
                    <a:pt x="38908" y="1274"/>
                    <a:pt x="41674" y="1274"/>
                  </a:cubicBezTo>
                  <a:cubicBezTo>
                    <a:pt x="42562" y="1274"/>
                    <a:pt x="43451" y="1286"/>
                    <a:pt x="44339" y="1315"/>
                  </a:cubicBezTo>
                  <a:cubicBezTo>
                    <a:pt x="46387" y="1387"/>
                    <a:pt x="48471" y="1553"/>
                    <a:pt x="50471" y="1923"/>
                  </a:cubicBezTo>
                  <a:cubicBezTo>
                    <a:pt x="50435" y="1375"/>
                    <a:pt x="50483" y="803"/>
                    <a:pt x="50447" y="256"/>
                  </a:cubicBezTo>
                  <a:lnTo>
                    <a:pt x="50447" y="256"/>
                  </a:lnTo>
                  <a:cubicBezTo>
                    <a:pt x="48030" y="363"/>
                    <a:pt x="45506" y="422"/>
                    <a:pt x="43089" y="422"/>
                  </a:cubicBezTo>
                  <a:cubicBezTo>
                    <a:pt x="42852" y="423"/>
                    <a:pt x="42615" y="424"/>
                    <a:pt x="42379" y="424"/>
                  </a:cubicBezTo>
                  <a:cubicBezTo>
                    <a:pt x="38948" y="424"/>
                    <a:pt x="35518" y="346"/>
                    <a:pt x="32088" y="268"/>
                  </a:cubicBezTo>
                  <a:cubicBezTo>
                    <a:pt x="28409" y="184"/>
                    <a:pt x="24730" y="53"/>
                    <a:pt x="21039" y="18"/>
                  </a:cubicBezTo>
                  <a:cubicBezTo>
                    <a:pt x="20121" y="6"/>
                    <a:pt x="19093" y="1"/>
                    <a:pt x="17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8"/>
            <p:cNvSpPr/>
            <p:nvPr/>
          </p:nvSpPr>
          <p:spPr>
            <a:xfrm flipH="1">
              <a:off x="7788" y="3252963"/>
              <a:ext cx="1290350" cy="79000"/>
            </a:xfrm>
            <a:custGeom>
              <a:avLst/>
              <a:gdLst/>
              <a:ahLst/>
              <a:cxnLst/>
              <a:rect l="l" t="t" r="r" b="b"/>
              <a:pathLst>
                <a:path w="51614" h="3160" extrusionOk="0">
                  <a:moveTo>
                    <a:pt x="20244" y="1"/>
                  </a:moveTo>
                  <a:cubicBezTo>
                    <a:pt x="13861" y="1"/>
                    <a:pt x="6767" y="403"/>
                    <a:pt x="989" y="1018"/>
                  </a:cubicBezTo>
                  <a:cubicBezTo>
                    <a:pt x="1001" y="1863"/>
                    <a:pt x="0" y="1494"/>
                    <a:pt x="0" y="2339"/>
                  </a:cubicBezTo>
                  <a:cubicBezTo>
                    <a:pt x="12" y="2435"/>
                    <a:pt x="1536" y="2851"/>
                    <a:pt x="1548" y="2947"/>
                  </a:cubicBezTo>
                  <a:cubicBezTo>
                    <a:pt x="2121" y="3007"/>
                    <a:pt x="2673" y="3030"/>
                    <a:pt x="3207" y="3030"/>
                  </a:cubicBezTo>
                  <a:cubicBezTo>
                    <a:pt x="5003" y="3030"/>
                    <a:pt x="6600" y="2768"/>
                    <a:pt x="8132" y="2768"/>
                  </a:cubicBezTo>
                  <a:cubicBezTo>
                    <a:pt x="8690" y="2771"/>
                    <a:pt x="9248" y="2773"/>
                    <a:pt x="9806" y="2773"/>
                  </a:cubicBezTo>
                  <a:cubicBezTo>
                    <a:pt x="11153" y="2773"/>
                    <a:pt x="12500" y="2764"/>
                    <a:pt x="13847" y="2756"/>
                  </a:cubicBezTo>
                  <a:cubicBezTo>
                    <a:pt x="14076" y="2755"/>
                    <a:pt x="14306" y="2754"/>
                    <a:pt x="14535" y="2754"/>
                  </a:cubicBezTo>
                  <a:cubicBezTo>
                    <a:pt x="15439" y="2754"/>
                    <a:pt x="16345" y="2763"/>
                    <a:pt x="17250" y="2763"/>
                  </a:cubicBezTo>
                  <a:cubicBezTo>
                    <a:pt x="18026" y="2763"/>
                    <a:pt x="18801" y="2756"/>
                    <a:pt x="19574" y="2732"/>
                  </a:cubicBezTo>
                  <a:cubicBezTo>
                    <a:pt x="21094" y="2687"/>
                    <a:pt x="22614" y="2665"/>
                    <a:pt x="24134" y="2665"/>
                  </a:cubicBezTo>
                  <a:cubicBezTo>
                    <a:pt x="26577" y="2665"/>
                    <a:pt x="29019" y="2720"/>
                    <a:pt x="31457" y="2816"/>
                  </a:cubicBezTo>
                  <a:cubicBezTo>
                    <a:pt x="33433" y="2887"/>
                    <a:pt x="35398" y="3006"/>
                    <a:pt x="37362" y="3113"/>
                  </a:cubicBezTo>
                  <a:cubicBezTo>
                    <a:pt x="37991" y="3147"/>
                    <a:pt x="38624" y="3160"/>
                    <a:pt x="39259" y="3160"/>
                  </a:cubicBezTo>
                  <a:cubicBezTo>
                    <a:pt x="40427" y="3160"/>
                    <a:pt x="41599" y="3116"/>
                    <a:pt x="42756" y="3077"/>
                  </a:cubicBezTo>
                  <a:cubicBezTo>
                    <a:pt x="44858" y="3001"/>
                    <a:pt x="46967" y="2906"/>
                    <a:pt x="49073" y="2906"/>
                  </a:cubicBezTo>
                  <a:cubicBezTo>
                    <a:pt x="49913" y="2906"/>
                    <a:pt x="50752" y="2921"/>
                    <a:pt x="51590" y="2958"/>
                  </a:cubicBezTo>
                  <a:cubicBezTo>
                    <a:pt x="51566" y="2292"/>
                    <a:pt x="51614" y="1601"/>
                    <a:pt x="51590" y="934"/>
                  </a:cubicBezTo>
                  <a:lnTo>
                    <a:pt x="51590" y="934"/>
                  </a:lnTo>
                  <a:cubicBezTo>
                    <a:pt x="50143" y="1070"/>
                    <a:pt x="48648" y="1120"/>
                    <a:pt x="47161" y="1120"/>
                  </a:cubicBezTo>
                  <a:cubicBezTo>
                    <a:pt x="46176" y="1120"/>
                    <a:pt x="45195" y="1099"/>
                    <a:pt x="44232" y="1065"/>
                  </a:cubicBezTo>
                  <a:cubicBezTo>
                    <a:pt x="40910" y="934"/>
                    <a:pt x="37612" y="637"/>
                    <a:pt x="34302" y="422"/>
                  </a:cubicBezTo>
                  <a:cubicBezTo>
                    <a:pt x="30754" y="208"/>
                    <a:pt x="27182" y="137"/>
                    <a:pt x="23622" y="41"/>
                  </a:cubicBezTo>
                  <a:cubicBezTo>
                    <a:pt x="22527" y="14"/>
                    <a:pt x="21397" y="1"/>
                    <a:pt x="202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8"/>
            <p:cNvSpPr/>
            <p:nvPr/>
          </p:nvSpPr>
          <p:spPr>
            <a:xfrm flipH="1">
              <a:off x="7488" y="3345963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0"/>
                  </a:moveTo>
                  <a:cubicBezTo>
                    <a:pt x="21789" y="12"/>
                    <a:pt x="19848" y="72"/>
                    <a:pt x="17907" y="84"/>
                  </a:cubicBezTo>
                  <a:cubicBezTo>
                    <a:pt x="13620" y="94"/>
                    <a:pt x="8419" y="296"/>
                    <a:pt x="3803" y="296"/>
                  </a:cubicBezTo>
                  <a:cubicBezTo>
                    <a:pt x="2792" y="296"/>
                    <a:pt x="1809" y="286"/>
                    <a:pt x="869" y="262"/>
                  </a:cubicBezTo>
                  <a:lnTo>
                    <a:pt x="869" y="262"/>
                  </a:lnTo>
                  <a:cubicBezTo>
                    <a:pt x="1012" y="1370"/>
                    <a:pt x="0" y="1941"/>
                    <a:pt x="36" y="3048"/>
                  </a:cubicBezTo>
                  <a:cubicBezTo>
                    <a:pt x="36" y="3167"/>
                    <a:pt x="1405" y="4108"/>
                    <a:pt x="1405" y="4227"/>
                  </a:cubicBezTo>
                  <a:cubicBezTo>
                    <a:pt x="1804" y="4257"/>
                    <a:pt x="2219" y="4270"/>
                    <a:pt x="2645" y="4270"/>
                  </a:cubicBezTo>
                  <a:cubicBezTo>
                    <a:pt x="5791" y="4270"/>
                    <a:pt x="9583" y="3554"/>
                    <a:pt x="12640" y="3554"/>
                  </a:cubicBezTo>
                  <a:cubicBezTo>
                    <a:pt x="12802" y="3554"/>
                    <a:pt x="12963" y="3556"/>
                    <a:pt x="13121" y="3560"/>
                  </a:cubicBezTo>
                  <a:cubicBezTo>
                    <a:pt x="16740" y="3656"/>
                    <a:pt x="20360" y="3822"/>
                    <a:pt x="23979" y="3894"/>
                  </a:cubicBezTo>
                  <a:cubicBezTo>
                    <a:pt x="24818" y="3905"/>
                    <a:pt x="25656" y="3913"/>
                    <a:pt x="26494" y="3913"/>
                  </a:cubicBezTo>
                  <a:cubicBezTo>
                    <a:pt x="27464" y="3913"/>
                    <a:pt x="28432" y="3902"/>
                    <a:pt x="29397" y="3870"/>
                  </a:cubicBezTo>
                  <a:cubicBezTo>
                    <a:pt x="31147" y="3822"/>
                    <a:pt x="32873" y="3727"/>
                    <a:pt x="34624" y="3668"/>
                  </a:cubicBezTo>
                  <a:cubicBezTo>
                    <a:pt x="36263" y="3612"/>
                    <a:pt x="37910" y="3569"/>
                    <a:pt x="39557" y="3569"/>
                  </a:cubicBezTo>
                  <a:cubicBezTo>
                    <a:pt x="41414" y="3569"/>
                    <a:pt x="43270" y="3623"/>
                    <a:pt x="45113" y="3775"/>
                  </a:cubicBezTo>
                  <a:cubicBezTo>
                    <a:pt x="47244" y="3941"/>
                    <a:pt x="49411" y="4203"/>
                    <a:pt x="51566" y="4227"/>
                  </a:cubicBezTo>
                  <a:cubicBezTo>
                    <a:pt x="51554" y="2917"/>
                    <a:pt x="51602" y="1596"/>
                    <a:pt x="51566" y="286"/>
                  </a:cubicBezTo>
                  <a:cubicBezTo>
                    <a:pt x="50757" y="247"/>
                    <a:pt x="49942" y="232"/>
                    <a:pt x="49125" y="232"/>
                  </a:cubicBezTo>
                  <a:cubicBezTo>
                    <a:pt x="46431" y="232"/>
                    <a:pt x="43708" y="401"/>
                    <a:pt x="41041" y="465"/>
                  </a:cubicBezTo>
                  <a:lnTo>
                    <a:pt x="41041" y="453"/>
                  </a:lnTo>
                  <a:cubicBezTo>
                    <a:pt x="40590" y="464"/>
                    <a:pt x="40139" y="469"/>
                    <a:pt x="39689" y="469"/>
                  </a:cubicBezTo>
                  <a:cubicBezTo>
                    <a:pt x="36349" y="469"/>
                    <a:pt x="33031" y="189"/>
                    <a:pt x="29694" y="84"/>
                  </a:cubicBezTo>
                  <a:cubicBezTo>
                    <a:pt x="27706" y="24"/>
                    <a:pt x="25718" y="0"/>
                    <a:pt x="23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8"/>
            <p:cNvSpPr/>
            <p:nvPr/>
          </p:nvSpPr>
          <p:spPr>
            <a:xfrm flipH="1">
              <a:off x="8363" y="3463038"/>
              <a:ext cx="1258225" cy="65325"/>
            </a:xfrm>
            <a:custGeom>
              <a:avLst/>
              <a:gdLst/>
              <a:ahLst/>
              <a:cxnLst/>
              <a:rect l="l" t="t" r="r" b="b"/>
              <a:pathLst>
                <a:path w="50329" h="2613" extrusionOk="0">
                  <a:moveTo>
                    <a:pt x="38436" y="0"/>
                  </a:moveTo>
                  <a:cubicBezTo>
                    <a:pt x="36364" y="0"/>
                    <a:pt x="34289" y="74"/>
                    <a:pt x="32231" y="151"/>
                  </a:cubicBezTo>
                  <a:cubicBezTo>
                    <a:pt x="30480" y="223"/>
                    <a:pt x="28718" y="306"/>
                    <a:pt x="26956" y="342"/>
                  </a:cubicBezTo>
                  <a:cubicBezTo>
                    <a:pt x="26471" y="348"/>
                    <a:pt x="25986" y="351"/>
                    <a:pt x="25502" y="351"/>
                  </a:cubicBezTo>
                  <a:cubicBezTo>
                    <a:pt x="24177" y="351"/>
                    <a:pt x="22855" y="329"/>
                    <a:pt x="21539" y="294"/>
                  </a:cubicBezTo>
                  <a:cubicBezTo>
                    <a:pt x="20705" y="275"/>
                    <a:pt x="19852" y="267"/>
                    <a:pt x="18985" y="267"/>
                  </a:cubicBezTo>
                  <a:cubicBezTo>
                    <a:pt x="12850" y="267"/>
                    <a:pt x="6009" y="687"/>
                    <a:pt x="0" y="687"/>
                  </a:cubicBezTo>
                  <a:cubicBezTo>
                    <a:pt x="12" y="1247"/>
                    <a:pt x="251" y="2033"/>
                    <a:pt x="262" y="2592"/>
                  </a:cubicBezTo>
                  <a:cubicBezTo>
                    <a:pt x="816" y="2606"/>
                    <a:pt x="1371" y="2613"/>
                    <a:pt x="1927" y="2613"/>
                  </a:cubicBezTo>
                  <a:cubicBezTo>
                    <a:pt x="8478" y="2613"/>
                    <a:pt x="15249" y="1709"/>
                    <a:pt x="21603" y="1709"/>
                  </a:cubicBezTo>
                  <a:cubicBezTo>
                    <a:pt x="22426" y="1709"/>
                    <a:pt x="23243" y="1724"/>
                    <a:pt x="24051" y="1759"/>
                  </a:cubicBezTo>
                  <a:cubicBezTo>
                    <a:pt x="29254" y="1973"/>
                    <a:pt x="34421" y="2461"/>
                    <a:pt x="39648" y="2509"/>
                  </a:cubicBezTo>
                  <a:cubicBezTo>
                    <a:pt x="43208" y="2533"/>
                    <a:pt x="46768" y="2497"/>
                    <a:pt x="50316" y="2592"/>
                  </a:cubicBezTo>
                  <a:cubicBezTo>
                    <a:pt x="50316" y="1949"/>
                    <a:pt x="50328" y="1318"/>
                    <a:pt x="50328" y="675"/>
                  </a:cubicBezTo>
                  <a:cubicBezTo>
                    <a:pt x="47780" y="639"/>
                    <a:pt x="45220" y="294"/>
                    <a:pt x="42708" y="128"/>
                  </a:cubicBezTo>
                  <a:cubicBezTo>
                    <a:pt x="41290" y="35"/>
                    <a:pt x="39864" y="0"/>
                    <a:pt x="384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8"/>
            <p:cNvSpPr/>
            <p:nvPr/>
          </p:nvSpPr>
          <p:spPr>
            <a:xfrm flipH="1">
              <a:off x="8363" y="3539338"/>
              <a:ext cx="1272525" cy="70675"/>
            </a:xfrm>
            <a:custGeom>
              <a:avLst/>
              <a:gdLst/>
              <a:ahLst/>
              <a:cxnLst/>
              <a:rect l="l" t="t" r="r" b="b"/>
              <a:pathLst>
                <a:path w="50901" h="2827" extrusionOk="0">
                  <a:moveTo>
                    <a:pt x="21903" y="0"/>
                  </a:moveTo>
                  <a:cubicBezTo>
                    <a:pt x="14993" y="0"/>
                    <a:pt x="7192" y="862"/>
                    <a:pt x="383" y="862"/>
                  </a:cubicBezTo>
                  <a:cubicBezTo>
                    <a:pt x="303" y="862"/>
                    <a:pt x="224" y="862"/>
                    <a:pt x="144" y="862"/>
                  </a:cubicBezTo>
                  <a:lnTo>
                    <a:pt x="144" y="862"/>
                  </a:lnTo>
                  <a:cubicBezTo>
                    <a:pt x="203" y="1576"/>
                    <a:pt x="1" y="2112"/>
                    <a:pt x="37" y="2826"/>
                  </a:cubicBezTo>
                  <a:cubicBezTo>
                    <a:pt x="1764" y="2826"/>
                    <a:pt x="2556" y="2336"/>
                    <a:pt x="2843" y="2336"/>
                  </a:cubicBezTo>
                  <a:cubicBezTo>
                    <a:pt x="2853" y="2336"/>
                    <a:pt x="2862" y="2337"/>
                    <a:pt x="2870" y="2338"/>
                  </a:cubicBezTo>
                  <a:cubicBezTo>
                    <a:pt x="4942" y="1969"/>
                    <a:pt x="7109" y="1814"/>
                    <a:pt x="9157" y="1743"/>
                  </a:cubicBezTo>
                  <a:cubicBezTo>
                    <a:pt x="10364" y="1694"/>
                    <a:pt x="11573" y="1673"/>
                    <a:pt x="12782" y="1673"/>
                  </a:cubicBezTo>
                  <a:cubicBezTo>
                    <a:pt x="15998" y="1673"/>
                    <a:pt x="19216" y="1823"/>
                    <a:pt x="22409" y="2005"/>
                  </a:cubicBezTo>
                  <a:cubicBezTo>
                    <a:pt x="24599" y="2136"/>
                    <a:pt x="26778" y="2279"/>
                    <a:pt x="28957" y="2421"/>
                  </a:cubicBezTo>
                  <a:cubicBezTo>
                    <a:pt x="29954" y="2405"/>
                    <a:pt x="30950" y="2397"/>
                    <a:pt x="31945" y="2397"/>
                  </a:cubicBezTo>
                  <a:cubicBezTo>
                    <a:pt x="37965" y="2397"/>
                    <a:pt x="43966" y="2673"/>
                    <a:pt x="49983" y="2826"/>
                  </a:cubicBezTo>
                  <a:cubicBezTo>
                    <a:pt x="50281" y="2791"/>
                    <a:pt x="50567" y="2755"/>
                    <a:pt x="50864" y="2707"/>
                  </a:cubicBezTo>
                  <a:cubicBezTo>
                    <a:pt x="50876" y="2100"/>
                    <a:pt x="50888" y="1493"/>
                    <a:pt x="50900" y="886"/>
                  </a:cubicBezTo>
                  <a:cubicBezTo>
                    <a:pt x="46959" y="766"/>
                    <a:pt x="43006" y="850"/>
                    <a:pt x="39065" y="778"/>
                  </a:cubicBezTo>
                  <a:cubicBezTo>
                    <a:pt x="34339" y="707"/>
                    <a:pt x="29659" y="266"/>
                    <a:pt x="24945" y="64"/>
                  </a:cubicBezTo>
                  <a:cubicBezTo>
                    <a:pt x="23955" y="19"/>
                    <a:pt x="22939" y="0"/>
                    <a:pt x="219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8"/>
            <p:cNvSpPr/>
            <p:nvPr/>
          </p:nvSpPr>
          <p:spPr>
            <a:xfrm flipH="1">
              <a:off x="648638" y="3603738"/>
              <a:ext cx="448875" cy="12600"/>
            </a:xfrm>
            <a:custGeom>
              <a:avLst/>
              <a:gdLst/>
              <a:ahLst/>
              <a:cxnLst/>
              <a:rect l="l" t="t" r="r" b="b"/>
              <a:pathLst>
                <a:path w="17955" h="504" extrusionOk="0">
                  <a:moveTo>
                    <a:pt x="16586" y="0"/>
                  </a:moveTo>
                  <a:cubicBezTo>
                    <a:pt x="11061" y="60"/>
                    <a:pt x="5537" y="167"/>
                    <a:pt x="0" y="286"/>
                  </a:cubicBezTo>
                  <a:cubicBezTo>
                    <a:pt x="2446" y="429"/>
                    <a:pt x="4891" y="504"/>
                    <a:pt x="7337" y="504"/>
                  </a:cubicBezTo>
                  <a:cubicBezTo>
                    <a:pt x="8951" y="504"/>
                    <a:pt x="10566" y="471"/>
                    <a:pt x="12180" y="405"/>
                  </a:cubicBezTo>
                  <a:cubicBezTo>
                    <a:pt x="14109" y="322"/>
                    <a:pt x="16038" y="191"/>
                    <a:pt x="179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8"/>
            <p:cNvSpPr/>
            <p:nvPr/>
          </p:nvSpPr>
          <p:spPr>
            <a:xfrm flipH="1">
              <a:off x="27713" y="3226763"/>
              <a:ext cx="491750" cy="19700"/>
            </a:xfrm>
            <a:custGeom>
              <a:avLst/>
              <a:gdLst/>
              <a:ahLst/>
              <a:cxnLst/>
              <a:rect l="l" t="t" r="r" b="b"/>
              <a:pathLst>
                <a:path w="19670" h="788" extrusionOk="0">
                  <a:moveTo>
                    <a:pt x="9475" y="0"/>
                  </a:moveTo>
                  <a:cubicBezTo>
                    <a:pt x="6315" y="0"/>
                    <a:pt x="3152" y="109"/>
                    <a:pt x="0" y="351"/>
                  </a:cubicBezTo>
                  <a:cubicBezTo>
                    <a:pt x="3548" y="542"/>
                    <a:pt x="7084" y="744"/>
                    <a:pt x="10632" y="780"/>
                  </a:cubicBezTo>
                  <a:cubicBezTo>
                    <a:pt x="11043" y="785"/>
                    <a:pt x="11455" y="787"/>
                    <a:pt x="11866" y="787"/>
                  </a:cubicBezTo>
                  <a:cubicBezTo>
                    <a:pt x="14463" y="787"/>
                    <a:pt x="17080" y="682"/>
                    <a:pt x="19669" y="363"/>
                  </a:cubicBezTo>
                  <a:cubicBezTo>
                    <a:pt x="19014" y="315"/>
                    <a:pt x="18360" y="268"/>
                    <a:pt x="17705" y="232"/>
                  </a:cubicBezTo>
                  <a:cubicBezTo>
                    <a:pt x="14969" y="83"/>
                    <a:pt x="12223" y="0"/>
                    <a:pt x="94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8"/>
            <p:cNvSpPr/>
            <p:nvPr/>
          </p:nvSpPr>
          <p:spPr>
            <a:xfrm flipH="1">
              <a:off x="7788" y="3634688"/>
              <a:ext cx="1261475" cy="39225"/>
            </a:xfrm>
            <a:custGeom>
              <a:avLst/>
              <a:gdLst/>
              <a:ahLst/>
              <a:cxnLst/>
              <a:rect l="l" t="t" r="r" b="b"/>
              <a:pathLst>
                <a:path w="50459" h="1569" extrusionOk="0">
                  <a:moveTo>
                    <a:pt x="25457" y="1"/>
                  </a:moveTo>
                  <a:cubicBezTo>
                    <a:pt x="24506" y="1"/>
                    <a:pt x="23557" y="15"/>
                    <a:pt x="22610" y="48"/>
                  </a:cubicBezTo>
                  <a:cubicBezTo>
                    <a:pt x="19177" y="174"/>
                    <a:pt x="15804" y="388"/>
                    <a:pt x="12400" y="388"/>
                  </a:cubicBezTo>
                  <a:cubicBezTo>
                    <a:pt x="11295" y="388"/>
                    <a:pt x="10187" y="365"/>
                    <a:pt x="9073" y="310"/>
                  </a:cubicBezTo>
                  <a:cubicBezTo>
                    <a:pt x="7132" y="215"/>
                    <a:pt x="5180" y="108"/>
                    <a:pt x="3215" y="108"/>
                  </a:cubicBezTo>
                  <a:cubicBezTo>
                    <a:pt x="2822" y="108"/>
                    <a:pt x="941" y="512"/>
                    <a:pt x="131" y="548"/>
                  </a:cubicBezTo>
                  <a:cubicBezTo>
                    <a:pt x="167" y="905"/>
                    <a:pt x="0" y="1084"/>
                    <a:pt x="24" y="1441"/>
                  </a:cubicBezTo>
                  <a:cubicBezTo>
                    <a:pt x="213" y="1443"/>
                    <a:pt x="406" y="1444"/>
                    <a:pt x="602" y="1444"/>
                  </a:cubicBezTo>
                  <a:cubicBezTo>
                    <a:pt x="3880" y="1444"/>
                    <a:pt x="8108" y="1178"/>
                    <a:pt x="11276" y="1155"/>
                  </a:cubicBezTo>
                  <a:cubicBezTo>
                    <a:pt x="13002" y="1144"/>
                    <a:pt x="14726" y="1136"/>
                    <a:pt x="16450" y="1136"/>
                  </a:cubicBezTo>
                  <a:cubicBezTo>
                    <a:pt x="18447" y="1136"/>
                    <a:pt x="20444" y="1147"/>
                    <a:pt x="22444" y="1179"/>
                  </a:cubicBezTo>
                  <a:cubicBezTo>
                    <a:pt x="26111" y="1239"/>
                    <a:pt x="29790" y="1370"/>
                    <a:pt x="33469" y="1441"/>
                  </a:cubicBezTo>
                  <a:cubicBezTo>
                    <a:pt x="36512" y="1512"/>
                    <a:pt x="39562" y="1568"/>
                    <a:pt x="42613" y="1568"/>
                  </a:cubicBezTo>
                  <a:cubicBezTo>
                    <a:pt x="45220" y="1568"/>
                    <a:pt x="47829" y="1527"/>
                    <a:pt x="50435" y="1417"/>
                  </a:cubicBezTo>
                  <a:cubicBezTo>
                    <a:pt x="50399" y="1120"/>
                    <a:pt x="50459" y="798"/>
                    <a:pt x="50435" y="501"/>
                  </a:cubicBezTo>
                  <a:lnTo>
                    <a:pt x="50435" y="501"/>
                  </a:lnTo>
                  <a:cubicBezTo>
                    <a:pt x="48674" y="629"/>
                    <a:pt x="46903" y="679"/>
                    <a:pt x="45125" y="679"/>
                  </a:cubicBezTo>
                  <a:cubicBezTo>
                    <a:pt x="38597" y="679"/>
                    <a:pt x="31979" y="1"/>
                    <a:pt x="254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8"/>
            <p:cNvSpPr/>
            <p:nvPr/>
          </p:nvSpPr>
          <p:spPr>
            <a:xfrm flipH="1">
              <a:off x="7488" y="3680513"/>
              <a:ext cx="1262075" cy="53100"/>
            </a:xfrm>
            <a:custGeom>
              <a:avLst/>
              <a:gdLst/>
              <a:ahLst/>
              <a:cxnLst/>
              <a:rect l="l" t="t" r="r" b="b"/>
              <a:pathLst>
                <a:path w="50483" h="2124" extrusionOk="0">
                  <a:moveTo>
                    <a:pt x="18386" y="0"/>
                  </a:moveTo>
                  <a:cubicBezTo>
                    <a:pt x="11533" y="0"/>
                    <a:pt x="1736" y="205"/>
                    <a:pt x="0" y="299"/>
                  </a:cubicBezTo>
                  <a:cubicBezTo>
                    <a:pt x="36" y="894"/>
                    <a:pt x="584" y="1323"/>
                    <a:pt x="608" y="1918"/>
                  </a:cubicBezTo>
                  <a:cubicBezTo>
                    <a:pt x="1313" y="2071"/>
                    <a:pt x="2127" y="2123"/>
                    <a:pt x="2991" y="2123"/>
                  </a:cubicBezTo>
                  <a:cubicBezTo>
                    <a:pt x="4929" y="2123"/>
                    <a:pt x="7120" y="1858"/>
                    <a:pt x="8909" y="1858"/>
                  </a:cubicBezTo>
                  <a:cubicBezTo>
                    <a:pt x="8936" y="1858"/>
                    <a:pt x="8963" y="1858"/>
                    <a:pt x="8990" y="1858"/>
                  </a:cubicBezTo>
                  <a:cubicBezTo>
                    <a:pt x="13609" y="1882"/>
                    <a:pt x="18241" y="1882"/>
                    <a:pt x="22860" y="1882"/>
                  </a:cubicBezTo>
                  <a:cubicBezTo>
                    <a:pt x="26385" y="1882"/>
                    <a:pt x="29873" y="1716"/>
                    <a:pt x="33386" y="1537"/>
                  </a:cubicBezTo>
                  <a:cubicBezTo>
                    <a:pt x="36088" y="1396"/>
                    <a:pt x="38796" y="1274"/>
                    <a:pt x="41506" y="1274"/>
                  </a:cubicBezTo>
                  <a:cubicBezTo>
                    <a:pt x="42450" y="1274"/>
                    <a:pt x="43395" y="1289"/>
                    <a:pt x="44339" y="1323"/>
                  </a:cubicBezTo>
                  <a:cubicBezTo>
                    <a:pt x="46387" y="1394"/>
                    <a:pt x="48471" y="1549"/>
                    <a:pt x="50471" y="1918"/>
                  </a:cubicBezTo>
                  <a:cubicBezTo>
                    <a:pt x="50435" y="1370"/>
                    <a:pt x="50483" y="811"/>
                    <a:pt x="50447" y="263"/>
                  </a:cubicBezTo>
                  <a:lnTo>
                    <a:pt x="50447" y="263"/>
                  </a:lnTo>
                  <a:cubicBezTo>
                    <a:pt x="48018" y="358"/>
                    <a:pt x="45506" y="430"/>
                    <a:pt x="43077" y="430"/>
                  </a:cubicBezTo>
                  <a:cubicBezTo>
                    <a:pt x="39422" y="430"/>
                    <a:pt x="35755" y="358"/>
                    <a:pt x="32088" y="275"/>
                  </a:cubicBezTo>
                  <a:cubicBezTo>
                    <a:pt x="28409" y="192"/>
                    <a:pt x="24730" y="61"/>
                    <a:pt x="21039" y="13"/>
                  </a:cubicBezTo>
                  <a:cubicBezTo>
                    <a:pt x="20231" y="4"/>
                    <a:pt x="19337" y="0"/>
                    <a:pt x="183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8"/>
            <p:cNvSpPr/>
            <p:nvPr/>
          </p:nvSpPr>
          <p:spPr>
            <a:xfrm flipH="1">
              <a:off x="7788" y="3766313"/>
              <a:ext cx="1290350" cy="78950"/>
            </a:xfrm>
            <a:custGeom>
              <a:avLst/>
              <a:gdLst/>
              <a:ahLst/>
              <a:cxnLst/>
              <a:rect l="l" t="t" r="r" b="b"/>
              <a:pathLst>
                <a:path w="51614" h="3158" extrusionOk="0">
                  <a:moveTo>
                    <a:pt x="20062" y="0"/>
                  </a:moveTo>
                  <a:cubicBezTo>
                    <a:pt x="13723" y="0"/>
                    <a:pt x="6704" y="400"/>
                    <a:pt x="977" y="1010"/>
                  </a:cubicBezTo>
                  <a:cubicBezTo>
                    <a:pt x="1001" y="1855"/>
                    <a:pt x="0" y="1498"/>
                    <a:pt x="0" y="2344"/>
                  </a:cubicBezTo>
                  <a:cubicBezTo>
                    <a:pt x="12" y="2439"/>
                    <a:pt x="1524" y="2855"/>
                    <a:pt x="1536" y="2939"/>
                  </a:cubicBezTo>
                  <a:cubicBezTo>
                    <a:pt x="2111" y="2999"/>
                    <a:pt x="2665" y="3022"/>
                    <a:pt x="3202" y="3022"/>
                  </a:cubicBezTo>
                  <a:cubicBezTo>
                    <a:pt x="4967" y="3022"/>
                    <a:pt x="6543" y="2772"/>
                    <a:pt x="8041" y="2772"/>
                  </a:cubicBezTo>
                  <a:cubicBezTo>
                    <a:pt x="8068" y="2772"/>
                    <a:pt x="8094" y="2772"/>
                    <a:pt x="8120" y="2772"/>
                  </a:cubicBezTo>
                  <a:cubicBezTo>
                    <a:pt x="10025" y="2772"/>
                    <a:pt x="11930" y="2772"/>
                    <a:pt x="13835" y="2760"/>
                  </a:cubicBezTo>
                  <a:cubicBezTo>
                    <a:pt x="14141" y="2758"/>
                    <a:pt x="14447" y="2758"/>
                    <a:pt x="14753" y="2758"/>
                  </a:cubicBezTo>
                  <a:cubicBezTo>
                    <a:pt x="15529" y="2758"/>
                    <a:pt x="16306" y="2762"/>
                    <a:pt x="17083" y="2762"/>
                  </a:cubicBezTo>
                  <a:cubicBezTo>
                    <a:pt x="17910" y="2762"/>
                    <a:pt x="18737" y="2757"/>
                    <a:pt x="19562" y="2736"/>
                  </a:cubicBezTo>
                  <a:cubicBezTo>
                    <a:pt x="21107" y="2690"/>
                    <a:pt x="22652" y="2669"/>
                    <a:pt x="24197" y="2669"/>
                  </a:cubicBezTo>
                  <a:cubicBezTo>
                    <a:pt x="26617" y="2669"/>
                    <a:pt x="29037" y="2721"/>
                    <a:pt x="31457" y="2808"/>
                  </a:cubicBezTo>
                  <a:cubicBezTo>
                    <a:pt x="33421" y="2879"/>
                    <a:pt x="35386" y="2998"/>
                    <a:pt x="37362" y="3106"/>
                  </a:cubicBezTo>
                  <a:cubicBezTo>
                    <a:pt x="37984" y="3143"/>
                    <a:pt x="38611" y="3157"/>
                    <a:pt x="39240" y="3157"/>
                  </a:cubicBezTo>
                  <a:cubicBezTo>
                    <a:pt x="40408" y="3157"/>
                    <a:pt x="41583" y="3108"/>
                    <a:pt x="42744" y="3070"/>
                  </a:cubicBezTo>
                  <a:cubicBezTo>
                    <a:pt x="44877" y="3001"/>
                    <a:pt x="47016" y="2900"/>
                    <a:pt x="49152" y="2900"/>
                  </a:cubicBezTo>
                  <a:cubicBezTo>
                    <a:pt x="49961" y="2900"/>
                    <a:pt x="50770" y="2915"/>
                    <a:pt x="51578" y="2951"/>
                  </a:cubicBezTo>
                  <a:cubicBezTo>
                    <a:pt x="51554" y="2284"/>
                    <a:pt x="51614" y="1593"/>
                    <a:pt x="51578" y="927"/>
                  </a:cubicBezTo>
                  <a:lnTo>
                    <a:pt x="51578" y="927"/>
                  </a:lnTo>
                  <a:cubicBezTo>
                    <a:pt x="50120" y="1064"/>
                    <a:pt x="48613" y="1118"/>
                    <a:pt x="47116" y="1118"/>
                  </a:cubicBezTo>
                  <a:cubicBezTo>
                    <a:pt x="46145" y="1118"/>
                    <a:pt x="45179" y="1095"/>
                    <a:pt x="44232" y="1058"/>
                  </a:cubicBezTo>
                  <a:cubicBezTo>
                    <a:pt x="40898" y="927"/>
                    <a:pt x="37600" y="629"/>
                    <a:pt x="34290" y="427"/>
                  </a:cubicBezTo>
                  <a:cubicBezTo>
                    <a:pt x="30742" y="200"/>
                    <a:pt x="27170" y="129"/>
                    <a:pt x="23611" y="46"/>
                  </a:cubicBezTo>
                  <a:cubicBezTo>
                    <a:pt x="22462" y="15"/>
                    <a:pt x="21274" y="0"/>
                    <a:pt x="200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8"/>
            <p:cNvSpPr/>
            <p:nvPr/>
          </p:nvSpPr>
          <p:spPr>
            <a:xfrm flipH="1">
              <a:off x="7788" y="3859413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1"/>
                  </a:moveTo>
                  <a:cubicBezTo>
                    <a:pt x="21789" y="13"/>
                    <a:pt x="19848" y="72"/>
                    <a:pt x="17907" y="72"/>
                  </a:cubicBezTo>
                  <a:cubicBezTo>
                    <a:pt x="13549" y="82"/>
                    <a:pt x="8246" y="291"/>
                    <a:pt x="3581" y="291"/>
                  </a:cubicBezTo>
                  <a:cubicBezTo>
                    <a:pt x="2652" y="291"/>
                    <a:pt x="1748" y="282"/>
                    <a:pt x="881" y="263"/>
                  </a:cubicBezTo>
                  <a:lnTo>
                    <a:pt x="881" y="263"/>
                  </a:lnTo>
                  <a:cubicBezTo>
                    <a:pt x="1024" y="1358"/>
                    <a:pt x="0" y="1941"/>
                    <a:pt x="36" y="3037"/>
                  </a:cubicBezTo>
                  <a:cubicBezTo>
                    <a:pt x="48" y="3168"/>
                    <a:pt x="1405" y="4096"/>
                    <a:pt x="1417" y="4227"/>
                  </a:cubicBezTo>
                  <a:cubicBezTo>
                    <a:pt x="1815" y="4257"/>
                    <a:pt x="2228" y="4270"/>
                    <a:pt x="2654" y="4270"/>
                  </a:cubicBezTo>
                  <a:cubicBezTo>
                    <a:pt x="5793" y="4270"/>
                    <a:pt x="9593" y="3554"/>
                    <a:pt x="12642" y="3554"/>
                  </a:cubicBezTo>
                  <a:cubicBezTo>
                    <a:pt x="12804" y="3554"/>
                    <a:pt x="12963" y="3556"/>
                    <a:pt x="13121" y="3561"/>
                  </a:cubicBezTo>
                  <a:cubicBezTo>
                    <a:pt x="16741" y="3644"/>
                    <a:pt x="20360" y="3823"/>
                    <a:pt x="23980" y="3882"/>
                  </a:cubicBezTo>
                  <a:cubicBezTo>
                    <a:pt x="24819" y="3899"/>
                    <a:pt x="25659" y="3908"/>
                    <a:pt x="26499" y="3908"/>
                  </a:cubicBezTo>
                  <a:cubicBezTo>
                    <a:pt x="27469" y="3908"/>
                    <a:pt x="28439" y="3896"/>
                    <a:pt x="29409" y="3870"/>
                  </a:cubicBezTo>
                  <a:cubicBezTo>
                    <a:pt x="31147" y="3823"/>
                    <a:pt x="32885" y="3727"/>
                    <a:pt x="34624" y="3668"/>
                  </a:cubicBezTo>
                  <a:cubicBezTo>
                    <a:pt x="36263" y="3612"/>
                    <a:pt x="37913" y="3569"/>
                    <a:pt x="39562" y="3569"/>
                  </a:cubicBezTo>
                  <a:cubicBezTo>
                    <a:pt x="41423" y="3569"/>
                    <a:pt x="43282" y="3623"/>
                    <a:pt x="45125" y="3775"/>
                  </a:cubicBezTo>
                  <a:cubicBezTo>
                    <a:pt x="47256" y="3942"/>
                    <a:pt x="49411" y="4204"/>
                    <a:pt x="51566" y="4227"/>
                  </a:cubicBezTo>
                  <a:cubicBezTo>
                    <a:pt x="51566" y="2918"/>
                    <a:pt x="51602" y="1596"/>
                    <a:pt x="51566" y="286"/>
                  </a:cubicBezTo>
                  <a:cubicBezTo>
                    <a:pt x="50737" y="244"/>
                    <a:pt x="49902" y="227"/>
                    <a:pt x="49065" y="227"/>
                  </a:cubicBezTo>
                  <a:cubicBezTo>
                    <a:pt x="46391" y="227"/>
                    <a:pt x="43688" y="399"/>
                    <a:pt x="41041" y="453"/>
                  </a:cubicBezTo>
                  <a:cubicBezTo>
                    <a:pt x="40639" y="462"/>
                    <a:pt x="40237" y="466"/>
                    <a:pt x="39835" y="466"/>
                  </a:cubicBezTo>
                  <a:cubicBezTo>
                    <a:pt x="36446" y="466"/>
                    <a:pt x="33080" y="180"/>
                    <a:pt x="29695" y="84"/>
                  </a:cubicBezTo>
                  <a:cubicBezTo>
                    <a:pt x="27706" y="24"/>
                    <a:pt x="25718" y="1"/>
                    <a:pt x="237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8"/>
            <p:cNvSpPr/>
            <p:nvPr/>
          </p:nvSpPr>
          <p:spPr>
            <a:xfrm flipH="1">
              <a:off x="8663" y="3976288"/>
              <a:ext cx="1258225" cy="40900"/>
            </a:xfrm>
            <a:custGeom>
              <a:avLst/>
              <a:gdLst/>
              <a:ahLst/>
              <a:cxnLst/>
              <a:rect l="l" t="t" r="r" b="b"/>
              <a:pathLst>
                <a:path w="50329" h="1636" extrusionOk="0">
                  <a:moveTo>
                    <a:pt x="38389" y="0"/>
                  </a:moveTo>
                  <a:cubicBezTo>
                    <a:pt x="36334" y="0"/>
                    <a:pt x="34272" y="76"/>
                    <a:pt x="32231" y="160"/>
                  </a:cubicBezTo>
                  <a:cubicBezTo>
                    <a:pt x="30481" y="219"/>
                    <a:pt x="28718" y="314"/>
                    <a:pt x="26956" y="338"/>
                  </a:cubicBezTo>
                  <a:cubicBezTo>
                    <a:pt x="26353" y="346"/>
                    <a:pt x="25751" y="350"/>
                    <a:pt x="25150" y="350"/>
                  </a:cubicBezTo>
                  <a:cubicBezTo>
                    <a:pt x="23947" y="350"/>
                    <a:pt x="22745" y="334"/>
                    <a:pt x="21539" y="302"/>
                  </a:cubicBezTo>
                  <a:cubicBezTo>
                    <a:pt x="20649" y="280"/>
                    <a:pt x="19738" y="271"/>
                    <a:pt x="18811" y="271"/>
                  </a:cubicBezTo>
                  <a:cubicBezTo>
                    <a:pt x="12721" y="271"/>
                    <a:pt x="5953" y="683"/>
                    <a:pt x="1" y="683"/>
                  </a:cubicBezTo>
                  <a:cubicBezTo>
                    <a:pt x="12" y="969"/>
                    <a:pt x="72" y="1291"/>
                    <a:pt x="132" y="1624"/>
                  </a:cubicBezTo>
                  <a:lnTo>
                    <a:pt x="132" y="1636"/>
                  </a:lnTo>
                  <a:lnTo>
                    <a:pt x="50328" y="1636"/>
                  </a:lnTo>
                  <a:cubicBezTo>
                    <a:pt x="50328" y="1314"/>
                    <a:pt x="50328" y="993"/>
                    <a:pt x="50328" y="683"/>
                  </a:cubicBezTo>
                  <a:cubicBezTo>
                    <a:pt x="47780" y="648"/>
                    <a:pt x="45221" y="302"/>
                    <a:pt x="42708" y="136"/>
                  </a:cubicBezTo>
                  <a:cubicBezTo>
                    <a:pt x="41278" y="37"/>
                    <a:pt x="39835" y="0"/>
                    <a:pt x="383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8"/>
            <p:cNvSpPr/>
            <p:nvPr/>
          </p:nvSpPr>
          <p:spPr>
            <a:xfrm flipH="1">
              <a:off x="28013" y="3740213"/>
              <a:ext cx="491450" cy="19600"/>
            </a:xfrm>
            <a:custGeom>
              <a:avLst/>
              <a:gdLst/>
              <a:ahLst/>
              <a:cxnLst/>
              <a:rect l="l" t="t" r="r" b="b"/>
              <a:pathLst>
                <a:path w="19658" h="784" extrusionOk="0">
                  <a:moveTo>
                    <a:pt x="9469" y="0"/>
                  </a:moveTo>
                  <a:cubicBezTo>
                    <a:pt x="6309" y="0"/>
                    <a:pt x="3146" y="109"/>
                    <a:pt x="0" y="351"/>
                  </a:cubicBezTo>
                  <a:cubicBezTo>
                    <a:pt x="3536" y="530"/>
                    <a:pt x="7072" y="732"/>
                    <a:pt x="10621" y="780"/>
                  </a:cubicBezTo>
                  <a:cubicBezTo>
                    <a:pt x="10930" y="783"/>
                    <a:pt x="11241" y="784"/>
                    <a:pt x="11551" y="784"/>
                  </a:cubicBezTo>
                  <a:cubicBezTo>
                    <a:pt x="14257" y="784"/>
                    <a:pt x="16976" y="684"/>
                    <a:pt x="19657" y="363"/>
                  </a:cubicBezTo>
                  <a:cubicBezTo>
                    <a:pt x="19003" y="316"/>
                    <a:pt x="18348" y="268"/>
                    <a:pt x="17693" y="232"/>
                  </a:cubicBezTo>
                  <a:cubicBezTo>
                    <a:pt x="14963" y="83"/>
                    <a:pt x="12217" y="0"/>
                    <a:pt x="94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8"/>
            <p:cNvSpPr/>
            <p:nvPr/>
          </p:nvSpPr>
          <p:spPr>
            <a:xfrm flipH="1">
              <a:off x="-6650" y="4042088"/>
              <a:ext cx="1261475" cy="39100"/>
            </a:xfrm>
            <a:custGeom>
              <a:avLst/>
              <a:gdLst/>
              <a:ahLst/>
              <a:cxnLst/>
              <a:rect l="l" t="t" r="r" b="b"/>
              <a:pathLst>
                <a:path w="50459" h="1564" extrusionOk="0">
                  <a:moveTo>
                    <a:pt x="25545" y="1"/>
                  </a:moveTo>
                  <a:cubicBezTo>
                    <a:pt x="24561" y="1"/>
                    <a:pt x="23578" y="16"/>
                    <a:pt x="22598" y="52"/>
                  </a:cubicBezTo>
                  <a:cubicBezTo>
                    <a:pt x="19169" y="168"/>
                    <a:pt x="15807" y="380"/>
                    <a:pt x="12411" y="380"/>
                  </a:cubicBezTo>
                  <a:cubicBezTo>
                    <a:pt x="11303" y="380"/>
                    <a:pt x="10192" y="357"/>
                    <a:pt x="9073" y="302"/>
                  </a:cubicBezTo>
                  <a:cubicBezTo>
                    <a:pt x="7120" y="207"/>
                    <a:pt x="5168" y="111"/>
                    <a:pt x="3215" y="99"/>
                  </a:cubicBezTo>
                  <a:cubicBezTo>
                    <a:pt x="2822" y="99"/>
                    <a:pt x="941" y="516"/>
                    <a:pt x="131" y="540"/>
                  </a:cubicBezTo>
                  <a:cubicBezTo>
                    <a:pt x="155" y="897"/>
                    <a:pt x="0" y="1088"/>
                    <a:pt x="24" y="1433"/>
                  </a:cubicBezTo>
                  <a:cubicBezTo>
                    <a:pt x="213" y="1435"/>
                    <a:pt x="406" y="1436"/>
                    <a:pt x="602" y="1436"/>
                  </a:cubicBezTo>
                  <a:cubicBezTo>
                    <a:pt x="3880" y="1436"/>
                    <a:pt x="8107" y="1170"/>
                    <a:pt x="11264" y="1147"/>
                  </a:cubicBezTo>
                  <a:lnTo>
                    <a:pt x="11275" y="1147"/>
                  </a:lnTo>
                  <a:cubicBezTo>
                    <a:pt x="13133" y="1141"/>
                    <a:pt x="14993" y="1132"/>
                    <a:pt x="16854" y="1132"/>
                  </a:cubicBezTo>
                  <a:cubicBezTo>
                    <a:pt x="18714" y="1132"/>
                    <a:pt x="20574" y="1141"/>
                    <a:pt x="22432" y="1171"/>
                  </a:cubicBezTo>
                  <a:cubicBezTo>
                    <a:pt x="26111" y="1230"/>
                    <a:pt x="29790" y="1361"/>
                    <a:pt x="33457" y="1445"/>
                  </a:cubicBezTo>
                  <a:cubicBezTo>
                    <a:pt x="36520" y="1509"/>
                    <a:pt x="39588" y="1563"/>
                    <a:pt x="42653" y="1563"/>
                  </a:cubicBezTo>
                  <a:cubicBezTo>
                    <a:pt x="45246" y="1563"/>
                    <a:pt x="47837" y="1525"/>
                    <a:pt x="50423" y="1421"/>
                  </a:cubicBezTo>
                  <a:cubicBezTo>
                    <a:pt x="50399" y="1111"/>
                    <a:pt x="50459" y="802"/>
                    <a:pt x="50423" y="492"/>
                  </a:cubicBezTo>
                  <a:lnTo>
                    <a:pt x="50423" y="492"/>
                  </a:lnTo>
                  <a:cubicBezTo>
                    <a:pt x="48661" y="620"/>
                    <a:pt x="46889" y="671"/>
                    <a:pt x="45110" y="671"/>
                  </a:cubicBezTo>
                  <a:cubicBezTo>
                    <a:pt x="38618" y="671"/>
                    <a:pt x="32039" y="1"/>
                    <a:pt x="255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8"/>
            <p:cNvSpPr/>
            <p:nvPr/>
          </p:nvSpPr>
          <p:spPr>
            <a:xfrm flipH="1">
              <a:off x="-6650" y="4087888"/>
              <a:ext cx="1262075" cy="53025"/>
            </a:xfrm>
            <a:custGeom>
              <a:avLst/>
              <a:gdLst/>
              <a:ahLst/>
              <a:cxnLst/>
              <a:rect l="l" t="t" r="r" b="b"/>
              <a:pathLst>
                <a:path w="50483" h="2121" extrusionOk="0">
                  <a:moveTo>
                    <a:pt x="17998" y="1"/>
                  </a:moveTo>
                  <a:cubicBezTo>
                    <a:pt x="11171" y="1"/>
                    <a:pt x="1714" y="201"/>
                    <a:pt x="0" y="303"/>
                  </a:cubicBezTo>
                  <a:cubicBezTo>
                    <a:pt x="36" y="899"/>
                    <a:pt x="584" y="1327"/>
                    <a:pt x="608" y="1923"/>
                  </a:cubicBezTo>
                  <a:cubicBezTo>
                    <a:pt x="1301" y="2069"/>
                    <a:pt x="2100" y="2120"/>
                    <a:pt x="2948" y="2120"/>
                  </a:cubicBezTo>
                  <a:cubicBezTo>
                    <a:pt x="4896" y="2120"/>
                    <a:pt x="7107" y="1851"/>
                    <a:pt x="8909" y="1851"/>
                  </a:cubicBezTo>
                  <a:cubicBezTo>
                    <a:pt x="8936" y="1851"/>
                    <a:pt x="8963" y="1851"/>
                    <a:pt x="8990" y="1851"/>
                  </a:cubicBezTo>
                  <a:cubicBezTo>
                    <a:pt x="13609" y="1875"/>
                    <a:pt x="18241" y="1875"/>
                    <a:pt x="22860" y="1875"/>
                  </a:cubicBezTo>
                  <a:cubicBezTo>
                    <a:pt x="26385" y="1875"/>
                    <a:pt x="29885" y="1720"/>
                    <a:pt x="33386" y="1542"/>
                  </a:cubicBezTo>
                  <a:cubicBezTo>
                    <a:pt x="36143" y="1397"/>
                    <a:pt x="38908" y="1274"/>
                    <a:pt x="41674" y="1274"/>
                  </a:cubicBezTo>
                  <a:cubicBezTo>
                    <a:pt x="42562" y="1274"/>
                    <a:pt x="43451" y="1286"/>
                    <a:pt x="44339" y="1315"/>
                  </a:cubicBezTo>
                  <a:cubicBezTo>
                    <a:pt x="46387" y="1387"/>
                    <a:pt x="48471" y="1553"/>
                    <a:pt x="50471" y="1923"/>
                  </a:cubicBezTo>
                  <a:cubicBezTo>
                    <a:pt x="50435" y="1375"/>
                    <a:pt x="50483" y="803"/>
                    <a:pt x="50447" y="256"/>
                  </a:cubicBezTo>
                  <a:lnTo>
                    <a:pt x="50447" y="256"/>
                  </a:lnTo>
                  <a:cubicBezTo>
                    <a:pt x="48030" y="363"/>
                    <a:pt x="45506" y="422"/>
                    <a:pt x="43089" y="422"/>
                  </a:cubicBezTo>
                  <a:cubicBezTo>
                    <a:pt x="42852" y="423"/>
                    <a:pt x="42615" y="424"/>
                    <a:pt x="42379" y="424"/>
                  </a:cubicBezTo>
                  <a:cubicBezTo>
                    <a:pt x="38948" y="424"/>
                    <a:pt x="35518" y="346"/>
                    <a:pt x="32088" y="268"/>
                  </a:cubicBezTo>
                  <a:cubicBezTo>
                    <a:pt x="28409" y="184"/>
                    <a:pt x="24730" y="53"/>
                    <a:pt x="21039" y="18"/>
                  </a:cubicBezTo>
                  <a:cubicBezTo>
                    <a:pt x="20121" y="6"/>
                    <a:pt x="19093" y="1"/>
                    <a:pt x="17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8"/>
            <p:cNvSpPr/>
            <p:nvPr/>
          </p:nvSpPr>
          <p:spPr>
            <a:xfrm flipH="1">
              <a:off x="-6350" y="4173613"/>
              <a:ext cx="1290350" cy="79000"/>
            </a:xfrm>
            <a:custGeom>
              <a:avLst/>
              <a:gdLst/>
              <a:ahLst/>
              <a:cxnLst/>
              <a:rect l="l" t="t" r="r" b="b"/>
              <a:pathLst>
                <a:path w="51614" h="3160" extrusionOk="0">
                  <a:moveTo>
                    <a:pt x="20244" y="1"/>
                  </a:moveTo>
                  <a:cubicBezTo>
                    <a:pt x="13861" y="1"/>
                    <a:pt x="6767" y="403"/>
                    <a:pt x="989" y="1018"/>
                  </a:cubicBezTo>
                  <a:cubicBezTo>
                    <a:pt x="1001" y="1863"/>
                    <a:pt x="0" y="1494"/>
                    <a:pt x="0" y="2339"/>
                  </a:cubicBezTo>
                  <a:cubicBezTo>
                    <a:pt x="12" y="2435"/>
                    <a:pt x="1536" y="2851"/>
                    <a:pt x="1548" y="2947"/>
                  </a:cubicBezTo>
                  <a:cubicBezTo>
                    <a:pt x="2121" y="3007"/>
                    <a:pt x="2673" y="3030"/>
                    <a:pt x="3207" y="3030"/>
                  </a:cubicBezTo>
                  <a:cubicBezTo>
                    <a:pt x="5003" y="3030"/>
                    <a:pt x="6600" y="2768"/>
                    <a:pt x="8132" y="2768"/>
                  </a:cubicBezTo>
                  <a:cubicBezTo>
                    <a:pt x="8690" y="2771"/>
                    <a:pt x="9248" y="2773"/>
                    <a:pt x="9806" y="2773"/>
                  </a:cubicBezTo>
                  <a:cubicBezTo>
                    <a:pt x="11153" y="2773"/>
                    <a:pt x="12500" y="2764"/>
                    <a:pt x="13847" y="2756"/>
                  </a:cubicBezTo>
                  <a:cubicBezTo>
                    <a:pt x="14076" y="2755"/>
                    <a:pt x="14306" y="2754"/>
                    <a:pt x="14535" y="2754"/>
                  </a:cubicBezTo>
                  <a:cubicBezTo>
                    <a:pt x="15439" y="2754"/>
                    <a:pt x="16345" y="2763"/>
                    <a:pt x="17250" y="2763"/>
                  </a:cubicBezTo>
                  <a:cubicBezTo>
                    <a:pt x="18026" y="2763"/>
                    <a:pt x="18801" y="2756"/>
                    <a:pt x="19574" y="2732"/>
                  </a:cubicBezTo>
                  <a:cubicBezTo>
                    <a:pt x="21094" y="2687"/>
                    <a:pt x="22614" y="2665"/>
                    <a:pt x="24134" y="2665"/>
                  </a:cubicBezTo>
                  <a:cubicBezTo>
                    <a:pt x="26577" y="2665"/>
                    <a:pt x="29019" y="2720"/>
                    <a:pt x="31457" y="2816"/>
                  </a:cubicBezTo>
                  <a:cubicBezTo>
                    <a:pt x="33433" y="2887"/>
                    <a:pt x="35398" y="3006"/>
                    <a:pt x="37362" y="3113"/>
                  </a:cubicBezTo>
                  <a:cubicBezTo>
                    <a:pt x="37991" y="3147"/>
                    <a:pt x="38624" y="3160"/>
                    <a:pt x="39259" y="3160"/>
                  </a:cubicBezTo>
                  <a:cubicBezTo>
                    <a:pt x="40427" y="3160"/>
                    <a:pt x="41599" y="3116"/>
                    <a:pt x="42756" y="3077"/>
                  </a:cubicBezTo>
                  <a:cubicBezTo>
                    <a:pt x="44858" y="3001"/>
                    <a:pt x="46967" y="2906"/>
                    <a:pt x="49073" y="2906"/>
                  </a:cubicBezTo>
                  <a:cubicBezTo>
                    <a:pt x="49913" y="2906"/>
                    <a:pt x="50752" y="2921"/>
                    <a:pt x="51590" y="2958"/>
                  </a:cubicBezTo>
                  <a:cubicBezTo>
                    <a:pt x="51566" y="2292"/>
                    <a:pt x="51614" y="1601"/>
                    <a:pt x="51590" y="934"/>
                  </a:cubicBezTo>
                  <a:lnTo>
                    <a:pt x="51590" y="934"/>
                  </a:lnTo>
                  <a:cubicBezTo>
                    <a:pt x="50143" y="1070"/>
                    <a:pt x="48648" y="1120"/>
                    <a:pt x="47161" y="1120"/>
                  </a:cubicBezTo>
                  <a:cubicBezTo>
                    <a:pt x="46176" y="1120"/>
                    <a:pt x="45195" y="1099"/>
                    <a:pt x="44232" y="1065"/>
                  </a:cubicBezTo>
                  <a:cubicBezTo>
                    <a:pt x="40910" y="934"/>
                    <a:pt x="37612" y="637"/>
                    <a:pt x="34302" y="422"/>
                  </a:cubicBezTo>
                  <a:cubicBezTo>
                    <a:pt x="30754" y="208"/>
                    <a:pt x="27182" y="137"/>
                    <a:pt x="23622" y="41"/>
                  </a:cubicBezTo>
                  <a:cubicBezTo>
                    <a:pt x="22527" y="14"/>
                    <a:pt x="21397" y="1"/>
                    <a:pt x="202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8"/>
            <p:cNvSpPr/>
            <p:nvPr/>
          </p:nvSpPr>
          <p:spPr>
            <a:xfrm flipH="1">
              <a:off x="-6650" y="4266613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0"/>
                  </a:moveTo>
                  <a:cubicBezTo>
                    <a:pt x="21789" y="12"/>
                    <a:pt x="19848" y="72"/>
                    <a:pt x="17907" y="84"/>
                  </a:cubicBezTo>
                  <a:cubicBezTo>
                    <a:pt x="13620" y="94"/>
                    <a:pt x="8419" y="296"/>
                    <a:pt x="3803" y="296"/>
                  </a:cubicBezTo>
                  <a:cubicBezTo>
                    <a:pt x="2792" y="296"/>
                    <a:pt x="1809" y="286"/>
                    <a:pt x="869" y="262"/>
                  </a:cubicBezTo>
                  <a:lnTo>
                    <a:pt x="869" y="262"/>
                  </a:lnTo>
                  <a:cubicBezTo>
                    <a:pt x="1012" y="1370"/>
                    <a:pt x="0" y="1941"/>
                    <a:pt x="36" y="3048"/>
                  </a:cubicBezTo>
                  <a:cubicBezTo>
                    <a:pt x="36" y="3167"/>
                    <a:pt x="1405" y="4108"/>
                    <a:pt x="1405" y="4227"/>
                  </a:cubicBezTo>
                  <a:cubicBezTo>
                    <a:pt x="1804" y="4257"/>
                    <a:pt x="2219" y="4270"/>
                    <a:pt x="2645" y="4270"/>
                  </a:cubicBezTo>
                  <a:cubicBezTo>
                    <a:pt x="5791" y="4270"/>
                    <a:pt x="9583" y="3554"/>
                    <a:pt x="12640" y="3554"/>
                  </a:cubicBezTo>
                  <a:cubicBezTo>
                    <a:pt x="12802" y="3554"/>
                    <a:pt x="12963" y="3556"/>
                    <a:pt x="13121" y="3560"/>
                  </a:cubicBezTo>
                  <a:cubicBezTo>
                    <a:pt x="16740" y="3656"/>
                    <a:pt x="20360" y="3822"/>
                    <a:pt x="23979" y="3894"/>
                  </a:cubicBezTo>
                  <a:cubicBezTo>
                    <a:pt x="24818" y="3905"/>
                    <a:pt x="25656" y="3913"/>
                    <a:pt x="26494" y="3913"/>
                  </a:cubicBezTo>
                  <a:cubicBezTo>
                    <a:pt x="27464" y="3913"/>
                    <a:pt x="28432" y="3902"/>
                    <a:pt x="29397" y="3870"/>
                  </a:cubicBezTo>
                  <a:cubicBezTo>
                    <a:pt x="31147" y="3822"/>
                    <a:pt x="32873" y="3727"/>
                    <a:pt x="34624" y="3668"/>
                  </a:cubicBezTo>
                  <a:cubicBezTo>
                    <a:pt x="36263" y="3612"/>
                    <a:pt x="37910" y="3569"/>
                    <a:pt x="39557" y="3569"/>
                  </a:cubicBezTo>
                  <a:cubicBezTo>
                    <a:pt x="41414" y="3569"/>
                    <a:pt x="43270" y="3623"/>
                    <a:pt x="45113" y="3775"/>
                  </a:cubicBezTo>
                  <a:cubicBezTo>
                    <a:pt x="47244" y="3941"/>
                    <a:pt x="49411" y="4203"/>
                    <a:pt x="51566" y="4227"/>
                  </a:cubicBezTo>
                  <a:cubicBezTo>
                    <a:pt x="51554" y="2917"/>
                    <a:pt x="51602" y="1596"/>
                    <a:pt x="51566" y="286"/>
                  </a:cubicBezTo>
                  <a:cubicBezTo>
                    <a:pt x="50757" y="247"/>
                    <a:pt x="49942" y="232"/>
                    <a:pt x="49125" y="232"/>
                  </a:cubicBezTo>
                  <a:cubicBezTo>
                    <a:pt x="46431" y="232"/>
                    <a:pt x="43708" y="401"/>
                    <a:pt x="41041" y="465"/>
                  </a:cubicBezTo>
                  <a:lnTo>
                    <a:pt x="41041" y="453"/>
                  </a:lnTo>
                  <a:cubicBezTo>
                    <a:pt x="40590" y="464"/>
                    <a:pt x="40139" y="469"/>
                    <a:pt x="39689" y="469"/>
                  </a:cubicBezTo>
                  <a:cubicBezTo>
                    <a:pt x="36349" y="469"/>
                    <a:pt x="33031" y="189"/>
                    <a:pt x="29694" y="84"/>
                  </a:cubicBezTo>
                  <a:cubicBezTo>
                    <a:pt x="27706" y="24"/>
                    <a:pt x="25718" y="0"/>
                    <a:pt x="23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8"/>
            <p:cNvSpPr/>
            <p:nvPr/>
          </p:nvSpPr>
          <p:spPr>
            <a:xfrm flipH="1">
              <a:off x="-5775" y="4383688"/>
              <a:ext cx="1258225" cy="65325"/>
            </a:xfrm>
            <a:custGeom>
              <a:avLst/>
              <a:gdLst/>
              <a:ahLst/>
              <a:cxnLst/>
              <a:rect l="l" t="t" r="r" b="b"/>
              <a:pathLst>
                <a:path w="50329" h="2613" extrusionOk="0">
                  <a:moveTo>
                    <a:pt x="38436" y="0"/>
                  </a:moveTo>
                  <a:cubicBezTo>
                    <a:pt x="36364" y="0"/>
                    <a:pt x="34289" y="74"/>
                    <a:pt x="32231" y="151"/>
                  </a:cubicBezTo>
                  <a:cubicBezTo>
                    <a:pt x="30480" y="223"/>
                    <a:pt x="28718" y="306"/>
                    <a:pt x="26956" y="342"/>
                  </a:cubicBezTo>
                  <a:cubicBezTo>
                    <a:pt x="26471" y="348"/>
                    <a:pt x="25986" y="351"/>
                    <a:pt x="25502" y="351"/>
                  </a:cubicBezTo>
                  <a:cubicBezTo>
                    <a:pt x="24177" y="351"/>
                    <a:pt x="22855" y="329"/>
                    <a:pt x="21539" y="294"/>
                  </a:cubicBezTo>
                  <a:cubicBezTo>
                    <a:pt x="20705" y="275"/>
                    <a:pt x="19852" y="267"/>
                    <a:pt x="18985" y="267"/>
                  </a:cubicBezTo>
                  <a:cubicBezTo>
                    <a:pt x="12850" y="267"/>
                    <a:pt x="6009" y="687"/>
                    <a:pt x="0" y="687"/>
                  </a:cubicBezTo>
                  <a:cubicBezTo>
                    <a:pt x="12" y="1247"/>
                    <a:pt x="251" y="2033"/>
                    <a:pt x="262" y="2592"/>
                  </a:cubicBezTo>
                  <a:cubicBezTo>
                    <a:pt x="816" y="2606"/>
                    <a:pt x="1371" y="2613"/>
                    <a:pt x="1927" y="2613"/>
                  </a:cubicBezTo>
                  <a:cubicBezTo>
                    <a:pt x="8478" y="2613"/>
                    <a:pt x="15249" y="1709"/>
                    <a:pt x="21603" y="1709"/>
                  </a:cubicBezTo>
                  <a:cubicBezTo>
                    <a:pt x="22426" y="1709"/>
                    <a:pt x="23243" y="1724"/>
                    <a:pt x="24051" y="1759"/>
                  </a:cubicBezTo>
                  <a:cubicBezTo>
                    <a:pt x="29254" y="1973"/>
                    <a:pt x="34421" y="2461"/>
                    <a:pt x="39648" y="2509"/>
                  </a:cubicBezTo>
                  <a:cubicBezTo>
                    <a:pt x="43208" y="2533"/>
                    <a:pt x="46768" y="2497"/>
                    <a:pt x="50316" y="2592"/>
                  </a:cubicBezTo>
                  <a:cubicBezTo>
                    <a:pt x="50316" y="1949"/>
                    <a:pt x="50328" y="1318"/>
                    <a:pt x="50328" y="675"/>
                  </a:cubicBezTo>
                  <a:cubicBezTo>
                    <a:pt x="47780" y="639"/>
                    <a:pt x="45220" y="294"/>
                    <a:pt x="42708" y="128"/>
                  </a:cubicBezTo>
                  <a:cubicBezTo>
                    <a:pt x="41290" y="35"/>
                    <a:pt x="39864" y="0"/>
                    <a:pt x="384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8"/>
            <p:cNvSpPr/>
            <p:nvPr/>
          </p:nvSpPr>
          <p:spPr>
            <a:xfrm flipH="1">
              <a:off x="-5775" y="4459988"/>
              <a:ext cx="1272525" cy="70675"/>
            </a:xfrm>
            <a:custGeom>
              <a:avLst/>
              <a:gdLst/>
              <a:ahLst/>
              <a:cxnLst/>
              <a:rect l="l" t="t" r="r" b="b"/>
              <a:pathLst>
                <a:path w="50901" h="2827" extrusionOk="0">
                  <a:moveTo>
                    <a:pt x="21903" y="0"/>
                  </a:moveTo>
                  <a:cubicBezTo>
                    <a:pt x="14993" y="0"/>
                    <a:pt x="7192" y="862"/>
                    <a:pt x="383" y="862"/>
                  </a:cubicBezTo>
                  <a:cubicBezTo>
                    <a:pt x="303" y="862"/>
                    <a:pt x="224" y="862"/>
                    <a:pt x="144" y="862"/>
                  </a:cubicBezTo>
                  <a:lnTo>
                    <a:pt x="144" y="862"/>
                  </a:lnTo>
                  <a:cubicBezTo>
                    <a:pt x="203" y="1576"/>
                    <a:pt x="1" y="2112"/>
                    <a:pt x="37" y="2826"/>
                  </a:cubicBezTo>
                  <a:cubicBezTo>
                    <a:pt x="1764" y="2826"/>
                    <a:pt x="2556" y="2336"/>
                    <a:pt x="2843" y="2336"/>
                  </a:cubicBezTo>
                  <a:cubicBezTo>
                    <a:pt x="2853" y="2336"/>
                    <a:pt x="2862" y="2337"/>
                    <a:pt x="2870" y="2338"/>
                  </a:cubicBezTo>
                  <a:cubicBezTo>
                    <a:pt x="4942" y="1969"/>
                    <a:pt x="7109" y="1814"/>
                    <a:pt x="9157" y="1743"/>
                  </a:cubicBezTo>
                  <a:cubicBezTo>
                    <a:pt x="10364" y="1694"/>
                    <a:pt x="11573" y="1673"/>
                    <a:pt x="12782" y="1673"/>
                  </a:cubicBezTo>
                  <a:cubicBezTo>
                    <a:pt x="15998" y="1673"/>
                    <a:pt x="19216" y="1823"/>
                    <a:pt x="22409" y="2005"/>
                  </a:cubicBezTo>
                  <a:cubicBezTo>
                    <a:pt x="24599" y="2136"/>
                    <a:pt x="26778" y="2279"/>
                    <a:pt x="28957" y="2421"/>
                  </a:cubicBezTo>
                  <a:cubicBezTo>
                    <a:pt x="29954" y="2405"/>
                    <a:pt x="30950" y="2397"/>
                    <a:pt x="31945" y="2397"/>
                  </a:cubicBezTo>
                  <a:cubicBezTo>
                    <a:pt x="37965" y="2397"/>
                    <a:pt x="43966" y="2673"/>
                    <a:pt x="49983" y="2826"/>
                  </a:cubicBezTo>
                  <a:cubicBezTo>
                    <a:pt x="50281" y="2791"/>
                    <a:pt x="50567" y="2755"/>
                    <a:pt x="50864" y="2707"/>
                  </a:cubicBezTo>
                  <a:cubicBezTo>
                    <a:pt x="50876" y="2100"/>
                    <a:pt x="50888" y="1493"/>
                    <a:pt x="50900" y="886"/>
                  </a:cubicBezTo>
                  <a:cubicBezTo>
                    <a:pt x="46959" y="766"/>
                    <a:pt x="43006" y="850"/>
                    <a:pt x="39065" y="778"/>
                  </a:cubicBezTo>
                  <a:cubicBezTo>
                    <a:pt x="34339" y="707"/>
                    <a:pt x="29659" y="266"/>
                    <a:pt x="24945" y="64"/>
                  </a:cubicBezTo>
                  <a:cubicBezTo>
                    <a:pt x="23955" y="19"/>
                    <a:pt x="22939" y="0"/>
                    <a:pt x="219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8"/>
            <p:cNvSpPr/>
            <p:nvPr/>
          </p:nvSpPr>
          <p:spPr>
            <a:xfrm flipH="1">
              <a:off x="634500" y="4524388"/>
              <a:ext cx="448875" cy="12600"/>
            </a:xfrm>
            <a:custGeom>
              <a:avLst/>
              <a:gdLst/>
              <a:ahLst/>
              <a:cxnLst/>
              <a:rect l="l" t="t" r="r" b="b"/>
              <a:pathLst>
                <a:path w="17955" h="504" extrusionOk="0">
                  <a:moveTo>
                    <a:pt x="16586" y="0"/>
                  </a:moveTo>
                  <a:cubicBezTo>
                    <a:pt x="11061" y="60"/>
                    <a:pt x="5537" y="167"/>
                    <a:pt x="0" y="286"/>
                  </a:cubicBezTo>
                  <a:cubicBezTo>
                    <a:pt x="2446" y="429"/>
                    <a:pt x="4891" y="504"/>
                    <a:pt x="7337" y="504"/>
                  </a:cubicBezTo>
                  <a:cubicBezTo>
                    <a:pt x="8951" y="504"/>
                    <a:pt x="10566" y="471"/>
                    <a:pt x="12180" y="405"/>
                  </a:cubicBezTo>
                  <a:cubicBezTo>
                    <a:pt x="14109" y="322"/>
                    <a:pt x="16038" y="191"/>
                    <a:pt x="179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8"/>
            <p:cNvSpPr/>
            <p:nvPr/>
          </p:nvSpPr>
          <p:spPr>
            <a:xfrm flipH="1">
              <a:off x="13575" y="4147413"/>
              <a:ext cx="491750" cy="19700"/>
            </a:xfrm>
            <a:custGeom>
              <a:avLst/>
              <a:gdLst/>
              <a:ahLst/>
              <a:cxnLst/>
              <a:rect l="l" t="t" r="r" b="b"/>
              <a:pathLst>
                <a:path w="19670" h="788" extrusionOk="0">
                  <a:moveTo>
                    <a:pt x="9475" y="0"/>
                  </a:moveTo>
                  <a:cubicBezTo>
                    <a:pt x="6315" y="0"/>
                    <a:pt x="3152" y="109"/>
                    <a:pt x="0" y="351"/>
                  </a:cubicBezTo>
                  <a:cubicBezTo>
                    <a:pt x="3548" y="542"/>
                    <a:pt x="7084" y="744"/>
                    <a:pt x="10632" y="780"/>
                  </a:cubicBezTo>
                  <a:cubicBezTo>
                    <a:pt x="11043" y="785"/>
                    <a:pt x="11455" y="787"/>
                    <a:pt x="11866" y="787"/>
                  </a:cubicBezTo>
                  <a:cubicBezTo>
                    <a:pt x="14463" y="787"/>
                    <a:pt x="17080" y="682"/>
                    <a:pt x="19669" y="363"/>
                  </a:cubicBezTo>
                  <a:cubicBezTo>
                    <a:pt x="19014" y="315"/>
                    <a:pt x="18360" y="268"/>
                    <a:pt x="17705" y="232"/>
                  </a:cubicBezTo>
                  <a:cubicBezTo>
                    <a:pt x="14969" y="83"/>
                    <a:pt x="12223" y="0"/>
                    <a:pt x="94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8"/>
            <p:cNvSpPr/>
            <p:nvPr/>
          </p:nvSpPr>
          <p:spPr>
            <a:xfrm flipH="1">
              <a:off x="-6350" y="4555338"/>
              <a:ext cx="1261475" cy="39225"/>
            </a:xfrm>
            <a:custGeom>
              <a:avLst/>
              <a:gdLst/>
              <a:ahLst/>
              <a:cxnLst/>
              <a:rect l="l" t="t" r="r" b="b"/>
              <a:pathLst>
                <a:path w="50459" h="1569" extrusionOk="0">
                  <a:moveTo>
                    <a:pt x="25457" y="1"/>
                  </a:moveTo>
                  <a:cubicBezTo>
                    <a:pt x="24506" y="1"/>
                    <a:pt x="23557" y="15"/>
                    <a:pt x="22610" y="48"/>
                  </a:cubicBezTo>
                  <a:cubicBezTo>
                    <a:pt x="19177" y="174"/>
                    <a:pt x="15804" y="388"/>
                    <a:pt x="12400" y="388"/>
                  </a:cubicBezTo>
                  <a:cubicBezTo>
                    <a:pt x="11295" y="388"/>
                    <a:pt x="10187" y="365"/>
                    <a:pt x="9073" y="310"/>
                  </a:cubicBezTo>
                  <a:cubicBezTo>
                    <a:pt x="7132" y="215"/>
                    <a:pt x="5180" y="108"/>
                    <a:pt x="3215" y="108"/>
                  </a:cubicBezTo>
                  <a:cubicBezTo>
                    <a:pt x="2822" y="108"/>
                    <a:pt x="941" y="512"/>
                    <a:pt x="131" y="548"/>
                  </a:cubicBezTo>
                  <a:cubicBezTo>
                    <a:pt x="167" y="905"/>
                    <a:pt x="0" y="1084"/>
                    <a:pt x="24" y="1441"/>
                  </a:cubicBezTo>
                  <a:cubicBezTo>
                    <a:pt x="213" y="1443"/>
                    <a:pt x="406" y="1444"/>
                    <a:pt x="602" y="1444"/>
                  </a:cubicBezTo>
                  <a:cubicBezTo>
                    <a:pt x="3880" y="1444"/>
                    <a:pt x="8108" y="1178"/>
                    <a:pt x="11276" y="1155"/>
                  </a:cubicBezTo>
                  <a:cubicBezTo>
                    <a:pt x="13002" y="1144"/>
                    <a:pt x="14726" y="1136"/>
                    <a:pt x="16450" y="1136"/>
                  </a:cubicBezTo>
                  <a:cubicBezTo>
                    <a:pt x="18447" y="1136"/>
                    <a:pt x="20444" y="1147"/>
                    <a:pt x="22444" y="1179"/>
                  </a:cubicBezTo>
                  <a:cubicBezTo>
                    <a:pt x="26111" y="1239"/>
                    <a:pt x="29790" y="1370"/>
                    <a:pt x="33469" y="1441"/>
                  </a:cubicBezTo>
                  <a:cubicBezTo>
                    <a:pt x="36512" y="1512"/>
                    <a:pt x="39562" y="1568"/>
                    <a:pt x="42613" y="1568"/>
                  </a:cubicBezTo>
                  <a:cubicBezTo>
                    <a:pt x="45220" y="1568"/>
                    <a:pt x="47829" y="1527"/>
                    <a:pt x="50435" y="1417"/>
                  </a:cubicBezTo>
                  <a:cubicBezTo>
                    <a:pt x="50399" y="1120"/>
                    <a:pt x="50459" y="798"/>
                    <a:pt x="50435" y="501"/>
                  </a:cubicBezTo>
                  <a:lnTo>
                    <a:pt x="50435" y="501"/>
                  </a:lnTo>
                  <a:cubicBezTo>
                    <a:pt x="48674" y="629"/>
                    <a:pt x="46903" y="679"/>
                    <a:pt x="45125" y="679"/>
                  </a:cubicBezTo>
                  <a:cubicBezTo>
                    <a:pt x="38597" y="679"/>
                    <a:pt x="31979" y="1"/>
                    <a:pt x="254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8"/>
            <p:cNvSpPr/>
            <p:nvPr/>
          </p:nvSpPr>
          <p:spPr>
            <a:xfrm flipH="1">
              <a:off x="-6650" y="4601163"/>
              <a:ext cx="1262075" cy="53100"/>
            </a:xfrm>
            <a:custGeom>
              <a:avLst/>
              <a:gdLst/>
              <a:ahLst/>
              <a:cxnLst/>
              <a:rect l="l" t="t" r="r" b="b"/>
              <a:pathLst>
                <a:path w="50483" h="2124" extrusionOk="0">
                  <a:moveTo>
                    <a:pt x="18386" y="0"/>
                  </a:moveTo>
                  <a:cubicBezTo>
                    <a:pt x="11533" y="0"/>
                    <a:pt x="1736" y="205"/>
                    <a:pt x="0" y="299"/>
                  </a:cubicBezTo>
                  <a:cubicBezTo>
                    <a:pt x="36" y="894"/>
                    <a:pt x="584" y="1323"/>
                    <a:pt x="608" y="1918"/>
                  </a:cubicBezTo>
                  <a:cubicBezTo>
                    <a:pt x="1313" y="2071"/>
                    <a:pt x="2127" y="2123"/>
                    <a:pt x="2991" y="2123"/>
                  </a:cubicBezTo>
                  <a:cubicBezTo>
                    <a:pt x="4929" y="2123"/>
                    <a:pt x="7120" y="1858"/>
                    <a:pt x="8909" y="1858"/>
                  </a:cubicBezTo>
                  <a:cubicBezTo>
                    <a:pt x="8936" y="1858"/>
                    <a:pt x="8963" y="1858"/>
                    <a:pt x="8990" y="1858"/>
                  </a:cubicBezTo>
                  <a:cubicBezTo>
                    <a:pt x="13609" y="1882"/>
                    <a:pt x="18241" y="1882"/>
                    <a:pt x="22860" y="1882"/>
                  </a:cubicBezTo>
                  <a:cubicBezTo>
                    <a:pt x="26385" y="1882"/>
                    <a:pt x="29873" y="1716"/>
                    <a:pt x="33386" y="1537"/>
                  </a:cubicBezTo>
                  <a:cubicBezTo>
                    <a:pt x="36088" y="1396"/>
                    <a:pt x="38796" y="1274"/>
                    <a:pt x="41506" y="1274"/>
                  </a:cubicBezTo>
                  <a:cubicBezTo>
                    <a:pt x="42450" y="1274"/>
                    <a:pt x="43395" y="1289"/>
                    <a:pt x="44339" y="1323"/>
                  </a:cubicBezTo>
                  <a:cubicBezTo>
                    <a:pt x="46387" y="1394"/>
                    <a:pt x="48471" y="1549"/>
                    <a:pt x="50471" y="1918"/>
                  </a:cubicBezTo>
                  <a:cubicBezTo>
                    <a:pt x="50435" y="1370"/>
                    <a:pt x="50483" y="811"/>
                    <a:pt x="50447" y="263"/>
                  </a:cubicBezTo>
                  <a:lnTo>
                    <a:pt x="50447" y="263"/>
                  </a:lnTo>
                  <a:cubicBezTo>
                    <a:pt x="48018" y="358"/>
                    <a:pt x="45506" y="430"/>
                    <a:pt x="43077" y="430"/>
                  </a:cubicBezTo>
                  <a:cubicBezTo>
                    <a:pt x="39422" y="430"/>
                    <a:pt x="35755" y="358"/>
                    <a:pt x="32088" y="275"/>
                  </a:cubicBezTo>
                  <a:cubicBezTo>
                    <a:pt x="28409" y="192"/>
                    <a:pt x="24730" y="61"/>
                    <a:pt x="21039" y="13"/>
                  </a:cubicBezTo>
                  <a:cubicBezTo>
                    <a:pt x="20231" y="4"/>
                    <a:pt x="19337" y="0"/>
                    <a:pt x="183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8"/>
            <p:cNvSpPr/>
            <p:nvPr/>
          </p:nvSpPr>
          <p:spPr>
            <a:xfrm flipH="1">
              <a:off x="-6350" y="4686963"/>
              <a:ext cx="1290350" cy="78950"/>
            </a:xfrm>
            <a:custGeom>
              <a:avLst/>
              <a:gdLst/>
              <a:ahLst/>
              <a:cxnLst/>
              <a:rect l="l" t="t" r="r" b="b"/>
              <a:pathLst>
                <a:path w="51614" h="3158" extrusionOk="0">
                  <a:moveTo>
                    <a:pt x="20062" y="0"/>
                  </a:moveTo>
                  <a:cubicBezTo>
                    <a:pt x="13723" y="0"/>
                    <a:pt x="6704" y="400"/>
                    <a:pt x="977" y="1010"/>
                  </a:cubicBezTo>
                  <a:cubicBezTo>
                    <a:pt x="1001" y="1855"/>
                    <a:pt x="0" y="1498"/>
                    <a:pt x="0" y="2344"/>
                  </a:cubicBezTo>
                  <a:cubicBezTo>
                    <a:pt x="12" y="2439"/>
                    <a:pt x="1524" y="2855"/>
                    <a:pt x="1536" y="2939"/>
                  </a:cubicBezTo>
                  <a:cubicBezTo>
                    <a:pt x="2111" y="2999"/>
                    <a:pt x="2665" y="3022"/>
                    <a:pt x="3202" y="3022"/>
                  </a:cubicBezTo>
                  <a:cubicBezTo>
                    <a:pt x="4967" y="3022"/>
                    <a:pt x="6543" y="2772"/>
                    <a:pt x="8041" y="2772"/>
                  </a:cubicBezTo>
                  <a:cubicBezTo>
                    <a:pt x="8068" y="2772"/>
                    <a:pt x="8094" y="2772"/>
                    <a:pt x="8120" y="2772"/>
                  </a:cubicBezTo>
                  <a:cubicBezTo>
                    <a:pt x="10025" y="2772"/>
                    <a:pt x="11930" y="2772"/>
                    <a:pt x="13835" y="2760"/>
                  </a:cubicBezTo>
                  <a:cubicBezTo>
                    <a:pt x="14141" y="2758"/>
                    <a:pt x="14447" y="2758"/>
                    <a:pt x="14753" y="2758"/>
                  </a:cubicBezTo>
                  <a:cubicBezTo>
                    <a:pt x="15529" y="2758"/>
                    <a:pt x="16306" y="2762"/>
                    <a:pt x="17083" y="2762"/>
                  </a:cubicBezTo>
                  <a:cubicBezTo>
                    <a:pt x="17910" y="2762"/>
                    <a:pt x="18737" y="2757"/>
                    <a:pt x="19562" y="2736"/>
                  </a:cubicBezTo>
                  <a:cubicBezTo>
                    <a:pt x="21107" y="2690"/>
                    <a:pt x="22652" y="2669"/>
                    <a:pt x="24197" y="2669"/>
                  </a:cubicBezTo>
                  <a:cubicBezTo>
                    <a:pt x="26617" y="2669"/>
                    <a:pt x="29037" y="2721"/>
                    <a:pt x="31457" y="2808"/>
                  </a:cubicBezTo>
                  <a:cubicBezTo>
                    <a:pt x="33421" y="2879"/>
                    <a:pt x="35386" y="2998"/>
                    <a:pt x="37362" y="3106"/>
                  </a:cubicBezTo>
                  <a:cubicBezTo>
                    <a:pt x="37984" y="3143"/>
                    <a:pt x="38611" y="3157"/>
                    <a:pt x="39240" y="3157"/>
                  </a:cubicBezTo>
                  <a:cubicBezTo>
                    <a:pt x="40408" y="3157"/>
                    <a:pt x="41583" y="3108"/>
                    <a:pt x="42744" y="3070"/>
                  </a:cubicBezTo>
                  <a:cubicBezTo>
                    <a:pt x="44877" y="3001"/>
                    <a:pt x="47016" y="2900"/>
                    <a:pt x="49152" y="2900"/>
                  </a:cubicBezTo>
                  <a:cubicBezTo>
                    <a:pt x="49961" y="2900"/>
                    <a:pt x="50770" y="2915"/>
                    <a:pt x="51578" y="2951"/>
                  </a:cubicBezTo>
                  <a:cubicBezTo>
                    <a:pt x="51554" y="2284"/>
                    <a:pt x="51614" y="1593"/>
                    <a:pt x="51578" y="927"/>
                  </a:cubicBezTo>
                  <a:lnTo>
                    <a:pt x="51578" y="927"/>
                  </a:lnTo>
                  <a:cubicBezTo>
                    <a:pt x="50120" y="1064"/>
                    <a:pt x="48613" y="1118"/>
                    <a:pt x="47116" y="1118"/>
                  </a:cubicBezTo>
                  <a:cubicBezTo>
                    <a:pt x="46145" y="1118"/>
                    <a:pt x="45179" y="1095"/>
                    <a:pt x="44232" y="1058"/>
                  </a:cubicBezTo>
                  <a:cubicBezTo>
                    <a:pt x="40898" y="927"/>
                    <a:pt x="37600" y="629"/>
                    <a:pt x="34290" y="427"/>
                  </a:cubicBezTo>
                  <a:cubicBezTo>
                    <a:pt x="30742" y="200"/>
                    <a:pt x="27170" y="129"/>
                    <a:pt x="23611" y="46"/>
                  </a:cubicBezTo>
                  <a:cubicBezTo>
                    <a:pt x="22462" y="15"/>
                    <a:pt x="21274" y="0"/>
                    <a:pt x="200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8"/>
            <p:cNvSpPr/>
            <p:nvPr/>
          </p:nvSpPr>
          <p:spPr>
            <a:xfrm flipH="1">
              <a:off x="-6350" y="4780063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1"/>
                  </a:moveTo>
                  <a:cubicBezTo>
                    <a:pt x="21789" y="13"/>
                    <a:pt x="19848" y="72"/>
                    <a:pt x="17907" y="72"/>
                  </a:cubicBezTo>
                  <a:cubicBezTo>
                    <a:pt x="13549" y="82"/>
                    <a:pt x="8246" y="291"/>
                    <a:pt x="3581" y="291"/>
                  </a:cubicBezTo>
                  <a:cubicBezTo>
                    <a:pt x="2652" y="291"/>
                    <a:pt x="1748" y="282"/>
                    <a:pt x="881" y="263"/>
                  </a:cubicBezTo>
                  <a:lnTo>
                    <a:pt x="881" y="263"/>
                  </a:lnTo>
                  <a:cubicBezTo>
                    <a:pt x="1024" y="1358"/>
                    <a:pt x="0" y="1941"/>
                    <a:pt x="36" y="3037"/>
                  </a:cubicBezTo>
                  <a:cubicBezTo>
                    <a:pt x="48" y="3168"/>
                    <a:pt x="1405" y="4096"/>
                    <a:pt x="1417" y="4227"/>
                  </a:cubicBezTo>
                  <a:cubicBezTo>
                    <a:pt x="1815" y="4257"/>
                    <a:pt x="2228" y="4270"/>
                    <a:pt x="2654" y="4270"/>
                  </a:cubicBezTo>
                  <a:cubicBezTo>
                    <a:pt x="5793" y="4270"/>
                    <a:pt x="9593" y="3554"/>
                    <a:pt x="12642" y="3554"/>
                  </a:cubicBezTo>
                  <a:cubicBezTo>
                    <a:pt x="12804" y="3554"/>
                    <a:pt x="12963" y="3556"/>
                    <a:pt x="13121" y="3561"/>
                  </a:cubicBezTo>
                  <a:cubicBezTo>
                    <a:pt x="16741" y="3644"/>
                    <a:pt x="20360" y="3823"/>
                    <a:pt x="23980" y="3882"/>
                  </a:cubicBezTo>
                  <a:cubicBezTo>
                    <a:pt x="24819" y="3899"/>
                    <a:pt x="25659" y="3908"/>
                    <a:pt x="26499" y="3908"/>
                  </a:cubicBezTo>
                  <a:cubicBezTo>
                    <a:pt x="27469" y="3908"/>
                    <a:pt x="28439" y="3896"/>
                    <a:pt x="29409" y="3870"/>
                  </a:cubicBezTo>
                  <a:cubicBezTo>
                    <a:pt x="31147" y="3823"/>
                    <a:pt x="32885" y="3727"/>
                    <a:pt x="34624" y="3668"/>
                  </a:cubicBezTo>
                  <a:cubicBezTo>
                    <a:pt x="36263" y="3612"/>
                    <a:pt x="37913" y="3569"/>
                    <a:pt x="39562" y="3569"/>
                  </a:cubicBezTo>
                  <a:cubicBezTo>
                    <a:pt x="41423" y="3569"/>
                    <a:pt x="43282" y="3623"/>
                    <a:pt x="45125" y="3775"/>
                  </a:cubicBezTo>
                  <a:cubicBezTo>
                    <a:pt x="47256" y="3942"/>
                    <a:pt x="49411" y="4204"/>
                    <a:pt x="51566" y="4227"/>
                  </a:cubicBezTo>
                  <a:cubicBezTo>
                    <a:pt x="51566" y="2918"/>
                    <a:pt x="51602" y="1596"/>
                    <a:pt x="51566" y="286"/>
                  </a:cubicBezTo>
                  <a:cubicBezTo>
                    <a:pt x="50737" y="244"/>
                    <a:pt x="49902" y="227"/>
                    <a:pt x="49065" y="227"/>
                  </a:cubicBezTo>
                  <a:cubicBezTo>
                    <a:pt x="46391" y="227"/>
                    <a:pt x="43688" y="399"/>
                    <a:pt x="41041" y="453"/>
                  </a:cubicBezTo>
                  <a:cubicBezTo>
                    <a:pt x="40639" y="462"/>
                    <a:pt x="40237" y="466"/>
                    <a:pt x="39835" y="466"/>
                  </a:cubicBezTo>
                  <a:cubicBezTo>
                    <a:pt x="36446" y="466"/>
                    <a:pt x="33080" y="180"/>
                    <a:pt x="29695" y="84"/>
                  </a:cubicBezTo>
                  <a:cubicBezTo>
                    <a:pt x="27706" y="24"/>
                    <a:pt x="25718" y="1"/>
                    <a:pt x="237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8"/>
            <p:cNvSpPr/>
            <p:nvPr/>
          </p:nvSpPr>
          <p:spPr>
            <a:xfrm flipH="1">
              <a:off x="-5475" y="4896938"/>
              <a:ext cx="1258225" cy="40900"/>
            </a:xfrm>
            <a:custGeom>
              <a:avLst/>
              <a:gdLst/>
              <a:ahLst/>
              <a:cxnLst/>
              <a:rect l="l" t="t" r="r" b="b"/>
              <a:pathLst>
                <a:path w="50329" h="1636" extrusionOk="0">
                  <a:moveTo>
                    <a:pt x="38389" y="0"/>
                  </a:moveTo>
                  <a:cubicBezTo>
                    <a:pt x="36334" y="0"/>
                    <a:pt x="34272" y="76"/>
                    <a:pt x="32231" y="160"/>
                  </a:cubicBezTo>
                  <a:cubicBezTo>
                    <a:pt x="30481" y="219"/>
                    <a:pt x="28718" y="314"/>
                    <a:pt x="26956" y="338"/>
                  </a:cubicBezTo>
                  <a:cubicBezTo>
                    <a:pt x="26353" y="346"/>
                    <a:pt x="25751" y="350"/>
                    <a:pt x="25150" y="350"/>
                  </a:cubicBezTo>
                  <a:cubicBezTo>
                    <a:pt x="23947" y="350"/>
                    <a:pt x="22745" y="334"/>
                    <a:pt x="21539" y="302"/>
                  </a:cubicBezTo>
                  <a:cubicBezTo>
                    <a:pt x="20649" y="280"/>
                    <a:pt x="19738" y="271"/>
                    <a:pt x="18811" y="271"/>
                  </a:cubicBezTo>
                  <a:cubicBezTo>
                    <a:pt x="12721" y="271"/>
                    <a:pt x="5953" y="683"/>
                    <a:pt x="1" y="683"/>
                  </a:cubicBezTo>
                  <a:cubicBezTo>
                    <a:pt x="12" y="969"/>
                    <a:pt x="72" y="1291"/>
                    <a:pt x="132" y="1624"/>
                  </a:cubicBezTo>
                  <a:lnTo>
                    <a:pt x="132" y="1636"/>
                  </a:lnTo>
                  <a:lnTo>
                    <a:pt x="50328" y="1636"/>
                  </a:lnTo>
                  <a:cubicBezTo>
                    <a:pt x="50328" y="1314"/>
                    <a:pt x="50328" y="993"/>
                    <a:pt x="50328" y="683"/>
                  </a:cubicBezTo>
                  <a:cubicBezTo>
                    <a:pt x="47780" y="648"/>
                    <a:pt x="45221" y="302"/>
                    <a:pt x="42708" y="136"/>
                  </a:cubicBezTo>
                  <a:cubicBezTo>
                    <a:pt x="41278" y="37"/>
                    <a:pt x="39835" y="0"/>
                    <a:pt x="383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8"/>
            <p:cNvSpPr/>
            <p:nvPr/>
          </p:nvSpPr>
          <p:spPr>
            <a:xfrm flipH="1">
              <a:off x="13875" y="4660863"/>
              <a:ext cx="491450" cy="19600"/>
            </a:xfrm>
            <a:custGeom>
              <a:avLst/>
              <a:gdLst/>
              <a:ahLst/>
              <a:cxnLst/>
              <a:rect l="l" t="t" r="r" b="b"/>
              <a:pathLst>
                <a:path w="19658" h="784" extrusionOk="0">
                  <a:moveTo>
                    <a:pt x="9469" y="0"/>
                  </a:moveTo>
                  <a:cubicBezTo>
                    <a:pt x="6309" y="0"/>
                    <a:pt x="3146" y="109"/>
                    <a:pt x="0" y="351"/>
                  </a:cubicBezTo>
                  <a:cubicBezTo>
                    <a:pt x="3536" y="530"/>
                    <a:pt x="7072" y="732"/>
                    <a:pt x="10621" y="780"/>
                  </a:cubicBezTo>
                  <a:cubicBezTo>
                    <a:pt x="10930" y="783"/>
                    <a:pt x="11241" y="784"/>
                    <a:pt x="11551" y="784"/>
                  </a:cubicBezTo>
                  <a:cubicBezTo>
                    <a:pt x="14257" y="784"/>
                    <a:pt x="16976" y="684"/>
                    <a:pt x="19657" y="363"/>
                  </a:cubicBezTo>
                  <a:cubicBezTo>
                    <a:pt x="19003" y="316"/>
                    <a:pt x="18348" y="268"/>
                    <a:pt x="17693" y="232"/>
                  </a:cubicBezTo>
                  <a:cubicBezTo>
                    <a:pt x="14963" y="83"/>
                    <a:pt x="12217" y="0"/>
                    <a:pt x="94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8"/>
            <p:cNvSpPr/>
            <p:nvPr/>
          </p:nvSpPr>
          <p:spPr>
            <a:xfrm flipH="1">
              <a:off x="-412" y="4951988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1"/>
                  </a:moveTo>
                  <a:cubicBezTo>
                    <a:pt x="21789" y="13"/>
                    <a:pt x="19848" y="72"/>
                    <a:pt x="17907" y="72"/>
                  </a:cubicBezTo>
                  <a:cubicBezTo>
                    <a:pt x="13549" y="82"/>
                    <a:pt x="8246" y="291"/>
                    <a:pt x="3581" y="291"/>
                  </a:cubicBezTo>
                  <a:cubicBezTo>
                    <a:pt x="2652" y="291"/>
                    <a:pt x="1748" y="282"/>
                    <a:pt x="881" y="263"/>
                  </a:cubicBezTo>
                  <a:lnTo>
                    <a:pt x="881" y="263"/>
                  </a:lnTo>
                  <a:cubicBezTo>
                    <a:pt x="1024" y="1358"/>
                    <a:pt x="0" y="1941"/>
                    <a:pt x="36" y="3037"/>
                  </a:cubicBezTo>
                  <a:cubicBezTo>
                    <a:pt x="48" y="3168"/>
                    <a:pt x="1405" y="4096"/>
                    <a:pt x="1417" y="4227"/>
                  </a:cubicBezTo>
                  <a:cubicBezTo>
                    <a:pt x="1815" y="4257"/>
                    <a:pt x="2228" y="4270"/>
                    <a:pt x="2654" y="4270"/>
                  </a:cubicBezTo>
                  <a:cubicBezTo>
                    <a:pt x="5793" y="4270"/>
                    <a:pt x="9593" y="3554"/>
                    <a:pt x="12642" y="3554"/>
                  </a:cubicBezTo>
                  <a:cubicBezTo>
                    <a:pt x="12804" y="3554"/>
                    <a:pt x="12963" y="3556"/>
                    <a:pt x="13121" y="3561"/>
                  </a:cubicBezTo>
                  <a:cubicBezTo>
                    <a:pt x="16741" y="3644"/>
                    <a:pt x="20360" y="3823"/>
                    <a:pt x="23980" y="3882"/>
                  </a:cubicBezTo>
                  <a:cubicBezTo>
                    <a:pt x="24819" y="3899"/>
                    <a:pt x="25659" y="3908"/>
                    <a:pt x="26499" y="3908"/>
                  </a:cubicBezTo>
                  <a:cubicBezTo>
                    <a:pt x="27469" y="3908"/>
                    <a:pt x="28439" y="3896"/>
                    <a:pt x="29409" y="3870"/>
                  </a:cubicBezTo>
                  <a:cubicBezTo>
                    <a:pt x="31147" y="3823"/>
                    <a:pt x="32885" y="3727"/>
                    <a:pt x="34624" y="3668"/>
                  </a:cubicBezTo>
                  <a:cubicBezTo>
                    <a:pt x="36263" y="3612"/>
                    <a:pt x="37913" y="3569"/>
                    <a:pt x="39562" y="3569"/>
                  </a:cubicBezTo>
                  <a:cubicBezTo>
                    <a:pt x="41423" y="3569"/>
                    <a:pt x="43282" y="3623"/>
                    <a:pt x="45125" y="3775"/>
                  </a:cubicBezTo>
                  <a:cubicBezTo>
                    <a:pt x="47256" y="3942"/>
                    <a:pt x="49411" y="4204"/>
                    <a:pt x="51566" y="4227"/>
                  </a:cubicBezTo>
                  <a:cubicBezTo>
                    <a:pt x="51566" y="2918"/>
                    <a:pt x="51602" y="1596"/>
                    <a:pt x="51566" y="286"/>
                  </a:cubicBezTo>
                  <a:cubicBezTo>
                    <a:pt x="50737" y="244"/>
                    <a:pt x="49902" y="227"/>
                    <a:pt x="49065" y="227"/>
                  </a:cubicBezTo>
                  <a:cubicBezTo>
                    <a:pt x="46391" y="227"/>
                    <a:pt x="43688" y="399"/>
                    <a:pt x="41041" y="453"/>
                  </a:cubicBezTo>
                  <a:cubicBezTo>
                    <a:pt x="40639" y="462"/>
                    <a:pt x="40237" y="466"/>
                    <a:pt x="39835" y="466"/>
                  </a:cubicBezTo>
                  <a:cubicBezTo>
                    <a:pt x="36446" y="466"/>
                    <a:pt x="33080" y="180"/>
                    <a:pt x="29695" y="84"/>
                  </a:cubicBezTo>
                  <a:cubicBezTo>
                    <a:pt x="27706" y="24"/>
                    <a:pt x="25718" y="1"/>
                    <a:pt x="237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9"/>
          <p:cNvSpPr txBox="1">
            <a:spLocks noGrp="1"/>
          </p:cNvSpPr>
          <p:nvPr>
            <p:ph type="title"/>
          </p:nvPr>
        </p:nvSpPr>
        <p:spPr>
          <a:xfrm>
            <a:off x="870425" y="1313238"/>
            <a:ext cx="40617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51" name="Google Shape;551;p9"/>
          <p:cNvSpPr txBox="1">
            <a:spLocks noGrp="1"/>
          </p:cNvSpPr>
          <p:nvPr>
            <p:ph type="subTitle" idx="1"/>
          </p:nvPr>
        </p:nvSpPr>
        <p:spPr>
          <a:xfrm>
            <a:off x="870425" y="2188863"/>
            <a:ext cx="4061700" cy="16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52" name="Google Shape;552;p9"/>
          <p:cNvGrpSpPr/>
          <p:nvPr/>
        </p:nvGrpSpPr>
        <p:grpSpPr>
          <a:xfrm>
            <a:off x="-10387" y="-76200"/>
            <a:ext cx="9164772" cy="664375"/>
            <a:chOff x="-14087" y="4621600"/>
            <a:chExt cx="9164772" cy="664375"/>
          </a:xfrm>
        </p:grpSpPr>
        <p:sp>
          <p:nvSpPr>
            <p:cNvPr id="553" name="Google Shape;553;p9"/>
            <p:cNvSpPr/>
            <p:nvPr/>
          </p:nvSpPr>
          <p:spPr>
            <a:xfrm rot="10800000" flipH="1">
              <a:off x="951926" y="5026250"/>
              <a:ext cx="262621" cy="4575"/>
            </a:xfrm>
            <a:custGeom>
              <a:avLst/>
              <a:gdLst/>
              <a:ahLst/>
              <a:cxnLst/>
              <a:rect l="l" t="t" r="r" b="b"/>
              <a:pathLst>
                <a:path w="8189" h="183" extrusionOk="0">
                  <a:moveTo>
                    <a:pt x="4669" y="1"/>
                  </a:moveTo>
                  <a:cubicBezTo>
                    <a:pt x="3113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8" y="181"/>
                    <a:pt x="595" y="183"/>
                    <a:pt x="1028" y="183"/>
                  </a:cubicBezTo>
                  <a:cubicBezTo>
                    <a:pt x="3436" y="183"/>
                    <a:pt x="8189" y="125"/>
                    <a:pt x="7622" y="125"/>
                  </a:cubicBezTo>
                  <a:cubicBezTo>
                    <a:pt x="7465" y="125"/>
                    <a:pt x="6900" y="129"/>
                    <a:pt x="5763" y="141"/>
                  </a:cubicBezTo>
                  <a:cubicBezTo>
                    <a:pt x="5311" y="141"/>
                    <a:pt x="6680" y="69"/>
                    <a:pt x="7145" y="34"/>
                  </a:cubicBezTo>
                  <a:cubicBezTo>
                    <a:pt x="6319" y="13"/>
                    <a:pt x="5494" y="1"/>
                    <a:pt x="46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9"/>
            <p:cNvSpPr/>
            <p:nvPr/>
          </p:nvSpPr>
          <p:spPr>
            <a:xfrm rot="10800000" flipH="1">
              <a:off x="716660" y="5015975"/>
              <a:ext cx="203612" cy="8375"/>
            </a:xfrm>
            <a:custGeom>
              <a:avLst/>
              <a:gdLst/>
              <a:ahLst/>
              <a:cxnLst/>
              <a:rect l="l" t="t" r="r" b="b"/>
              <a:pathLst>
                <a:path w="6349" h="335" extrusionOk="0">
                  <a:moveTo>
                    <a:pt x="6349" y="1"/>
                  </a:moveTo>
                  <a:cubicBezTo>
                    <a:pt x="5135" y="19"/>
                    <a:pt x="0" y="287"/>
                    <a:pt x="161" y="287"/>
                  </a:cubicBezTo>
                  <a:cubicBezTo>
                    <a:pt x="205" y="287"/>
                    <a:pt x="651" y="266"/>
                    <a:pt x="1693" y="215"/>
                  </a:cubicBezTo>
                  <a:cubicBezTo>
                    <a:pt x="1730" y="213"/>
                    <a:pt x="1752" y="212"/>
                    <a:pt x="1761" y="212"/>
                  </a:cubicBezTo>
                  <a:cubicBezTo>
                    <a:pt x="1852" y="212"/>
                    <a:pt x="919" y="302"/>
                    <a:pt x="586" y="334"/>
                  </a:cubicBezTo>
                  <a:cubicBezTo>
                    <a:pt x="2515" y="310"/>
                    <a:pt x="4432" y="227"/>
                    <a:pt x="6349" y="13"/>
                  </a:cubicBezTo>
                  <a:lnTo>
                    <a:pt x="63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9"/>
            <p:cNvSpPr/>
            <p:nvPr/>
          </p:nvSpPr>
          <p:spPr>
            <a:xfrm rot="10800000" flipH="1">
              <a:off x="2625146" y="5026250"/>
              <a:ext cx="262589" cy="4575"/>
            </a:xfrm>
            <a:custGeom>
              <a:avLst/>
              <a:gdLst/>
              <a:ahLst/>
              <a:cxnLst/>
              <a:rect l="l" t="t" r="r" b="b"/>
              <a:pathLst>
                <a:path w="8188" h="183" extrusionOk="0">
                  <a:moveTo>
                    <a:pt x="4668" y="1"/>
                  </a:moveTo>
                  <a:cubicBezTo>
                    <a:pt x="3112" y="1"/>
                    <a:pt x="1556" y="44"/>
                    <a:pt x="0" y="153"/>
                  </a:cubicBezTo>
                  <a:lnTo>
                    <a:pt x="0" y="176"/>
                  </a:lnTo>
                  <a:cubicBezTo>
                    <a:pt x="237" y="181"/>
                    <a:pt x="594" y="183"/>
                    <a:pt x="1027" y="183"/>
                  </a:cubicBezTo>
                  <a:cubicBezTo>
                    <a:pt x="3435" y="183"/>
                    <a:pt x="8188" y="125"/>
                    <a:pt x="7621" y="125"/>
                  </a:cubicBezTo>
                  <a:cubicBezTo>
                    <a:pt x="7464" y="125"/>
                    <a:pt x="6899" y="129"/>
                    <a:pt x="5763" y="141"/>
                  </a:cubicBezTo>
                  <a:cubicBezTo>
                    <a:pt x="5310" y="141"/>
                    <a:pt x="6679" y="69"/>
                    <a:pt x="7144" y="34"/>
                  </a:cubicBezTo>
                  <a:cubicBezTo>
                    <a:pt x="6318" y="13"/>
                    <a:pt x="5493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9"/>
            <p:cNvSpPr/>
            <p:nvPr/>
          </p:nvSpPr>
          <p:spPr>
            <a:xfrm rot="10800000" flipH="1">
              <a:off x="2389848" y="5015975"/>
              <a:ext cx="203612" cy="8375"/>
            </a:xfrm>
            <a:custGeom>
              <a:avLst/>
              <a:gdLst/>
              <a:ahLst/>
              <a:cxnLst/>
              <a:rect l="l" t="t" r="r" b="b"/>
              <a:pathLst>
                <a:path w="6349" h="335" extrusionOk="0">
                  <a:moveTo>
                    <a:pt x="6349" y="1"/>
                  </a:moveTo>
                  <a:cubicBezTo>
                    <a:pt x="5135" y="19"/>
                    <a:pt x="0" y="287"/>
                    <a:pt x="161" y="287"/>
                  </a:cubicBezTo>
                  <a:cubicBezTo>
                    <a:pt x="205" y="287"/>
                    <a:pt x="651" y="266"/>
                    <a:pt x="1693" y="215"/>
                  </a:cubicBezTo>
                  <a:cubicBezTo>
                    <a:pt x="1730" y="213"/>
                    <a:pt x="1752" y="212"/>
                    <a:pt x="1762" y="212"/>
                  </a:cubicBezTo>
                  <a:cubicBezTo>
                    <a:pt x="1852" y="212"/>
                    <a:pt x="919" y="302"/>
                    <a:pt x="586" y="334"/>
                  </a:cubicBezTo>
                  <a:cubicBezTo>
                    <a:pt x="2515" y="310"/>
                    <a:pt x="4432" y="227"/>
                    <a:pt x="6349" y="13"/>
                  </a:cubicBezTo>
                  <a:lnTo>
                    <a:pt x="63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9"/>
            <p:cNvSpPr/>
            <p:nvPr/>
          </p:nvSpPr>
          <p:spPr>
            <a:xfrm rot="10800000" flipH="1">
              <a:off x="4293748" y="5026250"/>
              <a:ext cx="262974" cy="4575"/>
            </a:xfrm>
            <a:custGeom>
              <a:avLst/>
              <a:gdLst/>
              <a:ahLst/>
              <a:cxnLst/>
              <a:rect l="l" t="t" r="r" b="b"/>
              <a:pathLst>
                <a:path w="8200" h="183" extrusionOk="0">
                  <a:moveTo>
                    <a:pt x="4668" y="1"/>
                  </a:moveTo>
                  <a:cubicBezTo>
                    <a:pt x="3112" y="1"/>
                    <a:pt x="1556" y="44"/>
                    <a:pt x="0" y="153"/>
                  </a:cubicBezTo>
                  <a:lnTo>
                    <a:pt x="0" y="176"/>
                  </a:lnTo>
                  <a:cubicBezTo>
                    <a:pt x="238" y="181"/>
                    <a:pt x="597" y="183"/>
                    <a:pt x="1031" y="183"/>
                  </a:cubicBezTo>
                  <a:cubicBezTo>
                    <a:pt x="3445" y="183"/>
                    <a:pt x="8200" y="125"/>
                    <a:pt x="7633" y="125"/>
                  </a:cubicBezTo>
                  <a:cubicBezTo>
                    <a:pt x="7477" y="125"/>
                    <a:pt x="6911" y="129"/>
                    <a:pt x="5775" y="141"/>
                  </a:cubicBezTo>
                  <a:cubicBezTo>
                    <a:pt x="5311" y="141"/>
                    <a:pt x="6692" y="69"/>
                    <a:pt x="7144" y="34"/>
                  </a:cubicBezTo>
                  <a:cubicBezTo>
                    <a:pt x="6319" y="13"/>
                    <a:pt x="5493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9"/>
            <p:cNvSpPr/>
            <p:nvPr/>
          </p:nvSpPr>
          <p:spPr>
            <a:xfrm rot="10800000" flipH="1">
              <a:off x="4058707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1" y="1"/>
                  </a:moveTo>
                  <a:cubicBezTo>
                    <a:pt x="5128" y="19"/>
                    <a:pt x="0" y="287"/>
                    <a:pt x="163" y="287"/>
                  </a:cubicBezTo>
                  <a:cubicBezTo>
                    <a:pt x="209" y="287"/>
                    <a:pt x="656" y="266"/>
                    <a:pt x="1698" y="215"/>
                  </a:cubicBezTo>
                  <a:cubicBezTo>
                    <a:pt x="1734" y="213"/>
                    <a:pt x="1756" y="212"/>
                    <a:pt x="1766" y="212"/>
                  </a:cubicBezTo>
                  <a:cubicBezTo>
                    <a:pt x="1856" y="212"/>
                    <a:pt x="923" y="302"/>
                    <a:pt x="590" y="334"/>
                  </a:cubicBezTo>
                  <a:cubicBezTo>
                    <a:pt x="2507" y="310"/>
                    <a:pt x="4424" y="227"/>
                    <a:pt x="6341" y="13"/>
                  </a:cubicBezTo>
                  <a:lnTo>
                    <a:pt x="63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9"/>
            <p:cNvSpPr/>
            <p:nvPr/>
          </p:nvSpPr>
          <p:spPr>
            <a:xfrm rot="10800000" flipH="1">
              <a:off x="5962350" y="5026250"/>
              <a:ext cx="262621" cy="4575"/>
            </a:xfrm>
            <a:custGeom>
              <a:avLst/>
              <a:gdLst/>
              <a:ahLst/>
              <a:cxnLst/>
              <a:rect l="l" t="t" r="r" b="b"/>
              <a:pathLst>
                <a:path w="8189" h="183" extrusionOk="0">
                  <a:moveTo>
                    <a:pt x="4668" y="1"/>
                  </a:moveTo>
                  <a:cubicBezTo>
                    <a:pt x="3112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7" y="181"/>
                    <a:pt x="595" y="183"/>
                    <a:pt x="1028" y="183"/>
                  </a:cubicBezTo>
                  <a:cubicBezTo>
                    <a:pt x="3435" y="183"/>
                    <a:pt x="8189" y="125"/>
                    <a:pt x="7622" y="125"/>
                  </a:cubicBezTo>
                  <a:cubicBezTo>
                    <a:pt x="7465" y="125"/>
                    <a:pt x="6900" y="129"/>
                    <a:pt x="5763" y="141"/>
                  </a:cubicBezTo>
                  <a:cubicBezTo>
                    <a:pt x="5311" y="141"/>
                    <a:pt x="6680" y="69"/>
                    <a:pt x="7144" y="34"/>
                  </a:cubicBezTo>
                  <a:cubicBezTo>
                    <a:pt x="6319" y="13"/>
                    <a:pt x="5494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9"/>
            <p:cNvSpPr/>
            <p:nvPr/>
          </p:nvSpPr>
          <p:spPr>
            <a:xfrm rot="10800000" flipH="1">
              <a:off x="5727309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1" y="1"/>
                  </a:moveTo>
                  <a:cubicBezTo>
                    <a:pt x="5128" y="19"/>
                    <a:pt x="0" y="287"/>
                    <a:pt x="158" y="287"/>
                  </a:cubicBezTo>
                  <a:cubicBezTo>
                    <a:pt x="202" y="287"/>
                    <a:pt x="647" y="266"/>
                    <a:pt x="1686" y="215"/>
                  </a:cubicBezTo>
                  <a:cubicBezTo>
                    <a:pt x="1724" y="213"/>
                    <a:pt x="1747" y="212"/>
                    <a:pt x="1757" y="212"/>
                  </a:cubicBezTo>
                  <a:cubicBezTo>
                    <a:pt x="1854" y="212"/>
                    <a:pt x="912" y="302"/>
                    <a:pt x="579" y="334"/>
                  </a:cubicBezTo>
                  <a:cubicBezTo>
                    <a:pt x="2508" y="310"/>
                    <a:pt x="4425" y="227"/>
                    <a:pt x="6341" y="13"/>
                  </a:cubicBezTo>
                  <a:lnTo>
                    <a:pt x="63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9"/>
            <p:cNvSpPr/>
            <p:nvPr/>
          </p:nvSpPr>
          <p:spPr>
            <a:xfrm rot="10800000" flipH="1">
              <a:off x="7631337" y="5026250"/>
              <a:ext cx="262878" cy="4575"/>
            </a:xfrm>
            <a:custGeom>
              <a:avLst/>
              <a:gdLst/>
              <a:ahLst/>
              <a:cxnLst/>
              <a:rect l="l" t="t" r="r" b="b"/>
              <a:pathLst>
                <a:path w="8197" h="183" extrusionOk="0">
                  <a:moveTo>
                    <a:pt x="4669" y="1"/>
                  </a:moveTo>
                  <a:cubicBezTo>
                    <a:pt x="3113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8" y="181"/>
                    <a:pt x="595" y="183"/>
                    <a:pt x="1028" y="183"/>
                  </a:cubicBezTo>
                  <a:cubicBezTo>
                    <a:pt x="3438" y="183"/>
                    <a:pt x="8196" y="125"/>
                    <a:pt x="7627" y="125"/>
                  </a:cubicBezTo>
                  <a:cubicBezTo>
                    <a:pt x="7469" y="125"/>
                    <a:pt x="6902" y="129"/>
                    <a:pt x="5763" y="141"/>
                  </a:cubicBezTo>
                  <a:cubicBezTo>
                    <a:pt x="5311" y="141"/>
                    <a:pt x="6692" y="69"/>
                    <a:pt x="7145" y="34"/>
                  </a:cubicBezTo>
                  <a:cubicBezTo>
                    <a:pt x="6319" y="13"/>
                    <a:pt x="5494" y="1"/>
                    <a:pt x="46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9"/>
            <p:cNvSpPr/>
            <p:nvPr/>
          </p:nvSpPr>
          <p:spPr>
            <a:xfrm rot="10800000" flipH="1">
              <a:off x="7396296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2" y="1"/>
                  </a:moveTo>
                  <a:cubicBezTo>
                    <a:pt x="5128" y="19"/>
                    <a:pt x="1" y="287"/>
                    <a:pt x="164" y="287"/>
                  </a:cubicBezTo>
                  <a:cubicBezTo>
                    <a:pt x="209" y="287"/>
                    <a:pt x="656" y="266"/>
                    <a:pt x="1698" y="215"/>
                  </a:cubicBezTo>
                  <a:cubicBezTo>
                    <a:pt x="1735" y="213"/>
                    <a:pt x="1757" y="212"/>
                    <a:pt x="1766" y="212"/>
                  </a:cubicBezTo>
                  <a:cubicBezTo>
                    <a:pt x="1857" y="212"/>
                    <a:pt x="924" y="302"/>
                    <a:pt x="591" y="334"/>
                  </a:cubicBezTo>
                  <a:cubicBezTo>
                    <a:pt x="2508" y="310"/>
                    <a:pt x="4425" y="227"/>
                    <a:pt x="6342" y="13"/>
                  </a:cubicBezTo>
                  <a:lnTo>
                    <a:pt x="634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9"/>
            <p:cNvSpPr/>
            <p:nvPr/>
          </p:nvSpPr>
          <p:spPr>
            <a:xfrm rot="10800000" flipH="1">
              <a:off x="-14087" y="5138425"/>
              <a:ext cx="9164387" cy="67650"/>
            </a:xfrm>
            <a:custGeom>
              <a:avLst/>
              <a:gdLst/>
              <a:ahLst/>
              <a:cxnLst/>
              <a:rect l="l" t="t" r="r" b="b"/>
              <a:pathLst>
                <a:path w="285762" h="2706" extrusionOk="0">
                  <a:moveTo>
                    <a:pt x="20295" y="1"/>
                  </a:moveTo>
                  <a:cubicBezTo>
                    <a:pt x="19958" y="1"/>
                    <a:pt x="19664" y="7"/>
                    <a:pt x="19419" y="19"/>
                  </a:cubicBezTo>
                  <a:cubicBezTo>
                    <a:pt x="12942" y="328"/>
                    <a:pt x="6429" y="269"/>
                    <a:pt x="0" y="1090"/>
                  </a:cubicBezTo>
                  <a:lnTo>
                    <a:pt x="0" y="2436"/>
                  </a:lnTo>
                  <a:cubicBezTo>
                    <a:pt x="1131" y="2351"/>
                    <a:pt x="2268" y="2339"/>
                    <a:pt x="3403" y="2339"/>
                  </a:cubicBezTo>
                  <a:cubicBezTo>
                    <a:pt x="3857" y="2339"/>
                    <a:pt x="4310" y="2341"/>
                    <a:pt x="4763" y="2341"/>
                  </a:cubicBezTo>
                  <a:cubicBezTo>
                    <a:pt x="5179" y="2257"/>
                    <a:pt x="5596" y="2174"/>
                    <a:pt x="6013" y="2102"/>
                  </a:cubicBezTo>
                  <a:cubicBezTo>
                    <a:pt x="7541" y="1812"/>
                    <a:pt x="9086" y="1738"/>
                    <a:pt x="10634" y="1738"/>
                  </a:cubicBezTo>
                  <a:cubicBezTo>
                    <a:pt x="12248" y="1738"/>
                    <a:pt x="13868" y="1819"/>
                    <a:pt x="15479" y="1819"/>
                  </a:cubicBezTo>
                  <a:cubicBezTo>
                    <a:pt x="16127" y="1819"/>
                    <a:pt x="16774" y="1806"/>
                    <a:pt x="17419" y="1769"/>
                  </a:cubicBezTo>
                  <a:cubicBezTo>
                    <a:pt x="17609" y="1757"/>
                    <a:pt x="17800" y="1757"/>
                    <a:pt x="17990" y="1745"/>
                  </a:cubicBezTo>
                  <a:cubicBezTo>
                    <a:pt x="18467" y="1650"/>
                    <a:pt x="18931" y="1567"/>
                    <a:pt x="19395" y="1495"/>
                  </a:cubicBezTo>
                  <a:cubicBezTo>
                    <a:pt x="19693" y="1444"/>
                    <a:pt x="20289" y="1409"/>
                    <a:pt x="21115" y="1409"/>
                  </a:cubicBezTo>
                  <a:cubicBezTo>
                    <a:pt x="22404" y="1409"/>
                    <a:pt x="24253" y="1494"/>
                    <a:pt x="26408" y="1733"/>
                  </a:cubicBezTo>
                  <a:cubicBezTo>
                    <a:pt x="32058" y="2362"/>
                    <a:pt x="39291" y="2627"/>
                    <a:pt x="40739" y="2627"/>
                  </a:cubicBezTo>
                  <a:cubicBezTo>
                    <a:pt x="40771" y="2627"/>
                    <a:pt x="40800" y="2627"/>
                    <a:pt x="40827" y="2626"/>
                  </a:cubicBezTo>
                  <a:cubicBezTo>
                    <a:pt x="41047" y="2624"/>
                    <a:pt x="41271" y="2623"/>
                    <a:pt x="41499" y="2623"/>
                  </a:cubicBezTo>
                  <a:cubicBezTo>
                    <a:pt x="43468" y="2623"/>
                    <a:pt x="45706" y="2702"/>
                    <a:pt x="47643" y="2702"/>
                  </a:cubicBezTo>
                  <a:cubicBezTo>
                    <a:pt x="48870" y="2702"/>
                    <a:pt x="49975" y="2670"/>
                    <a:pt x="50816" y="2567"/>
                  </a:cubicBezTo>
                  <a:lnTo>
                    <a:pt x="50816" y="2579"/>
                  </a:lnTo>
                  <a:cubicBezTo>
                    <a:pt x="52295" y="2380"/>
                    <a:pt x="53781" y="2344"/>
                    <a:pt x="55263" y="2344"/>
                  </a:cubicBezTo>
                  <a:cubicBezTo>
                    <a:pt x="55821" y="2344"/>
                    <a:pt x="56379" y="2349"/>
                    <a:pt x="56936" y="2352"/>
                  </a:cubicBezTo>
                  <a:cubicBezTo>
                    <a:pt x="57352" y="2257"/>
                    <a:pt x="57769" y="2174"/>
                    <a:pt x="58186" y="2102"/>
                  </a:cubicBezTo>
                  <a:cubicBezTo>
                    <a:pt x="59694" y="1815"/>
                    <a:pt x="61221" y="1742"/>
                    <a:pt x="62754" y="1742"/>
                  </a:cubicBezTo>
                  <a:cubicBezTo>
                    <a:pt x="64365" y="1742"/>
                    <a:pt x="65982" y="1823"/>
                    <a:pt x="67591" y="1823"/>
                  </a:cubicBezTo>
                  <a:cubicBezTo>
                    <a:pt x="68260" y="1823"/>
                    <a:pt x="68927" y="1809"/>
                    <a:pt x="69592" y="1769"/>
                  </a:cubicBezTo>
                  <a:cubicBezTo>
                    <a:pt x="69783" y="1757"/>
                    <a:pt x="69973" y="1757"/>
                    <a:pt x="70164" y="1745"/>
                  </a:cubicBezTo>
                  <a:cubicBezTo>
                    <a:pt x="70628" y="1662"/>
                    <a:pt x="71104" y="1579"/>
                    <a:pt x="71568" y="1495"/>
                  </a:cubicBezTo>
                  <a:cubicBezTo>
                    <a:pt x="71866" y="1444"/>
                    <a:pt x="72462" y="1409"/>
                    <a:pt x="73288" y="1409"/>
                  </a:cubicBezTo>
                  <a:cubicBezTo>
                    <a:pt x="74577" y="1409"/>
                    <a:pt x="76427" y="1494"/>
                    <a:pt x="78581" y="1733"/>
                  </a:cubicBezTo>
                  <a:cubicBezTo>
                    <a:pt x="84231" y="2362"/>
                    <a:pt x="91464" y="2627"/>
                    <a:pt x="92912" y="2627"/>
                  </a:cubicBezTo>
                  <a:cubicBezTo>
                    <a:pt x="92944" y="2627"/>
                    <a:pt x="92973" y="2627"/>
                    <a:pt x="93000" y="2626"/>
                  </a:cubicBezTo>
                  <a:cubicBezTo>
                    <a:pt x="93216" y="2624"/>
                    <a:pt x="93436" y="2623"/>
                    <a:pt x="93660" y="2623"/>
                  </a:cubicBezTo>
                  <a:cubicBezTo>
                    <a:pt x="95619" y="2623"/>
                    <a:pt x="97850" y="2701"/>
                    <a:pt x="99787" y="2701"/>
                  </a:cubicBezTo>
                  <a:cubicBezTo>
                    <a:pt x="101106" y="2701"/>
                    <a:pt x="102288" y="2665"/>
                    <a:pt x="103156" y="2543"/>
                  </a:cubicBezTo>
                  <a:cubicBezTo>
                    <a:pt x="104576" y="2376"/>
                    <a:pt x="106010" y="2345"/>
                    <a:pt x="107442" y="2345"/>
                  </a:cubicBezTo>
                  <a:cubicBezTo>
                    <a:pt x="107955" y="2345"/>
                    <a:pt x="108467" y="2349"/>
                    <a:pt x="108978" y="2352"/>
                  </a:cubicBezTo>
                  <a:cubicBezTo>
                    <a:pt x="109383" y="2269"/>
                    <a:pt x="109799" y="2174"/>
                    <a:pt x="110216" y="2102"/>
                  </a:cubicBezTo>
                  <a:cubicBezTo>
                    <a:pt x="111729" y="1815"/>
                    <a:pt x="113259" y="1742"/>
                    <a:pt x="114793" y="1742"/>
                  </a:cubicBezTo>
                  <a:cubicBezTo>
                    <a:pt x="116405" y="1742"/>
                    <a:pt x="118021" y="1823"/>
                    <a:pt x="119627" y="1823"/>
                  </a:cubicBezTo>
                  <a:cubicBezTo>
                    <a:pt x="120294" y="1823"/>
                    <a:pt x="120960" y="1809"/>
                    <a:pt x="121622" y="1769"/>
                  </a:cubicBezTo>
                  <a:cubicBezTo>
                    <a:pt x="121813" y="1769"/>
                    <a:pt x="122003" y="1757"/>
                    <a:pt x="122206" y="1745"/>
                  </a:cubicBezTo>
                  <a:cubicBezTo>
                    <a:pt x="122670" y="1662"/>
                    <a:pt x="123134" y="1579"/>
                    <a:pt x="123599" y="1495"/>
                  </a:cubicBezTo>
                  <a:cubicBezTo>
                    <a:pt x="123896" y="1444"/>
                    <a:pt x="124492" y="1409"/>
                    <a:pt x="125318" y="1409"/>
                  </a:cubicBezTo>
                  <a:cubicBezTo>
                    <a:pt x="126607" y="1409"/>
                    <a:pt x="128457" y="1494"/>
                    <a:pt x="130612" y="1733"/>
                  </a:cubicBezTo>
                  <a:cubicBezTo>
                    <a:pt x="136168" y="2351"/>
                    <a:pt x="143228" y="2628"/>
                    <a:pt x="144867" y="2628"/>
                  </a:cubicBezTo>
                  <a:cubicBezTo>
                    <a:pt x="144934" y="2628"/>
                    <a:pt x="144993" y="2627"/>
                    <a:pt x="145042" y="2626"/>
                  </a:cubicBezTo>
                  <a:cubicBezTo>
                    <a:pt x="145259" y="2624"/>
                    <a:pt x="145480" y="2623"/>
                    <a:pt x="145704" y="2623"/>
                  </a:cubicBezTo>
                  <a:cubicBezTo>
                    <a:pt x="147673" y="2623"/>
                    <a:pt x="149922" y="2701"/>
                    <a:pt x="151867" y="2701"/>
                  </a:cubicBezTo>
                  <a:cubicBezTo>
                    <a:pt x="153192" y="2701"/>
                    <a:pt x="154375" y="2665"/>
                    <a:pt x="155234" y="2543"/>
                  </a:cubicBezTo>
                  <a:cubicBezTo>
                    <a:pt x="156646" y="2376"/>
                    <a:pt x="158064" y="2345"/>
                    <a:pt x="159479" y="2345"/>
                  </a:cubicBezTo>
                  <a:cubicBezTo>
                    <a:pt x="159985" y="2345"/>
                    <a:pt x="160491" y="2349"/>
                    <a:pt x="160996" y="2352"/>
                  </a:cubicBezTo>
                  <a:cubicBezTo>
                    <a:pt x="161413" y="2269"/>
                    <a:pt x="161830" y="2186"/>
                    <a:pt x="162235" y="2102"/>
                  </a:cubicBezTo>
                  <a:cubicBezTo>
                    <a:pt x="163740" y="1817"/>
                    <a:pt x="165262" y="1742"/>
                    <a:pt x="166788" y="1742"/>
                  </a:cubicBezTo>
                  <a:cubicBezTo>
                    <a:pt x="168441" y="1742"/>
                    <a:pt x="170100" y="1830"/>
                    <a:pt x="171747" y="1830"/>
                  </a:cubicBezTo>
                  <a:cubicBezTo>
                    <a:pt x="172380" y="1830"/>
                    <a:pt x="173012" y="1817"/>
                    <a:pt x="173641" y="1781"/>
                  </a:cubicBezTo>
                  <a:cubicBezTo>
                    <a:pt x="173843" y="1769"/>
                    <a:pt x="174034" y="1757"/>
                    <a:pt x="174224" y="1745"/>
                  </a:cubicBezTo>
                  <a:cubicBezTo>
                    <a:pt x="174689" y="1662"/>
                    <a:pt x="175165" y="1579"/>
                    <a:pt x="175629" y="1495"/>
                  </a:cubicBezTo>
                  <a:cubicBezTo>
                    <a:pt x="175920" y="1445"/>
                    <a:pt x="176495" y="1413"/>
                    <a:pt x="177291" y="1413"/>
                  </a:cubicBezTo>
                  <a:cubicBezTo>
                    <a:pt x="178578" y="1413"/>
                    <a:pt x="180445" y="1498"/>
                    <a:pt x="182630" y="1733"/>
                  </a:cubicBezTo>
                  <a:cubicBezTo>
                    <a:pt x="188186" y="2351"/>
                    <a:pt x="195257" y="2628"/>
                    <a:pt x="196886" y="2628"/>
                  </a:cubicBezTo>
                  <a:cubicBezTo>
                    <a:pt x="196954" y="2628"/>
                    <a:pt x="197012" y="2627"/>
                    <a:pt x="197060" y="2626"/>
                  </a:cubicBezTo>
                  <a:cubicBezTo>
                    <a:pt x="197274" y="2624"/>
                    <a:pt x="197493" y="2623"/>
                    <a:pt x="197714" y="2623"/>
                  </a:cubicBezTo>
                  <a:cubicBezTo>
                    <a:pt x="199691" y="2623"/>
                    <a:pt x="201944" y="2704"/>
                    <a:pt x="203894" y="2704"/>
                  </a:cubicBezTo>
                  <a:cubicBezTo>
                    <a:pt x="205168" y="2704"/>
                    <a:pt x="206314" y="2669"/>
                    <a:pt x="207169" y="2555"/>
                  </a:cubicBezTo>
                  <a:cubicBezTo>
                    <a:pt x="208621" y="2378"/>
                    <a:pt x="210079" y="2346"/>
                    <a:pt x="211534" y="2346"/>
                  </a:cubicBezTo>
                  <a:cubicBezTo>
                    <a:pt x="212036" y="2346"/>
                    <a:pt x="212538" y="2349"/>
                    <a:pt x="213039" y="2352"/>
                  </a:cubicBezTo>
                  <a:cubicBezTo>
                    <a:pt x="213455" y="2269"/>
                    <a:pt x="213872" y="2186"/>
                    <a:pt x="214289" y="2102"/>
                  </a:cubicBezTo>
                  <a:cubicBezTo>
                    <a:pt x="215794" y="1817"/>
                    <a:pt x="217314" y="1742"/>
                    <a:pt x="218839" y="1742"/>
                  </a:cubicBezTo>
                  <a:cubicBezTo>
                    <a:pt x="220490" y="1742"/>
                    <a:pt x="222148" y="1830"/>
                    <a:pt x="223797" y="1830"/>
                  </a:cubicBezTo>
                  <a:cubicBezTo>
                    <a:pt x="224431" y="1830"/>
                    <a:pt x="225064" y="1817"/>
                    <a:pt x="225695" y="1781"/>
                  </a:cubicBezTo>
                  <a:cubicBezTo>
                    <a:pt x="225885" y="1769"/>
                    <a:pt x="226076" y="1757"/>
                    <a:pt x="226266" y="1745"/>
                  </a:cubicBezTo>
                  <a:cubicBezTo>
                    <a:pt x="226743" y="1662"/>
                    <a:pt x="227207" y="1579"/>
                    <a:pt x="227671" y="1495"/>
                  </a:cubicBezTo>
                  <a:cubicBezTo>
                    <a:pt x="227960" y="1446"/>
                    <a:pt x="228527" y="1413"/>
                    <a:pt x="229313" y="1413"/>
                  </a:cubicBezTo>
                  <a:cubicBezTo>
                    <a:pt x="230605" y="1413"/>
                    <a:pt x="232486" y="1501"/>
                    <a:pt x="234684" y="1745"/>
                  </a:cubicBezTo>
                  <a:cubicBezTo>
                    <a:pt x="240339" y="2363"/>
                    <a:pt x="247580" y="2639"/>
                    <a:pt x="249019" y="2639"/>
                  </a:cubicBezTo>
                  <a:cubicBezTo>
                    <a:pt x="249049" y="2639"/>
                    <a:pt x="249077" y="2638"/>
                    <a:pt x="249103" y="2638"/>
                  </a:cubicBezTo>
                  <a:cubicBezTo>
                    <a:pt x="249390" y="2634"/>
                    <a:pt x="249684" y="2632"/>
                    <a:pt x="249985" y="2632"/>
                  </a:cubicBezTo>
                  <a:cubicBezTo>
                    <a:pt x="251902" y="2632"/>
                    <a:pt x="254051" y="2706"/>
                    <a:pt x="255921" y="2706"/>
                  </a:cubicBezTo>
                  <a:cubicBezTo>
                    <a:pt x="257111" y="2706"/>
                    <a:pt x="258188" y="2676"/>
                    <a:pt x="259020" y="2579"/>
                  </a:cubicBezTo>
                  <a:lnTo>
                    <a:pt x="259020" y="2591"/>
                  </a:lnTo>
                  <a:cubicBezTo>
                    <a:pt x="260571" y="2382"/>
                    <a:pt x="262129" y="2346"/>
                    <a:pt x="263683" y="2346"/>
                  </a:cubicBezTo>
                  <a:cubicBezTo>
                    <a:pt x="264169" y="2346"/>
                    <a:pt x="264655" y="2350"/>
                    <a:pt x="265140" y="2352"/>
                  </a:cubicBezTo>
                  <a:cubicBezTo>
                    <a:pt x="265557" y="2269"/>
                    <a:pt x="265974" y="2186"/>
                    <a:pt x="266379" y="2102"/>
                  </a:cubicBezTo>
                  <a:cubicBezTo>
                    <a:pt x="267889" y="1820"/>
                    <a:pt x="269418" y="1748"/>
                    <a:pt x="270950" y="1748"/>
                  </a:cubicBezTo>
                  <a:cubicBezTo>
                    <a:pt x="272585" y="1748"/>
                    <a:pt x="274225" y="1830"/>
                    <a:pt x="275853" y="1830"/>
                  </a:cubicBezTo>
                  <a:cubicBezTo>
                    <a:pt x="276499" y="1830"/>
                    <a:pt x="277143" y="1817"/>
                    <a:pt x="277785" y="1781"/>
                  </a:cubicBezTo>
                  <a:cubicBezTo>
                    <a:pt x="277987" y="1769"/>
                    <a:pt x="278178" y="1757"/>
                    <a:pt x="278368" y="1745"/>
                  </a:cubicBezTo>
                  <a:cubicBezTo>
                    <a:pt x="278832" y="1662"/>
                    <a:pt x="279297" y="1579"/>
                    <a:pt x="279773" y="1495"/>
                  </a:cubicBezTo>
                  <a:cubicBezTo>
                    <a:pt x="280069" y="1449"/>
                    <a:pt x="280654" y="1416"/>
                    <a:pt x="281464" y="1416"/>
                  </a:cubicBezTo>
                  <a:cubicBezTo>
                    <a:pt x="282545" y="1416"/>
                    <a:pt x="284027" y="1475"/>
                    <a:pt x="285762" y="1638"/>
                  </a:cubicBezTo>
                  <a:lnTo>
                    <a:pt x="285762" y="197"/>
                  </a:lnTo>
                  <a:cubicBezTo>
                    <a:pt x="283635" y="82"/>
                    <a:pt x="281789" y="5"/>
                    <a:pt x="280562" y="5"/>
                  </a:cubicBezTo>
                  <a:cubicBezTo>
                    <a:pt x="280270" y="5"/>
                    <a:pt x="280014" y="10"/>
                    <a:pt x="279797" y="19"/>
                  </a:cubicBezTo>
                  <a:lnTo>
                    <a:pt x="279809" y="19"/>
                  </a:lnTo>
                  <a:cubicBezTo>
                    <a:pt x="272998" y="340"/>
                    <a:pt x="266152" y="269"/>
                    <a:pt x="259413" y="1221"/>
                  </a:cubicBezTo>
                  <a:lnTo>
                    <a:pt x="259413" y="1209"/>
                  </a:lnTo>
                  <a:cubicBezTo>
                    <a:pt x="258500" y="1355"/>
                    <a:pt x="257639" y="1405"/>
                    <a:pt x="256803" y="1405"/>
                  </a:cubicBezTo>
                  <a:cubicBezTo>
                    <a:pt x="254953" y="1405"/>
                    <a:pt x="253226" y="1159"/>
                    <a:pt x="251319" y="1159"/>
                  </a:cubicBezTo>
                  <a:cubicBezTo>
                    <a:pt x="251204" y="1159"/>
                    <a:pt x="251088" y="1160"/>
                    <a:pt x="250972" y="1162"/>
                  </a:cubicBezTo>
                  <a:cubicBezTo>
                    <a:pt x="250907" y="1163"/>
                    <a:pt x="250838" y="1163"/>
                    <a:pt x="250766" y="1163"/>
                  </a:cubicBezTo>
                  <a:cubicBezTo>
                    <a:pt x="246887" y="1163"/>
                    <a:pt x="233281" y="3"/>
                    <a:pt x="228532" y="3"/>
                  </a:cubicBezTo>
                  <a:cubicBezTo>
                    <a:pt x="228216" y="3"/>
                    <a:pt x="227939" y="8"/>
                    <a:pt x="227707" y="19"/>
                  </a:cubicBezTo>
                  <a:cubicBezTo>
                    <a:pt x="220754" y="352"/>
                    <a:pt x="213753" y="257"/>
                    <a:pt x="206871" y="1281"/>
                  </a:cubicBezTo>
                  <a:cubicBezTo>
                    <a:pt x="206131" y="1374"/>
                    <a:pt x="205425" y="1408"/>
                    <a:pt x="204736" y="1408"/>
                  </a:cubicBezTo>
                  <a:cubicBezTo>
                    <a:pt x="202875" y="1408"/>
                    <a:pt x="201139" y="1160"/>
                    <a:pt x="199211" y="1160"/>
                  </a:cubicBezTo>
                  <a:cubicBezTo>
                    <a:pt x="199118" y="1160"/>
                    <a:pt x="199024" y="1161"/>
                    <a:pt x="198930" y="1162"/>
                  </a:cubicBezTo>
                  <a:cubicBezTo>
                    <a:pt x="198864" y="1163"/>
                    <a:pt x="198796" y="1163"/>
                    <a:pt x="198724" y="1163"/>
                  </a:cubicBezTo>
                  <a:cubicBezTo>
                    <a:pt x="194844" y="1163"/>
                    <a:pt x="181228" y="3"/>
                    <a:pt x="176478" y="3"/>
                  </a:cubicBezTo>
                  <a:cubicBezTo>
                    <a:pt x="176162" y="3"/>
                    <a:pt x="175885" y="8"/>
                    <a:pt x="175653" y="19"/>
                  </a:cubicBezTo>
                  <a:cubicBezTo>
                    <a:pt x="168712" y="352"/>
                    <a:pt x="161711" y="257"/>
                    <a:pt x="154829" y="1281"/>
                  </a:cubicBezTo>
                  <a:cubicBezTo>
                    <a:pt x="154089" y="1374"/>
                    <a:pt x="153383" y="1408"/>
                    <a:pt x="152694" y="1408"/>
                  </a:cubicBezTo>
                  <a:cubicBezTo>
                    <a:pt x="150833" y="1408"/>
                    <a:pt x="149099" y="1160"/>
                    <a:pt x="147179" y="1160"/>
                  </a:cubicBezTo>
                  <a:cubicBezTo>
                    <a:pt x="147086" y="1160"/>
                    <a:pt x="146993" y="1161"/>
                    <a:pt x="146899" y="1162"/>
                  </a:cubicBezTo>
                  <a:cubicBezTo>
                    <a:pt x="146834" y="1163"/>
                    <a:pt x="146765" y="1163"/>
                    <a:pt x="146693" y="1163"/>
                  </a:cubicBezTo>
                  <a:cubicBezTo>
                    <a:pt x="142814" y="1163"/>
                    <a:pt x="129209" y="3"/>
                    <a:pt x="124459" y="3"/>
                  </a:cubicBezTo>
                  <a:cubicBezTo>
                    <a:pt x="124143" y="3"/>
                    <a:pt x="123867" y="8"/>
                    <a:pt x="123635" y="19"/>
                  </a:cubicBezTo>
                  <a:cubicBezTo>
                    <a:pt x="116681" y="352"/>
                    <a:pt x="109680" y="257"/>
                    <a:pt x="102810" y="1281"/>
                  </a:cubicBezTo>
                  <a:cubicBezTo>
                    <a:pt x="102068" y="1374"/>
                    <a:pt x="101359" y="1408"/>
                    <a:pt x="100668" y="1408"/>
                  </a:cubicBezTo>
                  <a:cubicBezTo>
                    <a:pt x="98803" y="1408"/>
                    <a:pt x="97069" y="1160"/>
                    <a:pt x="95149" y="1160"/>
                  </a:cubicBezTo>
                  <a:cubicBezTo>
                    <a:pt x="95056" y="1160"/>
                    <a:pt x="94963" y="1161"/>
                    <a:pt x="94869" y="1162"/>
                  </a:cubicBezTo>
                  <a:cubicBezTo>
                    <a:pt x="94804" y="1163"/>
                    <a:pt x="94735" y="1163"/>
                    <a:pt x="94663" y="1163"/>
                  </a:cubicBezTo>
                  <a:cubicBezTo>
                    <a:pt x="90784" y="1163"/>
                    <a:pt x="77168" y="3"/>
                    <a:pt x="72417" y="3"/>
                  </a:cubicBezTo>
                  <a:cubicBezTo>
                    <a:pt x="72101" y="3"/>
                    <a:pt x="71824" y="8"/>
                    <a:pt x="71592" y="19"/>
                  </a:cubicBezTo>
                  <a:cubicBezTo>
                    <a:pt x="64770" y="340"/>
                    <a:pt x="57900" y="269"/>
                    <a:pt x="51137" y="1233"/>
                  </a:cubicBezTo>
                  <a:lnTo>
                    <a:pt x="51137" y="1209"/>
                  </a:lnTo>
                  <a:cubicBezTo>
                    <a:pt x="50223" y="1355"/>
                    <a:pt x="49363" y="1405"/>
                    <a:pt x="48530" y="1405"/>
                  </a:cubicBezTo>
                  <a:cubicBezTo>
                    <a:pt x="46647" y="1405"/>
                    <a:pt x="44897" y="1148"/>
                    <a:pt x="42947" y="1148"/>
                  </a:cubicBezTo>
                  <a:cubicBezTo>
                    <a:pt x="42860" y="1148"/>
                    <a:pt x="42772" y="1149"/>
                    <a:pt x="42684" y="1150"/>
                  </a:cubicBezTo>
                  <a:cubicBezTo>
                    <a:pt x="42604" y="1151"/>
                    <a:pt x="42518" y="1152"/>
                    <a:pt x="42427" y="1152"/>
                  </a:cubicBezTo>
                  <a:cubicBezTo>
                    <a:pt x="38506" y="1152"/>
                    <a:pt x="25071" y="1"/>
                    <a:pt x="202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9"/>
            <p:cNvSpPr/>
            <p:nvPr/>
          </p:nvSpPr>
          <p:spPr>
            <a:xfrm rot="10800000" flipH="1">
              <a:off x="-13734" y="5193975"/>
              <a:ext cx="9164419" cy="92000"/>
            </a:xfrm>
            <a:custGeom>
              <a:avLst/>
              <a:gdLst/>
              <a:ahLst/>
              <a:cxnLst/>
              <a:rect l="l" t="t" r="r" b="b"/>
              <a:pathLst>
                <a:path w="285763" h="3680" extrusionOk="0">
                  <a:moveTo>
                    <a:pt x="31183" y="0"/>
                  </a:moveTo>
                  <a:cubicBezTo>
                    <a:pt x="29856" y="89"/>
                    <a:pt x="28529" y="117"/>
                    <a:pt x="27202" y="117"/>
                  </a:cubicBezTo>
                  <a:cubicBezTo>
                    <a:pt x="25170" y="117"/>
                    <a:pt x="23138" y="53"/>
                    <a:pt x="21106" y="53"/>
                  </a:cubicBezTo>
                  <a:cubicBezTo>
                    <a:pt x="20750" y="53"/>
                    <a:pt x="20395" y="55"/>
                    <a:pt x="20039" y="60"/>
                  </a:cubicBezTo>
                  <a:cubicBezTo>
                    <a:pt x="18075" y="95"/>
                    <a:pt x="16110" y="167"/>
                    <a:pt x="14146" y="345"/>
                  </a:cubicBezTo>
                  <a:cubicBezTo>
                    <a:pt x="12181" y="524"/>
                    <a:pt x="10228" y="846"/>
                    <a:pt x="8276" y="1203"/>
                  </a:cubicBezTo>
                  <a:cubicBezTo>
                    <a:pt x="5525" y="1703"/>
                    <a:pt x="2763" y="2215"/>
                    <a:pt x="1" y="2227"/>
                  </a:cubicBezTo>
                  <a:lnTo>
                    <a:pt x="1" y="3334"/>
                  </a:lnTo>
                  <a:cubicBezTo>
                    <a:pt x="3085" y="2893"/>
                    <a:pt x="6180" y="2477"/>
                    <a:pt x="9288" y="2131"/>
                  </a:cubicBezTo>
                  <a:cubicBezTo>
                    <a:pt x="13038" y="1703"/>
                    <a:pt x="16801" y="1393"/>
                    <a:pt x="20575" y="1250"/>
                  </a:cubicBezTo>
                  <a:cubicBezTo>
                    <a:pt x="21852" y="1202"/>
                    <a:pt x="23130" y="1184"/>
                    <a:pt x="24407" y="1184"/>
                  </a:cubicBezTo>
                  <a:cubicBezTo>
                    <a:pt x="26916" y="1184"/>
                    <a:pt x="29425" y="1255"/>
                    <a:pt x="31933" y="1310"/>
                  </a:cubicBezTo>
                  <a:cubicBezTo>
                    <a:pt x="37380" y="1425"/>
                    <a:pt x="43506" y="3679"/>
                    <a:pt x="48643" y="3679"/>
                  </a:cubicBezTo>
                  <a:cubicBezTo>
                    <a:pt x="49356" y="3679"/>
                    <a:pt x="50051" y="3635"/>
                    <a:pt x="50722" y="3536"/>
                  </a:cubicBezTo>
                  <a:lnTo>
                    <a:pt x="50722" y="3548"/>
                  </a:lnTo>
                  <a:cubicBezTo>
                    <a:pt x="54293" y="3024"/>
                    <a:pt x="57865" y="2524"/>
                    <a:pt x="61461" y="2131"/>
                  </a:cubicBezTo>
                  <a:cubicBezTo>
                    <a:pt x="65211" y="1715"/>
                    <a:pt x="68974" y="1393"/>
                    <a:pt x="72748" y="1250"/>
                  </a:cubicBezTo>
                  <a:cubicBezTo>
                    <a:pt x="73980" y="1204"/>
                    <a:pt x="75211" y="1186"/>
                    <a:pt x="76443" y="1186"/>
                  </a:cubicBezTo>
                  <a:cubicBezTo>
                    <a:pt x="78997" y="1186"/>
                    <a:pt x="81552" y="1262"/>
                    <a:pt x="84107" y="1310"/>
                  </a:cubicBezTo>
                  <a:cubicBezTo>
                    <a:pt x="89549" y="1423"/>
                    <a:pt x="95673" y="3679"/>
                    <a:pt x="100814" y="3679"/>
                  </a:cubicBezTo>
                  <a:cubicBezTo>
                    <a:pt x="101634" y="3679"/>
                    <a:pt x="102429" y="3621"/>
                    <a:pt x="103192" y="3489"/>
                  </a:cubicBezTo>
                  <a:cubicBezTo>
                    <a:pt x="106609" y="2977"/>
                    <a:pt x="110050" y="2512"/>
                    <a:pt x="113491" y="2131"/>
                  </a:cubicBezTo>
                  <a:cubicBezTo>
                    <a:pt x="117242" y="1715"/>
                    <a:pt x="121004" y="1393"/>
                    <a:pt x="124778" y="1250"/>
                  </a:cubicBezTo>
                  <a:cubicBezTo>
                    <a:pt x="126014" y="1204"/>
                    <a:pt x="127247" y="1186"/>
                    <a:pt x="128478" y="1186"/>
                  </a:cubicBezTo>
                  <a:cubicBezTo>
                    <a:pt x="131033" y="1186"/>
                    <a:pt x="133582" y="1262"/>
                    <a:pt x="136137" y="1310"/>
                  </a:cubicBezTo>
                  <a:cubicBezTo>
                    <a:pt x="141589" y="1423"/>
                    <a:pt x="147706" y="3679"/>
                    <a:pt x="152845" y="3679"/>
                  </a:cubicBezTo>
                  <a:cubicBezTo>
                    <a:pt x="153664" y="3679"/>
                    <a:pt x="154459" y="3621"/>
                    <a:pt x="155223" y="3489"/>
                  </a:cubicBezTo>
                  <a:cubicBezTo>
                    <a:pt x="158652" y="2977"/>
                    <a:pt x="162081" y="2512"/>
                    <a:pt x="165522" y="2131"/>
                  </a:cubicBezTo>
                  <a:cubicBezTo>
                    <a:pt x="169272" y="1715"/>
                    <a:pt x="173034" y="1393"/>
                    <a:pt x="176809" y="1250"/>
                  </a:cubicBezTo>
                  <a:cubicBezTo>
                    <a:pt x="178040" y="1204"/>
                    <a:pt x="179272" y="1186"/>
                    <a:pt x="180503" y="1186"/>
                  </a:cubicBezTo>
                  <a:cubicBezTo>
                    <a:pt x="183058" y="1186"/>
                    <a:pt x="185613" y="1262"/>
                    <a:pt x="188167" y="1310"/>
                  </a:cubicBezTo>
                  <a:cubicBezTo>
                    <a:pt x="193609" y="1423"/>
                    <a:pt x="199733" y="3679"/>
                    <a:pt x="204874" y="3679"/>
                  </a:cubicBezTo>
                  <a:cubicBezTo>
                    <a:pt x="205695" y="3679"/>
                    <a:pt x="206490" y="3621"/>
                    <a:pt x="207253" y="3489"/>
                  </a:cubicBezTo>
                  <a:cubicBezTo>
                    <a:pt x="210682" y="2989"/>
                    <a:pt x="214111" y="2512"/>
                    <a:pt x="217564" y="2131"/>
                  </a:cubicBezTo>
                  <a:cubicBezTo>
                    <a:pt x="221314" y="1715"/>
                    <a:pt x="225077" y="1393"/>
                    <a:pt x="228851" y="1250"/>
                  </a:cubicBezTo>
                  <a:cubicBezTo>
                    <a:pt x="230086" y="1204"/>
                    <a:pt x="231319" y="1186"/>
                    <a:pt x="232551" y="1186"/>
                  </a:cubicBezTo>
                  <a:cubicBezTo>
                    <a:pt x="235106" y="1186"/>
                    <a:pt x="237655" y="1262"/>
                    <a:pt x="240210" y="1310"/>
                  </a:cubicBezTo>
                  <a:cubicBezTo>
                    <a:pt x="245659" y="1425"/>
                    <a:pt x="251785" y="3680"/>
                    <a:pt x="256921" y="3680"/>
                  </a:cubicBezTo>
                  <a:cubicBezTo>
                    <a:pt x="257608" y="3680"/>
                    <a:pt x="258278" y="3640"/>
                    <a:pt x="258926" y="3548"/>
                  </a:cubicBezTo>
                  <a:cubicBezTo>
                    <a:pt x="262498" y="3024"/>
                    <a:pt x="266082" y="2524"/>
                    <a:pt x="269666" y="2131"/>
                  </a:cubicBezTo>
                  <a:cubicBezTo>
                    <a:pt x="273416" y="1715"/>
                    <a:pt x="277178" y="1393"/>
                    <a:pt x="280953" y="1250"/>
                  </a:cubicBezTo>
                  <a:cubicBezTo>
                    <a:pt x="282199" y="1204"/>
                    <a:pt x="283445" y="1187"/>
                    <a:pt x="284685" y="1187"/>
                  </a:cubicBezTo>
                  <a:cubicBezTo>
                    <a:pt x="285045" y="1187"/>
                    <a:pt x="285404" y="1188"/>
                    <a:pt x="285763" y="1191"/>
                  </a:cubicBezTo>
                  <a:lnTo>
                    <a:pt x="285763" y="107"/>
                  </a:lnTo>
                  <a:cubicBezTo>
                    <a:pt x="284401" y="89"/>
                    <a:pt x="283032" y="64"/>
                    <a:pt x="281662" y="64"/>
                  </a:cubicBezTo>
                  <a:cubicBezTo>
                    <a:pt x="281247" y="64"/>
                    <a:pt x="280832" y="66"/>
                    <a:pt x="280417" y="72"/>
                  </a:cubicBezTo>
                  <a:lnTo>
                    <a:pt x="280405" y="60"/>
                  </a:lnTo>
                  <a:cubicBezTo>
                    <a:pt x="278440" y="95"/>
                    <a:pt x="276476" y="167"/>
                    <a:pt x="274511" y="345"/>
                  </a:cubicBezTo>
                  <a:cubicBezTo>
                    <a:pt x="272547" y="524"/>
                    <a:pt x="270594" y="846"/>
                    <a:pt x="268654" y="1203"/>
                  </a:cubicBezTo>
                  <a:cubicBezTo>
                    <a:pt x="265882" y="1707"/>
                    <a:pt x="263092" y="2220"/>
                    <a:pt x="260307" y="2220"/>
                  </a:cubicBezTo>
                  <a:cubicBezTo>
                    <a:pt x="259934" y="2220"/>
                    <a:pt x="259561" y="2211"/>
                    <a:pt x="259188" y="2191"/>
                  </a:cubicBezTo>
                  <a:cubicBezTo>
                    <a:pt x="255747" y="2000"/>
                    <a:pt x="251890" y="750"/>
                    <a:pt x="248258" y="584"/>
                  </a:cubicBezTo>
                  <a:cubicBezTo>
                    <a:pt x="245317" y="465"/>
                    <a:pt x="242388" y="214"/>
                    <a:pt x="239448" y="0"/>
                  </a:cubicBezTo>
                  <a:cubicBezTo>
                    <a:pt x="238125" y="89"/>
                    <a:pt x="236799" y="117"/>
                    <a:pt x="235472" y="117"/>
                  </a:cubicBezTo>
                  <a:cubicBezTo>
                    <a:pt x="233440" y="117"/>
                    <a:pt x="231407" y="53"/>
                    <a:pt x="229379" y="53"/>
                  </a:cubicBezTo>
                  <a:cubicBezTo>
                    <a:pt x="229024" y="53"/>
                    <a:pt x="228670" y="55"/>
                    <a:pt x="228315" y="60"/>
                  </a:cubicBezTo>
                  <a:cubicBezTo>
                    <a:pt x="226351" y="95"/>
                    <a:pt x="224374" y="167"/>
                    <a:pt x="222410" y="345"/>
                  </a:cubicBezTo>
                  <a:cubicBezTo>
                    <a:pt x="220457" y="524"/>
                    <a:pt x="218504" y="846"/>
                    <a:pt x="216552" y="1203"/>
                  </a:cubicBezTo>
                  <a:cubicBezTo>
                    <a:pt x="213785" y="1710"/>
                    <a:pt x="210999" y="2217"/>
                    <a:pt x="208211" y="2217"/>
                  </a:cubicBezTo>
                  <a:cubicBezTo>
                    <a:pt x="207856" y="2217"/>
                    <a:pt x="207501" y="2208"/>
                    <a:pt x="207146" y="2191"/>
                  </a:cubicBezTo>
                  <a:cubicBezTo>
                    <a:pt x="203705" y="2000"/>
                    <a:pt x="199847" y="750"/>
                    <a:pt x="196216" y="584"/>
                  </a:cubicBezTo>
                  <a:cubicBezTo>
                    <a:pt x="193275" y="465"/>
                    <a:pt x="190346" y="214"/>
                    <a:pt x="187405" y="0"/>
                  </a:cubicBezTo>
                  <a:cubicBezTo>
                    <a:pt x="186082" y="89"/>
                    <a:pt x="184756" y="117"/>
                    <a:pt x="183429" y="117"/>
                  </a:cubicBezTo>
                  <a:cubicBezTo>
                    <a:pt x="181398" y="117"/>
                    <a:pt x="179365" y="53"/>
                    <a:pt x="177337" y="53"/>
                  </a:cubicBezTo>
                  <a:cubicBezTo>
                    <a:pt x="176982" y="53"/>
                    <a:pt x="176627" y="55"/>
                    <a:pt x="176273" y="60"/>
                  </a:cubicBezTo>
                  <a:cubicBezTo>
                    <a:pt x="174308" y="95"/>
                    <a:pt x="172332" y="167"/>
                    <a:pt x="170367" y="345"/>
                  </a:cubicBezTo>
                  <a:cubicBezTo>
                    <a:pt x="168415" y="524"/>
                    <a:pt x="166462" y="846"/>
                    <a:pt x="164510" y="1203"/>
                  </a:cubicBezTo>
                  <a:cubicBezTo>
                    <a:pt x="161742" y="1710"/>
                    <a:pt x="158966" y="2217"/>
                    <a:pt x="156188" y="2217"/>
                  </a:cubicBezTo>
                  <a:cubicBezTo>
                    <a:pt x="155835" y="2217"/>
                    <a:pt x="155481" y="2208"/>
                    <a:pt x="155127" y="2191"/>
                  </a:cubicBezTo>
                  <a:cubicBezTo>
                    <a:pt x="151687" y="2000"/>
                    <a:pt x="147829" y="750"/>
                    <a:pt x="144186" y="584"/>
                  </a:cubicBezTo>
                  <a:cubicBezTo>
                    <a:pt x="141257" y="465"/>
                    <a:pt x="138316" y="214"/>
                    <a:pt x="135387" y="0"/>
                  </a:cubicBezTo>
                  <a:cubicBezTo>
                    <a:pt x="134060" y="89"/>
                    <a:pt x="132732" y="117"/>
                    <a:pt x="131405" y="117"/>
                  </a:cubicBezTo>
                  <a:cubicBezTo>
                    <a:pt x="129373" y="117"/>
                    <a:pt x="127342" y="53"/>
                    <a:pt x="125310" y="53"/>
                  </a:cubicBezTo>
                  <a:cubicBezTo>
                    <a:pt x="124954" y="53"/>
                    <a:pt x="124598" y="55"/>
                    <a:pt x="124243" y="60"/>
                  </a:cubicBezTo>
                  <a:cubicBezTo>
                    <a:pt x="122278" y="95"/>
                    <a:pt x="120314" y="167"/>
                    <a:pt x="118349" y="345"/>
                  </a:cubicBezTo>
                  <a:cubicBezTo>
                    <a:pt x="116385" y="524"/>
                    <a:pt x="114432" y="846"/>
                    <a:pt x="112491" y="1203"/>
                  </a:cubicBezTo>
                  <a:cubicBezTo>
                    <a:pt x="109724" y="1710"/>
                    <a:pt x="106938" y="2217"/>
                    <a:pt x="104158" y="2217"/>
                  </a:cubicBezTo>
                  <a:cubicBezTo>
                    <a:pt x="103805" y="2217"/>
                    <a:pt x="103451" y="2208"/>
                    <a:pt x="103097" y="2191"/>
                  </a:cubicBezTo>
                  <a:cubicBezTo>
                    <a:pt x="99644" y="2000"/>
                    <a:pt x="95799" y="750"/>
                    <a:pt x="92155" y="584"/>
                  </a:cubicBezTo>
                  <a:cubicBezTo>
                    <a:pt x="89214" y="465"/>
                    <a:pt x="86286" y="214"/>
                    <a:pt x="83357" y="0"/>
                  </a:cubicBezTo>
                  <a:cubicBezTo>
                    <a:pt x="82029" y="89"/>
                    <a:pt x="80702" y="117"/>
                    <a:pt x="79375" y="117"/>
                  </a:cubicBezTo>
                  <a:cubicBezTo>
                    <a:pt x="77343" y="117"/>
                    <a:pt x="75311" y="53"/>
                    <a:pt x="73279" y="53"/>
                  </a:cubicBezTo>
                  <a:cubicBezTo>
                    <a:pt x="72924" y="53"/>
                    <a:pt x="72568" y="55"/>
                    <a:pt x="72212" y="60"/>
                  </a:cubicBezTo>
                  <a:cubicBezTo>
                    <a:pt x="70248" y="95"/>
                    <a:pt x="68283" y="167"/>
                    <a:pt x="66319" y="345"/>
                  </a:cubicBezTo>
                  <a:cubicBezTo>
                    <a:pt x="64354" y="524"/>
                    <a:pt x="62402" y="846"/>
                    <a:pt x="60449" y="1203"/>
                  </a:cubicBezTo>
                  <a:cubicBezTo>
                    <a:pt x="57682" y="1713"/>
                    <a:pt x="54889" y="2224"/>
                    <a:pt x="52100" y="2224"/>
                  </a:cubicBezTo>
                  <a:cubicBezTo>
                    <a:pt x="51636" y="2224"/>
                    <a:pt x="51173" y="2210"/>
                    <a:pt x="50710" y="2179"/>
                  </a:cubicBezTo>
                  <a:cubicBezTo>
                    <a:pt x="47328" y="1941"/>
                    <a:pt x="43554" y="738"/>
                    <a:pt x="39982" y="584"/>
                  </a:cubicBezTo>
                  <a:cubicBezTo>
                    <a:pt x="37041" y="465"/>
                    <a:pt x="34112" y="214"/>
                    <a:pt x="311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9"/>
            <p:cNvSpPr/>
            <p:nvPr/>
          </p:nvSpPr>
          <p:spPr>
            <a:xfrm rot="10800000" flipH="1">
              <a:off x="-14087" y="5071050"/>
              <a:ext cx="9164387" cy="51525"/>
            </a:xfrm>
            <a:custGeom>
              <a:avLst/>
              <a:gdLst/>
              <a:ahLst/>
              <a:cxnLst/>
              <a:rect l="l" t="t" r="r" b="b"/>
              <a:pathLst>
                <a:path w="285762" h="2061" extrusionOk="0">
                  <a:moveTo>
                    <a:pt x="285762" y="1"/>
                  </a:moveTo>
                  <a:cubicBezTo>
                    <a:pt x="280678" y="13"/>
                    <a:pt x="273701" y="394"/>
                    <a:pt x="269736" y="608"/>
                  </a:cubicBezTo>
                  <a:cubicBezTo>
                    <a:pt x="268188" y="703"/>
                    <a:pt x="267069" y="763"/>
                    <a:pt x="266676" y="763"/>
                  </a:cubicBezTo>
                  <a:lnTo>
                    <a:pt x="266676" y="775"/>
                  </a:lnTo>
                  <a:cubicBezTo>
                    <a:pt x="266302" y="775"/>
                    <a:pt x="264409" y="866"/>
                    <a:pt x="262946" y="866"/>
                  </a:cubicBezTo>
                  <a:cubicBezTo>
                    <a:pt x="262361" y="866"/>
                    <a:pt x="261844" y="851"/>
                    <a:pt x="261521" y="810"/>
                  </a:cubicBezTo>
                  <a:cubicBezTo>
                    <a:pt x="260848" y="731"/>
                    <a:pt x="260159" y="644"/>
                    <a:pt x="259467" y="644"/>
                  </a:cubicBezTo>
                  <a:cubicBezTo>
                    <a:pt x="259326" y="644"/>
                    <a:pt x="259185" y="647"/>
                    <a:pt x="259044" y="656"/>
                  </a:cubicBezTo>
                  <a:cubicBezTo>
                    <a:pt x="256508" y="727"/>
                    <a:pt x="255377" y="1501"/>
                    <a:pt x="253472" y="1525"/>
                  </a:cubicBezTo>
                  <a:cubicBezTo>
                    <a:pt x="253055" y="1525"/>
                    <a:pt x="252222" y="1406"/>
                    <a:pt x="251067" y="1251"/>
                  </a:cubicBezTo>
                  <a:cubicBezTo>
                    <a:pt x="248269" y="882"/>
                    <a:pt x="243054" y="179"/>
                    <a:pt x="235613" y="24"/>
                  </a:cubicBezTo>
                  <a:cubicBezTo>
                    <a:pt x="235088" y="13"/>
                    <a:pt x="234529" y="8"/>
                    <a:pt x="233942" y="8"/>
                  </a:cubicBezTo>
                  <a:cubicBezTo>
                    <a:pt x="228832" y="8"/>
                    <a:pt x="221672" y="396"/>
                    <a:pt x="217634" y="620"/>
                  </a:cubicBezTo>
                  <a:cubicBezTo>
                    <a:pt x="216087" y="703"/>
                    <a:pt x="214967" y="763"/>
                    <a:pt x="214574" y="775"/>
                  </a:cubicBezTo>
                  <a:cubicBezTo>
                    <a:pt x="214200" y="775"/>
                    <a:pt x="212313" y="866"/>
                    <a:pt x="210849" y="866"/>
                  </a:cubicBezTo>
                  <a:cubicBezTo>
                    <a:pt x="210264" y="866"/>
                    <a:pt x="209746" y="851"/>
                    <a:pt x="209419" y="810"/>
                  </a:cubicBezTo>
                  <a:cubicBezTo>
                    <a:pt x="208746" y="731"/>
                    <a:pt x="208057" y="644"/>
                    <a:pt x="207372" y="644"/>
                  </a:cubicBezTo>
                  <a:cubicBezTo>
                    <a:pt x="207233" y="644"/>
                    <a:pt x="207094" y="647"/>
                    <a:pt x="206954" y="656"/>
                  </a:cubicBezTo>
                  <a:lnTo>
                    <a:pt x="206954" y="667"/>
                  </a:lnTo>
                  <a:cubicBezTo>
                    <a:pt x="204454" y="739"/>
                    <a:pt x="203311" y="1501"/>
                    <a:pt x="201418" y="1525"/>
                  </a:cubicBezTo>
                  <a:cubicBezTo>
                    <a:pt x="201013" y="1525"/>
                    <a:pt x="200180" y="1406"/>
                    <a:pt x="199025" y="1251"/>
                  </a:cubicBezTo>
                  <a:cubicBezTo>
                    <a:pt x="196227" y="882"/>
                    <a:pt x="191012" y="179"/>
                    <a:pt x="183571" y="24"/>
                  </a:cubicBezTo>
                  <a:cubicBezTo>
                    <a:pt x="183045" y="13"/>
                    <a:pt x="182484" y="8"/>
                    <a:pt x="181897" y="8"/>
                  </a:cubicBezTo>
                  <a:cubicBezTo>
                    <a:pt x="176780" y="8"/>
                    <a:pt x="169629" y="396"/>
                    <a:pt x="165592" y="620"/>
                  </a:cubicBezTo>
                  <a:cubicBezTo>
                    <a:pt x="164044" y="703"/>
                    <a:pt x="162925" y="763"/>
                    <a:pt x="162532" y="775"/>
                  </a:cubicBezTo>
                  <a:cubicBezTo>
                    <a:pt x="162158" y="775"/>
                    <a:pt x="160265" y="866"/>
                    <a:pt x="158802" y="866"/>
                  </a:cubicBezTo>
                  <a:cubicBezTo>
                    <a:pt x="158217" y="866"/>
                    <a:pt x="157700" y="851"/>
                    <a:pt x="157377" y="810"/>
                  </a:cubicBezTo>
                  <a:cubicBezTo>
                    <a:pt x="156704" y="731"/>
                    <a:pt x="156015" y="644"/>
                    <a:pt x="155323" y="644"/>
                  </a:cubicBezTo>
                  <a:cubicBezTo>
                    <a:pt x="155182" y="644"/>
                    <a:pt x="155041" y="647"/>
                    <a:pt x="154900" y="656"/>
                  </a:cubicBezTo>
                  <a:lnTo>
                    <a:pt x="154900" y="667"/>
                  </a:lnTo>
                  <a:cubicBezTo>
                    <a:pt x="152412" y="739"/>
                    <a:pt x="151281" y="1513"/>
                    <a:pt x="149400" y="1525"/>
                  </a:cubicBezTo>
                  <a:cubicBezTo>
                    <a:pt x="148983" y="1525"/>
                    <a:pt x="148149" y="1418"/>
                    <a:pt x="146995" y="1263"/>
                  </a:cubicBezTo>
                  <a:cubicBezTo>
                    <a:pt x="144197" y="882"/>
                    <a:pt x="138982" y="179"/>
                    <a:pt x="131540" y="24"/>
                  </a:cubicBezTo>
                  <a:cubicBezTo>
                    <a:pt x="131016" y="13"/>
                    <a:pt x="130456" y="8"/>
                    <a:pt x="129870" y="8"/>
                  </a:cubicBezTo>
                  <a:cubicBezTo>
                    <a:pt x="124759" y="8"/>
                    <a:pt x="117599" y="396"/>
                    <a:pt x="113562" y="620"/>
                  </a:cubicBezTo>
                  <a:cubicBezTo>
                    <a:pt x="112014" y="703"/>
                    <a:pt x="110895" y="763"/>
                    <a:pt x="110514" y="775"/>
                  </a:cubicBezTo>
                  <a:cubicBezTo>
                    <a:pt x="110131" y="775"/>
                    <a:pt x="108242" y="866"/>
                    <a:pt x="106777" y="866"/>
                  </a:cubicBezTo>
                  <a:cubicBezTo>
                    <a:pt x="106191" y="866"/>
                    <a:pt x="105673" y="851"/>
                    <a:pt x="105347" y="810"/>
                  </a:cubicBezTo>
                  <a:cubicBezTo>
                    <a:pt x="104666" y="729"/>
                    <a:pt x="103951" y="648"/>
                    <a:pt x="103246" y="648"/>
                  </a:cubicBezTo>
                  <a:cubicBezTo>
                    <a:pt x="103124" y="648"/>
                    <a:pt x="103003" y="650"/>
                    <a:pt x="102882" y="656"/>
                  </a:cubicBezTo>
                  <a:lnTo>
                    <a:pt x="102882" y="667"/>
                  </a:lnTo>
                  <a:cubicBezTo>
                    <a:pt x="100394" y="739"/>
                    <a:pt x="99251" y="1513"/>
                    <a:pt x="97369" y="1525"/>
                  </a:cubicBezTo>
                  <a:cubicBezTo>
                    <a:pt x="96953" y="1525"/>
                    <a:pt x="96119" y="1418"/>
                    <a:pt x="94964" y="1263"/>
                  </a:cubicBezTo>
                  <a:cubicBezTo>
                    <a:pt x="92166" y="882"/>
                    <a:pt x="86951" y="179"/>
                    <a:pt x="79510" y="24"/>
                  </a:cubicBezTo>
                  <a:cubicBezTo>
                    <a:pt x="78985" y="13"/>
                    <a:pt x="78426" y="8"/>
                    <a:pt x="77839" y="8"/>
                  </a:cubicBezTo>
                  <a:cubicBezTo>
                    <a:pt x="72729" y="8"/>
                    <a:pt x="65569" y="396"/>
                    <a:pt x="61532" y="620"/>
                  </a:cubicBezTo>
                  <a:cubicBezTo>
                    <a:pt x="59984" y="703"/>
                    <a:pt x="58865" y="763"/>
                    <a:pt x="58472" y="775"/>
                  </a:cubicBezTo>
                  <a:cubicBezTo>
                    <a:pt x="58097" y="775"/>
                    <a:pt x="56211" y="866"/>
                    <a:pt x="54746" y="866"/>
                  </a:cubicBezTo>
                  <a:cubicBezTo>
                    <a:pt x="54161" y="866"/>
                    <a:pt x="53643" y="851"/>
                    <a:pt x="53316" y="810"/>
                  </a:cubicBezTo>
                  <a:cubicBezTo>
                    <a:pt x="52626" y="729"/>
                    <a:pt x="51918" y="648"/>
                    <a:pt x="51215" y="648"/>
                  </a:cubicBezTo>
                  <a:cubicBezTo>
                    <a:pt x="51094" y="648"/>
                    <a:pt x="50973" y="650"/>
                    <a:pt x="50852" y="656"/>
                  </a:cubicBezTo>
                  <a:cubicBezTo>
                    <a:pt x="48256" y="715"/>
                    <a:pt x="47113" y="1513"/>
                    <a:pt x="45196" y="1525"/>
                  </a:cubicBezTo>
                  <a:cubicBezTo>
                    <a:pt x="44779" y="1525"/>
                    <a:pt x="43946" y="1418"/>
                    <a:pt x="42791" y="1263"/>
                  </a:cubicBezTo>
                  <a:cubicBezTo>
                    <a:pt x="39993" y="882"/>
                    <a:pt x="34778" y="191"/>
                    <a:pt x="27337" y="24"/>
                  </a:cubicBezTo>
                  <a:cubicBezTo>
                    <a:pt x="26811" y="13"/>
                    <a:pt x="26250" y="8"/>
                    <a:pt x="25663" y="8"/>
                  </a:cubicBezTo>
                  <a:cubicBezTo>
                    <a:pt x="20546" y="8"/>
                    <a:pt x="13395" y="396"/>
                    <a:pt x="9358" y="620"/>
                  </a:cubicBezTo>
                  <a:cubicBezTo>
                    <a:pt x="7811" y="703"/>
                    <a:pt x="6691" y="763"/>
                    <a:pt x="6298" y="775"/>
                  </a:cubicBezTo>
                  <a:cubicBezTo>
                    <a:pt x="5924" y="775"/>
                    <a:pt x="4031" y="866"/>
                    <a:pt x="2568" y="866"/>
                  </a:cubicBezTo>
                  <a:cubicBezTo>
                    <a:pt x="1983" y="866"/>
                    <a:pt x="1466" y="851"/>
                    <a:pt x="1143" y="810"/>
                  </a:cubicBezTo>
                  <a:cubicBezTo>
                    <a:pt x="762" y="775"/>
                    <a:pt x="381" y="727"/>
                    <a:pt x="0" y="691"/>
                  </a:cubicBezTo>
                  <a:lnTo>
                    <a:pt x="0" y="1227"/>
                  </a:lnTo>
                  <a:cubicBezTo>
                    <a:pt x="357" y="1263"/>
                    <a:pt x="726" y="1310"/>
                    <a:pt x="1072" y="1346"/>
                  </a:cubicBezTo>
                  <a:cubicBezTo>
                    <a:pt x="1395" y="1387"/>
                    <a:pt x="1918" y="1401"/>
                    <a:pt x="2513" y="1401"/>
                  </a:cubicBezTo>
                  <a:cubicBezTo>
                    <a:pt x="4001" y="1401"/>
                    <a:pt x="5936" y="1310"/>
                    <a:pt x="6310" y="1310"/>
                  </a:cubicBezTo>
                  <a:cubicBezTo>
                    <a:pt x="6703" y="1298"/>
                    <a:pt x="7834" y="1239"/>
                    <a:pt x="9382" y="1156"/>
                  </a:cubicBezTo>
                  <a:cubicBezTo>
                    <a:pt x="13419" y="931"/>
                    <a:pt x="20561" y="544"/>
                    <a:pt x="25658" y="544"/>
                  </a:cubicBezTo>
                  <a:cubicBezTo>
                    <a:pt x="26243" y="544"/>
                    <a:pt x="26801" y="549"/>
                    <a:pt x="27325" y="560"/>
                  </a:cubicBezTo>
                  <a:cubicBezTo>
                    <a:pt x="34742" y="727"/>
                    <a:pt x="39934" y="1418"/>
                    <a:pt x="42720" y="1787"/>
                  </a:cubicBezTo>
                  <a:cubicBezTo>
                    <a:pt x="43934" y="1953"/>
                    <a:pt x="44744" y="2060"/>
                    <a:pt x="45196" y="2060"/>
                  </a:cubicBezTo>
                  <a:cubicBezTo>
                    <a:pt x="47244" y="2049"/>
                    <a:pt x="48744" y="1191"/>
                    <a:pt x="51173" y="1191"/>
                  </a:cubicBezTo>
                  <a:lnTo>
                    <a:pt x="51173" y="1179"/>
                  </a:lnTo>
                  <a:cubicBezTo>
                    <a:pt x="51852" y="1179"/>
                    <a:pt x="52566" y="1263"/>
                    <a:pt x="53245" y="1346"/>
                  </a:cubicBezTo>
                  <a:cubicBezTo>
                    <a:pt x="53571" y="1387"/>
                    <a:pt x="54096" y="1401"/>
                    <a:pt x="54692" y="1401"/>
                  </a:cubicBezTo>
                  <a:cubicBezTo>
                    <a:pt x="56180" y="1401"/>
                    <a:pt x="58109" y="1310"/>
                    <a:pt x="58484" y="1310"/>
                  </a:cubicBezTo>
                  <a:cubicBezTo>
                    <a:pt x="58888" y="1298"/>
                    <a:pt x="60008" y="1239"/>
                    <a:pt x="61555" y="1156"/>
                  </a:cubicBezTo>
                  <a:cubicBezTo>
                    <a:pt x="65592" y="931"/>
                    <a:pt x="72734" y="544"/>
                    <a:pt x="77831" y="544"/>
                  </a:cubicBezTo>
                  <a:cubicBezTo>
                    <a:pt x="78416" y="544"/>
                    <a:pt x="78975" y="549"/>
                    <a:pt x="79498" y="560"/>
                  </a:cubicBezTo>
                  <a:cubicBezTo>
                    <a:pt x="86916" y="715"/>
                    <a:pt x="92107" y="1418"/>
                    <a:pt x="94893" y="1787"/>
                  </a:cubicBezTo>
                  <a:cubicBezTo>
                    <a:pt x="96107" y="1953"/>
                    <a:pt x="96917" y="2060"/>
                    <a:pt x="97369" y="2060"/>
                  </a:cubicBezTo>
                  <a:cubicBezTo>
                    <a:pt x="99417" y="2049"/>
                    <a:pt x="100917" y="1191"/>
                    <a:pt x="103346" y="1191"/>
                  </a:cubicBezTo>
                  <a:lnTo>
                    <a:pt x="103346" y="1179"/>
                  </a:lnTo>
                  <a:cubicBezTo>
                    <a:pt x="103989" y="1191"/>
                    <a:pt x="104644" y="1263"/>
                    <a:pt x="105287" y="1346"/>
                  </a:cubicBezTo>
                  <a:cubicBezTo>
                    <a:pt x="105603" y="1383"/>
                    <a:pt x="106109" y="1396"/>
                    <a:pt x="106686" y="1396"/>
                  </a:cubicBezTo>
                  <a:cubicBezTo>
                    <a:pt x="108175" y="1396"/>
                    <a:pt x="110136" y="1307"/>
                    <a:pt x="110514" y="1298"/>
                  </a:cubicBezTo>
                  <a:cubicBezTo>
                    <a:pt x="110919" y="1298"/>
                    <a:pt x="112038" y="1239"/>
                    <a:pt x="113598" y="1156"/>
                  </a:cubicBezTo>
                  <a:cubicBezTo>
                    <a:pt x="117624" y="931"/>
                    <a:pt x="124774" y="544"/>
                    <a:pt x="129865" y="544"/>
                  </a:cubicBezTo>
                  <a:cubicBezTo>
                    <a:pt x="130449" y="544"/>
                    <a:pt x="131006" y="549"/>
                    <a:pt x="131528" y="560"/>
                  </a:cubicBezTo>
                  <a:cubicBezTo>
                    <a:pt x="138946" y="715"/>
                    <a:pt x="144137" y="1418"/>
                    <a:pt x="146923" y="1787"/>
                  </a:cubicBezTo>
                  <a:cubicBezTo>
                    <a:pt x="148149" y="1953"/>
                    <a:pt x="148959" y="2060"/>
                    <a:pt x="149400" y="2060"/>
                  </a:cubicBezTo>
                  <a:cubicBezTo>
                    <a:pt x="151448" y="2037"/>
                    <a:pt x="152948" y="1191"/>
                    <a:pt x="155377" y="1191"/>
                  </a:cubicBezTo>
                  <a:lnTo>
                    <a:pt x="155377" y="1179"/>
                  </a:lnTo>
                  <a:cubicBezTo>
                    <a:pt x="156020" y="1191"/>
                    <a:pt x="156674" y="1263"/>
                    <a:pt x="157305" y="1346"/>
                  </a:cubicBezTo>
                  <a:cubicBezTo>
                    <a:pt x="157621" y="1383"/>
                    <a:pt x="158128" y="1396"/>
                    <a:pt x="158707" y="1396"/>
                  </a:cubicBezTo>
                  <a:cubicBezTo>
                    <a:pt x="160200" y="1396"/>
                    <a:pt x="162167" y="1307"/>
                    <a:pt x="162544" y="1298"/>
                  </a:cubicBezTo>
                  <a:cubicBezTo>
                    <a:pt x="162937" y="1298"/>
                    <a:pt x="164068" y="1239"/>
                    <a:pt x="165616" y="1156"/>
                  </a:cubicBezTo>
                  <a:cubicBezTo>
                    <a:pt x="169653" y="931"/>
                    <a:pt x="176794" y="544"/>
                    <a:pt x="181892" y="544"/>
                  </a:cubicBezTo>
                  <a:cubicBezTo>
                    <a:pt x="182477" y="544"/>
                    <a:pt x="183035" y="549"/>
                    <a:pt x="183559" y="560"/>
                  </a:cubicBezTo>
                  <a:cubicBezTo>
                    <a:pt x="190964" y="715"/>
                    <a:pt x="196167" y="1418"/>
                    <a:pt x="198953" y="1787"/>
                  </a:cubicBezTo>
                  <a:cubicBezTo>
                    <a:pt x="200168" y="1953"/>
                    <a:pt x="200978" y="2060"/>
                    <a:pt x="201430" y="2060"/>
                  </a:cubicBezTo>
                  <a:cubicBezTo>
                    <a:pt x="203478" y="2037"/>
                    <a:pt x="204978" y="1191"/>
                    <a:pt x="207407" y="1191"/>
                  </a:cubicBezTo>
                  <a:lnTo>
                    <a:pt x="207407" y="1179"/>
                  </a:lnTo>
                  <a:cubicBezTo>
                    <a:pt x="208050" y="1191"/>
                    <a:pt x="208705" y="1263"/>
                    <a:pt x="209360" y="1346"/>
                  </a:cubicBezTo>
                  <a:cubicBezTo>
                    <a:pt x="209675" y="1383"/>
                    <a:pt x="210182" y="1396"/>
                    <a:pt x="210759" y="1396"/>
                  </a:cubicBezTo>
                  <a:cubicBezTo>
                    <a:pt x="212248" y="1396"/>
                    <a:pt x="214209" y="1307"/>
                    <a:pt x="214586" y="1298"/>
                  </a:cubicBezTo>
                  <a:cubicBezTo>
                    <a:pt x="214991" y="1298"/>
                    <a:pt x="216110" y="1239"/>
                    <a:pt x="217658" y="1144"/>
                  </a:cubicBezTo>
                  <a:cubicBezTo>
                    <a:pt x="221695" y="930"/>
                    <a:pt x="228835" y="544"/>
                    <a:pt x="233932" y="544"/>
                  </a:cubicBezTo>
                  <a:cubicBezTo>
                    <a:pt x="234518" y="544"/>
                    <a:pt x="235077" y="549"/>
                    <a:pt x="235601" y="560"/>
                  </a:cubicBezTo>
                  <a:cubicBezTo>
                    <a:pt x="243018" y="715"/>
                    <a:pt x="248210" y="1406"/>
                    <a:pt x="250996" y="1787"/>
                  </a:cubicBezTo>
                  <a:cubicBezTo>
                    <a:pt x="252160" y="1945"/>
                    <a:pt x="252938" y="2049"/>
                    <a:pt x="253401" y="2049"/>
                  </a:cubicBezTo>
                  <a:cubicBezTo>
                    <a:pt x="253425" y="2049"/>
                    <a:pt x="253449" y="2049"/>
                    <a:pt x="253472" y="2049"/>
                  </a:cubicBezTo>
                  <a:cubicBezTo>
                    <a:pt x="255520" y="2037"/>
                    <a:pt x="257020" y="1191"/>
                    <a:pt x="259449" y="1191"/>
                  </a:cubicBezTo>
                  <a:lnTo>
                    <a:pt x="259449" y="1179"/>
                  </a:lnTo>
                  <a:cubicBezTo>
                    <a:pt x="260116" y="1179"/>
                    <a:pt x="260795" y="1263"/>
                    <a:pt x="261449" y="1346"/>
                  </a:cubicBezTo>
                  <a:cubicBezTo>
                    <a:pt x="261765" y="1383"/>
                    <a:pt x="262272" y="1396"/>
                    <a:pt x="262851" y="1396"/>
                  </a:cubicBezTo>
                  <a:cubicBezTo>
                    <a:pt x="264344" y="1396"/>
                    <a:pt x="266311" y="1307"/>
                    <a:pt x="266688" y="1298"/>
                  </a:cubicBezTo>
                  <a:cubicBezTo>
                    <a:pt x="267081" y="1298"/>
                    <a:pt x="268212" y="1239"/>
                    <a:pt x="269760" y="1144"/>
                  </a:cubicBezTo>
                  <a:cubicBezTo>
                    <a:pt x="273725" y="929"/>
                    <a:pt x="280690" y="548"/>
                    <a:pt x="285762" y="536"/>
                  </a:cubicBezTo>
                  <a:lnTo>
                    <a:pt x="2857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9"/>
            <p:cNvSpPr/>
            <p:nvPr/>
          </p:nvSpPr>
          <p:spPr>
            <a:xfrm rot="10800000" flipH="1">
              <a:off x="-14087" y="5018450"/>
              <a:ext cx="9164003" cy="57200"/>
            </a:xfrm>
            <a:custGeom>
              <a:avLst/>
              <a:gdLst/>
              <a:ahLst/>
              <a:cxnLst/>
              <a:rect l="l" t="t" r="r" b="b"/>
              <a:pathLst>
                <a:path w="285750" h="2288" extrusionOk="0">
                  <a:moveTo>
                    <a:pt x="33430" y="0"/>
                  </a:moveTo>
                  <a:cubicBezTo>
                    <a:pt x="28693" y="0"/>
                    <a:pt x="23955" y="509"/>
                    <a:pt x="21360" y="791"/>
                  </a:cubicBezTo>
                  <a:cubicBezTo>
                    <a:pt x="20729" y="862"/>
                    <a:pt x="20229" y="910"/>
                    <a:pt x="19907" y="934"/>
                  </a:cubicBezTo>
                  <a:cubicBezTo>
                    <a:pt x="19405" y="977"/>
                    <a:pt x="18917" y="996"/>
                    <a:pt x="18440" y="996"/>
                  </a:cubicBezTo>
                  <a:cubicBezTo>
                    <a:pt x="16963" y="996"/>
                    <a:pt x="15582" y="816"/>
                    <a:pt x="14133" y="636"/>
                  </a:cubicBezTo>
                  <a:cubicBezTo>
                    <a:pt x="12720" y="463"/>
                    <a:pt x="11254" y="273"/>
                    <a:pt x="9685" y="273"/>
                  </a:cubicBezTo>
                  <a:cubicBezTo>
                    <a:pt x="9417" y="273"/>
                    <a:pt x="9145" y="278"/>
                    <a:pt x="8870" y="291"/>
                  </a:cubicBezTo>
                  <a:cubicBezTo>
                    <a:pt x="8001" y="326"/>
                    <a:pt x="6929" y="553"/>
                    <a:pt x="5679" y="826"/>
                  </a:cubicBezTo>
                  <a:cubicBezTo>
                    <a:pt x="4084" y="1172"/>
                    <a:pt x="2155" y="1576"/>
                    <a:pt x="0" y="1707"/>
                  </a:cubicBezTo>
                  <a:lnTo>
                    <a:pt x="0" y="2243"/>
                  </a:lnTo>
                  <a:cubicBezTo>
                    <a:pt x="2203" y="2124"/>
                    <a:pt x="4167" y="1696"/>
                    <a:pt x="5798" y="1350"/>
                  </a:cubicBezTo>
                  <a:cubicBezTo>
                    <a:pt x="7013" y="1088"/>
                    <a:pt x="8061" y="862"/>
                    <a:pt x="8894" y="826"/>
                  </a:cubicBezTo>
                  <a:cubicBezTo>
                    <a:pt x="9140" y="817"/>
                    <a:pt x="9384" y="812"/>
                    <a:pt x="9626" y="812"/>
                  </a:cubicBezTo>
                  <a:cubicBezTo>
                    <a:pt x="11184" y="812"/>
                    <a:pt x="12651" y="996"/>
                    <a:pt x="14073" y="1172"/>
                  </a:cubicBezTo>
                  <a:cubicBezTo>
                    <a:pt x="15468" y="1352"/>
                    <a:pt x="16904" y="1532"/>
                    <a:pt x="18432" y="1532"/>
                  </a:cubicBezTo>
                  <a:cubicBezTo>
                    <a:pt x="18926" y="1532"/>
                    <a:pt x="19429" y="1513"/>
                    <a:pt x="19943" y="1469"/>
                  </a:cubicBezTo>
                  <a:cubicBezTo>
                    <a:pt x="20276" y="1446"/>
                    <a:pt x="20776" y="1398"/>
                    <a:pt x="21419" y="1326"/>
                  </a:cubicBezTo>
                  <a:cubicBezTo>
                    <a:pt x="24010" y="1045"/>
                    <a:pt x="28732" y="541"/>
                    <a:pt x="33443" y="541"/>
                  </a:cubicBezTo>
                  <a:cubicBezTo>
                    <a:pt x="34903" y="541"/>
                    <a:pt x="36361" y="589"/>
                    <a:pt x="37755" y="707"/>
                  </a:cubicBezTo>
                  <a:cubicBezTo>
                    <a:pt x="41458" y="1029"/>
                    <a:pt x="44875" y="1505"/>
                    <a:pt x="47363" y="1850"/>
                  </a:cubicBezTo>
                  <a:cubicBezTo>
                    <a:pt x="49030" y="2088"/>
                    <a:pt x="50232" y="2255"/>
                    <a:pt x="50875" y="2279"/>
                  </a:cubicBezTo>
                  <a:lnTo>
                    <a:pt x="50923" y="2279"/>
                  </a:lnTo>
                  <a:cubicBezTo>
                    <a:pt x="50977" y="2285"/>
                    <a:pt x="51027" y="2288"/>
                    <a:pt x="51073" y="2288"/>
                  </a:cubicBezTo>
                  <a:cubicBezTo>
                    <a:pt x="51119" y="2288"/>
                    <a:pt x="51161" y="2285"/>
                    <a:pt x="51197" y="2279"/>
                  </a:cubicBezTo>
                  <a:cubicBezTo>
                    <a:pt x="53804" y="2243"/>
                    <a:pt x="56102" y="1743"/>
                    <a:pt x="57972" y="1350"/>
                  </a:cubicBezTo>
                  <a:cubicBezTo>
                    <a:pt x="59186" y="1088"/>
                    <a:pt x="60234" y="862"/>
                    <a:pt x="61067" y="826"/>
                  </a:cubicBezTo>
                  <a:cubicBezTo>
                    <a:pt x="61314" y="817"/>
                    <a:pt x="61558" y="812"/>
                    <a:pt x="61800" y="812"/>
                  </a:cubicBezTo>
                  <a:cubicBezTo>
                    <a:pt x="63357" y="812"/>
                    <a:pt x="64824" y="996"/>
                    <a:pt x="66246" y="1172"/>
                  </a:cubicBezTo>
                  <a:cubicBezTo>
                    <a:pt x="67641" y="1352"/>
                    <a:pt x="69077" y="1532"/>
                    <a:pt x="70605" y="1532"/>
                  </a:cubicBezTo>
                  <a:cubicBezTo>
                    <a:pt x="71099" y="1532"/>
                    <a:pt x="71602" y="1513"/>
                    <a:pt x="72116" y="1469"/>
                  </a:cubicBezTo>
                  <a:cubicBezTo>
                    <a:pt x="72450" y="1446"/>
                    <a:pt x="72950" y="1398"/>
                    <a:pt x="73593" y="1326"/>
                  </a:cubicBezTo>
                  <a:cubicBezTo>
                    <a:pt x="76183" y="1045"/>
                    <a:pt x="80905" y="541"/>
                    <a:pt x="85617" y="541"/>
                  </a:cubicBezTo>
                  <a:cubicBezTo>
                    <a:pt x="87076" y="541"/>
                    <a:pt x="88534" y="589"/>
                    <a:pt x="89928" y="707"/>
                  </a:cubicBezTo>
                  <a:cubicBezTo>
                    <a:pt x="93631" y="1029"/>
                    <a:pt x="97048" y="1505"/>
                    <a:pt x="99536" y="1850"/>
                  </a:cubicBezTo>
                  <a:cubicBezTo>
                    <a:pt x="101096" y="2065"/>
                    <a:pt x="102239" y="2231"/>
                    <a:pt x="102906" y="2279"/>
                  </a:cubicBezTo>
                  <a:lnTo>
                    <a:pt x="103061" y="2279"/>
                  </a:lnTo>
                  <a:cubicBezTo>
                    <a:pt x="103120" y="2285"/>
                    <a:pt x="103177" y="2288"/>
                    <a:pt x="103229" y="2288"/>
                  </a:cubicBezTo>
                  <a:cubicBezTo>
                    <a:pt x="103281" y="2288"/>
                    <a:pt x="103328" y="2285"/>
                    <a:pt x="103370" y="2279"/>
                  </a:cubicBezTo>
                  <a:cubicBezTo>
                    <a:pt x="105918" y="2231"/>
                    <a:pt x="108168" y="1743"/>
                    <a:pt x="110002" y="1350"/>
                  </a:cubicBezTo>
                  <a:cubicBezTo>
                    <a:pt x="111216" y="1088"/>
                    <a:pt x="112264" y="850"/>
                    <a:pt x="113097" y="826"/>
                  </a:cubicBezTo>
                  <a:cubicBezTo>
                    <a:pt x="113375" y="814"/>
                    <a:pt x="113650" y="808"/>
                    <a:pt x="113922" y="808"/>
                  </a:cubicBezTo>
                  <a:cubicBezTo>
                    <a:pt x="115445" y="808"/>
                    <a:pt x="116883" y="990"/>
                    <a:pt x="118277" y="1172"/>
                  </a:cubicBezTo>
                  <a:cubicBezTo>
                    <a:pt x="119672" y="1352"/>
                    <a:pt x="121108" y="1532"/>
                    <a:pt x="122636" y="1532"/>
                  </a:cubicBezTo>
                  <a:cubicBezTo>
                    <a:pt x="123129" y="1532"/>
                    <a:pt x="123632" y="1513"/>
                    <a:pt x="124146" y="1469"/>
                  </a:cubicBezTo>
                  <a:cubicBezTo>
                    <a:pt x="124480" y="1446"/>
                    <a:pt x="124980" y="1386"/>
                    <a:pt x="125623" y="1326"/>
                  </a:cubicBezTo>
                  <a:cubicBezTo>
                    <a:pt x="128209" y="1045"/>
                    <a:pt x="132917" y="536"/>
                    <a:pt x="137619" y="536"/>
                  </a:cubicBezTo>
                  <a:cubicBezTo>
                    <a:pt x="139088" y="536"/>
                    <a:pt x="140556" y="585"/>
                    <a:pt x="141958" y="707"/>
                  </a:cubicBezTo>
                  <a:cubicBezTo>
                    <a:pt x="145661" y="1029"/>
                    <a:pt x="149078" y="1505"/>
                    <a:pt x="151567" y="1850"/>
                  </a:cubicBezTo>
                  <a:cubicBezTo>
                    <a:pt x="153114" y="2065"/>
                    <a:pt x="154257" y="2219"/>
                    <a:pt x="154924" y="2267"/>
                  </a:cubicBezTo>
                  <a:lnTo>
                    <a:pt x="154924" y="2279"/>
                  </a:lnTo>
                  <a:lnTo>
                    <a:pt x="155091" y="2279"/>
                  </a:lnTo>
                  <a:cubicBezTo>
                    <a:pt x="155156" y="2285"/>
                    <a:pt x="155216" y="2288"/>
                    <a:pt x="155268" y="2288"/>
                  </a:cubicBezTo>
                  <a:cubicBezTo>
                    <a:pt x="155320" y="2288"/>
                    <a:pt x="155365" y="2285"/>
                    <a:pt x="155400" y="2279"/>
                  </a:cubicBezTo>
                  <a:cubicBezTo>
                    <a:pt x="157948" y="2219"/>
                    <a:pt x="160199" y="1743"/>
                    <a:pt x="162020" y="1338"/>
                  </a:cubicBezTo>
                  <a:cubicBezTo>
                    <a:pt x="163247" y="1076"/>
                    <a:pt x="164294" y="850"/>
                    <a:pt x="165116" y="826"/>
                  </a:cubicBezTo>
                  <a:cubicBezTo>
                    <a:pt x="165394" y="814"/>
                    <a:pt x="165668" y="808"/>
                    <a:pt x="165940" y="808"/>
                  </a:cubicBezTo>
                  <a:cubicBezTo>
                    <a:pt x="167464" y="808"/>
                    <a:pt x="168901" y="990"/>
                    <a:pt x="170295" y="1172"/>
                  </a:cubicBezTo>
                  <a:cubicBezTo>
                    <a:pt x="171710" y="1344"/>
                    <a:pt x="173159" y="1530"/>
                    <a:pt x="174701" y="1530"/>
                  </a:cubicBezTo>
                  <a:cubicBezTo>
                    <a:pt x="175183" y="1530"/>
                    <a:pt x="175675" y="1512"/>
                    <a:pt x="176177" y="1469"/>
                  </a:cubicBezTo>
                  <a:cubicBezTo>
                    <a:pt x="176498" y="1446"/>
                    <a:pt x="177010" y="1386"/>
                    <a:pt x="177641" y="1326"/>
                  </a:cubicBezTo>
                  <a:cubicBezTo>
                    <a:pt x="180227" y="1045"/>
                    <a:pt x="184942" y="536"/>
                    <a:pt x="189648" y="536"/>
                  </a:cubicBezTo>
                  <a:cubicBezTo>
                    <a:pt x="191117" y="536"/>
                    <a:pt x="192586" y="585"/>
                    <a:pt x="193989" y="707"/>
                  </a:cubicBezTo>
                  <a:cubicBezTo>
                    <a:pt x="197691" y="1029"/>
                    <a:pt x="201097" y="1505"/>
                    <a:pt x="203585" y="1850"/>
                  </a:cubicBezTo>
                  <a:cubicBezTo>
                    <a:pt x="205157" y="2065"/>
                    <a:pt x="206312" y="2231"/>
                    <a:pt x="206978" y="2267"/>
                  </a:cubicBezTo>
                  <a:lnTo>
                    <a:pt x="206978" y="2279"/>
                  </a:lnTo>
                  <a:lnTo>
                    <a:pt x="207121" y="2279"/>
                  </a:lnTo>
                  <a:cubicBezTo>
                    <a:pt x="207181" y="2285"/>
                    <a:pt x="207237" y="2288"/>
                    <a:pt x="207289" y="2288"/>
                  </a:cubicBezTo>
                  <a:cubicBezTo>
                    <a:pt x="207341" y="2288"/>
                    <a:pt x="207389" y="2285"/>
                    <a:pt x="207431" y="2279"/>
                  </a:cubicBezTo>
                  <a:cubicBezTo>
                    <a:pt x="209979" y="2219"/>
                    <a:pt x="212241" y="1743"/>
                    <a:pt x="214074" y="1338"/>
                  </a:cubicBezTo>
                  <a:cubicBezTo>
                    <a:pt x="215289" y="1076"/>
                    <a:pt x="216337" y="850"/>
                    <a:pt x="217158" y="814"/>
                  </a:cubicBezTo>
                  <a:cubicBezTo>
                    <a:pt x="217405" y="805"/>
                    <a:pt x="217650" y="800"/>
                    <a:pt x="217892" y="800"/>
                  </a:cubicBezTo>
                  <a:cubicBezTo>
                    <a:pt x="219456" y="800"/>
                    <a:pt x="220914" y="986"/>
                    <a:pt x="222337" y="1172"/>
                  </a:cubicBezTo>
                  <a:cubicBezTo>
                    <a:pt x="223752" y="1344"/>
                    <a:pt x="225201" y="1530"/>
                    <a:pt x="226743" y="1530"/>
                  </a:cubicBezTo>
                  <a:cubicBezTo>
                    <a:pt x="227225" y="1530"/>
                    <a:pt x="227717" y="1512"/>
                    <a:pt x="228219" y="1469"/>
                  </a:cubicBezTo>
                  <a:cubicBezTo>
                    <a:pt x="228540" y="1446"/>
                    <a:pt x="229052" y="1386"/>
                    <a:pt x="229683" y="1315"/>
                  </a:cubicBezTo>
                  <a:cubicBezTo>
                    <a:pt x="232268" y="1043"/>
                    <a:pt x="236980" y="536"/>
                    <a:pt x="241683" y="536"/>
                  </a:cubicBezTo>
                  <a:cubicBezTo>
                    <a:pt x="243155" y="536"/>
                    <a:pt x="244626" y="585"/>
                    <a:pt x="246031" y="707"/>
                  </a:cubicBezTo>
                  <a:cubicBezTo>
                    <a:pt x="249734" y="1017"/>
                    <a:pt x="253139" y="1493"/>
                    <a:pt x="255627" y="1850"/>
                  </a:cubicBezTo>
                  <a:cubicBezTo>
                    <a:pt x="257246" y="2065"/>
                    <a:pt x="258413" y="2231"/>
                    <a:pt x="259068" y="2267"/>
                  </a:cubicBezTo>
                  <a:lnTo>
                    <a:pt x="259068" y="2279"/>
                  </a:lnTo>
                  <a:lnTo>
                    <a:pt x="259473" y="2279"/>
                  </a:lnTo>
                  <a:cubicBezTo>
                    <a:pt x="262045" y="2231"/>
                    <a:pt x="264319" y="1743"/>
                    <a:pt x="266164" y="1338"/>
                  </a:cubicBezTo>
                  <a:cubicBezTo>
                    <a:pt x="267379" y="1076"/>
                    <a:pt x="268426" y="850"/>
                    <a:pt x="269260" y="814"/>
                  </a:cubicBezTo>
                  <a:cubicBezTo>
                    <a:pt x="269506" y="805"/>
                    <a:pt x="269749" y="800"/>
                    <a:pt x="269990" y="800"/>
                  </a:cubicBezTo>
                  <a:cubicBezTo>
                    <a:pt x="271549" y="800"/>
                    <a:pt x="273016" y="986"/>
                    <a:pt x="274439" y="1172"/>
                  </a:cubicBezTo>
                  <a:cubicBezTo>
                    <a:pt x="275854" y="1344"/>
                    <a:pt x="277303" y="1530"/>
                    <a:pt x="278845" y="1530"/>
                  </a:cubicBezTo>
                  <a:cubicBezTo>
                    <a:pt x="279327" y="1530"/>
                    <a:pt x="279819" y="1512"/>
                    <a:pt x="280321" y="1469"/>
                  </a:cubicBezTo>
                  <a:cubicBezTo>
                    <a:pt x="280642" y="1446"/>
                    <a:pt x="281142" y="1386"/>
                    <a:pt x="281785" y="1315"/>
                  </a:cubicBezTo>
                  <a:cubicBezTo>
                    <a:pt x="282821" y="1207"/>
                    <a:pt x="284178" y="1065"/>
                    <a:pt x="285750" y="922"/>
                  </a:cubicBezTo>
                  <a:lnTo>
                    <a:pt x="285750" y="386"/>
                  </a:lnTo>
                  <a:cubicBezTo>
                    <a:pt x="284155" y="529"/>
                    <a:pt x="282773" y="672"/>
                    <a:pt x="281726" y="779"/>
                  </a:cubicBezTo>
                  <a:cubicBezTo>
                    <a:pt x="281095" y="850"/>
                    <a:pt x="280595" y="910"/>
                    <a:pt x="280273" y="934"/>
                  </a:cubicBezTo>
                  <a:lnTo>
                    <a:pt x="280285" y="934"/>
                  </a:lnTo>
                  <a:cubicBezTo>
                    <a:pt x="279773" y="978"/>
                    <a:pt x="279276" y="998"/>
                    <a:pt x="278789" y="998"/>
                  </a:cubicBezTo>
                  <a:cubicBezTo>
                    <a:pt x="277326" y="998"/>
                    <a:pt x="275951" y="823"/>
                    <a:pt x="274522" y="636"/>
                  </a:cubicBezTo>
                  <a:cubicBezTo>
                    <a:pt x="273099" y="463"/>
                    <a:pt x="271632" y="273"/>
                    <a:pt x="270063" y="273"/>
                  </a:cubicBezTo>
                  <a:cubicBezTo>
                    <a:pt x="269794" y="273"/>
                    <a:pt x="269523" y="278"/>
                    <a:pt x="269248" y="291"/>
                  </a:cubicBezTo>
                  <a:cubicBezTo>
                    <a:pt x="268379" y="326"/>
                    <a:pt x="267307" y="553"/>
                    <a:pt x="266069" y="826"/>
                  </a:cubicBezTo>
                  <a:cubicBezTo>
                    <a:pt x="264176" y="1231"/>
                    <a:pt x="261830" y="1731"/>
                    <a:pt x="259187" y="1743"/>
                  </a:cubicBezTo>
                  <a:cubicBezTo>
                    <a:pt x="258580" y="1719"/>
                    <a:pt x="257342" y="1541"/>
                    <a:pt x="255722" y="1315"/>
                  </a:cubicBezTo>
                  <a:cubicBezTo>
                    <a:pt x="253222" y="969"/>
                    <a:pt x="249805" y="493"/>
                    <a:pt x="246090" y="172"/>
                  </a:cubicBezTo>
                  <a:cubicBezTo>
                    <a:pt x="244674" y="50"/>
                    <a:pt x="243193" y="0"/>
                    <a:pt x="241712" y="0"/>
                  </a:cubicBezTo>
                  <a:cubicBezTo>
                    <a:pt x="236973" y="0"/>
                    <a:pt x="232240" y="509"/>
                    <a:pt x="229636" y="791"/>
                  </a:cubicBezTo>
                  <a:cubicBezTo>
                    <a:pt x="229005" y="862"/>
                    <a:pt x="228505" y="910"/>
                    <a:pt x="228183" y="934"/>
                  </a:cubicBezTo>
                  <a:cubicBezTo>
                    <a:pt x="227683" y="977"/>
                    <a:pt x="227198" y="996"/>
                    <a:pt x="226722" y="996"/>
                  </a:cubicBezTo>
                  <a:cubicBezTo>
                    <a:pt x="225246" y="996"/>
                    <a:pt x="223861" y="816"/>
                    <a:pt x="222421" y="636"/>
                  </a:cubicBezTo>
                  <a:cubicBezTo>
                    <a:pt x="220997" y="463"/>
                    <a:pt x="219531" y="273"/>
                    <a:pt x="217961" y="273"/>
                  </a:cubicBezTo>
                  <a:cubicBezTo>
                    <a:pt x="217693" y="273"/>
                    <a:pt x="217421" y="278"/>
                    <a:pt x="217146" y="291"/>
                  </a:cubicBezTo>
                  <a:cubicBezTo>
                    <a:pt x="216277" y="326"/>
                    <a:pt x="215205" y="553"/>
                    <a:pt x="213967" y="826"/>
                  </a:cubicBezTo>
                  <a:cubicBezTo>
                    <a:pt x="212086" y="1231"/>
                    <a:pt x="209752" y="1731"/>
                    <a:pt x="207121" y="1743"/>
                  </a:cubicBezTo>
                  <a:cubicBezTo>
                    <a:pt x="206514" y="1719"/>
                    <a:pt x="205288" y="1541"/>
                    <a:pt x="203668" y="1315"/>
                  </a:cubicBezTo>
                  <a:cubicBezTo>
                    <a:pt x="201180" y="969"/>
                    <a:pt x="197763" y="493"/>
                    <a:pt x="194036" y="172"/>
                  </a:cubicBezTo>
                  <a:cubicBezTo>
                    <a:pt x="192622" y="50"/>
                    <a:pt x="191143" y="0"/>
                    <a:pt x="189663" y="0"/>
                  </a:cubicBezTo>
                  <a:cubicBezTo>
                    <a:pt x="184926" y="0"/>
                    <a:pt x="180188" y="509"/>
                    <a:pt x="177594" y="791"/>
                  </a:cubicBezTo>
                  <a:cubicBezTo>
                    <a:pt x="176963" y="862"/>
                    <a:pt x="176463" y="910"/>
                    <a:pt x="176141" y="934"/>
                  </a:cubicBezTo>
                  <a:cubicBezTo>
                    <a:pt x="175641" y="977"/>
                    <a:pt x="175156" y="996"/>
                    <a:pt x="174679" y="996"/>
                  </a:cubicBezTo>
                  <a:cubicBezTo>
                    <a:pt x="173204" y="996"/>
                    <a:pt x="171818" y="816"/>
                    <a:pt x="170378" y="636"/>
                  </a:cubicBezTo>
                  <a:cubicBezTo>
                    <a:pt x="168955" y="463"/>
                    <a:pt x="167488" y="273"/>
                    <a:pt x="165919" y="273"/>
                  </a:cubicBezTo>
                  <a:cubicBezTo>
                    <a:pt x="165650" y="273"/>
                    <a:pt x="165379" y="278"/>
                    <a:pt x="165104" y="291"/>
                  </a:cubicBezTo>
                  <a:cubicBezTo>
                    <a:pt x="164235" y="326"/>
                    <a:pt x="163163" y="553"/>
                    <a:pt x="161925" y="826"/>
                  </a:cubicBezTo>
                  <a:cubicBezTo>
                    <a:pt x="160044" y="1231"/>
                    <a:pt x="157722" y="1731"/>
                    <a:pt x="155103" y="1743"/>
                  </a:cubicBezTo>
                  <a:cubicBezTo>
                    <a:pt x="154484" y="1719"/>
                    <a:pt x="153257" y="1541"/>
                    <a:pt x="151650" y="1315"/>
                  </a:cubicBezTo>
                  <a:cubicBezTo>
                    <a:pt x="149150" y="969"/>
                    <a:pt x="145733" y="493"/>
                    <a:pt x="142018" y="172"/>
                  </a:cubicBezTo>
                  <a:cubicBezTo>
                    <a:pt x="140601" y="50"/>
                    <a:pt x="139120" y="0"/>
                    <a:pt x="137640" y="0"/>
                  </a:cubicBezTo>
                  <a:cubicBezTo>
                    <a:pt x="132901" y="0"/>
                    <a:pt x="128170" y="509"/>
                    <a:pt x="125575" y="791"/>
                  </a:cubicBezTo>
                  <a:cubicBezTo>
                    <a:pt x="124932" y="862"/>
                    <a:pt x="124432" y="910"/>
                    <a:pt x="124111" y="934"/>
                  </a:cubicBezTo>
                  <a:cubicBezTo>
                    <a:pt x="123611" y="977"/>
                    <a:pt x="123125" y="996"/>
                    <a:pt x="122649" y="996"/>
                  </a:cubicBezTo>
                  <a:cubicBezTo>
                    <a:pt x="121174" y="996"/>
                    <a:pt x="119788" y="816"/>
                    <a:pt x="118348" y="636"/>
                  </a:cubicBezTo>
                  <a:cubicBezTo>
                    <a:pt x="116925" y="463"/>
                    <a:pt x="115458" y="273"/>
                    <a:pt x="113896" y="273"/>
                  </a:cubicBezTo>
                  <a:cubicBezTo>
                    <a:pt x="113629" y="273"/>
                    <a:pt x="113359" y="278"/>
                    <a:pt x="113086" y="291"/>
                  </a:cubicBezTo>
                  <a:cubicBezTo>
                    <a:pt x="112205" y="326"/>
                    <a:pt x="111133" y="553"/>
                    <a:pt x="109895" y="826"/>
                  </a:cubicBezTo>
                  <a:cubicBezTo>
                    <a:pt x="108014" y="1231"/>
                    <a:pt x="105680" y="1731"/>
                    <a:pt x="103061" y="1743"/>
                  </a:cubicBezTo>
                  <a:cubicBezTo>
                    <a:pt x="102453" y="1719"/>
                    <a:pt x="101227" y="1541"/>
                    <a:pt x="99608" y="1315"/>
                  </a:cubicBezTo>
                  <a:cubicBezTo>
                    <a:pt x="97119" y="969"/>
                    <a:pt x="93702" y="493"/>
                    <a:pt x="89976" y="172"/>
                  </a:cubicBezTo>
                  <a:cubicBezTo>
                    <a:pt x="88562" y="50"/>
                    <a:pt x="87082" y="0"/>
                    <a:pt x="85603" y="0"/>
                  </a:cubicBezTo>
                  <a:cubicBezTo>
                    <a:pt x="80866" y="0"/>
                    <a:pt x="76128" y="509"/>
                    <a:pt x="73533" y="791"/>
                  </a:cubicBezTo>
                  <a:cubicBezTo>
                    <a:pt x="72902" y="862"/>
                    <a:pt x="72402" y="910"/>
                    <a:pt x="72080" y="934"/>
                  </a:cubicBezTo>
                  <a:cubicBezTo>
                    <a:pt x="71581" y="977"/>
                    <a:pt x="71095" y="996"/>
                    <a:pt x="70619" y="996"/>
                  </a:cubicBezTo>
                  <a:cubicBezTo>
                    <a:pt x="69143" y="996"/>
                    <a:pt x="67758" y="816"/>
                    <a:pt x="66318" y="636"/>
                  </a:cubicBezTo>
                  <a:cubicBezTo>
                    <a:pt x="64894" y="463"/>
                    <a:pt x="63428" y="273"/>
                    <a:pt x="61858" y="273"/>
                  </a:cubicBezTo>
                  <a:cubicBezTo>
                    <a:pt x="61590" y="273"/>
                    <a:pt x="61318" y="278"/>
                    <a:pt x="61043" y="291"/>
                  </a:cubicBezTo>
                  <a:cubicBezTo>
                    <a:pt x="60174" y="326"/>
                    <a:pt x="59103" y="553"/>
                    <a:pt x="57864" y="826"/>
                  </a:cubicBezTo>
                  <a:cubicBezTo>
                    <a:pt x="55947" y="1231"/>
                    <a:pt x="53578" y="1743"/>
                    <a:pt x="50911" y="1743"/>
                  </a:cubicBezTo>
                  <a:cubicBezTo>
                    <a:pt x="50316" y="1719"/>
                    <a:pt x="49066" y="1541"/>
                    <a:pt x="47435" y="1315"/>
                  </a:cubicBezTo>
                  <a:cubicBezTo>
                    <a:pt x="44946" y="969"/>
                    <a:pt x="41529" y="493"/>
                    <a:pt x="37802" y="172"/>
                  </a:cubicBezTo>
                  <a:cubicBezTo>
                    <a:pt x="36388" y="50"/>
                    <a:pt x="34909" y="0"/>
                    <a:pt x="33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9"/>
            <p:cNvSpPr/>
            <p:nvPr/>
          </p:nvSpPr>
          <p:spPr>
            <a:xfrm rot="10800000" flipH="1">
              <a:off x="-14087" y="4940600"/>
              <a:ext cx="9164387" cy="60325"/>
            </a:xfrm>
            <a:custGeom>
              <a:avLst/>
              <a:gdLst/>
              <a:ahLst/>
              <a:cxnLst/>
              <a:rect l="l" t="t" r="r" b="b"/>
              <a:pathLst>
                <a:path w="285762" h="2413" extrusionOk="0">
                  <a:moveTo>
                    <a:pt x="46663" y="1"/>
                  </a:moveTo>
                  <a:cubicBezTo>
                    <a:pt x="43721" y="1"/>
                    <a:pt x="40356" y="198"/>
                    <a:pt x="35101" y="198"/>
                  </a:cubicBezTo>
                  <a:cubicBezTo>
                    <a:pt x="34729" y="198"/>
                    <a:pt x="34348" y="197"/>
                    <a:pt x="33957" y="195"/>
                  </a:cubicBezTo>
                  <a:cubicBezTo>
                    <a:pt x="32886" y="188"/>
                    <a:pt x="31813" y="185"/>
                    <a:pt x="30744" y="185"/>
                  </a:cubicBezTo>
                  <a:cubicBezTo>
                    <a:pt x="20651" y="185"/>
                    <a:pt x="10820" y="464"/>
                    <a:pt x="4834" y="528"/>
                  </a:cubicBezTo>
                  <a:cubicBezTo>
                    <a:pt x="4788" y="529"/>
                    <a:pt x="4740" y="529"/>
                    <a:pt x="4692" y="529"/>
                  </a:cubicBezTo>
                  <a:cubicBezTo>
                    <a:pt x="3334" y="529"/>
                    <a:pt x="1322" y="370"/>
                    <a:pt x="0" y="278"/>
                  </a:cubicBezTo>
                  <a:lnTo>
                    <a:pt x="0" y="1647"/>
                  </a:lnTo>
                  <a:cubicBezTo>
                    <a:pt x="1288" y="1921"/>
                    <a:pt x="2924" y="2412"/>
                    <a:pt x="3835" y="2412"/>
                  </a:cubicBezTo>
                  <a:cubicBezTo>
                    <a:pt x="3876" y="2412"/>
                    <a:pt x="3915" y="2411"/>
                    <a:pt x="3953" y="2409"/>
                  </a:cubicBezTo>
                  <a:cubicBezTo>
                    <a:pt x="4682" y="2344"/>
                    <a:pt x="14922" y="2130"/>
                    <a:pt x="26406" y="2130"/>
                  </a:cubicBezTo>
                  <a:cubicBezTo>
                    <a:pt x="27486" y="2130"/>
                    <a:pt x="28576" y="2131"/>
                    <a:pt x="29670" y="2136"/>
                  </a:cubicBezTo>
                  <a:cubicBezTo>
                    <a:pt x="29952" y="2137"/>
                    <a:pt x="30232" y="2137"/>
                    <a:pt x="30508" y="2137"/>
                  </a:cubicBezTo>
                  <a:cubicBezTo>
                    <a:pt x="39612" y="2137"/>
                    <a:pt x="45792" y="1468"/>
                    <a:pt x="49925" y="1468"/>
                  </a:cubicBezTo>
                  <a:cubicBezTo>
                    <a:pt x="50364" y="1468"/>
                    <a:pt x="50779" y="1476"/>
                    <a:pt x="51173" y="1493"/>
                  </a:cubicBezTo>
                  <a:cubicBezTo>
                    <a:pt x="52482" y="1597"/>
                    <a:pt x="54873" y="2411"/>
                    <a:pt x="56033" y="2411"/>
                  </a:cubicBezTo>
                  <a:cubicBezTo>
                    <a:pt x="56065" y="2411"/>
                    <a:pt x="56096" y="2411"/>
                    <a:pt x="56126" y="2409"/>
                  </a:cubicBezTo>
                  <a:cubicBezTo>
                    <a:pt x="56840" y="2335"/>
                    <a:pt x="66681" y="2126"/>
                    <a:pt x="77878" y="2126"/>
                  </a:cubicBezTo>
                  <a:cubicBezTo>
                    <a:pt x="79185" y="2126"/>
                    <a:pt x="80511" y="2129"/>
                    <a:pt x="81844" y="2136"/>
                  </a:cubicBezTo>
                  <a:cubicBezTo>
                    <a:pt x="82128" y="2137"/>
                    <a:pt x="82410" y="2137"/>
                    <a:pt x="82689" y="2137"/>
                  </a:cubicBezTo>
                  <a:cubicBezTo>
                    <a:pt x="91793" y="2137"/>
                    <a:pt x="97974" y="1471"/>
                    <a:pt x="102103" y="1471"/>
                  </a:cubicBezTo>
                  <a:cubicBezTo>
                    <a:pt x="102518" y="1471"/>
                    <a:pt x="102912" y="1478"/>
                    <a:pt x="103287" y="1493"/>
                  </a:cubicBezTo>
                  <a:cubicBezTo>
                    <a:pt x="104606" y="1631"/>
                    <a:pt x="106926" y="2411"/>
                    <a:pt x="108061" y="2411"/>
                  </a:cubicBezTo>
                  <a:cubicBezTo>
                    <a:pt x="108094" y="2411"/>
                    <a:pt x="108126" y="2411"/>
                    <a:pt x="108156" y="2409"/>
                  </a:cubicBezTo>
                  <a:cubicBezTo>
                    <a:pt x="108871" y="2335"/>
                    <a:pt x="118721" y="2126"/>
                    <a:pt x="129920" y="2126"/>
                  </a:cubicBezTo>
                  <a:cubicBezTo>
                    <a:pt x="131228" y="2126"/>
                    <a:pt x="132554" y="2129"/>
                    <a:pt x="133886" y="2136"/>
                  </a:cubicBezTo>
                  <a:cubicBezTo>
                    <a:pt x="134170" y="2137"/>
                    <a:pt x="134451" y="2137"/>
                    <a:pt x="134729" y="2137"/>
                  </a:cubicBezTo>
                  <a:cubicBezTo>
                    <a:pt x="143813" y="2137"/>
                    <a:pt x="149992" y="1471"/>
                    <a:pt x="154122" y="1471"/>
                  </a:cubicBezTo>
                  <a:cubicBezTo>
                    <a:pt x="154537" y="1471"/>
                    <a:pt x="154931" y="1478"/>
                    <a:pt x="155305" y="1493"/>
                  </a:cubicBezTo>
                  <a:cubicBezTo>
                    <a:pt x="156624" y="1631"/>
                    <a:pt x="158944" y="2411"/>
                    <a:pt x="160090" y="2411"/>
                  </a:cubicBezTo>
                  <a:cubicBezTo>
                    <a:pt x="160123" y="2411"/>
                    <a:pt x="160156" y="2411"/>
                    <a:pt x="160187" y="2409"/>
                  </a:cubicBezTo>
                  <a:cubicBezTo>
                    <a:pt x="160901" y="2335"/>
                    <a:pt x="170742" y="2126"/>
                    <a:pt x="181939" y="2126"/>
                  </a:cubicBezTo>
                  <a:cubicBezTo>
                    <a:pt x="183246" y="2126"/>
                    <a:pt x="184572" y="2129"/>
                    <a:pt x="185904" y="2136"/>
                  </a:cubicBezTo>
                  <a:cubicBezTo>
                    <a:pt x="186189" y="2137"/>
                    <a:pt x="186471" y="2137"/>
                    <a:pt x="186751" y="2137"/>
                  </a:cubicBezTo>
                  <a:cubicBezTo>
                    <a:pt x="195864" y="2137"/>
                    <a:pt x="202046" y="1471"/>
                    <a:pt x="206176" y="1471"/>
                  </a:cubicBezTo>
                  <a:cubicBezTo>
                    <a:pt x="206591" y="1471"/>
                    <a:pt x="206985" y="1478"/>
                    <a:pt x="207359" y="1493"/>
                  </a:cubicBezTo>
                  <a:cubicBezTo>
                    <a:pt x="208690" y="1631"/>
                    <a:pt x="210999" y="2411"/>
                    <a:pt x="212134" y="2411"/>
                  </a:cubicBezTo>
                  <a:cubicBezTo>
                    <a:pt x="212166" y="2411"/>
                    <a:pt x="212198" y="2411"/>
                    <a:pt x="212229" y="2409"/>
                  </a:cubicBezTo>
                  <a:cubicBezTo>
                    <a:pt x="212943" y="2335"/>
                    <a:pt x="222794" y="2126"/>
                    <a:pt x="233992" y="2126"/>
                  </a:cubicBezTo>
                  <a:cubicBezTo>
                    <a:pt x="235300" y="2126"/>
                    <a:pt x="236626" y="2129"/>
                    <a:pt x="237958" y="2136"/>
                  </a:cubicBezTo>
                  <a:cubicBezTo>
                    <a:pt x="238240" y="2137"/>
                    <a:pt x="238519" y="2137"/>
                    <a:pt x="238796" y="2137"/>
                  </a:cubicBezTo>
                  <a:cubicBezTo>
                    <a:pt x="247889" y="2137"/>
                    <a:pt x="254077" y="1468"/>
                    <a:pt x="258204" y="1468"/>
                  </a:cubicBezTo>
                  <a:cubicBezTo>
                    <a:pt x="258642" y="1468"/>
                    <a:pt x="259057" y="1476"/>
                    <a:pt x="259449" y="1493"/>
                  </a:cubicBezTo>
                  <a:cubicBezTo>
                    <a:pt x="260769" y="1620"/>
                    <a:pt x="263090" y="2411"/>
                    <a:pt x="264236" y="2411"/>
                  </a:cubicBezTo>
                  <a:cubicBezTo>
                    <a:pt x="264268" y="2411"/>
                    <a:pt x="264300" y="2411"/>
                    <a:pt x="264331" y="2409"/>
                  </a:cubicBezTo>
                  <a:cubicBezTo>
                    <a:pt x="265033" y="2338"/>
                    <a:pt x="274701" y="2136"/>
                    <a:pt x="285762" y="2124"/>
                  </a:cubicBezTo>
                  <a:lnTo>
                    <a:pt x="285762" y="207"/>
                  </a:lnTo>
                  <a:cubicBezTo>
                    <a:pt x="277642" y="278"/>
                    <a:pt x="270129" y="469"/>
                    <a:pt x="265212" y="516"/>
                  </a:cubicBezTo>
                  <a:cubicBezTo>
                    <a:pt x="265140" y="517"/>
                    <a:pt x="265065" y="518"/>
                    <a:pt x="264989" y="518"/>
                  </a:cubicBezTo>
                  <a:cubicBezTo>
                    <a:pt x="263232" y="518"/>
                    <a:pt x="260488" y="264"/>
                    <a:pt x="259449" y="219"/>
                  </a:cubicBezTo>
                  <a:cubicBezTo>
                    <a:pt x="257930" y="55"/>
                    <a:pt x="256506" y="1"/>
                    <a:pt x="254966" y="1"/>
                  </a:cubicBezTo>
                  <a:cubicBezTo>
                    <a:pt x="252020" y="1"/>
                    <a:pt x="248652" y="198"/>
                    <a:pt x="243391" y="198"/>
                  </a:cubicBezTo>
                  <a:cubicBezTo>
                    <a:pt x="243018" y="198"/>
                    <a:pt x="242636" y="197"/>
                    <a:pt x="242245" y="195"/>
                  </a:cubicBezTo>
                  <a:cubicBezTo>
                    <a:pt x="241174" y="188"/>
                    <a:pt x="240101" y="185"/>
                    <a:pt x="239032" y="185"/>
                  </a:cubicBezTo>
                  <a:cubicBezTo>
                    <a:pt x="228936" y="185"/>
                    <a:pt x="219096" y="464"/>
                    <a:pt x="213110" y="528"/>
                  </a:cubicBezTo>
                  <a:cubicBezTo>
                    <a:pt x="213073" y="528"/>
                    <a:pt x="213035" y="529"/>
                    <a:pt x="212997" y="529"/>
                  </a:cubicBezTo>
                  <a:cubicBezTo>
                    <a:pt x="211306" y="529"/>
                    <a:pt x="208572" y="277"/>
                    <a:pt x="207443" y="231"/>
                  </a:cubicBezTo>
                  <a:cubicBezTo>
                    <a:pt x="205895" y="60"/>
                    <a:pt x="204446" y="4"/>
                    <a:pt x="202875" y="4"/>
                  </a:cubicBezTo>
                  <a:cubicBezTo>
                    <a:pt x="199941" y="4"/>
                    <a:pt x="196578" y="198"/>
                    <a:pt x="191342" y="198"/>
                  </a:cubicBezTo>
                  <a:cubicBezTo>
                    <a:pt x="190968" y="198"/>
                    <a:pt x="190584" y="197"/>
                    <a:pt x="190190" y="195"/>
                  </a:cubicBezTo>
                  <a:cubicBezTo>
                    <a:pt x="189119" y="188"/>
                    <a:pt x="188047" y="185"/>
                    <a:pt x="186978" y="185"/>
                  </a:cubicBezTo>
                  <a:cubicBezTo>
                    <a:pt x="176884" y="185"/>
                    <a:pt x="167054" y="464"/>
                    <a:pt x="161068" y="528"/>
                  </a:cubicBezTo>
                  <a:cubicBezTo>
                    <a:pt x="161029" y="528"/>
                    <a:pt x="160990" y="529"/>
                    <a:pt x="160950" y="529"/>
                  </a:cubicBezTo>
                  <a:cubicBezTo>
                    <a:pt x="159273" y="529"/>
                    <a:pt x="156587" y="289"/>
                    <a:pt x="155436" y="231"/>
                  </a:cubicBezTo>
                  <a:cubicBezTo>
                    <a:pt x="153884" y="60"/>
                    <a:pt x="152433" y="4"/>
                    <a:pt x="150860" y="4"/>
                  </a:cubicBezTo>
                  <a:cubicBezTo>
                    <a:pt x="147923" y="4"/>
                    <a:pt x="144560" y="198"/>
                    <a:pt x="139323" y="198"/>
                  </a:cubicBezTo>
                  <a:cubicBezTo>
                    <a:pt x="138949" y="198"/>
                    <a:pt x="138566" y="197"/>
                    <a:pt x="138172" y="195"/>
                  </a:cubicBezTo>
                  <a:cubicBezTo>
                    <a:pt x="137101" y="188"/>
                    <a:pt x="136029" y="185"/>
                    <a:pt x="134959" y="185"/>
                  </a:cubicBezTo>
                  <a:cubicBezTo>
                    <a:pt x="124864" y="185"/>
                    <a:pt x="115024" y="464"/>
                    <a:pt x="109049" y="528"/>
                  </a:cubicBezTo>
                  <a:cubicBezTo>
                    <a:pt x="109010" y="528"/>
                    <a:pt x="108970" y="529"/>
                    <a:pt x="108930" y="529"/>
                  </a:cubicBezTo>
                  <a:cubicBezTo>
                    <a:pt x="107230" y="529"/>
                    <a:pt x="104534" y="289"/>
                    <a:pt x="103394" y="231"/>
                  </a:cubicBezTo>
                  <a:cubicBezTo>
                    <a:pt x="101842" y="60"/>
                    <a:pt x="100392" y="4"/>
                    <a:pt x="98820" y="4"/>
                  </a:cubicBezTo>
                  <a:cubicBezTo>
                    <a:pt x="95886" y="4"/>
                    <a:pt x="92525" y="198"/>
                    <a:pt x="87283" y="198"/>
                  </a:cubicBezTo>
                  <a:cubicBezTo>
                    <a:pt x="86908" y="198"/>
                    <a:pt x="86524" y="197"/>
                    <a:pt x="86130" y="195"/>
                  </a:cubicBezTo>
                  <a:cubicBezTo>
                    <a:pt x="85059" y="188"/>
                    <a:pt x="83987" y="185"/>
                    <a:pt x="82917" y="185"/>
                  </a:cubicBezTo>
                  <a:cubicBezTo>
                    <a:pt x="72824" y="185"/>
                    <a:pt x="62993" y="464"/>
                    <a:pt x="57007" y="528"/>
                  </a:cubicBezTo>
                  <a:cubicBezTo>
                    <a:pt x="56972" y="528"/>
                    <a:pt x="56936" y="529"/>
                    <a:pt x="56900" y="529"/>
                  </a:cubicBezTo>
                  <a:cubicBezTo>
                    <a:pt x="55089" y="529"/>
                    <a:pt x="52095" y="242"/>
                    <a:pt x="51137" y="219"/>
                  </a:cubicBezTo>
                  <a:cubicBezTo>
                    <a:pt x="49622" y="55"/>
                    <a:pt x="48200" y="1"/>
                    <a:pt x="46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9"/>
            <p:cNvSpPr/>
            <p:nvPr/>
          </p:nvSpPr>
          <p:spPr>
            <a:xfrm rot="10800000" flipH="1">
              <a:off x="-14087" y="4879075"/>
              <a:ext cx="9164387" cy="35800"/>
            </a:xfrm>
            <a:custGeom>
              <a:avLst/>
              <a:gdLst/>
              <a:ahLst/>
              <a:cxnLst/>
              <a:rect l="l" t="t" r="r" b="b"/>
              <a:pathLst>
                <a:path w="285762" h="1432" extrusionOk="0">
                  <a:moveTo>
                    <a:pt x="31820" y="1"/>
                  </a:moveTo>
                  <a:cubicBezTo>
                    <a:pt x="30994" y="1"/>
                    <a:pt x="30174" y="13"/>
                    <a:pt x="29361" y="39"/>
                  </a:cubicBezTo>
                  <a:cubicBezTo>
                    <a:pt x="26753" y="134"/>
                    <a:pt x="24110" y="229"/>
                    <a:pt x="21550" y="337"/>
                  </a:cubicBezTo>
                  <a:cubicBezTo>
                    <a:pt x="16538" y="527"/>
                    <a:pt x="11359" y="730"/>
                    <a:pt x="6263" y="825"/>
                  </a:cubicBezTo>
                  <a:cubicBezTo>
                    <a:pt x="4262" y="872"/>
                    <a:pt x="2155" y="896"/>
                    <a:pt x="0" y="896"/>
                  </a:cubicBezTo>
                  <a:lnTo>
                    <a:pt x="0" y="1432"/>
                  </a:lnTo>
                  <a:cubicBezTo>
                    <a:pt x="2155" y="1432"/>
                    <a:pt x="4262" y="1408"/>
                    <a:pt x="6275" y="1372"/>
                  </a:cubicBezTo>
                  <a:cubicBezTo>
                    <a:pt x="11370" y="1265"/>
                    <a:pt x="16562" y="1063"/>
                    <a:pt x="21574" y="872"/>
                  </a:cubicBezTo>
                  <a:cubicBezTo>
                    <a:pt x="24134" y="777"/>
                    <a:pt x="26777" y="670"/>
                    <a:pt x="29373" y="575"/>
                  </a:cubicBezTo>
                  <a:cubicBezTo>
                    <a:pt x="30164" y="549"/>
                    <a:pt x="30961" y="538"/>
                    <a:pt x="31764" y="538"/>
                  </a:cubicBezTo>
                  <a:cubicBezTo>
                    <a:pt x="35444" y="538"/>
                    <a:pt x="39223" y="779"/>
                    <a:pt x="42898" y="1003"/>
                  </a:cubicBezTo>
                  <a:cubicBezTo>
                    <a:pt x="45530" y="1170"/>
                    <a:pt x="48232" y="1349"/>
                    <a:pt x="50840" y="1420"/>
                  </a:cubicBezTo>
                  <a:lnTo>
                    <a:pt x="50840" y="1432"/>
                  </a:lnTo>
                  <a:lnTo>
                    <a:pt x="51125" y="1432"/>
                  </a:lnTo>
                  <a:cubicBezTo>
                    <a:pt x="53650" y="1432"/>
                    <a:pt x="56114" y="1408"/>
                    <a:pt x="58448" y="1361"/>
                  </a:cubicBezTo>
                  <a:cubicBezTo>
                    <a:pt x="63544" y="1253"/>
                    <a:pt x="68735" y="1063"/>
                    <a:pt x="73747" y="860"/>
                  </a:cubicBezTo>
                  <a:cubicBezTo>
                    <a:pt x="76307" y="765"/>
                    <a:pt x="78950" y="670"/>
                    <a:pt x="81546" y="575"/>
                  </a:cubicBezTo>
                  <a:cubicBezTo>
                    <a:pt x="82356" y="549"/>
                    <a:pt x="83174" y="537"/>
                    <a:pt x="83997" y="537"/>
                  </a:cubicBezTo>
                  <a:cubicBezTo>
                    <a:pt x="87658" y="537"/>
                    <a:pt x="91416" y="770"/>
                    <a:pt x="95071" y="1003"/>
                  </a:cubicBezTo>
                  <a:cubicBezTo>
                    <a:pt x="97655" y="1170"/>
                    <a:pt x="100310" y="1337"/>
                    <a:pt x="102882" y="1408"/>
                  </a:cubicBezTo>
                  <a:lnTo>
                    <a:pt x="102882" y="1420"/>
                  </a:lnTo>
                  <a:lnTo>
                    <a:pt x="103299" y="1420"/>
                  </a:lnTo>
                  <a:cubicBezTo>
                    <a:pt x="103724" y="1422"/>
                    <a:pt x="104147" y="1423"/>
                    <a:pt x="104568" y="1423"/>
                  </a:cubicBezTo>
                  <a:cubicBezTo>
                    <a:pt x="106601" y="1423"/>
                    <a:pt x="108584" y="1400"/>
                    <a:pt x="110478" y="1361"/>
                  </a:cubicBezTo>
                  <a:cubicBezTo>
                    <a:pt x="115586" y="1253"/>
                    <a:pt x="120765" y="1051"/>
                    <a:pt x="125778" y="860"/>
                  </a:cubicBezTo>
                  <a:cubicBezTo>
                    <a:pt x="128337" y="765"/>
                    <a:pt x="130981" y="658"/>
                    <a:pt x="133588" y="575"/>
                  </a:cubicBezTo>
                  <a:cubicBezTo>
                    <a:pt x="134423" y="545"/>
                    <a:pt x="135266" y="532"/>
                    <a:pt x="136114" y="532"/>
                  </a:cubicBezTo>
                  <a:cubicBezTo>
                    <a:pt x="139743" y="532"/>
                    <a:pt x="143475" y="772"/>
                    <a:pt x="147114" y="1003"/>
                  </a:cubicBezTo>
                  <a:cubicBezTo>
                    <a:pt x="149685" y="1158"/>
                    <a:pt x="152340" y="1337"/>
                    <a:pt x="154900" y="1408"/>
                  </a:cubicBezTo>
                  <a:lnTo>
                    <a:pt x="154900" y="1420"/>
                  </a:lnTo>
                  <a:lnTo>
                    <a:pt x="155341" y="1420"/>
                  </a:lnTo>
                  <a:cubicBezTo>
                    <a:pt x="157817" y="1420"/>
                    <a:pt x="160222" y="1408"/>
                    <a:pt x="162508" y="1361"/>
                  </a:cubicBezTo>
                  <a:cubicBezTo>
                    <a:pt x="167604" y="1253"/>
                    <a:pt x="172795" y="1051"/>
                    <a:pt x="177808" y="860"/>
                  </a:cubicBezTo>
                  <a:cubicBezTo>
                    <a:pt x="180368" y="765"/>
                    <a:pt x="183011" y="658"/>
                    <a:pt x="185607" y="575"/>
                  </a:cubicBezTo>
                  <a:cubicBezTo>
                    <a:pt x="186443" y="545"/>
                    <a:pt x="187288" y="532"/>
                    <a:pt x="188138" y="532"/>
                  </a:cubicBezTo>
                  <a:cubicBezTo>
                    <a:pt x="191773" y="532"/>
                    <a:pt x="195504" y="772"/>
                    <a:pt x="199132" y="1003"/>
                  </a:cubicBezTo>
                  <a:cubicBezTo>
                    <a:pt x="201716" y="1158"/>
                    <a:pt x="204383" y="1325"/>
                    <a:pt x="206954" y="1408"/>
                  </a:cubicBezTo>
                  <a:lnTo>
                    <a:pt x="206954" y="1420"/>
                  </a:lnTo>
                  <a:lnTo>
                    <a:pt x="207359" y="1420"/>
                  </a:lnTo>
                  <a:cubicBezTo>
                    <a:pt x="209848" y="1420"/>
                    <a:pt x="212265" y="1396"/>
                    <a:pt x="214551" y="1349"/>
                  </a:cubicBezTo>
                  <a:cubicBezTo>
                    <a:pt x="219658" y="1253"/>
                    <a:pt x="224838" y="1051"/>
                    <a:pt x="229850" y="860"/>
                  </a:cubicBezTo>
                  <a:cubicBezTo>
                    <a:pt x="232410" y="753"/>
                    <a:pt x="235053" y="658"/>
                    <a:pt x="237661" y="563"/>
                  </a:cubicBezTo>
                  <a:cubicBezTo>
                    <a:pt x="238449" y="537"/>
                    <a:pt x="239246" y="526"/>
                    <a:pt x="240047" y="526"/>
                  </a:cubicBezTo>
                  <a:cubicBezTo>
                    <a:pt x="243720" y="526"/>
                    <a:pt x="247501" y="767"/>
                    <a:pt x="251186" y="991"/>
                  </a:cubicBezTo>
                  <a:cubicBezTo>
                    <a:pt x="253782" y="1158"/>
                    <a:pt x="256461" y="1325"/>
                    <a:pt x="259056" y="1408"/>
                  </a:cubicBezTo>
                  <a:lnTo>
                    <a:pt x="259056" y="1420"/>
                  </a:lnTo>
                  <a:lnTo>
                    <a:pt x="259401" y="1420"/>
                  </a:lnTo>
                  <a:cubicBezTo>
                    <a:pt x="261914" y="1420"/>
                    <a:pt x="264343" y="1396"/>
                    <a:pt x="266652" y="1349"/>
                  </a:cubicBezTo>
                  <a:cubicBezTo>
                    <a:pt x="271760" y="1253"/>
                    <a:pt x="276939" y="1051"/>
                    <a:pt x="281952" y="860"/>
                  </a:cubicBezTo>
                  <a:cubicBezTo>
                    <a:pt x="283202" y="813"/>
                    <a:pt x="284488" y="753"/>
                    <a:pt x="285762" y="706"/>
                  </a:cubicBezTo>
                  <a:lnTo>
                    <a:pt x="285762" y="170"/>
                  </a:lnTo>
                  <a:cubicBezTo>
                    <a:pt x="284476" y="218"/>
                    <a:pt x="283190" y="265"/>
                    <a:pt x="281928" y="313"/>
                  </a:cubicBezTo>
                  <a:cubicBezTo>
                    <a:pt x="276916" y="515"/>
                    <a:pt x="271736" y="706"/>
                    <a:pt x="266640" y="813"/>
                  </a:cubicBezTo>
                  <a:lnTo>
                    <a:pt x="266640" y="825"/>
                  </a:lnTo>
                  <a:cubicBezTo>
                    <a:pt x="264331" y="872"/>
                    <a:pt x="261890" y="896"/>
                    <a:pt x="259390" y="896"/>
                  </a:cubicBezTo>
                  <a:cubicBezTo>
                    <a:pt x="256711" y="813"/>
                    <a:pt x="253925" y="646"/>
                    <a:pt x="251210" y="468"/>
                  </a:cubicBezTo>
                  <a:cubicBezTo>
                    <a:pt x="247545" y="234"/>
                    <a:pt x="243777" y="1"/>
                    <a:pt x="240100" y="1"/>
                  </a:cubicBezTo>
                  <a:cubicBezTo>
                    <a:pt x="239274" y="1"/>
                    <a:pt x="238452" y="13"/>
                    <a:pt x="237637" y="39"/>
                  </a:cubicBezTo>
                  <a:cubicBezTo>
                    <a:pt x="235029" y="134"/>
                    <a:pt x="232386" y="229"/>
                    <a:pt x="229826" y="337"/>
                  </a:cubicBezTo>
                  <a:cubicBezTo>
                    <a:pt x="224826" y="527"/>
                    <a:pt x="219635" y="730"/>
                    <a:pt x="214539" y="825"/>
                  </a:cubicBezTo>
                  <a:cubicBezTo>
                    <a:pt x="212253" y="872"/>
                    <a:pt x="209836" y="896"/>
                    <a:pt x="207347" y="896"/>
                  </a:cubicBezTo>
                  <a:cubicBezTo>
                    <a:pt x="204668" y="813"/>
                    <a:pt x="201870" y="646"/>
                    <a:pt x="199168" y="468"/>
                  </a:cubicBezTo>
                  <a:cubicBezTo>
                    <a:pt x="195503" y="234"/>
                    <a:pt x="191727" y="1"/>
                    <a:pt x="188053" y="1"/>
                  </a:cubicBezTo>
                  <a:cubicBezTo>
                    <a:pt x="187228" y="1"/>
                    <a:pt x="186407" y="13"/>
                    <a:pt x="185595" y="39"/>
                  </a:cubicBezTo>
                  <a:cubicBezTo>
                    <a:pt x="182987" y="134"/>
                    <a:pt x="180344" y="229"/>
                    <a:pt x="177784" y="337"/>
                  </a:cubicBezTo>
                  <a:cubicBezTo>
                    <a:pt x="172772" y="527"/>
                    <a:pt x="167592" y="730"/>
                    <a:pt x="162497" y="825"/>
                  </a:cubicBezTo>
                  <a:cubicBezTo>
                    <a:pt x="160211" y="872"/>
                    <a:pt x="157805" y="896"/>
                    <a:pt x="155317" y="896"/>
                  </a:cubicBezTo>
                  <a:cubicBezTo>
                    <a:pt x="152638" y="813"/>
                    <a:pt x="149852" y="646"/>
                    <a:pt x="147149" y="468"/>
                  </a:cubicBezTo>
                  <a:cubicBezTo>
                    <a:pt x="143475" y="234"/>
                    <a:pt x="139705" y="1"/>
                    <a:pt x="136027" y="1"/>
                  </a:cubicBezTo>
                  <a:cubicBezTo>
                    <a:pt x="135201" y="1"/>
                    <a:pt x="134379" y="13"/>
                    <a:pt x="133564" y="39"/>
                  </a:cubicBezTo>
                  <a:cubicBezTo>
                    <a:pt x="130969" y="134"/>
                    <a:pt x="128314" y="229"/>
                    <a:pt x="125766" y="337"/>
                  </a:cubicBezTo>
                  <a:cubicBezTo>
                    <a:pt x="120753" y="527"/>
                    <a:pt x="115562" y="730"/>
                    <a:pt x="110466" y="825"/>
                  </a:cubicBezTo>
                  <a:cubicBezTo>
                    <a:pt x="108180" y="872"/>
                    <a:pt x="105763" y="896"/>
                    <a:pt x="103287" y="896"/>
                  </a:cubicBezTo>
                  <a:cubicBezTo>
                    <a:pt x="100608" y="813"/>
                    <a:pt x="97810" y="646"/>
                    <a:pt x="95107" y="468"/>
                  </a:cubicBezTo>
                  <a:cubicBezTo>
                    <a:pt x="91442" y="234"/>
                    <a:pt x="87666" y="1"/>
                    <a:pt x="83993" y="1"/>
                  </a:cubicBezTo>
                  <a:cubicBezTo>
                    <a:pt x="83167" y="1"/>
                    <a:pt x="82347" y="13"/>
                    <a:pt x="81534" y="39"/>
                  </a:cubicBezTo>
                  <a:cubicBezTo>
                    <a:pt x="78927" y="134"/>
                    <a:pt x="76283" y="229"/>
                    <a:pt x="73724" y="337"/>
                  </a:cubicBezTo>
                  <a:cubicBezTo>
                    <a:pt x="68711" y="527"/>
                    <a:pt x="63532" y="730"/>
                    <a:pt x="58436" y="825"/>
                  </a:cubicBezTo>
                  <a:cubicBezTo>
                    <a:pt x="56102" y="872"/>
                    <a:pt x="53638" y="896"/>
                    <a:pt x="51102" y="896"/>
                  </a:cubicBezTo>
                  <a:cubicBezTo>
                    <a:pt x="48423" y="813"/>
                    <a:pt x="45637" y="646"/>
                    <a:pt x="42934" y="468"/>
                  </a:cubicBezTo>
                  <a:cubicBezTo>
                    <a:pt x="39269" y="234"/>
                    <a:pt x="35493" y="1"/>
                    <a:pt x="318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9"/>
            <p:cNvSpPr/>
            <p:nvPr/>
          </p:nvSpPr>
          <p:spPr>
            <a:xfrm rot="10800000" flipH="1">
              <a:off x="-14087" y="4772975"/>
              <a:ext cx="9164772" cy="46400"/>
            </a:xfrm>
            <a:custGeom>
              <a:avLst/>
              <a:gdLst/>
              <a:ahLst/>
              <a:cxnLst/>
              <a:rect l="l" t="t" r="r" b="b"/>
              <a:pathLst>
                <a:path w="285774" h="1856" extrusionOk="0">
                  <a:moveTo>
                    <a:pt x="281433" y="1"/>
                  </a:moveTo>
                  <a:cubicBezTo>
                    <a:pt x="280904" y="1"/>
                    <a:pt x="280374" y="10"/>
                    <a:pt x="279845" y="29"/>
                  </a:cubicBezTo>
                  <a:lnTo>
                    <a:pt x="279833" y="41"/>
                  </a:lnTo>
                  <a:cubicBezTo>
                    <a:pt x="276773" y="148"/>
                    <a:pt x="273665" y="362"/>
                    <a:pt x="270665" y="577"/>
                  </a:cubicBezTo>
                  <a:cubicBezTo>
                    <a:pt x="269307" y="672"/>
                    <a:pt x="267903" y="767"/>
                    <a:pt x="266521" y="862"/>
                  </a:cubicBezTo>
                  <a:cubicBezTo>
                    <a:pt x="264128" y="1005"/>
                    <a:pt x="261759" y="1136"/>
                    <a:pt x="259449" y="1231"/>
                  </a:cubicBezTo>
                  <a:cubicBezTo>
                    <a:pt x="258765" y="1261"/>
                    <a:pt x="258077" y="1273"/>
                    <a:pt x="257394" y="1273"/>
                  </a:cubicBezTo>
                  <a:cubicBezTo>
                    <a:pt x="256711" y="1273"/>
                    <a:pt x="256032" y="1261"/>
                    <a:pt x="255365" y="1243"/>
                  </a:cubicBezTo>
                  <a:cubicBezTo>
                    <a:pt x="254618" y="1225"/>
                    <a:pt x="253895" y="1209"/>
                    <a:pt x="253187" y="1209"/>
                  </a:cubicBezTo>
                  <a:cubicBezTo>
                    <a:pt x="252552" y="1209"/>
                    <a:pt x="251931" y="1221"/>
                    <a:pt x="251317" y="1255"/>
                  </a:cubicBezTo>
                  <a:cubicBezTo>
                    <a:pt x="250514" y="1300"/>
                    <a:pt x="249709" y="1319"/>
                    <a:pt x="248905" y="1319"/>
                  </a:cubicBezTo>
                  <a:cubicBezTo>
                    <a:pt x="245630" y="1319"/>
                    <a:pt x="242379" y="994"/>
                    <a:pt x="239435" y="708"/>
                  </a:cubicBezTo>
                  <a:lnTo>
                    <a:pt x="238542" y="624"/>
                  </a:lnTo>
                  <a:cubicBezTo>
                    <a:pt x="235540" y="321"/>
                    <a:pt x="232453" y="9"/>
                    <a:pt x="229375" y="9"/>
                  </a:cubicBezTo>
                  <a:cubicBezTo>
                    <a:pt x="228826" y="9"/>
                    <a:pt x="228278" y="19"/>
                    <a:pt x="227731" y="41"/>
                  </a:cubicBezTo>
                  <a:cubicBezTo>
                    <a:pt x="224671" y="148"/>
                    <a:pt x="221563" y="362"/>
                    <a:pt x="218563" y="577"/>
                  </a:cubicBezTo>
                  <a:cubicBezTo>
                    <a:pt x="217206" y="672"/>
                    <a:pt x="215801" y="767"/>
                    <a:pt x="214420" y="862"/>
                  </a:cubicBezTo>
                  <a:cubicBezTo>
                    <a:pt x="211979" y="1017"/>
                    <a:pt x="209538" y="1136"/>
                    <a:pt x="207181" y="1243"/>
                  </a:cubicBezTo>
                  <a:cubicBezTo>
                    <a:pt x="206577" y="1266"/>
                    <a:pt x="205974" y="1275"/>
                    <a:pt x="205375" y="1275"/>
                  </a:cubicBezTo>
                  <a:cubicBezTo>
                    <a:pt x="204684" y="1275"/>
                    <a:pt x="203998" y="1262"/>
                    <a:pt x="203323" y="1243"/>
                  </a:cubicBezTo>
                  <a:cubicBezTo>
                    <a:pt x="202576" y="1225"/>
                    <a:pt x="201852" y="1209"/>
                    <a:pt x="201143" y="1209"/>
                  </a:cubicBezTo>
                  <a:cubicBezTo>
                    <a:pt x="200507" y="1209"/>
                    <a:pt x="199882" y="1221"/>
                    <a:pt x="199263" y="1255"/>
                  </a:cubicBezTo>
                  <a:cubicBezTo>
                    <a:pt x="198463" y="1300"/>
                    <a:pt x="197658" y="1319"/>
                    <a:pt x="196855" y="1319"/>
                  </a:cubicBezTo>
                  <a:cubicBezTo>
                    <a:pt x="193584" y="1319"/>
                    <a:pt x="190327" y="994"/>
                    <a:pt x="187392" y="708"/>
                  </a:cubicBezTo>
                  <a:lnTo>
                    <a:pt x="186488" y="624"/>
                  </a:lnTo>
                  <a:cubicBezTo>
                    <a:pt x="183486" y="321"/>
                    <a:pt x="180399" y="9"/>
                    <a:pt x="177328" y="9"/>
                  </a:cubicBezTo>
                  <a:cubicBezTo>
                    <a:pt x="176781" y="9"/>
                    <a:pt x="176234" y="19"/>
                    <a:pt x="175689" y="41"/>
                  </a:cubicBezTo>
                  <a:cubicBezTo>
                    <a:pt x="172629" y="148"/>
                    <a:pt x="169521" y="362"/>
                    <a:pt x="166521" y="577"/>
                  </a:cubicBezTo>
                  <a:cubicBezTo>
                    <a:pt x="165164" y="672"/>
                    <a:pt x="163759" y="767"/>
                    <a:pt x="162377" y="862"/>
                  </a:cubicBezTo>
                  <a:cubicBezTo>
                    <a:pt x="159913" y="1017"/>
                    <a:pt x="157448" y="1148"/>
                    <a:pt x="155079" y="1243"/>
                  </a:cubicBezTo>
                  <a:cubicBezTo>
                    <a:pt x="154487" y="1266"/>
                    <a:pt x="153895" y="1275"/>
                    <a:pt x="153307" y="1275"/>
                  </a:cubicBezTo>
                  <a:cubicBezTo>
                    <a:pt x="152631" y="1275"/>
                    <a:pt x="151961" y="1262"/>
                    <a:pt x="151305" y="1243"/>
                  </a:cubicBezTo>
                  <a:cubicBezTo>
                    <a:pt x="150558" y="1225"/>
                    <a:pt x="149831" y="1209"/>
                    <a:pt x="149120" y="1209"/>
                  </a:cubicBezTo>
                  <a:cubicBezTo>
                    <a:pt x="148482" y="1209"/>
                    <a:pt x="147858" y="1221"/>
                    <a:pt x="147245" y="1255"/>
                  </a:cubicBezTo>
                  <a:cubicBezTo>
                    <a:pt x="146444" y="1300"/>
                    <a:pt x="145640" y="1319"/>
                    <a:pt x="144837" y="1319"/>
                  </a:cubicBezTo>
                  <a:cubicBezTo>
                    <a:pt x="141565" y="1319"/>
                    <a:pt x="138309" y="994"/>
                    <a:pt x="135374" y="708"/>
                  </a:cubicBezTo>
                  <a:lnTo>
                    <a:pt x="134469" y="624"/>
                  </a:lnTo>
                  <a:cubicBezTo>
                    <a:pt x="131468" y="321"/>
                    <a:pt x="128381" y="9"/>
                    <a:pt x="125310" y="9"/>
                  </a:cubicBezTo>
                  <a:cubicBezTo>
                    <a:pt x="124763" y="9"/>
                    <a:pt x="124216" y="19"/>
                    <a:pt x="123670" y="41"/>
                  </a:cubicBezTo>
                  <a:cubicBezTo>
                    <a:pt x="120610" y="148"/>
                    <a:pt x="117503" y="362"/>
                    <a:pt x="114491" y="577"/>
                  </a:cubicBezTo>
                  <a:cubicBezTo>
                    <a:pt x="113133" y="672"/>
                    <a:pt x="111740" y="767"/>
                    <a:pt x="110359" y="862"/>
                  </a:cubicBezTo>
                  <a:cubicBezTo>
                    <a:pt x="107894" y="1017"/>
                    <a:pt x="105454" y="1148"/>
                    <a:pt x="103084" y="1243"/>
                  </a:cubicBezTo>
                  <a:cubicBezTo>
                    <a:pt x="102487" y="1266"/>
                    <a:pt x="101889" y="1275"/>
                    <a:pt x="101295" y="1275"/>
                  </a:cubicBezTo>
                  <a:cubicBezTo>
                    <a:pt x="100611" y="1275"/>
                    <a:pt x="99931" y="1262"/>
                    <a:pt x="99262" y="1243"/>
                  </a:cubicBezTo>
                  <a:cubicBezTo>
                    <a:pt x="98515" y="1225"/>
                    <a:pt x="97792" y="1209"/>
                    <a:pt x="97084" y="1209"/>
                  </a:cubicBezTo>
                  <a:cubicBezTo>
                    <a:pt x="96449" y="1209"/>
                    <a:pt x="95828" y="1221"/>
                    <a:pt x="95214" y="1255"/>
                  </a:cubicBezTo>
                  <a:cubicBezTo>
                    <a:pt x="94411" y="1300"/>
                    <a:pt x="93606" y="1319"/>
                    <a:pt x="92802" y="1319"/>
                  </a:cubicBezTo>
                  <a:cubicBezTo>
                    <a:pt x="89527" y="1319"/>
                    <a:pt x="86276" y="994"/>
                    <a:pt x="83332" y="708"/>
                  </a:cubicBezTo>
                  <a:lnTo>
                    <a:pt x="82439" y="624"/>
                  </a:lnTo>
                  <a:cubicBezTo>
                    <a:pt x="79438" y="321"/>
                    <a:pt x="76350" y="9"/>
                    <a:pt x="73272" y="9"/>
                  </a:cubicBezTo>
                  <a:cubicBezTo>
                    <a:pt x="72724" y="9"/>
                    <a:pt x="72175" y="19"/>
                    <a:pt x="71628" y="41"/>
                  </a:cubicBezTo>
                  <a:cubicBezTo>
                    <a:pt x="68568" y="148"/>
                    <a:pt x="65461" y="362"/>
                    <a:pt x="62460" y="577"/>
                  </a:cubicBezTo>
                  <a:cubicBezTo>
                    <a:pt x="61103" y="672"/>
                    <a:pt x="59698" y="767"/>
                    <a:pt x="58317" y="862"/>
                  </a:cubicBezTo>
                  <a:cubicBezTo>
                    <a:pt x="55936" y="1005"/>
                    <a:pt x="53554" y="1136"/>
                    <a:pt x="51256" y="1231"/>
                  </a:cubicBezTo>
                  <a:cubicBezTo>
                    <a:pt x="50598" y="1265"/>
                    <a:pt x="49937" y="1278"/>
                    <a:pt x="49278" y="1278"/>
                  </a:cubicBezTo>
                  <a:cubicBezTo>
                    <a:pt x="48543" y="1278"/>
                    <a:pt x="47811" y="1262"/>
                    <a:pt x="47089" y="1243"/>
                  </a:cubicBezTo>
                  <a:cubicBezTo>
                    <a:pt x="46342" y="1225"/>
                    <a:pt x="45618" y="1209"/>
                    <a:pt x="44909" y="1209"/>
                  </a:cubicBezTo>
                  <a:cubicBezTo>
                    <a:pt x="44273" y="1209"/>
                    <a:pt x="43648" y="1221"/>
                    <a:pt x="43029" y="1255"/>
                  </a:cubicBezTo>
                  <a:cubicBezTo>
                    <a:pt x="42229" y="1300"/>
                    <a:pt x="41425" y="1319"/>
                    <a:pt x="40622" y="1319"/>
                  </a:cubicBezTo>
                  <a:cubicBezTo>
                    <a:pt x="37354" y="1319"/>
                    <a:pt x="34103" y="994"/>
                    <a:pt x="31159" y="708"/>
                  </a:cubicBezTo>
                  <a:lnTo>
                    <a:pt x="30254" y="624"/>
                  </a:lnTo>
                  <a:cubicBezTo>
                    <a:pt x="27252" y="321"/>
                    <a:pt x="24165" y="9"/>
                    <a:pt x="21094" y="9"/>
                  </a:cubicBezTo>
                  <a:cubicBezTo>
                    <a:pt x="20547" y="9"/>
                    <a:pt x="20000" y="19"/>
                    <a:pt x="19455" y="41"/>
                  </a:cubicBezTo>
                  <a:cubicBezTo>
                    <a:pt x="16395" y="148"/>
                    <a:pt x="13287" y="362"/>
                    <a:pt x="10287" y="577"/>
                  </a:cubicBezTo>
                  <a:cubicBezTo>
                    <a:pt x="8930" y="672"/>
                    <a:pt x="7525" y="767"/>
                    <a:pt x="6144" y="862"/>
                  </a:cubicBezTo>
                  <a:cubicBezTo>
                    <a:pt x="4072" y="993"/>
                    <a:pt x="2012" y="1100"/>
                    <a:pt x="0" y="1196"/>
                  </a:cubicBezTo>
                  <a:lnTo>
                    <a:pt x="0" y="1732"/>
                  </a:lnTo>
                  <a:cubicBezTo>
                    <a:pt x="2024" y="1636"/>
                    <a:pt x="4096" y="1529"/>
                    <a:pt x="6179" y="1398"/>
                  </a:cubicBezTo>
                  <a:cubicBezTo>
                    <a:pt x="7560" y="1303"/>
                    <a:pt x="8965" y="1208"/>
                    <a:pt x="10323" y="1112"/>
                  </a:cubicBezTo>
                  <a:cubicBezTo>
                    <a:pt x="13323" y="898"/>
                    <a:pt x="16431" y="684"/>
                    <a:pt x="19479" y="565"/>
                  </a:cubicBezTo>
                  <a:cubicBezTo>
                    <a:pt x="19984" y="546"/>
                    <a:pt x="20490" y="538"/>
                    <a:pt x="20998" y="538"/>
                  </a:cubicBezTo>
                  <a:cubicBezTo>
                    <a:pt x="24078" y="538"/>
                    <a:pt x="27191" y="852"/>
                    <a:pt x="30206" y="1148"/>
                  </a:cubicBezTo>
                  <a:lnTo>
                    <a:pt x="31111" y="1243"/>
                  </a:lnTo>
                  <a:cubicBezTo>
                    <a:pt x="34065" y="1530"/>
                    <a:pt x="37333" y="1855"/>
                    <a:pt x="40633" y="1855"/>
                  </a:cubicBezTo>
                  <a:cubicBezTo>
                    <a:pt x="41443" y="1855"/>
                    <a:pt x="42255" y="1836"/>
                    <a:pt x="43065" y="1791"/>
                  </a:cubicBezTo>
                  <a:cubicBezTo>
                    <a:pt x="43673" y="1757"/>
                    <a:pt x="44289" y="1745"/>
                    <a:pt x="44918" y="1745"/>
                  </a:cubicBezTo>
                  <a:cubicBezTo>
                    <a:pt x="45619" y="1745"/>
                    <a:pt x="46337" y="1760"/>
                    <a:pt x="47077" y="1779"/>
                  </a:cubicBezTo>
                  <a:cubicBezTo>
                    <a:pt x="47746" y="1798"/>
                    <a:pt x="48426" y="1811"/>
                    <a:pt x="49110" y="1811"/>
                  </a:cubicBezTo>
                  <a:cubicBezTo>
                    <a:pt x="49704" y="1811"/>
                    <a:pt x="50302" y="1801"/>
                    <a:pt x="50899" y="1779"/>
                  </a:cubicBezTo>
                  <a:lnTo>
                    <a:pt x="50899" y="1791"/>
                  </a:lnTo>
                  <a:cubicBezTo>
                    <a:pt x="53328" y="1684"/>
                    <a:pt x="55840" y="1553"/>
                    <a:pt x="58353" y="1386"/>
                  </a:cubicBezTo>
                  <a:cubicBezTo>
                    <a:pt x="59734" y="1303"/>
                    <a:pt x="61139" y="1208"/>
                    <a:pt x="62496" y="1112"/>
                  </a:cubicBezTo>
                  <a:cubicBezTo>
                    <a:pt x="65496" y="898"/>
                    <a:pt x="68604" y="684"/>
                    <a:pt x="71652" y="565"/>
                  </a:cubicBezTo>
                  <a:cubicBezTo>
                    <a:pt x="72157" y="546"/>
                    <a:pt x="72664" y="538"/>
                    <a:pt x="73171" y="538"/>
                  </a:cubicBezTo>
                  <a:cubicBezTo>
                    <a:pt x="76252" y="538"/>
                    <a:pt x="79364" y="852"/>
                    <a:pt x="82379" y="1148"/>
                  </a:cubicBezTo>
                  <a:lnTo>
                    <a:pt x="83284" y="1243"/>
                  </a:lnTo>
                  <a:cubicBezTo>
                    <a:pt x="86238" y="1530"/>
                    <a:pt x="89506" y="1855"/>
                    <a:pt x="92806" y="1855"/>
                  </a:cubicBezTo>
                  <a:cubicBezTo>
                    <a:pt x="93616" y="1855"/>
                    <a:pt x="94428" y="1836"/>
                    <a:pt x="95238" y="1791"/>
                  </a:cubicBezTo>
                  <a:cubicBezTo>
                    <a:pt x="95846" y="1757"/>
                    <a:pt x="96462" y="1745"/>
                    <a:pt x="97091" y="1745"/>
                  </a:cubicBezTo>
                  <a:cubicBezTo>
                    <a:pt x="97792" y="1745"/>
                    <a:pt x="98510" y="1760"/>
                    <a:pt x="99251" y="1779"/>
                  </a:cubicBezTo>
                  <a:cubicBezTo>
                    <a:pt x="99894" y="1798"/>
                    <a:pt x="100551" y="1811"/>
                    <a:pt x="101213" y="1811"/>
                  </a:cubicBezTo>
                  <a:cubicBezTo>
                    <a:pt x="101788" y="1811"/>
                    <a:pt x="102366" y="1801"/>
                    <a:pt x="102941" y="1779"/>
                  </a:cubicBezTo>
                  <a:lnTo>
                    <a:pt x="103120" y="1779"/>
                  </a:lnTo>
                  <a:cubicBezTo>
                    <a:pt x="103239" y="1767"/>
                    <a:pt x="103346" y="1767"/>
                    <a:pt x="103453" y="1767"/>
                  </a:cubicBezTo>
                  <a:cubicBezTo>
                    <a:pt x="105716" y="1660"/>
                    <a:pt x="108049" y="1541"/>
                    <a:pt x="110395" y="1386"/>
                  </a:cubicBezTo>
                  <a:cubicBezTo>
                    <a:pt x="111776" y="1303"/>
                    <a:pt x="113181" y="1208"/>
                    <a:pt x="114538" y="1112"/>
                  </a:cubicBezTo>
                  <a:cubicBezTo>
                    <a:pt x="117539" y="898"/>
                    <a:pt x="120646" y="684"/>
                    <a:pt x="123694" y="565"/>
                  </a:cubicBezTo>
                  <a:cubicBezTo>
                    <a:pt x="124199" y="546"/>
                    <a:pt x="124706" y="538"/>
                    <a:pt x="125213" y="538"/>
                  </a:cubicBezTo>
                  <a:cubicBezTo>
                    <a:pt x="128291" y="538"/>
                    <a:pt x="131396" y="852"/>
                    <a:pt x="134422" y="1148"/>
                  </a:cubicBezTo>
                  <a:lnTo>
                    <a:pt x="135315" y="1243"/>
                  </a:lnTo>
                  <a:cubicBezTo>
                    <a:pt x="138268" y="1530"/>
                    <a:pt x="141544" y="1855"/>
                    <a:pt x="144847" y="1855"/>
                  </a:cubicBezTo>
                  <a:cubicBezTo>
                    <a:pt x="145658" y="1855"/>
                    <a:pt x="146470" y="1836"/>
                    <a:pt x="147280" y="1791"/>
                  </a:cubicBezTo>
                  <a:cubicBezTo>
                    <a:pt x="147883" y="1757"/>
                    <a:pt x="148498" y="1745"/>
                    <a:pt x="149128" y="1745"/>
                  </a:cubicBezTo>
                  <a:cubicBezTo>
                    <a:pt x="149831" y="1745"/>
                    <a:pt x="150552" y="1760"/>
                    <a:pt x="151293" y="1779"/>
                  </a:cubicBezTo>
                  <a:cubicBezTo>
                    <a:pt x="151936" y="1798"/>
                    <a:pt x="152590" y="1811"/>
                    <a:pt x="153247" y="1811"/>
                  </a:cubicBezTo>
                  <a:cubicBezTo>
                    <a:pt x="153817" y="1811"/>
                    <a:pt x="154390" y="1801"/>
                    <a:pt x="154960" y="1779"/>
                  </a:cubicBezTo>
                  <a:lnTo>
                    <a:pt x="155115" y="1779"/>
                  </a:lnTo>
                  <a:cubicBezTo>
                    <a:pt x="155246" y="1779"/>
                    <a:pt x="155365" y="1767"/>
                    <a:pt x="155496" y="1767"/>
                  </a:cubicBezTo>
                  <a:cubicBezTo>
                    <a:pt x="157758" y="1660"/>
                    <a:pt x="160080" y="1541"/>
                    <a:pt x="162413" y="1386"/>
                  </a:cubicBezTo>
                  <a:cubicBezTo>
                    <a:pt x="163794" y="1303"/>
                    <a:pt x="165199" y="1208"/>
                    <a:pt x="166557" y="1112"/>
                  </a:cubicBezTo>
                  <a:cubicBezTo>
                    <a:pt x="169569" y="898"/>
                    <a:pt x="172664" y="684"/>
                    <a:pt x="175712" y="565"/>
                  </a:cubicBezTo>
                  <a:cubicBezTo>
                    <a:pt x="176218" y="546"/>
                    <a:pt x="176724" y="538"/>
                    <a:pt x="177232" y="538"/>
                  </a:cubicBezTo>
                  <a:cubicBezTo>
                    <a:pt x="180312" y="538"/>
                    <a:pt x="183424" y="852"/>
                    <a:pt x="186440" y="1148"/>
                  </a:cubicBezTo>
                  <a:lnTo>
                    <a:pt x="187345" y="1243"/>
                  </a:lnTo>
                  <a:cubicBezTo>
                    <a:pt x="190299" y="1530"/>
                    <a:pt x="193567" y="1855"/>
                    <a:pt x="196866" y="1855"/>
                  </a:cubicBezTo>
                  <a:cubicBezTo>
                    <a:pt x="197677" y="1855"/>
                    <a:pt x="198489" y="1836"/>
                    <a:pt x="199299" y="1791"/>
                  </a:cubicBezTo>
                  <a:cubicBezTo>
                    <a:pt x="199907" y="1757"/>
                    <a:pt x="200523" y="1745"/>
                    <a:pt x="201152" y="1745"/>
                  </a:cubicBezTo>
                  <a:cubicBezTo>
                    <a:pt x="201853" y="1745"/>
                    <a:pt x="202570" y="1760"/>
                    <a:pt x="203311" y="1779"/>
                  </a:cubicBezTo>
                  <a:cubicBezTo>
                    <a:pt x="203961" y="1798"/>
                    <a:pt x="204618" y="1811"/>
                    <a:pt x="205280" y="1811"/>
                  </a:cubicBezTo>
                  <a:cubicBezTo>
                    <a:pt x="205854" y="1811"/>
                    <a:pt x="206433" y="1801"/>
                    <a:pt x="207014" y="1779"/>
                  </a:cubicBezTo>
                  <a:lnTo>
                    <a:pt x="207014" y="1791"/>
                  </a:lnTo>
                  <a:cubicBezTo>
                    <a:pt x="207085" y="1779"/>
                    <a:pt x="207157" y="1779"/>
                    <a:pt x="207228" y="1779"/>
                  </a:cubicBezTo>
                  <a:cubicBezTo>
                    <a:pt x="207324" y="1767"/>
                    <a:pt x="207419" y="1767"/>
                    <a:pt x="207514" y="1767"/>
                  </a:cubicBezTo>
                  <a:cubicBezTo>
                    <a:pt x="209788" y="1660"/>
                    <a:pt x="212122" y="1541"/>
                    <a:pt x="214467" y="1386"/>
                  </a:cubicBezTo>
                  <a:cubicBezTo>
                    <a:pt x="215848" y="1303"/>
                    <a:pt x="217253" y="1208"/>
                    <a:pt x="218611" y="1112"/>
                  </a:cubicBezTo>
                  <a:cubicBezTo>
                    <a:pt x="221611" y="898"/>
                    <a:pt x="224719" y="684"/>
                    <a:pt x="227767" y="565"/>
                  </a:cubicBezTo>
                  <a:cubicBezTo>
                    <a:pt x="228272" y="546"/>
                    <a:pt x="228778" y="538"/>
                    <a:pt x="229285" y="538"/>
                  </a:cubicBezTo>
                  <a:cubicBezTo>
                    <a:pt x="232363" y="538"/>
                    <a:pt x="235468" y="852"/>
                    <a:pt x="238494" y="1148"/>
                  </a:cubicBezTo>
                  <a:lnTo>
                    <a:pt x="239387" y="1243"/>
                  </a:lnTo>
                  <a:cubicBezTo>
                    <a:pt x="242341" y="1530"/>
                    <a:pt x="245617" y="1855"/>
                    <a:pt x="248919" y="1855"/>
                  </a:cubicBezTo>
                  <a:cubicBezTo>
                    <a:pt x="249730" y="1855"/>
                    <a:pt x="250543" y="1836"/>
                    <a:pt x="251353" y="1791"/>
                  </a:cubicBezTo>
                  <a:cubicBezTo>
                    <a:pt x="251955" y="1757"/>
                    <a:pt x="252571" y="1745"/>
                    <a:pt x="253201" y="1745"/>
                  </a:cubicBezTo>
                  <a:cubicBezTo>
                    <a:pt x="253904" y="1745"/>
                    <a:pt x="254625" y="1760"/>
                    <a:pt x="255365" y="1779"/>
                  </a:cubicBezTo>
                  <a:cubicBezTo>
                    <a:pt x="256015" y="1798"/>
                    <a:pt x="256682" y="1811"/>
                    <a:pt x="257355" y="1811"/>
                  </a:cubicBezTo>
                  <a:cubicBezTo>
                    <a:pt x="257940" y="1811"/>
                    <a:pt x="258529" y="1801"/>
                    <a:pt x="259116" y="1779"/>
                  </a:cubicBezTo>
                  <a:lnTo>
                    <a:pt x="259116" y="1791"/>
                  </a:lnTo>
                  <a:cubicBezTo>
                    <a:pt x="259235" y="1779"/>
                    <a:pt x="259366" y="1779"/>
                    <a:pt x="259497" y="1767"/>
                  </a:cubicBezTo>
                  <a:lnTo>
                    <a:pt x="259568" y="1767"/>
                  </a:lnTo>
                  <a:cubicBezTo>
                    <a:pt x="261842" y="1660"/>
                    <a:pt x="264200" y="1541"/>
                    <a:pt x="266569" y="1386"/>
                  </a:cubicBezTo>
                  <a:cubicBezTo>
                    <a:pt x="267950" y="1303"/>
                    <a:pt x="269355" y="1208"/>
                    <a:pt x="270712" y="1112"/>
                  </a:cubicBezTo>
                  <a:cubicBezTo>
                    <a:pt x="273713" y="898"/>
                    <a:pt x="276808" y="684"/>
                    <a:pt x="279868" y="565"/>
                  </a:cubicBezTo>
                  <a:cubicBezTo>
                    <a:pt x="280356" y="547"/>
                    <a:pt x="280847" y="539"/>
                    <a:pt x="281339" y="539"/>
                  </a:cubicBezTo>
                  <a:cubicBezTo>
                    <a:pt x="282814" y="539"/>
                    <a:pt x="284300" y="612"/>
                    <a:pt x="285774" y="719"/>
                  </a:cubicBezTo>
                  <a:lnTo>
                    <a:pt x="285774" y="172"/>
                  </a:lnTo>
                  <a:cubicBezTo>
                    <a:pt x="284327" y="67"/>
                    <a:pt x="282880" y="1"/>
                    <a:pt x="2814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9"/>
            <p:cNvSpPr/>
            <p:nvPr/>
          </p:nvSpPr>
          <p:spPr>
            <a:xfrm rot="10800000" flipH="1">
              <a:off x="-14087" y="4621600"/>
              <a:ext cx="9164387" cy="148400"/>
            </a:xfrm>
            <a:custGeom>
              <a:avLst/>
              <a:gdLst/>
              <a:ahLst/>
              <a:cxnLst/>
              <a:rect l="l" t="t" r="r" b="b"/>
              <a:pathLst>
                <a:path w="285762" h="5936" extrusionOk="0">
                  <a:moveTo>
                    <a:pt x="281184" y="1"/>
                  </a:moveTo>
                  <a:cubicBezTo>
                    <a:pt x="280262" y="1"/>
                    <a:pt x="279340" y="24"/>
                    <a:pt x="278416" y="78"/>
                  </a:cubicBezTo>
                  <a:lnTo>
                    <a:pt x="278428" y="78"/>
                  </a:lnTo>
                  <a:cubicBezTo>
                    <a:pt x="273951" y="316"/>
                    <a:pt x="269474" y="649"/>
                    <a:pt x="265009" y="923"/>
                  </a:cubicBezTo>
                  <a:cubicBezTo>
                    <a:pt x="263092" y="1042"/>
                    <a:pt x="261187" y="1138"/>
                    <a:pt x="259271" y="1209"/>
                  </a:cubicBezTo>
                  <a:cubicBezTo>
                    <a:pt x="258143" y="1186"/>
                    <a:pt x="257102" y="1177"/>
                    <a:pt x="256113" y="1177"/>
                  </a:cubicBezTo>
                  <a:cubicBezTo>
                    <a:pt x="254002" y="1177"/>
                    <a:pt x="252129" y="1220"/>
                    <a:pt x="250150" y="1269"/>
                  </a:cubicBezTo>
                  <a:cubicBezTo>
                    <a:pt x="249765" y="1278"/>
                    <a:pt x="249380" y="1282"/>
                    <a:pt x="248995" y="1282"/>
                  </a:cubicBezTo>
                  <a:cubicBezTo>
                    <a:pt x="245354" y="1282"/>
                    <a:pt x="241706" y="896"/>
                    <a:pt x="238077" y="530"/>
                  </a:cubicBezTo>
                  <a:cubicBezTo>
                    <a:pt x="235089" y="240"/>
                    <a:pt x="232107" y="4"/>
                    <a:pt x="229116" y="4"/>
                  </a:cubicBezTo>
                  <a:cubicBezTo>
                    <a:pt x="228187" y="4"/>
                    <a:pt x="227257" y="27"/>
                    <a:pt x="226326" y="78"/>
                  </a:cubicBezTo>
                  <a:cubicBezTo>
                    <a:pt x="221849" y="316"/>
                    <a:pt x="217384" y="649"/>
                    <a:pt x="212908" y="923"/>
                  </a:cubicBezTo>
                  <a:cubicBezTo>
                    <a:pt x="211003" y="1042"/>
                    <a:pt x="209098" y="1138"/>
                    <a:pt x="207193" y="1209"/>
                  </a:cubicBezTo>
                  <a:cubicBezTo>
                    <a:pt x="206068" y="1186"/>
                    <a:pt x="205031" y="1177"/>
                    <a:pt x="204047" y="1177"/>
                  </a:cubicBezTo>
                  <a:cubicBezTo>
                    <a:pt x="201944" y="1177"/>
                    <a:pt x="200078" y="1220"/>
                    <a:pt x="198108" y="1269"/>
                  </a:cubicBezTo>
                  <a:cubicBezTo>
                    <a:pt x="197722" y="1278"/>
                    <a:pt x="197336" y="1282"/>
                    <a:pt x="196950" y="1282"/>
                  </a:cubicBezTo>
                  <a:cubicBezTo>
                    <a:pt x="193302" y="1282"/>
                    <a:pt x="189662" y="896"/>
                    <a:pt x="186023" y="530"/>
                  </a:cubicBezTo>
                  <a:cubicBezTo>
                    <a:pt x="183035" y="240"/>
                    <a:pt x="180053" y="4"/>
                    <a:pt x="177062" y="4"/>
                  </a:cubicBezTo>
                  <a:cubicBezTo>
                    <a:pt x="176133" y="4"/>
                    <a:pt x="175203" y="27"/>
                    <a:pt x="174272" y="78"/>
                  </a:cubicBezTo>
                  <a:cubicBezTo>
                    <a:pt x="169807" y="316"/>
                    <a:pt x="165330" y="649"/>
                    <a:pt x="160853" y="923"/>
                  </a:cubicBezTo>
                  <a:cubicBezTo>
                    <a:pt x="158960" y="1042"/>
                    <a:pt x="157055" y="1138"/>
                    <a:pt x="155150" y="1209"/>
                  </a:cubicBezTo>
                  <a:cubicBezTo>
                    <a:pt x="154030" y="1186"/>
                    <a:pt x="152996" y="1177"/>
                    <a:pt x="152013" y="1177"/>
                  </a:cubicBezTo>
                  <a:cubicBezTo>
                    <a:pt x="149914" y="1177"/>
                    <a:pt x="148048" y="1220"/>
                    <a:pt x="146078" y="1269"/>
                  </a:cubicBezTo>
                  <a:cubicBezTo>
                    <a:pt x="145693" y="1278"/>
                    <a:pt x="145307" y="1282"/>
                    <a:pt x="144922" y="1282"/>
                  </a:cubicBezTo>
                  <a:cubicBezTo>
                    <a:pt x="141281" y="1282"/>
                    <a:pt x="137633" y="896"/>
                    <a:pt x="134005" y="530"/>
                  </a:cubicBezTo>
                  <a:cubicBezTo>
                    <a:pt x="131016" y="240"/>
                    <a:pt x="128027" y="4"/>
                    <a:pt x="125039" y="4"/>
                  </a:cubicBezTo>
                  <a:cubicBezTo>
                    <a:pt x="124110" y="4"/>
                    <a:pt x="123182" y="27"/>
                    <a:pt x="122253" y="78"/>
                  </a:cubicBezTo>
                  <a:cubicBezTo>
                    <a:pt x="117777" y="316"/>
                    <a:pt x="113300" y="649"/>
                    <a:pt x="108835" y="923"/>
                  </a:cubicBezTo>
                  <a:cubicBezTo>
                    <a:pt x="106930" y="1042"/>
                    <a:pt x="105025" y="1138"/>
                    <a:pt x="103120" y="1209"/>
                  </a:cubicBezTo>
                  <a:cubicBezTo>
                    <a:pt x="102000" y="1186"/>
                    <a:pt x="100965" y="1177"/>
                    <a:pt x="99982" y="1177"/>
                  </a:cubicBezTo>
                  <a:cubicBezTo>
                    <a:pt x="97883" y="1177"/>
                    <a:pt x="96018" y="1220"/>
                    <a:pt x="94047" y="1269"/>
                  </a:cubicBezTo>
                  <a:cubicBezTo>
                    <a:pt x="93661" y="1278"/>
                    <a:pt x="93275" y="1282"/>
                    <a:pt x="92889" y="1282"/>
                  </a:cubicBezTo>
                  <a:cubicBezTo>
                    <a:pt x="89241" y="1282"/>
                    <a:pt x="85602" y="896"/>
                    <a:pt x="81963" y="530"/>
                  </a:cubicBezTo>
                  <a:cubicBezTo>
                    <a:pt x="78974" y="240"/>
                    <a:pt x="75992" y="4"/>
                    <a:pt x="73001" y="4"/>
                  </a:cubicBezTo>
                  <a:cubicBezTo>
                    <a:pt x="72072" y="4"/>
                    <a:pt x="71142" y="27"/>
                    <a:pt x="70211" y="78"/>
                  </a:cubicBezTo>
                  <a:cubicBezTo>
                    <a:pt x="65746" y="316"/>
                    <a:pt x="61270" y="649"/>
                    <a:pt x="56793" y="923"/>
                  </a:cubicBezTo>
                  <a:cubicBezTo>
                    <a:pt x="54876" y="1042"/>
                    <a:pt x="52959" y="1138"/>
                    <a:pt x="51042" y="1209"/>
                  </a:cubicBezTo>
                  <a:cubicBezTo>
                    <a:pt x="49907" y="1186"/>
                    <a:pt x="48859" y="1177"/>
                    <a:pt x="47865" y="1177"/>
                  </a:cubicBezTo>
                  <a:cubicBezTo>
                    <a:pt x="45741" y="1177"/>
                    <a:pt x="43857" y="1220"/>
                    <a:pt x="41862" y="1269"/>
                  </a:cubicBezTo>
                  <a:cubicBezTo>
                    <a:pt x="41477" y="1278"/>
                    <a:pt x="41092" y="1282"/>
                    <a:pt x="40707" y="1282"/>
                  </a:cubicBezTo>
                  <a:cubicBezTo>
                    <a:pt x="37068" y="1282"/>
                    <a:pt x="33429" y="896"/>
                    <a:pt x="29789" y="530"/>
                  </a:cubicBezTo>
                  <a:cubicBezTo>
                    <a:pt x="26801" y="240"/>
                    <a:pt x="23819" y="4"/>
                    <a:pt x="20828" y="4"/>
                  </a:cubicBezTo>
                  <a:cubicBezTo>
                    <a:pt x="19899" y="4"/>
                    <a:pt x="18969" y="27"/>
                    <a:pt x="18038" y="78"/>
                  </a:cubicBezTo>
                  <a:cubicBezTo>
                    <a:pt x="13561" y="316"/>
                    <a:pt x="9096" y="649"/>
                    <a:pt x="4620" y="923"/>
                  </a:cubicBezTo>
                  <a:cubicBezTo>
                    <a:pt x="3084" y="1019"/>
                    <a:pt x="1536" y="1090"/>
                    <a:pt x="0" y="1161"/>
                  </a:cubicBezTo>
                  <a:lnTo>
                    <a:pt x="0" y="5186"/>
                  </a:lnTo>
                  <a:cubicBezTo>
                    <a:pt x="1953" y="5281"/>
                    <a:pt x="3917" y="5376"/>
                    <a:pt x="5870" y="5483"/>
                  </a:cubicBezTo>
                  <a:cubicBezTo>
                    <a:pt x="9573" y="5686"/>
                    <a:pt x="13275" y="5876"/>
                    <a:pt x="16978" y="5936"/>
                  </a:cubicBezTo>
                  <a:cubicBezTo>
                    <a:pt x="20407" y="5853"/>
                    <a:pt x="23824" y="5745"/>
                    <a:pt x="27253" y="5626"/>
                  </a:cubicBezTo>
                  <a:cubicBezTo>
                    <a:pt x="28515" y="5543"/>
                    <a:pt x="29778" y="5472"/>
                    <a:pt x="31040" y="5424"/>
                  </a:cubicBezTo>
                  <a:cubicBezTo>
                    <a:pt x="34969" y="5281"/>
                    <a:pt x="38898" y="5198"/>
                    <a:pt x="42827" y="4840"/>
                  </a:cubicBezTo>
                  <a:cubicBezTo>
                    <a:pt x="43362" y="4789"/>
                    <a:pt x="43841" y="4768"/>
                    <a:pt x="44302" y="4768"/>
                  </a:cubicBezTo>
                  <a:cubicBezTo>
                    <a:pt x="46086" y="4768"/>
                    <a:pt x="47596" y="5079"/>
                    <a:pt x="51030" y="5126"/>
                  </a:cubicBezTo>
                  <a:lnTo>
                    <a:pt x="51030" y="5138"/>
                  </a:lnTo>
                  <a:cubicBezTo>
                    <a:pt x="53364" y="5233"/>
                    <a:pt x="55709" y="5352"/>
                    <a:pt x="58043" y="5483"/>
                  </a:cubicBezTo>
                  <a:cubicBezTo>
                    <a:pt x="61746" y="5686"/>
                    <a:pt x="65449" y="5876"/>
                    <a:pt x="69152" y="5936"/>
                  </a:cubicBezTo>
                  <a:cubicBezTo>
                    <a:pt x="72581" y="5853"/>
                    <a:pt x="75998" y="5745"/>
                    <a:pt x="79427" y="5626"/>
                  </a:cubicBezTo>
                  <a:cubicBezTo>
                    <a:pt x="80689" y="5543"/>
                    <a:pt x="81951" y="5472"/>
                    <a:pt x="83213" y="5424"/>
                  </a:cubicBezTo>
                  <a:cubicBezTo>
                    <a:pt x="87142" y="5281"/>
                    <a:pt x="91071" y="5198"/>
                    <a:pt x="95000" y="4840"/>
                  </a:cubicBezTo>
                  <a:cubicBezTo>
                    <a:pt x="95530" y="4792"/>
                    <a:pt x="96004" y="4772"/>
                    <a:pt x="96459" y="4772"/>
                  </a:cubicBezTo>
                  <a:cubicBezTo>
                    <a:pt x="98225" y="4772"/>
                    <a:pt x="99710" y="5069"/>
                    <a:pt x="103061" y="5126"/>
                  </a:cubicBezTo>
                  <a:lnTo>
                    <a:pt x="103061" y="5138"/>
                  </a:lnTo>
                  <a:cubicBezTo>
                    <a:pt x="105406" y="5233"/>
                    <a:pt x="107740" y="5364"/>
                    <a:pt x="110085" y="5483"/>
                  </a:cubicBezTo>
                  <a:cubicBezTo>
                    <a:pt x="113788" y="5686"/>
                    <a:pt x="117491" y="5876"/>
                    <a:pt x="121194" y="5936"/>
                  </a:cubicBezTo>
                  <a:cubicBezTo>
                    <a:pt x="124611" y="5853"/>
                    <a:pt x="128040" y="5745"/>
                    <a:pt x="131457" y="5626"/>
                  </a:cubicBezTo>
                  <a:cubicBezTo>
                    <a:pt x="132719" y="5555"/>
                    <a:pt x="133981" y="5483"/>
                    <a:pt x="135243" y="5436"/>
                  </a:cubicBezTo>
                  <a:cubicBezTo>
                    <a:pt x="139172" y="5281"/>
                    <a:pt x="143101" y="5198"/>
                    <a:pt x="147030" y="4840"/>
                  </a:cubicBezTo>
                  <a:cubicBezTo>
                    <a:pt x="147551" y="4792"/>
                    <a:pt x="148018" y="4773"/>
                    <a:pt x="148467" y="4773"/>
                  </a:cubicBezTo>
                  <a:cubicBezTo>
                    <a:pt x="150246" y="4773"/>
                    <a:pt x="151735" y="5079"/>
                    <a:pt x="155091" y="5126"/>
                  </a:cubicBezTo>
                  <a:lnTo>
                    <a:pt x="155091" y="5138"/>
                  </a:lnTo>
                  <a:cubicBezTo>
                    <a:pt x="157424" y="5233"/>
                    <a:pt x="159770" y="5364"/>
                    <a:pt x="162104" y="5483"/>
                  </a:cubicBezTo>
                  <a:cubicBezTo>
                    <a:pt x="165806" y="5686"/>
                    <a:pt x="169509" y="5876"/>
                    <a:pt x="173212" y="5936"/>
                  </a:cubicBezTo>
                  <a:cubicBezTo>
                    <a:pt x="176641" y="5853"/>
                    <a:pt x="180058" y="5745"/>
                    <a:pt x="183487" y="5626"/>
                  </a:cubicBezTo>
                  <a:cubicBezTo>
                    <a:pt x="184749" y="5555"/>
                    <a:pt x="185999" y="5483"/>
                    <a:pt x="187262" y="5436"/>
                  </a:cubicBezTo>
                  <a:cubicBezTo>
                    <a:pt x="191202" y="5281"/>
                    <a:pt x="195132" y="5198"/>
                    <a:pt x="199049" y="4840"/>
                  </a:cubicBezTo>
                  <a:cubicBezTo>
                    <a:pt x="199572" y="4792"/>
                    <a:pt x="200041" y="4773"/>
                    <a:pt x="200492" y="4773"/>
                  </a:cubicBezTo>
                  <a:cubicBezTo>
                    <a:pt x="202277" y="4773"/>
                    <a:pt x="203767" y="5079"/>
                    <a:pt x="207133" y="5126"/>
                  </a:cubicBezTo>
                  <a:lnTo>
                    <a:pt x="207133" y="5138"/>
                  </a:lnTo>
                  <a:cubicBezTo>
                    <a:pt x="209467" y="5233"/>
                    <a:pt x="211812" y="5364"/>
                    <a:pt x="214146" y="5483"/>
                  </a:cubicBezTo>
                  <a:cubicBezTo>
                    <a:pt x="217849" y="5686"/>
                    <a:pt x="221552" y="5876"/>
                    <a:pt x="225254" y="5936"/>
                  </a:cubicBezTo>
                  <a:cubicBezTo>
                    <a:pt x="228683" y="5853"/>
                    <a:pt x="232100" y="5745"/>
                    <a:pt x="235529" y="5626"/>
                  </a:cubicBezTo>
                  <a:cubicBezTo>
                    <a:pt x="236792" y="5555"/>
                    <a:pt x="238054" y="5483"/>
                    <a:pt x="239316" y="5436"/>
                  </a:cubicBezTo>
                  <a:cubicBezTo>
                    <a:pt x="243245" y="5281"/>
                    <a:pt x="247174" y="5198"/>
                    <a:pt x="251103" y="4840"/>
                  </a:cubicBezTo>
                  <a:cubicBezTo>
                    <a:pt x="251626" y="4792"/>
                    <a:pt x="252095" y="4773"/>
                    <a:pt x="252546" y="4773"/>
                  </a:cubicBezTo>
                  <a:cubicBezTo>
                    <a:pt x="254333" y="4773"/>
                    <a:pt x="255831" y="5079"/>
                    <a:pt x="259235" y="5126"/>
                  </a:cubicBezTo>
                  <a:lnTo>
                    <a:pt x="259235" y="5138"/>
                  </a:lnTo>
                  <a:cubicBezTo>
                    <a:pt x="261568" y="5233"/>
                    <a:pt x="263914" y="5364"/>
                    <a:pt x="266248" y="5483"/>
                  </a:cubicBezTo>
                  <a:cubicBezTo>
                    <a:pt x="269950" y="5686"/>
                    <a:pt x="273653" y="5876"/>
                    <a:pt x="277356" y="5936"/>
                  </a:cubicBezTo>
                  <a:cubicBezTo>
                    <a:pt x="280154" y="5864"/>
                    <a:pt x="282952" y="5781"/>
                    <a:pt x="285762" y="5686"/>
                  </a:cubicBezTo>
                  <a:lnTo>
                    <a:pt x="285762" y="161"/>
                  </a:lnTo>
                  <a:cubicBezTo>
                    <a:pt x="284233" y="65"/>
                    <a:pt x="282709" y="1"/>
                    <a:pt x="2811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1" name="Google Shape;571;p9"/>
            <p:cNvGrpSpPr/>
            <p:nvPr/>
          </p:nvGrpSpPr>
          <p:grpSpPr>
            <a:xfrm>
              <a:off x="-14087" y="4839475"/>
              <a:ext cx="9164772" cy="40900"/>
              <a:chOff x="-14087" y="4839475"/>
              <a:chExt cx="9164772" cy="40900"/>
            </a:xfrm>
          </p:grpSpPr>
          <p:sp>
            <p:nvSpPr>
              <p:cNvPr id="572" name="Google Shape;572;p9"/>
              <p:cNvSpPr/>
              <p:nvPr/>
            </p:nvSpPr>
            <p:spPr>
              <a:xfrm rot="10800000" flipH="1">
                <a:off x="1616705" y="4839475"/>
                <a:ext cx="7533981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234923" h="1636" extrusionOk="0">
                    <a:moveTo>
                      <a:pt x="41215" y="1"/>
                    </a:moveTo>
                    <a:cubicBezTo>
                      <a:pt x="41081" y="1"/>
                      <a:pt x="40948" y="2"/>
                      <a:pt x="40815" y="4"/>
                    </a:cubicBezTo>
                    <a:cubicBezTo>
                      <a:pt x="34862" y="76"/>
                      <a:pt x="28802" y="314"/>
                      <a:pt x="22944" y="540"/>
                    </a:cubicBezTo>
                    <a:cubicBezTo>
                      <a:pt x="21194" y="612"/>
                      <a:pt x="19455" y="671"/>
                      <a:pt x="17705" y="743"/>
                    </a:cubicBezTo>
                    <a:cubicBezTo>
                      <a:pt x="13008" y="905"/>
                      <a:pt x="6849" y="1100"/>
                      <a:pt x="550" y="1100"/>
                    </a:cubicBezTo>
                    <a:cubicBezTo>
                      <a:pt x="367" y="1100"/>
                      <a:pt x="184" y="1100"/>
                      <a:pt x="1" y="1100"/>
                    </a:cubicBezTo>
                    <a:lnTo>
                      <a:pt x="1" y="1635"/>
                    </a:lnTo>
                    <a:cubicBezTo>
                      <a:pt x="184" y="1636"/>
                      <a:pt x="367" y="1636"/>
                      <a:pt x="550" y="1636"/>
                    </a:cubicBezTo>
                    <a:cubicBezTo>
                      <a:pt x="6849" y="1636"/>
                      <a:pt x="13020" y="1440"/>
                      <a:pt x="17729" y="1278"/>
                    </a:cubicBezTo>
                    <a:cubicBezTo>
                      <a:pt x="19479" y="1207"/>
                      <a:pt x="21218" y="1147"/>
                      <a:pt x="22968" y="1076"/>
                    </a:cubicBezTo>
                    <a:cubicBezTo>
                      <a:pt x="28814" y="850"/>
                      <a:pt x="34874" y="623"/>
                      <a:pt x="40827" y="540"/>
                    </a:cubicBezTo>
                    <a:cubicBezTo>
                      <a:pt x="40921" y="539"/>
                      <a:pt x="41015" y="538"/>
                      <a:pt x="41109" y="538"/>
                    </a:cubicBezTo>
                    <a:cubicBezTo>
                      <a:pt x="42855" y="538"/>
                      <a:pt x="44761" y="741"/>
                      <a:pt x="46602" y="933"/>
                    </a:cubicBezTo>
                    <a:cubicBezTo>
                      <a:pt x="48054" y="1088"/>
                      <a:pt x="49757" y="1624"/>
                      <a:pt x="52043" y="1635"/>
                    </a:cubicBezTo>
                    <a:lnTo>
                      <a:pt x="52114" y="1635"/>
                    </a:lnTo>
                    <a:cubicBezTo>
                      <a:pt x="52297" y="1636"/>
                      <a:pt x="52479" y="1636"/>
                      <a:pt x="52662" y="1636"/>
                    </a:cubicBezTo>
                    <a:cubicBezTo>
                      <a:pt x="58937" y="1636"/>
                      <a:pt x="65074" y="1440"/>
                      <a:pt x="69771" y="1278"/>
                    </a:cubicBezTo>
                    <a:cubicBezTo>
                      <a:pt x="71510" y="1207"/>
                      <a:pt x="73260" y="1147"/>
                      <a:pt x="74998" y="1076"/>
                    </a:cubicBezTo>
                    <a:cubicBezTo>
                      <a:pt x="80856" y="850"/>
                      <a:pt x="86904" y="612"/>
                      <a:pt x="92857" y="540"/>
                    </a:cubicBezTo>
                    <a:cubicBezTo>
                      <a:pt x="92987" y="538"/>
                      <a:pt x="93118" y="536"/>
                      <a:pt x="93250" y="536"/>
                    </a:cubicBezTo>
                    <a:cubicBezTo>
                      <a:pt x="94974" y="536"/>
                      <a:pt x="96829" y="745"/>
                      <a:pt x="98632" y="933"/>
                    </a:cubicBezTo>
                    <a:cubicBezTo>
                      <a:pt x="100096" y="1088"/>
                      <a:pt x="101787" y="1624"/>
                      <a:pt x="104061" y="1635"/>
                    </a:cubicBezTo>
                    <a:lnTo>
                      <a:pt x="104156" y="1635"/>
                    </a:lnTo>
                    <a:cubicBezTo>
                      <a:pt x="104339" y="1636"/>
                      <a:pt x="104521" y="1636"/>
                      <a:pt x="104703" y="1636"/>
                    </a:cubicBezTo>
                    <a:cubicBezTo>
                      <a:pt x="110967" y="1636"/>
                      <a:pt x="117104" y="1440"/>
                      <a:pt x="121790" y="1266"/>
                    </a:cubicBezTo>
                    <a:cubicBezTo>
                      <a:pt x="123540" y="1207"/>
                      <a:pt x="125278" y="1135"/>
                      <a:pt x="127028" y="1076"/>
                    </a:cubicBezTo>
                    <a:cubicBezTo>
                      <a:pt x="132886" y="850"/>
                      <a:pt x="138935" y="612"/>
                      <a:pt x="144888" y="528"/>
                    </a:cubicBezTo>
                    <a:cubicBezTo>
                      <a:pt x="144982" y="527"/>
                      <a:pt x="145076" y="526"/>
                      <a:pt x="145171" y="526"/>
                    </a:cubicBezTo>
                    <a:cubicBezTo>
                      <a:pt x="146926" y="526"/>
                      <a:pt x="148821" y="730"/>
                      <a:pt x="150662" y="933"/>
                    </a:cubicBezTo>
                    <a:cubicBezTo>
                      <a:pt x="152127" y="1088"/>
                      <a:pt x="153829" y="1624"/>
                      <a:pt x="156115" y="1635"/>
                    </a:cubicBezTo>
                    <a:lnTo>
                      <a:pt x="156175" y="1635"/>
                    </a:lnTo>
                    <a:cubicBezTo>
                      <a:pt x="156358" y="1636"/>
                      <a:pt x="156540" y="1636"/>
                      <a:pt x="156723" y="1636"/>
                    </a:cubicBezTo>
                    <a:cubicBezTo>
                      <a:pt x="163010" y="1636"/>
                      <a:pt x="169146" y="1440"/>
                      <a:pt x="173844" y="1266"/>
                    </a:cubicBezTo>
                    <a:cubicBezTo>
                      <a:pt x="175582" y="1207"/>
                      <a:pt x="177332" y="1135"/>
                      <a:pt x="179071" y="1076"/>
                    </a:cubicBezTo>
                    <a:cubicBezTo>
                      <a:pt x="184928" y="850"/>
                      <a:pt x="190977" y="612"/>
                      <a:pt x="196930" y="528"/>
                    </a:cubicBezTo>
                    <a:cubicBezTo>
                      <a:pt x="197024" y="527"/>
                      <a:pt x="197119" y="526"/>
                      <a:pt x="197214" y="526"/>
                    </a:cubicBezTo>
                    <a:cubicBezTo>
                      <a:pt x="198969" y="526"/>
                      <a:pt x="200863" y="730"/>
                      <a:pt x="202705" y="933"/>
                    </a:cubicBezTo>
                    <a:cubicBezTo>
                      <a:pt x="204181" y="1088"/>
                      <a:pt x="205907" y="1635"/>
                      <a:pt x="208229" y="1635"/>
                    </a:cubicBezTo>
                    <a:cubicBezTo>
                      <a:pt x="208412" y="1636"/>
                      <a:pt x="208595" y="1636"/>
                      <a:pt x="208778" y="1636"/>
                    </a:cubicBezTo>
                    <a:cubicBezTo>
                      <a:pt x="215077" y="1636"/>
                      <a:pt x="221236" y="1440"/>
                      <a:pt x="225934" y="1266"/>
                    </a:cubicBezTo>
                    <a:cubicBezTo>
                      <a:pt x="227684" y="1207"/>
                      <a:pt x="229434" y="1135"/>
                      <a:pt x="231172" y="1076"/>
                    </a:cubicBezTo>
                    <a:cubicBezTo>
                      <a:pt x="232411" y="1028"/>
                      <a:pt x="233661" y="981"/>
                      <a:pt x="234923" y="933"/>
                    </a:cubicBezTo>
                    <a:lnTo>
                      <a:pt x="234923" y="397"/>
                    </a:lnTo>
                    <a:cubicBezTo>
                      <a:pt x="233661" y="445"/>
                      <a:pt x="232399" y="492"/>
                      <a:pt x="231160" y="540"/>
                    </a:cubicBezTo>
                    <a:cubicBezTo>
                      <a:pt x="229410" y="600"/>
                      <a:pt x="227660" y="671"/>
                      <a:pt x="225922" y="731"/>
                    </a:cubicBezTo>
                    <a:lnTo>
                      <a:pt x="225922" y="743"/>
                    </a:lnTo>
                    <a:cubicBezTo>
                      <a:pt x="221213" y="905"/>
                      <a:pt x="215053" y="1100"/>
                      <a:pt x="208766" y="1100"/>
                    </a:cubicBezTo>
                    <a:cubicBezTo>
                      <a:pt x="208583" y="1100"/>
                      <a:pt x="208400" y="1100"/>
                      <a:pt x="208217" y="1100"/>
                    </a:cubicBezTo>
                    <a:cubicBezTo>
                      <a:pt x="205860" y="1100"/>
                      <a:pt x="204229" y="564"/>
                      <a:pt x="202764" y="397"/>
                    </a:cubicBezTo>
                    <a:cubicBezTo>
                      <a:pt x="200912" y="205"/>
                      <a:pt x="198995" y="3"/>
                      <a:pt x="197207" y="3"/>
                    </a:cubicBezTo>
                    <a:cubicBezTo>
                      <a:pt x="197111" y="3"/>
                      <a:pt x="197014" y="3"/>
                      <a:pt x="196918" y="4"/>
                    </a:cubicBezTo>
                    <a:cubicBezTo>
                      <a:pt x="190965" y="76"/>
                      <a:pt x="184905" y="314"/>
                      <a:pt x="179059" y="540"/>
                    </a:cubicBezTo>
                    <a:cubicBezTo>
                      <a:pt x="177308" y="612"/>
                      <a:pt x="175558" y="671"/>
                      <a:pt x="173820" y="743"/>
                    </a:cubicBezTo>
                    <a:cubicBezTo>
                      <a:pt x="169111" y="905"/>
                      <a:pt x="162952" y="1100"/>
                      <a:pt x="156664" y="1100"/>
                    </a:cubicBezTo>
                    <a:cubicBezTo>
                      <a:pt x="156481" y="1100"/>
                      <a:pt x="156298" y="1100"/>
                      <a:pt x="156115" y="1100"/>
                    </a:cubicBezTo>
                    <a:cubicBezTo>
                      <a:pt x="153782" y="1088"/>
                      <a:pt x="152162" y="552"/>
                      <a:pt x="150722" y="397"/>
                    </a:cubicBezTo>
                    <a:cubicBezTo>
                      <a:pt x="148897" y="209"/>
                      <a:pt x="147030" y="1"/>
                      <a:pt x="145276" y="1"/>
                    </a:cubicBezTo>
                    <a:cubicBezTo>
                      <a:pt x="145142" y="1"/>
                      <a:pt x="145008" y="2"/>
                      <a:pt x="144876" y="4"/>
                    </a:cubicBezTo>
                    <a:cubicBezTo>
                      <a:pt x="138923" y="76"/>
                      <a:pt x="132862" y="314"/>
                      <a:pt x="127005" y="540"/>
                    </a:cubicBezTo>
                    <a:cubicBezTo>
                      <a:pt x="125266" y="612"/>
                      <a:pt x="123516" y="671"/>
                      <a:pt x="121766" y="743"/>
                    </a:cubicBezTo>
                    <a:cubicBezTo>
                      <a:pt x="117068" y="905"/>
                      <a:pt x="110909" y="1100"/>
                      <a:pt x="104622" y="1100"/>
                    </a:cubicBezTo>
                    <a:cubicBezTo>
                      <a:pt x="104439" y="1100"/>
                      <a:pt x="104256" y="1100"/>
                      <a:pt x="104073" y="1100"/>
                    </a:cubicBezTo>
                    <a:cubicBezTo>
                      <a:pt x="101751" y="1088"/>
                      <a:pt x="100132" y="552"/>
                      <a:pt x="98692" y="397"/>
                    </a:cubicBezTo>
                    <a:cubicBezTo>
                      <a:pt x="96877" y="209"/>
                      <a:pt x="95002" y="1"/>
                      <a:pt x="93246" y="1"/>
                    </a:cubicBezTo>
                    <a:cubicBezTo>
                      <a:pt x="93111" y="1"/>
                      <a:pt x="92978" y="2"/>
                      <a:pt x="92846" y="4"/>
                    </a:cubicBezTo>
                    <a:cubicBezTo>
                      <a:pt x="86892" y="76"/>
                      <a:pt x="80832" y="314"/>
                      <a:pt x="74986" y="540"/>
                    </a:cubicBezTo>
                    <a:cubicBezTo>
                      <a:pt x="73236" y="612"/>
                      <a:pt x="71486" y="671"/>
                      <a:pt x="69747" y="743"/>
                    </a:cubicBezTo>
                    <a:cubicBezTo>
                      <a:pt x="65038" y="905"/>
                      <a:pt x="58879" y="1100"/>
                      <a:pt x="52591" y="1100"/>
                    </a:cubicBezTo>
                    <a:cubicBezTo>
                      <a:pt x="52409" y="1100"/>
                      <a:pt x="52226" y="1100"/>
                      <a:pt x="52043" y="1100"/>
                    </a:cubicBezTo>
                    <a:cubicBezTo>
                      <a:pt x="49721" y="1088"/>
                      <a:pt x="48102" y="552"/>
                      <a:pt x="46649" y="397"/>
                    </a:cubicBezTo>
                    <a:cubicBezTo>
                      <a:pt x="44835" y="209"/>
                      <a:pt x="42970" y="1"/>
                      <a:pt x="412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9"/>
              <p:cNvSpPr/>
              <p:nvPr/>
            </p:nvSpPr>
            <p:spPr>
              <a:xfrm rot="10800000" flipH="1">
                <a:off x="-14087" y="4839475"/>
                <a:ext cx="1630054" cy="40850"/>
              </a:xfrm>
              <a:custGeom>
                <a:avLst/>
                <a:gdLst/>
                <a:ahLst/>
                <a:cxnLst/>
                <a:rect l="l" t="t" r="r" b="b"/>
                <a:pathLst>
                  <a:path w="50828" h="1634" extrusionOk="0">
                    <a:moveTo>
                      <a:pt x="39782" y="1"/>
                    </a:moveTo>
                    <a:cubicBezTo>
                      <a:pt x="39686" y="1"/>
                      <a:pt x="39589" y="1"/>
                      <a:pt x="39493" y="2"/>
                    </a:cubicBezTo>
                    <a:cubicBezTo>
                      <a:pt x="33540" y="74"/>
                      <a:pt x="27480" y="312"/>
                      <a:pt x="21622" y="538"/>
                    </a:cubicBezTo>
                    <a:cubicBezTo>
                      <a:pt x="19883" y="610"/>
                      <a:pt x="18133" y="669"/>
                      <a:pt x="16395" y="741"/>
                    </a:cubicBezTo>
                    <a:cubicBezTo>
                      <a:pt x="11882" y="895"/>
                      <a:pt x="6025" y="1086"/>
                      <a:pt x="0" y="1098"/>
                    </a:cubicBezTo>
                    <a:lnTo>
                      <a:pt x="0" y="1633"/>
                    </a:lnTo>
                    <a:cubicBezTo>
                      <a:pt x="6036" y="1622"/>
                      <a:pt x="11894" y="1431"/>
                      <a:pt x="16407" y="1276"/>
                    </a:cubicBezTo>
                    <a:cubicBezTo>
                      <a:pt x="18157" y="1205"/>
                      <a:pt x="19895" y="1145"/>
                      <a:pt x="21646" y="1074"/>
                    </a:cubicBezTo>
                    <a:cubicBezTo>
                      <a:pt x="27503" y="848"/>
                      <a:pt x="33552" y="621"/>
                      <a:pt x="39505" y="538"/>
                    </a:cubicBezTo>
                    <a:cubicBezTo>
                      <a:pt x="39599" y="537"/>
                      <a:pt x="39694" y="536"/>
                      <a:pt x="39789" y="536"/>
                    </a:cubicBezTo>
                    <a:cubicBezTo>
                      <a:pt x="41544" y="536"/>
                      <a:pt x="43438" y="739"/>
                      <a:pt x="45279" y="931"/>
                    </a:cubicBezTo>
                    <a:cubicBezTo>
                      <a:pt x="46756" y="1098"/>
                      <a:pt x="48470" y="1633"/>
                      <a:pt x="50792" y="1633"/>
                    </a:cubicBezTo>
                    <a:lnTo>
                      <a:pt x="50828" y="1098"/>
                    </a:lnTo>
                    <a:cubicBezTo>
                      <a:pt x="48447" y="1098"/>
                      <a:pt x="46803" y="562"/>
                      <a:pt x="45339" y="395"/>
                    </a:cubicBezTo>
                    <a:cubicBezTo>
                      <a:pt x="43487" y="203"/>
                      <a:pt x="41570" y="1"/>
                      <a:pt x="397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74" name="Google Shape;574;p9"/>
          <p:cNvGrpSpPr/>
          <p:nvPr/>
        </p:nvGrpSpPr>
        <p:grpSpPr>
          <a:xfrm rot="10800000">
            <a:off x="-10386" y="4576800"/>
            <a:ext cx="9164772" cy="664375"/>
            <a:chOff x="-14087" y="4621600"/>
            <a:chExt cx="9164772" cy="664375"/>
          </a:xfrm>
        </p:grpSpPr>
        <p:sp>
          <p:nvSpPr>
            <p:cNvPr id="575" name="Google Shape;575;p9"/>
            <p:cNvSpPr/>
            <p:nvPr/>
          </p:nvSpPr>
          <p:spPr>
            <a:xfrm rot="10800000" flipH="1">
              <a:off x="951926" y="5026250"/>
              <a:ext cx="262621" cy="4575"/>
            </a:xfrm>
            <a:custGeom>
              <a:avLst/>
              <a:gdLst/>
              <a:ahLst/>
              <a:cxnLst/>
              <a:rect l="l" t="t" r="r" b="b"/>
              <a:pathLst>
                <a:path w="8189" h="183" extrusionOk="0">
                  <a:moveTo>
                    <a:pt x="4669" y="1"/>
                  </a:moveTo>
                  <a:cubicBezTo>
                    <a:pt x="3113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8" y="181"/>
                    <a:pt x="595" y="183"/>
                    <a:pt x="1028" y="183"/>
                  </a:cubicBezTo>
                  <a:cubicBezTo>
                    <a:pt x="3436" y="183"/>
                    <a:pt x="8189" y="125"/>
                    <a:pt x="7622" y="125"/>
                  </a:cubicBezTo>
                  <a:cubicBezTo>
                    <a:pt x="7465" y="125"/>
                    <a:pt x="6900" y="129"/>
                    <a:pt x="5763" y="141"/>
                  </a:cubicBezTo>
                  <a:cubicBezTo>
                    <a:pt x="5311" y="141"/>
                    <a:pt x="6680" y="69"/>
                    <a:pt x="7145" y="34"/>
                  </a:cubicBezTo>
                  <a:cubicBezTo>
                    <a:pt x="6319" y="13"/>
                    <a:pt x="5494" y="1"/>
                    <a:pt x="46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9"/>
            <p:cNvSpPr/>
            <p:nvPr/>
          </p:nvSpPr>
          <p:spPr>
            <a:xfrm rot="10800000" flipH="1">
              <a:off x="716660" y="5015975"/>
              <a:ext cx="203612" cy="8375"/>
            </a:xfrm>
            <a:custGeom>
              <a:avLst/>
              <a:gdLst/>
              <a:ahLst/>
              <a:cxnLst/>
              <a:rect l="l" t="t" r="r" b="b"/>
              <a:pathLst>
                <a:path w="6349" h="335" extrusionOk="0">
                  <a:moveTo>
                    <a:pt x="6349" y="1"/>
                  </a:moveTo>
                  <a:cubicBezTo>
                    <a:pt x="5135" y="19"/>
                    <a:pt x="0" y="287"/>
                    <a:pt x="161" y="287"/>
                  </a:cubicBezTo>
                  <a:cubicBezTo>
                    <a:pt x="205" y="287"/>
                    <a:pt x="651" y="266"/>
                    <a:pt x="1693" y="215"/>
                  </a:cubicBezTo>
                  <a:cubicBezTo>
                    <a:pt x="1730" y="213"/>
                    <a:pt x="1752" y="212"/>
                    <a:pt x="1761" y="212"/>
                  </a:cubicBezTo>
                  <a:cubicBezTo>
                    <a:pt x="1852" y="212"/>
                    <a:pt x="919" y="302"/>
                    <a:pt x="586" y="334"/>
                  </a:cubicBezTo>
                  <a:cubicBezTo>
                    <a:pt x="2515" y="310"/>
                    <a:pt x="4432" y="227"/>
                    <a:pt x="6349" y="13"/>
                  </a:cubicBezTo>
                  <a:lnTo>
                    <a:pt x="63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9"/>
            <p:cNvSpPr/>
            <p:nvPr/>
          </p:nvSpPr>
          <p:spPr>
            <a:xfrm rot="10800000" flipH="1">
              <a:off x="2625146" y="5026250"/>
              <a:ext cx="262589" cy="4575"/>
            </a:xfrm>
            <a:custGeom>
              <a:avLst/>
              <a:gdLst/>
              <a:ahLst/>
              <a:cxnLst/>
              <a:rect l="l" t="t" r="r" b="b"/>
              <a:pathLst>
                <a:path w="8188" h="183" extrusionOk="0">
                  <a:moveTo>
                    <a:pt x="4668" y="1"/>
                  </a:moveTo>
                  <a:cubicBezTo>
                    <a:pt x="3112" y="1"/>
                    <a:pt x="1556" y="44"/>
                    <a:pt x="0" y="153"/>
                  </a:cubicBezTo>
                  <a:lnTo>
                    <a:pt x="0" y="176"/>
                  </a:lnTo>
                  <a:cubicBezTo>
                    <a:pt x="237" y="181"/>
                    <a:pt x="594" y="183"/>
                    <a:pt x="1027" y="183"/>
                  </a:cubicBezTo>
                  <a:cubicBezTo>
                    <a:pt x="3435" y="183"/>
                    <a:pt x="8188" y="125"/>
                    <a:pt x="7621" y="125"/>
                  </a:cubicBezTo>
                  <a:cubicBezTo>
                    <a:pt x="7464" y="125"/>
                    <a:pt x="6899" y="129"/>
                    <a:pt x="5763" y="141"/>
                  </a:cubicBezTo>
                  <a:cubicBezTo>
                    <a:pt x="5310" y="141"/>
                    <a:pt x="6679" y="69"/>
                    <a:pt x="7144" y="34"/>
                  </a:cubicBezTo>
                  <a:cubicBezTo>
                    <a:pt x="6318" y="13"/>
                    <a:pt x="5493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9"/>
            <p:cNvSpPr/>
            <p:nvPr/>
          </p:nvSpPr>
          <p:spPr>
            <a:xfrm rot="10800000" flipH="1">
              <a:off x="2389848" y="5015975"/>
              <a:ext cx="203612" cy="8375"/>
            </a:xfrm>
            <a:custGeom>
              <a:avLst/>
              <a:gdLst/>
              <a:ahLst/>
              <a:cxnLst/>
              <a:rect l="l" t="t" r="r" b="b"/>
              <a:pathLst>
                <a:path w="6349" h="335" extrusionOk="0">
                  <a:moveTo>
                    <a:pt x="6349" y="1"/>
                  </a:moveTo>
                  <a:cubicBezTo>
                    <a:pt x="5135" y="19"/>
                    <a:pt x="0" y="287"/>
                    <a:pt x="161" y="287"/>
                  </a:cubicBezTo>
                  <a:cubicBezTo>
                    <a:pt x="205" y="287"/>
                    <a:pt x="651" y="266"/>
                    <a:pt x="1693" y="215"/>
                  </a:cubicBezTo>
                  <a:cubicBezTo>
                    <a:pt x="1730" y="213"/>
                    <a:pt x="1752" y="212"/>
                    <a:pt x="1762" y="212"/>
                  </a:cubicBezTo>
                  <a:cubicBezTo>
                    <a:pt x="1852" y="212"/>
                    <a:pt x="919" y="302"/>
                    <a:pt x="586" y="334"/>
                  </a:cubicBezTo>
                  <a:cubicBezTo>
                    <a:pt x="2515" y="310"/>
                    <a:pt x="4432" y="227"/>
                    <a:pt x="6349" y="13"/>
                  </a:cubicBezTo>
                  <a:lnTo>
                    <a:pt x="63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9"/>
            <p:cNvSpPr/>
            <p:nvPr/>
          </p:nvSpPr>
          <p:spPr>
            <a:xfrm rot="10800000" flipH="1">
              <a:off x="4293748" y="5026250"/>
              <a:ext cx="262974" cy="4575"/>
            </a:xfrm>
            <a:custGeom>
              <a:avLst/>
              <a:gdLst/>
              <a:ahLst/>
              <a:cxnLst/>
              <a:rect l="l" t="t" r="r" b="b"/>
              <a:pathLst>
                <a:path w="8200" h="183" extrusionOk="0">
                  <a:moveTo>
                    <a:pt x="4668" y="1"/>
                  </a:moveTo>
                  <a:cubicBezTo>
                    <a:pt x="3112" y="1"/>
                    <a:pt x="1556" y="44"/>
                    <a:pt x="0" y="153"/>
                  </a:cubicBezTo>
                  <a:lnTo>
                    <a:pt x="0" y="176"/>
                  </a:lnTo>
                  <a:cubicBezTo>
                    <a:pt x="238" y="181"/>
                    <a:pt x="597" y="183"/>
                    <a:pt x="1031" y="183"/>
                  </a:cubicBezTo>
                  <a:cubicBezTo>
                    <a:pt x="3445" y="183"/>
                    <a:pt x="8200" y="125"/>
                    <a:pt x="7633" y="125"/>
                  </a:cubicBezTo>
                  <a:cubicBezTo>
                    <a:pt x="7477" y="125"/>
                    <a:pt x="6911" y="129"/>
                    <a:pt x="5775" y="141"/>
                  </a:cubicBezTo>
                  <a:cubicBezTo>
                    <a:pt x="5311" y="141"/>
                    <a:pt x="6692" y="69"/>
                    <a:pt x="7144" y="34"/>
                  </a:cubicBezTo>
                  <a:cubicBezTo>
                    <a:pt x="6319" y="13"/>
                    <a:pt x="5493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9"/>
            <p:cNvSpPr/>
            <p:nvPr/>
          </p:nvSpPr>
          <p:spPr>
            <a:xfrm rot="10800000" flipH="1">
              <a:off x="4058707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1" y="1"/>
                  </a:moveTo>
                  <a:cubicBezTo>
                    <a:pt x="5128" y="19"/>
                    <a:pt x="0" y="287"/>
                    <a:pt x="163" y="287"/>
                  </a:cubicBezTo>
                  <a:cubicBezTo>
                    <a:pt x="209" y="287"/>
                    <a:pt x="656" y="266"/>
                    <a:pt x="1698" y="215"/>
                  </a:cubicBezTo>
                  <a:cubicBezTo>
                    <a:pt x="1734" y="213"/>
                    <a:pt x="1756" y="212"/>
                    <a:pt x="1766" y="212"/>
                  </a:cubicBezTo>
                  <a:cubicBezTo>
                    <a:pt x="1856" y="212"/>
                    <a:pt x="923" y="302"/>
                    <a:pt x="590" y="334"/>
                  </a:cubicBezTo>
                  <a:cubicBezTo>
                    <a:pt x="2507" y="310"/>
                    <a:pt x="4424" y="227"/>
                    <a:pt x="6341" y="13"/>
                  </a:cubicBezTo>
                  <a:lnTo>
                    <a:pt x="63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9"/>
            <p:cNvSpPr/>
            <p:nvPr/>
          </p:nvSpPr>
          <p:spPr>
            <a:xfrm rot="10800000" flipH="1">
              <a:off x="5962350" y="5026250"/>
              <a:ext cx="262621" cy="4575"/>
            </a:xfrm>
            <a:custGeom>
              <a:avLst/>
              <a:gdLst/>
              <a:ahLst/>
              <a:cxnLst/>
              <a:rect l="l" t="t" r="r" b="b"/>
              <a:pathLst>
                <a:path w="8189" h="183" extrusionOk="0">
                  <a:moveTo>
                    <a:pt x="4668" y="1"/>
                  </a:moveTo>
                  <a:cubicBezTo>
                    <a:pt x="3112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7" y="181"/>
                    <a:pt x="595" y="183"/>
                    <a:pt x="1028" y="183"/>
                  </a:cubicBezTo>
                  <a:cubicBezTo>
                    <a:pt x="3435" y="183"/>
                    <a:pt x="8189" y="125"/>
                    <a:pt x="7622" y="125"/>
                  </a:cubicBezTo>
                  <a:cubicBezTo>
                    <a:pt x="7465" y="125"/>
                    <a:pt x="6900" y="129"/>
                    <a:pt x="5763" y="141"/>
                  </a:cubicBezTo>
                  <a:cubicBezTo>
                    <a:pt x="5311" y="141"/>
                    <a:pt x="6680" y="69"/>
                    <a:pt x="7144" y="34"/>
                  </a:cubicBezTo>
                  <a:cubicBezTo>
                    <a:pt x="6319" y="13"/>
                    <a:pt x="5494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9"/>
            <p:cNvSpPr/>
            <p:nvPr/>
          </p:nvSpPr>
          <p:spPr>
            <a:xfrm rot="10800000" flipH="1">
              <a:off x="5727309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1" y="1"/>
                  </a:moveTo>
                  <a:cubicBezTo>
                    <a:pt x="5128" y="19"/>
                    <a:pt x="0" y="287"/>
                    <a:pt x="158" y="287"/>
                  </a:cubicBezTo>
                  <a:cubicBezTo>
                    <a:pt x="202" y="287"/>
                    <a:pt x="647" y="266"/>
                    <a:pt x="1686" y="215"/>
                  </a:cubicBezTo>
                  <a:cubicBezTo>
                    <a:pt x="1724" y="213"/>
                    <a:pt x="1747" y="212"/>
                    <a:pt x="1757" y="212"/>
                  </a:cubicBezTo>
                  <a:cubicBezTo>
                    <a:pt x="1854" y="212"/>
                    <a:pt x="912" y="302"/>
                    <a:pt x="579" y="334"/>
                  </a:cubicBezTo>
                  <a:cubicBezTo>
                    <a:pt x="2508" y="310"/>
                    <a:pt x="4425" y="227"/>
                    <a:pt x="6341" y="13"/>
                  </a:cubicBezTo>
                  <a:lnTo>
                    <a:pt x="63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9"/>
            <p:cNvSpPr/>
            <p:nvPr/>
          </p:nvSpPr>
          <p:spPr>
            <a:xfrm rot="10800000" flipH="1">
              <a:off x="7631337" y="5026250"/>
              <a:ext cx="262878" cy="4575"/>
            </a:xfrm>
            <a:custGeom>
              <a:avLst/>
              <a:gdLst/>
              <a:ahLst/>
              <a:cxnLst/>
              <a:rect l="l" t="t" r="r" b="b"/>
              <a:pathLst>
                <a:path w="8197" h="183" extrusionOk="0">
                  <a:moveTo>
                    <a:pt x="4669" y="1"/>
                  </a:moveTo>
                  <a:cubicBezTo>
                    <a:pt x="3113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8" y="181"/>
                    <a:pt x="595" y="183"/>
                    <a:pt x="1028" y="183"/>
                  </a:cubicBezTo>
                  <a:cubicBezTo>
                    <a:pt x="3438" y="183"/>
                    <a:pt x="8196" y="125"/>
                    <a:pt x="7627" y="125"/>
                  </a:cubicBezTo>
                  <a:cubicBezTo>
                    <a:pt x="7469" y="125"/>
                    <a:pt x="6902" y="129"/>
                    <a:pt x="5763" y="141"/>
                  </a:cubicBezTo>
                  <a:cubicBezTo>
                    <a:pt x="5311" y="141"/>
                    <a:pt x="6692" y="69"/>
                    <a:pt x="7145" y="34"/>
                  </a:cubicBezTo>
                  <a:cubicBezTo>
                    <a:pt x="6319" y="13"/>
                    <a:pt x="5494" y="1"/>
                    <a:pt x="46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9"/>
            <p:cNvSpPr/>
            <p:nvPr/>
          </p:nvSpPr>
          <p:spPr>
            <a:xfrm rot="10800000" flipH="1">
              <a:off x="7396296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2" y="1"/>
                  </a:moveTo>
                  <a:cubicBezTo>
                    <a:pt x="5128" y="19"/>
                    <a:pt x="1" y="287"/>
                    <a:pt x="164" y="287"/>
                  </a:cubicBezTo>
                  <a:cubicBezTo>
                    <a:pt x="209" y="287"/>
                    <a:pt x="656" y="266"/>
                    <a:pt x="1698" y="215"/>
                  </a:cubicBezTo>
                  <a:cubicBezTo>
                    <a:pt x="1735" y="213"/>
                    <a:pt x="1757" y="212"/>
                    <a:pt x="1766" y="212"/>
                  </a:cubicBezTo>
                  <a:cubicBezTo>
                    <a:pt x="1857" y="212"/>
                    <a:pt x="924" y="302"/>
                    <a:pt x="591" y="334"/>
                  </a:cubicBezTo>
                  <a:cubicBezTo>
                    <a:pt x="2508" y="310"/>
                    <a:pt x="4425" y="227"/>
                    <a:pt x="6342" y="13"/>
                  </a:cubicBezTo>
                  <a:lnTo>
                    <a:pt x="634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9"/>
            <p:cNvSpPr/>
            <p:nvPr/>
          </p:nvSpPr>
          <p:spPr>
            <a:xfrm rot="10800000" flipH="1">
              <a:off x="-14087" y="5138425"/>
              <a:ext cx="9164387" cy="67650"/>
            </a:xfrm>
            <a:custGeom>
              <a:avLst/>
              <a:gdLst/>
              <a:ahLst/>
              <a:cxnLst/>
              <a:rect l="l" t="t" r="r" b="b"/>
              <a:pathLst>
                <a:path w="285762" h="2706" extrusionOk="0">
                  <a:moveTo>
                    <a:pt x="20295" y="1"/>
                  </a:moveTo>
                  <a:cubicBezTo>
                    <a:pt x="19958" y="1"/>
                    <a:pt x="19664" y="7"/>
                    <a:pt x="19419" y="19"/>
                  </a:cubicBezTo>
                  <a:cubicBezTo>
                    <a:pt x="12942" y="328"/>
                    <a:pt x="6429" y="269"/>
                    <a:pt x="0" y="1090"/>
                  </a:cubicBezTo>
                  <a:lnTo>
                    <a:pt x="0" y="2436"/>
                  </a:lnTo>
                  <a:cubicBezTo>
                    <a:pt x="1131" y="2351"/>
                    <a:pt x="2268" y="2339"/>
                    <a:pt x="3403" y="2339"/>
                  </a:cubicBezTo>
                  <a:cubicBezTo>
                    <a:pt x="3857" y="2339"/>
                    <a:pt x="4310" y="2341"/>
                    <a:pt x="4763" y="2341"/>
                  </a:cubicBezTo>
                  <a:cubicBezTo>
                    <a:pt x="5179" y="2257"/>
                    <a:pt x="5596" y="2174"/>
                    <a:pt x="6013" y="2102"/>
                  </a:cubicBezTo>
                  <a:cubicBezTo>
                    <a:pt x="7541" y="1812"/>
                    <a:pt x="9086" y="1738"/>
                    <a:pt x="10634" y="1738"/>
                  </a:cubicBezTo>
                  <a:cubicBezTo>
                    <a:pt x="12248" y="1738"/>
                    <a:pt x="13868" y="1819"/>
                    <a:pt x="15479" y="1819"/>
                  </a:cubicBezTo>
                  <a:cubicBezTo>
                    <a:pt x="16127" y="1819"/>
                    <a:pt x="16774" y="1806"/>
                    <a:pt x="17419" y="1769"/>
                  </a:cubicBezTo>
                  <a:cubicBezTo>
                    <a:pt x="17609" y="1757"/>
                    <a:pt x="17800" y="1757"/>
                    <a:pt x="17990" y="1745"/>
                  </a:cubicBezTo>
                  <a:cubicBezTo>
                    <a:pt x="18467" y="1650"/>
                    <a:pt x="18931" y="1567"/>
                    <a:pt x="19395" y="1495"/>
                  </a:cubicBezTo>
                  <a:cubicBezTo>
                    <a:pt x="19693" y="1444"/>
                    <a:pt x="20289" y="1409"/>
                    <a:pt x="21115" y="1409"/>
                  </a:cubicBezTo>
                  <a:cubicBezTo>
                    <a:pt x="22404" y="1409"/>
                    <a:pt x="24253" y="1494"/>
                    <a:pt x="26408" y="1733"/>
                  </a:cubicBezTo>
                  <a:cubicBezTo>
                    <a:pt x="32058" y="2362"/>
                    <a:pt x="39291" y="2627"/>
                    <a:pt x="40739" y="2627"/>
                  </a:cubicBezTo>
                  <a:cubicBezTo>
                    <a:pt x="40771" y="2627"/>
                    <a:pt x="40800" y="2627"/>
                    <a:pt x="40827" y="2626"/>
                  </a:cubicBezTo>
                  <a:cubicBezTo>
                    <a:pt x="41047" y="2624"/>
                    <a:pt x="41271" y="2623"/>
                    <a:pt x="41499" y="2623"/>
                  </a:cubicBezTo>
                  <a:cubicBezTo>
                    <a:pt x="43468" y="2623"/>
                    <a:pt x="45706" y="2702"/>
                    <a:pt x="47643" y="2702"/>
                  </a:cubicBezTo>
                  <a:cubicBezTo>
                    <a:pt x="48870" y="2702"/>
                    <a:pt x="49975" y="2670"/>
                    <a:pt x="50816" y="2567"/>
                  </a:cubicBezTo>
                  <a:lnTo>
                    <a:pt x="50816" y="2579"/>
                  </a:lnTo>
                  <a:cubicBezTo>
                    <a:pt x="52295" y="2380"/>
                    <a:pt x="53781" y="2344"/>
                    <a:pt x="55263" y="2344"/>
                  </a:cubicBezTo>
                  <a:cubicBezTo>
                    <a:pt x="55821" y="2344"/>
                    <a:pt x="56379" y="2349"/>
                    <a:pt x="56936" y="2352"/>
                  </a:cubicBezTo>
                  <a:cubicBezTo>
                    <a:pt x="57352" y="2257"/>
                    <a:pt x="57769" y="2174"/>
                    <a:pt x="58186" y="2102"/>
                  </a:cubicBezTo>
                  <a:cubicBezTo>
                    <a:pt x="59694" y="1815"/>
                    <a:pt x="61221" y="1742"/>
                    <a:pt x="62754" y="1742"/>
                  </a:cubicBezTo>
                  <a:cubicBezTo>
                    <a:pt x="64365" y="1742"/>
                    <a:pt x="65982" y="1823"/>
                    <a:pt x="67591" y="1823"/>
                  </a:cubicBezTo>
                  <a:cubicBezTo>
                    <a:pt x="68260" y="1823"/>
                    <a:pt x="68927" y="1809"/>
                    <a:pt x="69592" y="1769"/>
                  </a:cubicBezTo>
                  <a:cubicBezTo>
                    <a:pt x="69783" y="1757"/>
                    <a:pt x="69973" y="1757"/>
                    <a:pt x="70164" y="1745"/>
                  </a:cubicBezTo>
                  <a:cubicBezTo>
                    <a:pt x="70628" y="1662"/>
                    <a:pt x="71104" y="1579"/>
                    <a:pt x="71568" y="1495"/>
                  </a:cubicBezTo>
                  <a:cubicBezTo>
                    <a:pt x="71866" y="1444"/>
                    <a:pt x="72462" y="1409"/>
                    <a:pt x="73288" y="1409"/>
                  </a:cubicBezTo>
                  <a:cubicBezTo>
                    <a:pt x="74577" y="1409"/>
                    <a:pt x="76427" y="1494"/>
                    <a:pt x="78581" y="1733"/>
                  </a:cubicBezTo>
                  <a:cubicBezTo>
                    <a:pt x="84231" y="2362"/>
                    <a:pt x="91464" y="2627"/>
                    <a:pt x="92912" y="2627"/>
                  </a:cubicBezTo>
                  <a:cubicBezTo>
                    <a:pt x="92944" y="2627"/>
                    <a:pt x="92973" y="2627"/>
                    <a:pt x="93000" y="2626"/>
                  </a:cubicBezTo>
                  <a:cubicBezTo>
                    <a:pt x="93216" y="2624"/>
                    <a:pt x="93436" y="2623"/>
                    <a:pt x="93660" y="2623"/>
                  </a:cubicBezTo>
                  <a:cubicBezTo>
                    <a:pt x="95619" y="2623"/>
                    <a:pt x="97850" y="2701"/>
                    <a:pt x="99787" y="2701"/>
                  </a:cubicBezTo>
                  <a:cubicBezTo>
                    <a:pt x="101106" y="2701"/>
                    <a:pt x="102288" y="2665"/>
                    <a:pt x="103156" y="2543"/>
                  </a:cubicBezTo>
                  <a:cubicBezTo>
                    <a:pt x="104576" y="2376"/>
                    <a:pt x="106010" y="2345"/>
                    <a:pt x="107442" y="2345"/>
                  </a:cubicBezTo>
                  <a:cubicBezTo>
                    <a:pt x="107955" y="2345"/>
                    <a:pt x="108467" y="2349"/>
                    <a:pt x="108978" y="2352"/>
                  </a:cubicBezTo>
                  <a:cubicBezTo>
                    <a:pt x="109383" y="2269"/>
                    <a:pt x="109799" y="2174"/>
                    <a:pt x="110216" y="2102"/>
                  </a:cubicBezTo>
                  <a:cubicBezTo>
                    <a:pt x="111729" y="1815"/>
                    <a:pt x="113259" y="1742"/>
                    <a:pt x="114793" y="1742"/>
                  </a:cubicBezTo>
                  <a:cubicBezTo>
                    <a:pt x="116405" y="1742"/>
                    <a:pt x="118021" y="1823"/>
                    <a:pt x="119627" y="1823"/>
                  </a:cubicBezTo>
                  <a:cubicBezTo>
                    <a:pt x="120294" y="1823"/>
                    <a:pt x="120960" y="1809"/>
                    <a:pt x="121622" y="1769"/>
                  </a:cubicBezTo>
                  <a:cubicBezTo>
                    <a:pt x="121813" y="1769"/>
                    <a:pt x="122003" y="1757"/>
                    <a:pt x="122206" y="1745"/>
                  </a:cubicBezTo>
                  <a:cubicBezTo>
                    <a:pt x="122670" y="1662"/>
                    <a:pt x="123134" y="1579"/>
                    <a:pt x="123599" y="1495"/>
                  </a:cubicBezTo>
                  <a:cubicBezTo>
                    <a:pt x="123896" y="1444"/>
                    <a:pt x="124492" y="1409"/>
                    <a:pt x="125318" y="1409"/>
                  </a:cubicBezTo>
                  <a:cubicBezTo>
                    <a:pt x="126607" y="1409"/>
                    <a:pt x="128457" y="1494"/>
                    <a:pt x="130612" y="1733"/>
                  </a:cubicBezTo>
                  <a:cubicBezTo>
                    <a:pt x="136168" y="2351"/>
                    <a:pt x="143228" y="2628"/>
                    <a:pt x="144867" y="2628"/>
                  </a:cubicBezTo>
                  <a:cubicBezTo>
                    <a:pt x="144934" y="2628"/>
                    <a:pt x="144993" y="2627"/>
                    <a:pt x="145042" y="2626"/>
                  </a:cubicBezTo>
                  <a:cubicBezTo>
                    <a:pt x="145259" y="2624"/>
                    <a:pt x="145480" y="2623"/>
                    <a:pt x="145704" y="2623"/>
                  </a:cubicBezTo>
                  <a:cubicBezTo>
                    <a:pt x="147673" y="2623"/>
                    <a:pt x="149922" y="2701"/>
                    <a:pt x="151867" y="2701"/>
                  </a:cubicBezTo>
                  <a:cubicBezTo>
                    <a:pt x="153192" y="2701"/>
                    <a:pt x="154375" y="2665"/>
                    <a:pt x="155234" y="2543"/>
                  </a:cubicBezTo>
                  <a:cubicBezTo>
                    <a:pt x="156646" y="2376"/>
                    <a:pt x="158064" y="2345"/>
                    <a:pt x="159479" y="2345"/>
                  </a:cubicBezTo>
                  <a:cubicBezTo>
                    <a:pt x="159985" y="2345"/>
                    <a:pt x="160491" y="2349"/>
                    <a:pt x="160996" y="2352"/>
                  </a:cubicBezTo>
                  <a:cubicBezTo>
                    <a:pt x="161413" y="2269"/>
                    <a:pt x="161830" y="2186"/>
                    <a:pt x="162235" y="2102"/>
                  </a:cubicBezTo>
                  <a:cubicBezTo>
                    <a:pt x="163740" y="1817"/>
                    <a:pt x="165262" y="1742"/>
                    <a:pt x="166788" y="1742"/>
                  </a:cubicBezTo>
                  <a:cubicBezTo>
                    <a:pt x="168441" y="1742"/>
                    <a:pt x="170100" y="1830"/>
                    <a:pt x="171747" y="1830"/>
                  </a:cubicBezTo>
                  <a:cubicBezTo>
                    <a:pt x="172380" y="1830"/>
                    <a:pt x="173012" y="1817"/>
                    <a:pt x="173641" y="1781"/>
                  </a:cubicBezTo>
                  <a:cubicBezTo>
                    <a:pt x="173843" y="1769"/>
                    <a:pt x="174034" y="1757"/>
                    <a:pt x="174224" y="1745"/>
                  </a:cubicBezTo>
                  <a:cubicBezTo>
                    <a:pt x="174689" y="1662"/>
                    <a:pt x="175165" y="1579"/>
                    <a:pt x="175629" y="1495"/>
                  </a:cubicBezTo>
                  <a:cubicBezTo>
                    <a:pt x="175920" y="1445"/>
                    <a:pt x="176495" y="1413"/>
                    <a:pt x="177291" y="1413"/>
                  </a:cubicBezTo>
                  <a:cubicBezTo>
                    <a:pt x="178578" y="1413"/>
                    <a:pt x="180445" y="1498"/>
                    <a:pt x="182630" y="1733"/>
                  </a:cubicBezTo>
                  <a:cubicBezTo>
                    <a:pt x="188186" y="2351"/>
                    <a:pt x="195257" y="2628"/>
                    <a:pt x="196886" y="2628"/>
                  </a:cubicBezTo>
                  <a:cubicBezTo>
                    <a:pt x="196954" y="2628"/>
                    <a:pt x="197012" y="2627"/>
                    <a:pt x="197060" y="2626"/>
                  </a:cubicBezTo>
                  <a:cubicBezTo>
                    <a:pt x="197274" y="2624"/>
                    <a:pt x="197493" y="2623"/>
                    <a:pt x="197714" y="2623"/>
                  </a:cubicBezTo>
                  <a:cubicBezTo>
                    <a:pt x="199691" y="2623"/>
                    <a:pt x="201944" y="2704"/>
                    <a:pt x="203894" y="2704"/>
                  </a:cubicBezTo>
                  <a:cubicBezTo>
                    <a:pt x="205168" y="2704"/>
                    <a:pt x="206314" y="2669"/>
                    <a:pt x="207169" y="2555"/>
                  </a:cubicBezTo>
                  <a:cubicBezTo>
                    <a:pt x="208621" y="2378"/>
                    <a:pt x="210079" y="2346"/>
                    <a:pt x="211534" y="2346"/>
                  </a:cubicBezTo>
                  <a:cubicBezTo>
                    <a:pt x="212036" y="2346"/>
                    <a:pt x="212538" y="2349"/>
                    <a:pt x="213039" y="2352"/>
                  </a:cubicBezTo>
                  <a:cubicBezTo>
                    <a:pt x="213455" y="2269"/>
                    <a:pt x="213872" y="2186"/>
                    <a:pt x="214289" y="2102"/>
                  </a:cubicBezTo>
                  <a:cubicBezTo>
                    <a:pt x="215794" y="1817"/>
                    <a:pt x="217314" y="1742"/>
                    <a:pt x="218839" y="1742"/>
                  </a:cubicBezTo>
                  <a:cubicBezTo>
                    <a:pt x="220490" y="1742"/>
                    <a:pt x="222148" y="1830"/>
                    <a:pt x="223797" y="1830"/>
                  </a:cubicBezTo>
                  <a:cubicBezTo>
                    <a:pt x="224431" y="1830"/>
                    <a:pt x="225064" y="1817"/>
                    <a:pt x="225695" y="1781"/>
                  </a:cubicBezTo>
                  <a:cubicBezTo>
                    <a:pt x="225885" y="1769"/>
                    <a:pt x="226076" y="1757"/>
                    <a:pt x="226266" y="1745"/>
                  </a:cubicBezTo>
                  <a:cubicBezTo>
                    <a:pt x="226743" y="1662"/>
                    <a:pt x="227207" y="1579"/>
                    <a:pt x="227671" y="1495"/>
                  </a:cubicBezTo>
                  <a:cubicBezTo>
                    <a:pt x="227960" y="1446"/>
                    <a:pt x="228527" y="1413"/>
                    <a:pt x="229313" y="1413"/>
                  </a:cubicBezTo>
                  <a:cubicBezTo>
                    <a:pt x="230605" y="1413"/>
                    <a:pt x="232486" y="1501"/>
                    <a:pt x="234684" y="1745"/>
                  </a:cubicBezTo>
                  <a:cubicBezTo>
                    <a:pt x="240339" y="2363"/>
                    <a:pt x="247580" y="2639"/>
                    <a:pt x="249019" y="2639"/>
                  </a:cubicBezTo>
                  <a:cubicBezTo>
                    <a:pt x="249049" y="2639"/>
                    <a:pt x="249077" y="2638"/>
                    <a:pt x="249103" y="2638"/>
                  </a:cubicBezTo>
                  <a:cubicBezTo>
                    <a:pt x="249390" y="2634"/>
                    <a:pt x="249684" y="2632"/>
                    <a:pt x="249985" y="2632"/>
                  </a:cubicBezTo>
                  <a:cubicBezTo>
                    <a:pt x="251902" y="2632"/>
                    <a:pt x="254051" y="2706"/>
                    <a:pt x="255921" y="2706"/>
                  </a:cubicBezTo>
                  <a:cubicBezTo>
                    <a:pt x="257111" y="2706"/>
                    <a:pt x="258188" y="2676"/>
                    <a:pt x="259020" y="2579"/>
                  </a:cubicBezTo>
                  <a:lnTo>
                    <a:pt x="259020" y="2591"/>
                  </a:lnTo>
                  <a:cubicBezTo>
                    <a:pt x="260571" y="2382"/>
                    <a:pt x="262129" y="2346"/>
                    <a:pt x="263683" y="2346"/>
                  </a:cubicBezTo>
                  <a:cubicBezTo>
                    <a:pt x="264169" y="2346"/>
                    <a:pt x="264655" y="2350"/>
                    <a:pt x="265140" y="2352"/>
                  </a:cubicBezTo>
                  <a:cubicBezTo>
                    <a:pt x="265557" y="2269"/>
                    <a:pt x="265974" y="2186"/>
                    <a:pt x="266379" y="2102"/>
                  </a:cubicBezTo>
                  <a:cubicBezTo>
                    <a:pt x="267889" y="1820"/>
                    <a:pt x="269418" y="1748"/>
                    <a:pt x="270950" y="1748"/>
                  </a:cubicBezTo>
                  <a:cubicBezTo>
                    <a:pt x="272585" y="1748"/>
                    <a:pt x="274225" y="1830"/>
                    <a:pt x="275853" y="1830"/>
                  </a:cubicBezTo>
                  <a:cubicBezTo>
                    <a:pt x="276499" y="1830"/>
                    <a:pt x="277143" y="1817"/>
                    <a:pt x="277785" y="1781"/>
                  </a:cubicBezTo>
                  <a:cubicBezTo>
                    <a:pt x="277987" y="1769"/>
                    <a:pt x="278178" y="1757"/>
                    <a:pt x="278368" y="1745"/>
                  </a:cubicBezTo>
                  <a:cubicBezTo>
                    <a:pt x="278832" y="1662"/>
                    <a:pt x="279297" y="1579"/>
                    <a:pt x="279773" y="1495"/>
                  </a:cubicBezTo>
                  <a:cubicBezTo>
                    <a:pt x="280069" y="1449"/>
                    <a:pt x="280654" y="1416"/>
                    <a:pt x="281464" y="1416"/>
                  </a:cubicBezTo>
                  <a:cubicBezTo>
                    <a:pt x="282545" y="1416"/>
                    <a:pt x="284027" y="1475"/>
                    <a:pt x="285762" y="1638"/>
                  </a:cubicBezTo>
                  <a:lnTo>
                    <a:pt x="285762" y="197"/>
                  </a:lnTo>
                  <a:cubicBezTo>
                    <a:pt x="283635" y="82"/>
                    <a:pt x="281789" y="5"/>
                    <a:pt x="280562" y="5"/>
                  </a:cubicBezTo>
                  <a:cubicBezTo>
                    <a:pt x="280270" y="5"/>
                    <a:pt x="280014" y="10"/>
                    <a:pt x="279797" y="19"/>
                  </a:cubicBezTo>
                  <a:lnTo>
                    <a:pt x="279809" y="19"/>
                  </a:lnTo>
                  <a:cubicBezTo>
                    <a:pt x="272998" y="340"/>
                    <a:pt x="266152" y="269"/>
                    <a:pt x="259413" y="1221"/>
                  </a:cubicBezTo>
                  <a:lnTo>
                    <a:pt x="259413" y="1209"/>
                  </a:lnTo>
                  <a:cubicBezTo>
                    <a:pt x="258500" y="1355"/>
                    <a:pt x="257639" y="1405"/>
                    <a:pt x="256803" y="1405"/>
                  </a:cubicBezTo>
                  <a:cubicBezTo>
                    <a:pt x="254953" y="1405"/>
                    <a:pt x="253226" y="1159"/>
                    <a:pt x="251319" y="1159"/>
                  </a:cubicBezTo>
                  <a:cubicBezTo>
                    <a:pt x="251204" y="1159"/>
                    <a:pt x="251088" y="1160"/>
                    <a:pt x="250972" y="1162"/>
                  </a:cubicBezTo>
                  <a:cubicBezTo>
                    <a:pt x="250907" y="1163"/>
                    <a:pt x="250838" y="1163"/>
                    <a:pt x="250766" y="1163"/>
                  </a:cubicBezTo>
                  <a:cubicBezTo>
                    <a:pt x="246887" y="1163"/>
                    <a:pt x="233281" y="3"/>
                    <a:pt x="228532" y="3"/>
                  </a:cubicBezTo>
                  <a:cubicBezTo>
                    <a:pt x="228216" y="3"/>
                    <a:pt x="227939" y="8"/>
                    <a:pt x="227707" y="19"/>
                  </a:cubicBezTo>
                  <a:cubicBezTo>
                    <a:pt x="220754" y="352"/>
                    <a:pt x="213753" y="257"/>
                    <a:pt x="206871" y="1281"/>
                  </a:cubicBezTo>
                  <a:cubicBezTo>
                    <a:pt x="206131" y="1374"/>
                    <a:pt x="205425" y="1408"/>
                    <a:pt x="204736" y="1408"/>
                  </a:cubicBezTo>
                  <a:cubicBezTo>
                    <a:pt x="202875" y="1408"/>
                    <a:pt x="201139" y="1160"/>
                    <a:pt x="199211" y="1160"/>
                  </a:cubicBezTo>
                  <a:cubicBezTo>
                    <a:pt x="199118" y="1160"/>
                    <a:pt x="199024" y="1161"/>
                    <a:pt x="198930" y="1162"/>
                  </a:cubicBezTo>
                  <a:cubicBezTo>
                    <a:pt x="198864" y="1163"/>
                    <a:pt x="198796" y="1163"/>
                    <a:pt x="198724" y="1163"/>
                  </a:cubicBezTo>
                  <a:cubicBezTo>
                    <a:pt x="194844" y="1163"/>
                    <a:pt x="181228" y="3"/>
                    <a:pt x="176478" y="3"/>
                  </a:cubicBezTo>
                  <a:cubicBezTo>
                    <a:pt x="176162" y="3"/>
                    <a:pt x="175885" y="8"/>
                    <a:pt x="175653" y="19"/>
                  </a:cubicBezTo>
                  <a:cubicBezTo>
                    <a:pt x="168712" y="352"/>
                    <a:pt x="161711" y="257"/>
                    <a:pt x="154829" y="1281"/>
                  </a:cubicBezTo>
                  <a:cubicBezTo>
                    <a:pt x="154089" y="1374"/>
                    <a:pt x="153383" y="1408"/>
                    <a:pt x="152694" y="1408"/>
                  </a:cubicBezTo>
                  <a:cubicBezTo>
                    <a:pt x="150833" y="1408"/>
                    <a:pt x="149099" y="1160"/>
                    <a:pt x="147179" y="1160"/>
                  </a:cubicBezTo>
                  <a:cubicBezTo>
                    <a:pt x="147086" y="1160"/>
                    <a:pt x="146993" y="1161"/>
                    <a:pt x="146899" y="1162"/>
                  </a:cubicBezTo>
                  <a:cubicBezTo>
                    <a:pt x="146834" y="1163"/>
                    <a:pt x="146765" y="1163"/>
                    <a:pt x="146693" y="1163"/>
                  </a:cubicBezTo>
                  <a:cubicBezTo>
                    <a:pt x="142814" y="1163"/>
                    <a:pt x="129209" y="3"/>
                    <a:pt x="124459" y="3"/>
                  </a:cubicBezTo>
                  <a:cubicBezTo>
                    <a:pt x="124143" y="3"/>
                    <a:pt x="123867" y="8"/>
                    <a:pt x="123635" y="19"/>
                  </a:cubicBezTo>
                  <a:cubicBezTo>
                    <a:pt x="116681" y="352"/>
                    <a:pt x="109680" y="257"/>
                    <a:pt x="102810" y="1281"/>
                  </a:cubicBezTo>
                  <a:cubicBezTo>
                    <a:pt x="102068" y="1374"/>
                    <a:pt x="101359" y="1408"/>
                    <a:pt x="100668" y="1408"/>
                  </a:cubicBezTo>
                  <a:cubicBezTo>
                    <a:pt x="98803" y="1408"/>
                    <a:pt x="97069" y="1160"/>
                    <a:pt x="95149" y="1160"/>
                  </a:cubicBezTo>
                  <a:cubicBezTo>
                    <a:pt x="95056" y="1160"/>
                    <a:pt x="94963" y="1161"/>
                    <a:pt x="94869" y="1162"/>
                  </a:cubicBezTo>
                  <a:cubicBezTo>
                    <a:pt x="94804" y="1163"/>
                    <a:pt x="94735" y="1163"/>
                    <a:pt x="94663" y="1163"/>
                  </a:cubicBezTo>
                  <a:cubicBezTo>
                    <a:pt x="90784" y="1163"/>
                    <a:pt x="77168" y="3"/>
                    <a:pt x="72417" y="3"/>
                  </a:cubicBezTo>
                  <a:cubicBezTo>
                    <a:pt x="72101" y="3"/>
                    <a:pt x="71824" y="8"/>
                    <a:pt x="71592" y="19"/>
                  </a:cubicBezTo>
                  <a:cubicBezTo>
                    <a:pt x="64770" y="340"/>
                    <a:pt x="57900" y="269"/>
                    <a:pt x="51137" y="1233"/>
                  </a:cubicBezTo>
                  <a:lnTo>
                    <a:pt x="51137" y="1209"/>
                  </a:lnTo>
                  <a:cubicBezTo>
                    <a:pt x="50223" y="1355"/>
                    <a:pt x="49363" y="1405"/>
                    <a:pt x="48530" y="1405"/>
                  </a:cubicBezTo>
                  <a:cubicBezTo>
                    <a:pt x="46647" y="1405"/>
                    <a:pt x="44897" y="1148"/>
                    <a:pt x="42947" y="1148"/>
                  </a:cubicBezTo>
                  <a:cubicBezTo>
                    <a:pt x="42860" y="1148"/>
                    <a:pt x="42772" y="1149"/>
                    <a:pt x="42684" y="1150"/>
                  </a:cubicBezTo>
                  <a:cubicBezTo>
                    <a:pt x="42604" y="1151"/>
                    <a:pt x="42518" y="1152"/>
                    <a:pt x="42427" y="1152"/>
                  </a:cubicBezTo>
                  <a:cubicBezTo>
                    <a:pt x="38506" y="1152"/>
                    <a:pt x="25071" y="1"/>
                    <a:pt x="202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9"/>
            <p:cNvSpPr/>
            <p:nvPr/>
          </p:nvSpPr>
          <p:spPr>
            <a:xfrm rot="10800000" flipH="1">
              <a:off x="-13734" y="5193975"/>
              <a:ext cx="9164419" cy="92000"/>
            </a:xfrm>
            <a:custGeom>
              <a:avLst/>
              <a:gdLst/>
              <a:ahLst/>
              <a:cxnLst/>
              <a:rect l="l" t="t" r="r" b="b"/>
              <a:pathLst>
                <a:path w="285763" h="3680" extrusionOk="0">
                  <a:moveTo>
                    <a:pt x="31183" y="0"/>
                  </a:moveTo>
                  <a:cubicBezTo>
                    <a:pt x="29856" y="89"/>
                    <a:pt x="28529" y="117"/>
                    <a:pt x="27202" y="117"/>
                  </a:cubicBezTo>
                  <a:cubicBezTo>
                    <a:pt x="25170" y="117"/>
                    <a:pt x="23138" y="53"/>
                    <a:pt x="21106" y="53"/>
                  </a:cubicBezTo>
                  <a:cubicBezTo>
                    <a:pt x="20750" y="53"/>
                    <a:pt x="20395" y="55"/>
                    <a:pt x="20039" y="60"/>
                  </a:cubicBezTo>
                  <a:cubicBezTo>
                    <a:pt x="18075" y="95"/>
                    <a:pt x="16110" y="167"/>
                    <a:pt x="14146" y="345"/>
                  </a:cubicBezTo>
                  <a:cubicBezTo>
                    <a:pt x="12181" y="524"/>
                    <a:pt x="10228" y="846"/>
                    <a:pt x="8276" y="1203"/>
                  </a:cubicBezTo>
                  <a:cubicBezTo>
                    <a:pt x="5525" y="1703"/>
                    <a:pt x="2763" y="2215"/>
                    <a:pt x="1" y="2227"/>
                  </a:cubicBezTo>
                  <a:lnTo>
                    <a:pt x="1" y="3334"/>
                  </a:lnTo>
                  <a:cubicBezTo>
                    <a:pt x="3085" y="2893"/>
                    <a:pt x="6180" y="2477"/>
                    <a:pt x="9288" y="2131"/>
                  </a:cubicBezTo>
                  <a:cubicBezTo>
                    <a:pt x="13038" y="1703"/>
                    <a:pt x="16801" y="1393"/>
                    <a:pt x="20575" y="1250"/>
                  </a:cubicBezTo>
                  <a:cubicBezTo>
                    <a:pt x="21852" y="1202"/>
                    <a:pt x="23130" y="1184"/>
                    <a:pt x="24407" y="1184"/>
                  </a:cubicBezTo>
                  <a:cubicBezTo>
                    <a:pt x="26916" y="1184"/>
                    <a:pt x="29425" y="1255"/>
                    <a:pt x="31933" y="1310"/>
                  </a:cubicBezTo>
                  <a:cubicBezTo>
                    <a:pt x="37380" y="1425"/>
                    <a:pt x="43506" y="3679"/>
                    <a:pt x="48643" y="3679"/>
                  </a:cubicBezTo>
                  <a:cubicBezTo>
                    <a:pt x="49356" y="3679"/>
                    <a:pt x="50051" y="3635"/>
                    <a:pt x="50722" y="3536"/>
                  </a:cubicBezTo>
                  <a:lnTo>
                    <a:pt x="50722" y="3548"/>
                  </a:lnTo>
                  <a:cubicBezTo>
                    <a:pt x="54293" y="3024"/>
                    <a:pt x="57865" y="2524"/>
                    <a:pt x="61461" y="2131"/>
                  </a:cubicBezTo>
                  <a:cubicBezTo>
                    <a:pt x="65211" y="1715"/>
                    <a:pt x="68974" y="1393"/>
                    <a:pt x="72748" y="1250"/>
                  </a:cubicBezTo>
                  <a:cubicBezTo>
                    <a:pt x="73980" y="1204"/>
                    <a:pt x="75211" y="1186"/>
                    <a:pt x="76443" y="1186"/>
                  </a:cubicBezTo>
                  <a:cubicBezTo>
                    <a:pt x="78997" y="1186"/>
                    <a:pt x="81552" y="1262"/>
                    <a:pt x="84107" y="1310"/>
                  </a:cubicBezTo>
                  <a:cubicBezTo>
                    <a:pt x="89549" y="1423"/>
                    <a:pt x="95673" y="3679"/>
                    <a:pt x="100814" y="3679"/>
                  </a:cubicBezTo>
                  <a:cubicBezTo>
                    <a:pt x="101634" y="3679"/>
                    <a:pt x="102429" y="3621"/>
                    <a:pt x="103192" y="3489"/>
                  </a:cubicBezTo>
                  <a:cubicBezTo>
                    <a:pt x="106609" y="2977"/>
                    <a:pt x="110050" y="2512"/>
                    <a:pt x="113491" y="2131"/>
                  </a:cubicBezTo>
                  <a:cubicBezTo>
                    <a:pt x="117242" y="1715"/>
                    <a:pt x="121004" y="1393"/>
                    <a:pt x="124778" y="1250"/>
                  </a:cubicBezTo>
                  <a:cubicBezTo>
                    <a:pt x="126014" y="1204"/>
                    <a:pt x="127247" y="1186"/>
                    <a:pt x="128478" y="1186"/>
                  </a:cubicBezTo>
                  <a:cubicBezTo>
                    <a:pt x="131033" y="1186"/>
                    <a:pt x="133582" y="1262"/>
                    <a:pt x="136137" y="1310"/>
                  </a:cubicBezTo>
                  <a:cubicBezTo>
                    <a:pt x="141589" y="1423"/>
                    <a:pt x="147706" y="3679"/>
                    <a:pt x="152845" y="3679"/>
                  </a:cubicBezTo>
                  <a:cubicBezTo>
                    <a:pt x="153664" y="3679"/>
                    <a:pt x="154459" y="3621"/>
                    <a:pt x="155223" y="3489"/>
                  </a:cubicBezTo>
                  <a:cubicBezTo>
                    <a:pt x="158652" y="2977"/>
                    <a:pt x="162081" y="2512"/>
                    <a:pt x="165522" y="2131"/>
                  </a:cubicBezTo>
                  <a:cubicBezTo>
                    <a:pt x="169272" y="1715"/>
                    <a:pt x="173034" y="1393"/>
                    <a:pt x="176809" y="1250"/>
                  </a:cubicBezTo>
                  <a:cubicBezTo>
                    <a:pt x="178040" y="1204"/>
                    <a:pt x="179272" y="1186"/>
                    <a:pt x="180503" y="1186"/>
                  </a:cubicBezTo>
                  <a:cubicBezTo>
                    <a:pt x="183058" y="1186"/>
                    <a:pt x="185613" y="1262"/>
                    <a:pt x="188167" y="1310"/>
                  </a:cubicBezTo>
                  <a:cubicBezTo>
                    <a:pt x="193609" y="1423"/>
                    <a:pt x="199733" y="3679"/>
                    <a:pt x="204874" y="3679"/>
                  </a:cubicBezTo>
                  <a:cubicBezTo>
                    <a:pt x="205695" y="3679"/>
                    <a:pt x="206490" y="3621"/>
                    <a:pt x="207253" y="3489"/>
                  </a:cubicBezTo>
                  <a:cubicBezTo>
                    <a:pt x="210682" y="2989"/>
                    <a:pt x="214111" y="2512"/>
                    <a:pt x="217564" y="2131"/>
                  </a:cubicBezTo>
                  <a:cubicBezTo>
                    <a:pt x="221314" y="1715"/>
                    <a:pt x="225077" y="1393"/>
                    <a:pt x="228851" y="1250"/>
                  </a:cubicBezTo>
                  <a:cubicBezTo>
                    <a:pt x="230086" y="1204"/>
                    <a:pt x="231319" y="1186"/>
                    <a:pt x="232551" y="1186"/>
                  </a:cubicBezTo>
                  <a:cubicBezTo>
                    <a:pt x="235106" y="1186"/>
                    <a:pt x="237655" y="1262"/>
                    <a:pt x="240210" y="1310"/>
                  </a:cubicBezTo>
                  <a:cubicBezTo>
                    <a:pt x="245659" y="1425"/>
                    <a:pt x="251785" y="3680"/>
                    <a:pt x="256921" y="3680"/>
                  </a:cubicBezTo>
                  <a:cubicBezTo>
                    <a:pt x="257608" y="3680"/>
                    <a:pt x="258278" y="3640"/>
                    <a:pt x="258926" y="3548"/>
                  </a:cubicBezTo>
                  <a:cubicBezTo>
                    <a:pt x="262498" y="3024"/>
                    <a:pt x="266082" y="2524"/>
                    <a:pt x="269666" y="2131"/>
                  </a:cubicBezTo>
                  <a:cubicBezTo>
                    <a:pt x="273416" y="1715"/>
                    <a:pt x="277178" y="1393"/>
                    <a:pt x="280953" y="1250"/>
                  </a:cubicBezTo>
                  <a:cubicBezTo>
                    <a:pt x="282199" y="1204"/>
                    <a:pt x="283445" y="1187"/>
                    <a:pt x="284685" y="1187"/>
                  </a:cubicBezTo>
                  <a:cubicBezTo>
                    <a:pt x="285045" y="1187"/>
                    <a:pt x="285404" y="1188"/>
                    <a:pt x="285763" y="1191"/>
                  </a:cubicBezTo>
                  <a:lnTo>
                    <a:pt x="285763" y="107"/>
                  </a:lnTo>
                  <a:cubicBezTo>
                    <a:pt x="284401" y="89"/>
                    <a:pt x="283032" y="64"/>
                    <a:pt x="281662" y="64"/>
                  </a:cubicBezTo>
                  <a:cubicBezTo>
                    <a:pt x="281247" y="64"/>
                    <a:pt x="280832" y="66"/>
                    <a:pt x="280417" y="72"/>
                  </a:cubicBezTo>
                  <a:lnTo>
                    <a:pt x="280405" y="60"/>
                  </a:lnTo>
                  <a:cubicBezTo>
                    <a:pt x="278440" y="95"/>
                    <a:pt x="276476" y="167"/>
                    <a:pt x="274511" y="345"/>
                  </a:cubicBezTo>
                  <a:cubicBezTo>
                    <a:pt x="272547" y="524"/>
                    <a:pt x="270594" y="846"/>
                    <a:pt x="268654" y="1203"/>
                  </a:cubicBezTo>
                  <a:cubicBezTo>
                    <a:pt x="265882" y="1707"/>
                    <a:pt x="263092" y="2220"/>
                    <a:pt x="260307" y="2220"/>
                  </a:cubicBezTo>
                  <a:cubicBezTo>
                    <a:pt x="259934" y="2220"/>
                    <a:pt x="259561" y="2211"/>
                    <a:pt x="259188" y="2191"/>
                  </a:cubicBezTo>
                  <a:cubicBezTo>
                    <a:pt x="255747" y="2000"/>
                    <a:pt x="251890" y="750"/>
                    <a:pt x="248258" y="584"/>
                  </a:cubicBezTo>
                  <a:cubicBezTo>
                    <a:pt x="245317" y="465"/>
                    <a:pt x="242388" y="214"/>
                    <a:pt x="239448" y="0"/>
                  </a:cubicBezTo>
                  <a:cubicBezTo>
                    <a:pt x="238125" y="89"/>
                    <a:pt x="236799" y="117"/>
                    <a:pt x="235472" y="117"/>
                  </a:cubicBezTo>
                  <a:cubicBezTo>
                    <a:pt x="233440" y="117"/>
                    <a:pt x="231407" y="53"/>
                    <a:pt x="229379" y="53"/>
                  </a:cubicBezTo>
                  <a:cubicBezTo>
                    <a:pt x="229024" y="53"/>
                    <a:pt x="228670" y="55"/>
                    <a:pt x="228315" y="60"/>
                  </a:cubicBezTo>
                  <a:cubicBezTo>
                    <a:pt x="226351" y="95"/>
                    <a:pt x="224374" y="167"/>
                    <a:pt x="222410" y="345"/>
                  </a:cubicBezTo>
                  <a:cubicBezTo>
                    <a:pt x="220457" y="524"/>
                    <a:pt x="218504" y="846"/>
                    <a:pt x="216552" y="1203"/>
                  </a:cubicBezTo>
                  <a:cubicBezTo>
                    <a:pt x="213785" y="1710"/>
                    <a:pt x="210999" y="2217"/>
                    <a:pt x="208211" y="2217"/>
                  </a:cubicBezTo>
                  <a:cubicBezTo>
                    <a:pt x="207856" y="2217"/>
                    <a:pt x="207501" y="2208"/>
                    <a:pt x="207146" y="2191"/>
                  </a:cubicBezTo>
                  <a:cubicBezTo>
                    <a:pt x="203705" y="2000"/>
                    <a:pt x="199847" y="750"/>
                    <a:pt x="196216" y="584"/>
                  </a:cubicBezTo>
                  <a:cubicBezTo>
                    <a:pt x="193275" y="465"/>
                    <a:pt x="190346" y="214"/>
                    <a:pt x="187405" y="0"/>
                  </a:cubicBezTo>
                  <a:cubicBezTo>
                    <a:pt x="186082" y="89"/>
                    <a:pt x="184756" y="117"/>
                    <a:pt x="183429" y="117"/>
                  </a:cubicBezTo>
                  <a:cubicBezTo>
                    <a:pt x="181398" y="117"/>
                    <a:pt x="179365" y="53"/>
                    <a:pt x="177337" y="53"/>
                  </a:cubicBezTo>
                  <a:cubicBezTo>
                    <a:pt x="176982" y="53"/>
                    <a:pt x="176627" y="55"/>
                    <a:pt x="176273" y="60"/>
                  </a:cubicBezTo>
                  <a:cubicBezTo>
                    <a:pt x="174308" y="95"/>
                    <a:pt x="172332" y="167"/>
                    <a:pt x="170367" y="345"/>
                  </a:cubicBezTo>
                  <a:cubicBezTo>
                    <a:pt x="168415" y="524"/>
                    <a:pt x="166462" y="846"/>
                    <a:pt x="164510" y="1203"/>
                  </a:cubicBezTo>
                  <a:cubicBezTo>
                    <a:pt x="161742" y="1710"/>
                    <a:pt x="158966" y="2217"/>
                    <a:pt x="156188" y="2217"/>
                  </a:cubicBezTo>
                  <a:cubicBezTo>
                    <a:pt x="155835" y="2217"/>
                    <a:pt x="155481" y="2208"/>
                    <a:pt x="155127" y="2191"/>
                  </a:cubicBezTo>
                  <a:cubicBezTo>
                    <a:pt x="151687" y="2000"/>
                    <a:pt x="147829" y="750"/>
                    <a:pt x="144186" y="584"/>
                  </a:cubicBezTo>
                  <a:cubicBezTo>
                    <a:pt x="141257" y="465"/>
                    <a:pt x="138316" y="214"/>
                    <a:pt x="135387" y="0"/>
                  </a:cubicBezTo>
                  <a:cubicBezTo>
                    <a:pt x="134060" y="89"/>
                    <a:pt x="132732" y="117"/>
                    <a:pt x="131405" y="117"/>
                  </a:cubicBezTo>
                  <a:cubicBezTo>
                    <a:pt x="129373" y="117"/>
                    <a:pt x="127342" y="53"/>
                    <a:pt x="125310" y="53"/>
                  </a:cubicBezTo>
                  <a:cubicBezTo>
                    <a:pt x="124954" y="53"/>
                    <a:pt x="124598" y="55"/>
                    <a:pt x="124243" y="60"/>
                  </a:cubicBezTo>
                  <a:cubicBezTo>
                    <a:pt x="122278" y="95"/>
                    <a:pt x="120314" y="167"/>
                    <a:pt x="118349" y="345"/>
                  </a:cubicBezTo>
                  <a:cubicBezTo>
                    <a:pt x="116385" y="524"/>
                    <a:pt x="114432" y="846"/>
                    <a:pt x="112491" y="1203"/>
                  </a:cubicBezTo>
                  <a:cubicBezTo>
                    <a:pt x="109724" y="1710"/>
                    <a:pt x="106938" y="2217"/>
                    <a:pt x="104158" y="2217"/>
                  </a:cubicBezTo>
                  <a:cubicBezTo>
                    <a:pt x="103805" y="2217"/>
                    <a:pt x="103451" y="2208"/>
                    <a:pt x="103097" y="2191"/>
                  </a:cubicBezTo>
                  <a:cubicBezTo>
                    <a:pt x="99644" y="2000"/>
                    <a:pt x="95799" y="750"/>
                    <a:pt x="92155" y="584"/>
                  </a:cubicBezTo>
                  <a:cubicBezTo>
                    <a:pt x="89214" y="465"/>
                    <a:pt x="86286" y="214"/>
                    <a:pt x="83357" y="0"/>
                  </a:cubicBezTo>
                  <a:cubicBezTo>
                    <a:pt x="82029" y="89"/>
                    <a:pt x="80702" y="117"/>
                    <a:pt x="79375" y="117"/>
                  </a:cubicBezTo>
                  <a:cubicBezTo>
                    <a:pt x="77343" y="117"/>
                    <a:pt x="75311" y="53"/>
                    <a:pt x="73279" y="53"/>
                  </a:cubicBezTo>
                  <a:cubicBezTo>
                    <a:pt x="72924" y="53"/>
                    <a:pt x="72568" y="55"/>
                    <a:pt x="72212" y="60"/>
                  </a:cubicBezTo>
                  <a:cubicBezTo>
                    <a:pt x="70248" y="95"/>
                    <a:pt x="68283" y="167"/>
                    <a:pt x="66319" y="345"/>
                  </a:cubicBezTo>
                  <a:cubicBezTo>
                    <a:pt x="64354" y="524"/>
                    <a:pt x="62402" y="846"/>
                    <a:pt x="60449" y="1203"/>
                  </a:cubicBezTo>
                  <a:cubicBezTo>
                    <a:pt x="57682" y="1713"/>
                    <a:pt x="54889" y="2224"/>
                    <a:pt x="52100" y="2224"/>
                  </a:cubicBezTo>
                  <a:cubicBezTo>
                    <a:pt x="51636" y="2224"/>
                    <a:pt x="51173" y="2210"/>
                    <a:pt x="50710" y="2179"/>
                  </a:cubicBezTo>
                  <a:cubicBezTo>
                    <a:pt x="47328" y="1941"/>
                    <a:pt x="43554" y="738"/>
                    <a:pt x="39982" y="584"/>
                  </a:cubicBezTo>
                  <a:cubicBezTo>
                    <a:pt x="37041" y="465"/>
                    <a:pt x="34112" y="214"/>
                    <a:pt x="311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9"/>
            <p:cNvSpPr/>
            <p:nvPr/>
          </p:nvSpPr>
          <p:spPr>
            <a:xfrm rot="10800000" flipH="1">
              <a:off x="-14087" y="5071050"/>
              <a:ext cx="9164387" cy="51525"/>
            </a:xfrm>
            <a:custGeom>
              <a:avLst/>
              <a:gdLst/>
              <a:ahLst/>
              <a:cxnLst/>
              <a:rect l="l" t="t" r="r" b="b"/>
              <a:pathLst>
                <a:path w="285762" h="2061" extrusionOk="0">
                  <a:moveTo>
                    <a:pt x="285762" y="1"/>
                  </a:moveTo>
                  <a:cubicBezTo>
                    <a:pt x="280678" y="13"/>
                    <a:pt x="273701" y="394"/>
                    <a:pt x="269736" y="608"/>
                  </a:cubicBezTo>
                  <a:cubicBezTo>
                    <a:pt x="268188" y="703"/>
                    <a:pt x="267069" y="763"/>
                    <a:pt x="266676" y="763"/>
                  </a:cubicBezTo>
                  <a:lnTo>
                    <a:pt x="266676" y="775"/>
                  </a:lnTo>
                  <a:cubicBezTo>
                    <a:pt x="266302" y="775"/>
                    <a:pt x="264409" y="866"/>
                    <a:pt x="262946" y="866"/>
                  </a:cubicBezTo>
                  <a:cubicBezTo>
                    <a:pt x="262361" y="866"/>
                    <a:pt x="261844" y="851"/>
                    <a:pt x="261521" y="810"/>
                  </a:cubicBezTo>
                  <a:cubicBezTo>
                    <a:pt x="260848" y="731"/>
                    <a:pt x="260159" y="644"/>
                    <a:pt x="259467" y="644"/>
                  </a:cubicBezTo>
                  <a:cubicBezTo>
                    <a:pt x="259326" y="644"/>
                    <a:pt x="259185" y="647"/>
                    <a:pt x="259044" y="656"/>
                  </a:cubicBezTo>
                  <a:cubicBezTo>
                    <a:pt x="256508" y="727"/>
                    <a:pt x="255377" y="1501"/>
                    <a:pt x="253472" y="1525"/>
                  </a:cubicBezTo>
                  <a:cubicBezTo>
                    <a:pt x="253055" y="1525"/>
                    <a:pt x="252222" y="1406"/>
                    <a:pt x="251067" y="1251"/>
                  </a:cubicBezTo>
                  <a:cubicBezTo>
                    <a:pt x="248269" y="882"/>
                    <a:pt x="243054" y="179"/>
                    <a:pt x="235613" y="24"/>
                  </a:cubicBezTo>
                  <a:cubicBezTo>
                    <a:pt x="235088" y="13"/>
                    <a:pt x="234529" y="8"/>
                    <a:pt x="233942" y="8"/>
                  </a:cubicBezTo>
                  <a:cubicBezTo>
                    <a:pt x="228832" y="8"/>
                    <a:pt x="221672" y="396"/>
                    <a:pt x="217634" y="620"/>
                  </a:cubicBezTo>
                  <a:cubicBezTo>
                    <a:pt x="216087" y="703"/>
                    <a:pt x="214967" y="763"/>
                    <a:pt x="214574" y="775"/>
                  </a:cubicBezTo>
                  <a:cubicBezTo>
                    <a:pt x="214200" y="775"/>
                    <a:pt x="212313" y="866"/>
                    <a:pt x="210849" y="866"/>
                  </a:cubicBezTo>
                  <a:cubicBezTo>
                    <a:pt x="210264" y="866"/>
                    <a:pt x="209746" y="851"/>
                    <a:pt x="209419" y="810"/>
                  </a:cubicBezTo>
                  <a:cubicBezTo>
                    <a:pt x="208746" y="731"/>
                    <a:pt x="208057" y="644"/>
                    <a:pt x="207372" y="644"/>
                  </a:cubicBezTo>
                  <a:cubicBezTo>
                    <a:pt x="207233" y="644"/>
                    <a:pt x="207094" y="647"/>
                    <a:pt x="206954" y="656"/>
                  </a:cubicBezTo>
                  <a:lnTo>
                    <a:pt x="206954" y="667"/>
                  </a:lnTo>
                  <a:cubicBezTo>
                    <a:pt x="204454" y="739"/>
                    <a:pt x="203311" y="1501"/>
                    <a:pt x="201418" y="1525"/>
                  </a:cubicBezTo>
                  <a:cubicBezTo>
                    <a:pt x="201013" y="1525"/>
                    <a:pt x="200180" y="1406"/>
                    <a:pt x="199025" y="1251"/>
                  </a:cubicBezTo>
                  <a:cubicBezTo>
                    <a:pt x="196227" y="882"/>
                    <a:pt x="191012" y="179"/>
                    <a:pt x="183571" y="24"/>
                  </a:cubicBezTo>
                  <a:cubicBezTo>
                    <a:pt x="183045" y="13"/>
                    <a:pt x="182484" y="8"/>
                    <a:pt x="181897" y="8"/>
                  </a:cubicBezTo>
                  <a:cubicBezTo>
                    <a:pt x="176780" y="8"/>
                    <a:pt x="169629" y="396"/>
                    <a:pt x="165592" y="620"/>
                  </a:cubicBezTo>
                  <a:cubicBezTo>
                    <a:pt x="164044" y="703"/>
                    <a:pt x="162925" y="763"/>
                    <a:pt x="162532" y="775"/>
                  </a:cubicBezTo>
                  <a:cubicBezTo>
                    <a:pt x="162158" y="775"/>
                    <a:pt x="160265" y="866"/>
                    <a:pt x="158802" y="866"/>
                  </a:cubicBezTo>
                  <a:cubicBezTo>
                    <a:pt x="158217" y="866"/>
                    <a:pt x="157700" y="851"/>
                    <a:pt x="157377" y="810"/>
                  </a:cubicBezTo>
                  <a:cubicBezTo>
                    <a:pt x="156704" y="731"/>
                    <a:pt x="156015" y="644"/>
                    <a:pt x="155323" y="644"/>
                  </a:cubicBezTo>
                  <a:cubicBezTo>
                    <a:pt x="155182" y="644"/>
                    <a:pt x="155041" y="647"/>
                    <a:pt x="154900" y="656"/>
                  </a:cubicBezTo>
                  <a:lnTo>
                    <a:pt x="154900" y="667"/>
                  </a:lnTo>
                  <a:cubicBezTo>
                    <a:pt x="152412" y="739"/>
                    <a:pt x="151281" y="1513"/>
                    <a:pt x="149400" y="1525"/>
                  </a:cubicBezTo>
                  <a:cubicBezTo>
                    <a:pt x="148983" y="1525"/>
                    <a:pt x="148149" y="1418"/>
                    <a:pt x="146995" y="1263"/>
                  </a:cubicBezTo>
                  <a:cubicBezTo>
                    <a:pt x="144197" y="882"/>
                    <a:pt x="138982" y="179"/>
                    <a:pt x="131540" y="24"/>
                  </a:cubicBezTo>
                  <a:cubicBezTo>
                    <a:pt x="131016" y="13"/>
                    <a:pt x="130456" y="8"/>
                    <a:pt x="129870" y="8"/>
                  </a:cubicBezTo>
                  <a:cubicBezTo>
                    <a:pt x="124759" y="8"/>
                    <a:pt x="117599" y="396"/>
                    <a:pt x="113562" y="620"/>
                  </a:cubicBezTo>
                  <a:cubicBezTo>
                    <a:pt x="112014" y="703"/>
                    <a:pt x="110895" y="763"/>
                    <a:pt x="110514" y="775"/>
                  </a:cubicBezTo>
                  <a:cubicBezTo>
                    <a:pt x="110131" y="775"/>
                    <a:pt x="108242" y="866"/>
                    <a:pt x="106777" y="866"/>
                  </a:cubicBezTo>
                  <a:cubicBezTo>
                    <a:pt x="106191" y="866"/>
                    <a:pt x="105673" y="851"/>
                    <a:pt x="105347" y="810"/>
                  </a:cubicBezTo>
                  <a:cubicBezTo>
                    <a:pt x="104666" y="729"/>
                    <a:pt x="103951" y="648"/>
                    <a:pt x="103246" y="648"/>
                  </a:cubicBezTo>
                  <a:cubicBezTo>
                    <a:pt x="103124" y="648"/>
                    <a:pt x="103003" y="650"/>
                    <a:pt x="102882" y="656"/>
                  </a:cubicBezTo>
                  <a:lnTo>
                    <a:pt x="102882" y="667"/>
                  </a:lnTo>
                  <a:cubicBezTo>
                    <a:pt x="100394" y="739"/>
                    <a:pt x="99251" y="1513"/>
                    <a:pt x="97369" y="1525"/>
                  </a:cubicBezTo>
                  <a:cubicBezTo>
                    <a:pt x="96953" y="1525"/>
                    <a:pt x="96119" y="1418"/>
                    <a:pt x="94964" y="1263"/>
                  </a:cubicBezTo>
                  <a:cubicBezTo>
                    <a:pt x="92166" y="882"/>
                    <a:pt x="86951" y="179"/>
                    <a:pt x="79510" y="24"/>
                  </a:cubicBezTo>
                  <a:cubicBezTo>
                    <a:pt x="78985" y="13"/>
                    <a:pt x="78426" y="8"/>
                    <a:pt x="77839" y="8"/>
                  </a:cubicBezTo>
                  <a:cubicBezTo>
                    <a:pt x="72729" y="8"/>
                    <a:pt x="65569" y="396"/>
                    <a:pt x="61532" y="620"/>
                  </a:cubicBezTo>
                  <a:cubicBezTo>
                    <a:pt x="59984" y="703"/>
                    <a:pt x="58865" y="763"/>
                    <a:pt x="58472" y="775"/>
                  </a:cubicBezTo>
                  <a:cubicBezTo>
                    <a:pt x="58097" y="775"/>
                    <a:pt x="56211" y="866"/>
                    <a:pt x="54746" y="866"/>
                  </a:cubicBezTo>
                  <a:cubicBezTo>
                    <a:pt x="54161" y="866"/>
                    <a:pt x="53643" y="851"/>
                    <a:pt x="53316" y="810"/>
                  </a:cubicBezTo>
                  <a:cubicBezTo>
                    <a:pt x="52626" y="729"/>
                    <a:pt x="51918" y="648"/>
                    <a:pt x="51215" y="648"/>
                  </a:cubicBezTo>
                  <a:cubicBezTo>
                    <a:pt x="51094" y="648"/>
                    <a:pt x="50973" y="650"/>
                    <a:pt x="50852" y="656"/>
                  </a:cubicBezTo>
                  <a:cubicBezTo>
                    <a:pt x="48256" y="715"/>
                    <a:pt x="47113" y="1513"/>
                    <a:pt x="45196" y="1525"/>
                  </a:cubicBezTo>
                  <a:cubicBezTo>
                    <a:pt x="44779" y="1525"/>
                    <a:pt x="43946" y="1418"/>
                    <a:pt x="42791" y="1263"/>
                  </a:cubicBezTo>
                  <a:cubicBezTo>
                    <a:pt x="39993" y="882"/>
                    <a:pt x="34778" y="191"/>
                    <a:pt x="27337" y="24"/>
                  </a:cubicBezTo>
                  <a:cubicBezTo>
                    <a:pt x="26811" y="13"/>
                    <a:pt x="26250" y="8"/>
                    <a:pt x="25663" y="8"/>
                  </a:cubicBezTo>
                  <a:cubicBezTo>
                    <a:pt x="20546" y="8"/>
                    <a:pt x="13395" y="396"/>
                    <a:pt x="9358" y="620"/>
                  </a:cubicBezTo>
                  <a:cubicBezTo>
                    <a:pt x="7811" y="703"/>
                    <a:pt x="6691" y="763"/>
                    <a:pt x="6298" y="775"/>
                  </a:cubicBezTo>
                  <a:cubicBezTo>
                    <a:pt x="5924" y="775"/>
                    <a:pt x="4031" y="866"/>
                    <a:pt x="2568" y="866"/>
                  </a:cubicBezTo>
                  <a:cubicBezTo>
                    <a:pt x="1983" y="866"/>
                    <a:pt x="1466" y="851"/>
                    <a:pt x="1143" y="810"/>
                  </a:cubicBezTo>
                  <a:cubicBezTo>
                    <a:pt x="762" y="775"/>
                    <a:pt x="381" y="727"/>
                    <a:pt x="0" y="691"/>
                  </a:cubicBezTo>
                  <a:lnTo>
                    <a:pt x="0" y="1227"/>
                  </a:lnTo>
                  <a:cubicBezTo>
                    <a:pt x="357" y="1263"/>
                    <a:pt x="726" y="1310"/>
                    <a:pt x="1072" y="1346"/>
                  </a:cubicBezTo>
                  <a:cubicBezTo>
                    <a:pt x="1395" y="1387"/>
                    <a:pt x="1918" y="1401"/>
                    <a:pt x="2513" y="1401"/>
                  </a:cubicBezTo>
                  <a:cubicBezTo>
                    <a:pt x="4001" y="1401"/>
                    <a:pt x="5936" y="1310"/>
                    <a:pt x="6310" y="1310"/>
                  </a:cubicBezTo>
                  <a:cubicBezTo>
                    <a:pt x="6703" y="1298"/>
                    <a:pt x="7834" y="1239"/>
                    <a:pt x="9382" y="1156"/>
                  </a:cubicBezTo>
                  <a:cubicBezTo>
                    <a:pt x="13419" y="931"/>
                    <a:pt x="20561" y="544"/>
                    <a:pt x="25658" y="544"/>
                  </a:cubicBezTo>
                  <a:cubicBezTo>
                    <a:pt x="26243" y="544"/>
                    <a:pt x="26801" y="549"/>
                    <a:pt x="27325" y="560"/>
                  </a:cubicBezTo>
                  <a:cubicBezTo>
                    <a:pt x="34742" y="727"/>
                    <a:pt x="39934" y="1418"/>
                    <a:pt x="42720" y="1787"/>
                  </a:cubicBezTo>
                  <a:cubicBezTo>
                    <a:pt x="43934" y="1953"/>
                    <a:pt x="44744" y="2060"/>
                    <a:pt x="45196" y="2060"/>
                  </a:cubicBezTo>
                  <a:cubicBezTo>
                    <a:pt x="47244" y="2049"/>
                    <a:pt x="48744" y="1191"/>
                    <a:pt x="51173" y="1191"/>
                  </a:cubicBezTo>
                  <a:lnTo>
                    <a:pt x="51173" y="1179"/>
                  </a:lnTo>
                  <a:cubicBezTo>
                    <a:pt x="51852" y="1179"/>
                    <a:pt x="52566" y="1263"/>
                    <a:pt x="53245" y="1346"/>
                  </a:cubicBezTo>
                  <a:cubicBezTo>
                    <a:pt x="53571" y="1387"/>
                    <a:pt x="54096" y="1401"/>
                    <a:pt x="54692" y="1401"/>
                  </a:cubicBezTo>
                  <a:cubicBezTo>
                    <a:pt x="56180" y="1401"/>
                    <a:pt x="58109" y="1310"/>
                    <a:pt x="58484" y="1310"/>
                  </a:cubicBezTo>
                  <a:cubicBezTo>
                    <a:pt x="58888" y="1298"/>
                    <a:pt x="60008" y="1239"/>
                    <a:pt x="61555" y="1156"/>
                  </a:cubicBezTo>
                  <a:cubicBezTo>
                    <a:pt x="65592" y="931"/>
                    <a:pt x="72734" y="544"/>
                    <a:pt x="77831" y="544"/>
                  </a:cubicBezTo>
                  <a:cubicBezTo>
                    <a:pt x="78416" y="544"/>
                    <a:pt x="78975" y="549"/>
                    <a:pt x="79498" y="560"/>
                  </a:cubicBezTo>
                  <a:cubicBezTo>
                    <a:pt x="86916" y="715"/>
                    <a:pt x="92107" y="1418"/>
                    <a:pt x="94893" y="1787"/>
                  </a:cubicBezTo>
                  <a:cubicBezTo>
                    <a:pt x="96107" y="1953"/>
                    <a:pt x="96917" y="2060"/>
                    <a:pt x="97369" y="2060"/>
                  </a:cubicBezTo>
                  <a:cubicBezTo>
                    <a:pt x="99417" y="2049"/>
                    <a:pt x="100917" y="1191"/>
                    <a:pt x="103346" y="1191"/>
                  </a:cubicBezTo>
                  <a:lnTo>
                    <a:pt x="103346" y="1179"/>
                  </a:lnTo>
                  <a:cubicBezTo>
                    <a:pt x="103989" y="1191"/>
                    <a:pt x="104644" y="1263"/>
                    <a:pt x="105287" y="1346"/>
                  </a:cubicBezTo>
                  <a:cubicBezTo>
                    <a:pt x="105603" y="1383"/>
                    <a:pt x="106109" y="1396"/>
                    <a:pt x="106686" y="1396"/>
                  </a:cubicBezTo>
                  <a:cubicBezTo>
                    <a:pt x="108175" y="1396"/>
                    <a:pt x="110136" y="1307"/>
                    <a:pt x="110514" y="1298"/>
                  </a:cubicBezTo>
                  <a:cubicBezTo>
                    <a:pt x="110919" y="1298"/>
                    <a:pt x="112038" y="1239"/>
                    <a:pt x="113598" y="1156"/>
                  </a:cubicBezTo>
                  <a:cubicBezTo>
                    <a:pt x="117624" y="931"/>
                    <a:pt x="124774" y="544"/>
                    <a:pt x="129865" y="544"/>
                  </a:cubicBezTo>
                  <a:cubicBezTo>
                    <a:pt x="130449" y="544"/>
                    <a:pt x="131006" y="549"/>
                    <a:pt x="131528" y="560"/>
                  </a:cubicBezTo>
                  <a:cubicBezTo>
                    <a:pt x="138946" y="715"/>
                    <a:pt x="144137" y="1418"/>
                    <a:pt x="146923" y="1787"/>
                  </a:cubicBezTo>
                  <a:cubicBezTo>
                    <a:pt x="148149" y="1953"/>
                    <a:pt x="148959" y="2060"/>
                    <a:pt x="149400" y="2060"/>
                  </a:cubicBezTo>
                  <a:cubicBezTo>
                    <a:pt x="151448" y="2037"/>
                    <a:pt x="152948" y="1191"/>
                    <a:pt x="155377" y="1191"/>
                  </a:cubicBezTo>
                  <a:lnTo>
                    <a:pt x="155377" y="1179"/>
                  </a:lnTo>
                  <a:cubicBezTo>
                    <a:pt x="156020" y="1191"/>
                    <a:pt x="156674" y="1263"/>
                    <a:pt x="157305" y="1346"/>
                  </a:cubicBezTo>
                  <a:cubicBezTo>
                    <a:pt x="157621" y="1383"/>
                    <a:pt x="158128" y="1396"/>
                    <a:pt x="158707" y="1396"/>
                  </a:cubicBezTo>
                  <a:cubicBezTo>
                    <a:pt x="160200" y="1396"/>
                    <a:pt x="162167" y="1307"/>
                    <a:pt x="162544" y="1298"/>
                  </a:cubicBezTo>
                  <a:cubicBezTo>
                    <a:pt x="162937" y="1298"/>
                    <a:pt x="164068" y="1239"/>
                    <a:pt x="165616" y="1156"/>
                  </a:cubicBezTo>
                  <a:cubicBezTo>
                    <a:pt x="169653" y="931"/>
                    <a:pt x="176794" y="544"/>
                    <a:pt x="181892" y="544"/>
                  </a:cubicBezTo>
                  <a:cubicBezTo>
                    <a:pt x="182477" y="544"/>
                    <a:pt x="183035" y="549"/>
                    <a:pt x="183559" y="560"/>
                  </a:cubicBezTo>
                  <a:cubicBezTo>
                    <a:pt x="190964" y="715"/>
                    <a:pt x="196167" y="1418"/>
                    <a:pt x="198953" y="1787"/>
                  </a:cubicBezTo>
                  <a:cubicBezTo>
                    <a:pt x="200168" y="1953"/>
                    <a:pt x="200978" y="2060"/>
                    <a:pt x="201430" y="2060"/>
                  </a:cubicBezTo>
                  <a:cubicBezTo>
                    <a:pt x="203478" y="2037"/>
                    <a:pt x="204978" y="1191"/>
                    <a:pt x="207407" y="1191"/>
                  </a:cubicBezTo>
                  <a:lnTo>
                    <a:pt x="207407" y="1179"/>
                  </a:lnTo>
                  <a:cubicBezTo>
                    <a:pt x="208050" y="1191"/>
                    <a:pt x="208705" y="1263"/>
                    <a:pt x="209360" y="1346"/>
                  </a:cubicBezTo>
                  <a:cubicBezTo>
                    <a:pt x="209675" y="1383"/>
                    <a:pt x="210182" y="1396"/>
                    <a:pt x="210759" y="1396"/>
                  </a:cubicBezTo>
                  <a:cubicBezTo>
                    <a:pt x="212248" y="1396"/>
                    <a:pt x="214209" y="1307"/>
                    <a:pt x="214586" y="1298"/>
                  </a:cubicBezTo>
                  <a:cubicBezTo>
                    <a:pt x="214991" y="1298"/>
                    <a:pt x="216110" y="1239"/>
                    <a:pt x="217658" y="1144"/>
                  </a:cubicBezTo>
                  <a:cubicBezTo>
                    <a:pt x="221695" y="930"/>
                    <a:pt x="228835" y="544"/>
                    <a:pt x="233932" y="544"/>
                  </a:cubicBezTo>
                  <a:cubicBezTo>
                    <a:pt x="234518" y="544"/>
                    <a:pt x="235077" y="549"/>
                    <a:pt x="235601" y="560"/>
                  </a:cubicBezTo>
                  <a:cubicBezTo>
                    <a:pt x="243018" y="715"/>
                    <a:pt x="248210" y="1406"/>
                    <a:pt x="250996" y="1787"/>
                  </a:cubicBezTo>
                  <a:cubicBezTo>
                    <a:pt x="252160" y="1945"/>
                    <a:pt x="252938" y="2049"/>
                    <a:pt x="253401" y="2049"/>
                  </a:cubicBezTo>
                  <a:cubicBezTo>
                    <a:pt x="253425" y="2049"/>
                    <a:pt x="253449" y="2049"/>
                    <a:pt x="253472" y="2049"/>
                  </a:cubicBezTo>
                  <a:cubicBezTo>
                    <a:pt x="255520" y="2037"/>
                    <a:pt x="257020" y="1191"/>
                    <a:pt x="259449" y="1191"/>
                  </a:cubicBezTo>
                  <a:lnTo>
                    <a:pt x="259449" y="1179"/>
                  </a:lnTo>
                  <a:cubicBezTo>
                    <a:pt x="260116" y="1179"/>
                    <a:pt x="260795" y="1263"/>
                    <a:pt x="261449" y="1346"/>
                  </a:cubicBezTo>
                  <a:cubicBezTo>
                    <a:pt x="261765" y="1383"/>
                    <a:pt x="262272" y="1396"/>
                    <a:pt x="262851" y="1396"/>
                  </a:cubicBezTo>
                  <a:cubicBezTo>
                    <a:pt x="264344" y="1396"/>
                    <a:pt x="266311" y="1307"/>
                    <a:pt x="266688" y="1298"/>
                  </a:cubicBezTo>
                  <a:cubicBezTo>
                    <a:pt x="267081" y="1298"/>
                    <a:pt x="268212" y="1239"/>
                    <a:pt x="269760" y="1144"/>
                  </a:cubicBezTo>
                  <a:cubicBezTo>
                    <a:pt x="273725" y="929"/>
                    <a:pt x="280690" y="548"/>
                    <a:pt x="285762" y="536"/>
                  </a:cubicBezTo>
                  <a:lnTo>
                    <a:pt x="2857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9"/>
            <p:cNvSpPr/>
            <p:nvPr/>
          </p:nvSpPr>
          <p:spPr>
            <a:xfrm rot="10800000" flipH="1">
              <a:off x="-14087" y="5018450"/>
              <a:ext cx="9164003" cy="57200"/>
            </a:xfrm>
            <a:custGeom>
              <a:avLst/>
              <a:gdLst/>
              <a:ahLst/>
              <a:cxnLst/>
              <a:rect l="l" t="t" r="r" b="b"/>
              <a:pathLst>
                <a:path w="285750" h="2288" extrusionOk="0">
                  <a:moveTo>
                    <a:pt x="33430" y="0"/>
                  </a:moveTo>
                  <a:cubicBezTo>
                    <a:pt x="28693" y="0"/>
                    <a:pt x="23955" y="509"/>
                    <a:pt x="21360" y="791"/>
                  </a:cubicBezTo>
                  <a:cubicBezTo>
                    <a:pt x="20729" y="862"/>
                    <a:pt x="20229" y="910"/>
                    <a:pt x="19907" y="934"/>
                  </a:cubicBezTo>
                  <a:cubicBezTo>
                    <a:pt x="19405" y="977"/>
                    <a:pt x="18917" y="996"/>
                    <a:pt x="18440" y="996"/>
                  </a:cubicBezTo>
                  <a:cubicBezTo>
                    <a:pt x="16963" y="996"/>
                    <a:pt x="15582" y="816"/>
                    <a:pt x="14133" y="636"/>
                  </a:cubicBezTo>
                  <a:cubicBezTo>
                    <a:pt x="12720" y="463"/>
                    <a:pt x="11254" y="273"/>
                    <a:pt x="9685" y="273"/>
                  </a:cubicBezTo>
                  <a:cubicBezTo>
                    <a:pt x="9417" y="273"/>
                    <a:pt x="9145" y="278"/>
                    <a:pt x="8870" y="291"/>
                  </a:cubicBezTo>
                  <a:cubicBezTo>
                    <a:pt x="8001" y="326"/>
                    <a:pt x="6929" y="553"/>
                    <a:pt x="5679" y="826"/>
                  </a:cubicBezTo>
                  <a:cubicBezTo>
                    <a:pt x="4084" y="1172"/>
                    <a:pt x="2155" y="1576"/>
                    <a:pt x="0" y="1707"/>
                  </a:cubicBezTo>
                  <a:lnTo>
                    <a:pt x="0" y="2243"/>
                  </a:lnTo>
                  <a:cubicBezTo>
                    <a:pt x="2203" y="2124"/>
                    <a:pt x="4167" y="1696"/>
                    <a:pt x="5798" y="1350"/>
                  </a:cubicBezTo>
                  <a:cubicBezTo>
                    <a:pt x="7013" y="1088"/>
                    <a:pt x="8061" y="862"/>
                    <a:pt x="8894" y="826"/>
                  </a:cubicBezTo>
                  <a:cubicBezTo>
                    <a:pt x="9140" y="817"/>
                    <a:pt x="9384" y="812"/>
                    <a:pt x="9626" y="812"/>
                  </a:cubicBezTo>
                  <a:cubicBezTo>
                    <a:pt x="11184" y="812"/>
                    <a:pt x="12651" y="996"/>
                    <a:pt x="14073" y="1172"/>
                  </a:cubicBezTo>
                  <a:cubicBezTo>
                    <a:pt x="15468" y="1352"/>
                    <a:pt x="16904" y="1532"/>
                    <a:pt x="18432" y="1532"/>
                  </a:cubicBezTo>
                  <a:cubicBezTo>
                    <a:pt x="18926" y="1532"/>
                    <a:pt x="19429" y="1513"/>
                    <a:pt x="19943" y="1469"/>
                  </a:cubicBezTo>
                  <a:cubicBezTo>
                    <a:pt x="20276" y="1446"/>
                    <a:pt x="20776" y="1398"/>
                    <a:pt x="21419" y="1326"/>
                  </a:cubicBezTo>
                  <a:cubicBezTo>
                    <a:pt x="24010" y="1045"/>
                    <a:pt x="28732" y="541"/>
                    <a:pt x="33443" y="541"/>
                  </a:cubicBezTo>
                  <a:cubicBezTo>
                    <a:pt x="34903" y="541"/>
                    <a:pt x="36361" y="589"/>
                    <a:pt x="37755" y="707"/>
                  </a:cubicBezTo>
                  <a:cubicBezTo>
                    <a:pt x="41458" y="1029"/>
                    <a:pt x="44875" y="1505"/>
                    <a:pt x="47363" y="1850"/>
                  </a:cubicBezTo>
                  <a:cubicBezTo>
                    <a:pt x="49030" y="2088"/>
                    <a:pt x="50232" y="2255"/>
                    <a:pt x="50875" y="2279"/>
                  </a:cubicBezTo>
                  <a:lnTo>
                    <a:pt x="50923" y="2279"/>
                  </a:lnTo>
                  <a:cubicBezTo>
                    <a:pt x="50977" y="2285"/>
                    <a:pt x="51027" y="2288"/>
                    <a:pt x="51073" y="2288"/>
                  </a:cubicBezTo>
                  <a:cubicBezTo>
                    <a:pt x="51119" y="2288"/>
                    <a:pt x="51161" y="2285"/>
                    <a:pt x="51197" y="2279"/>
                  </a:cubicBezTo>
                  <a:cubicBezTo>
                    <a:pt x="53804" y="2243"/>
                    <a:pt x="56102" y="1743"/>
                    <a:pt x="57972" y="1350"/>
                  </a:cubicBezTo>
                  <a:cubicBezTo>
                    <a:pt x="59186" y="1088"/>
                    <a:pt x="60234" y="862"/>
                    <a:pt x="61067" y="826"/>
                  </a:cubicBezTo>
                  <a:cubicBezTo>
                    <a:pt x="61314" y="817"/>
                    <a:pt x="61558" y="812"/>
                    <a:pt x="61800" y="812"/>
                  </a:cubicBezTo>
                  <a:cubicBezTo>
                    <a:pt x="63357" y="812"/>
                    <a:pt x="64824" y="996"/>
                    <a:pt x="66246" y="1172"/>
                  </a:cubicBezTo>
                  <a:cubicBezTo>
                    <a:pt x="67641" y="1352"/>
                    <a:pt x="69077" y="1532"/>
                    <a:pt x="70605" y="1532"/>
                  </a:cubicBezTo>
                  <a:cubicBezTo>
                    <a:pt x="71099" y="1532"/>
                    <a:pt x="71602" y="1513"/>
                    <a:pt x="72116" y="1469"/>
                  </a:cubicBezTo>
                  <a:cubicBezTo>
                    <a:pt x="72450" y="1446"/>
                    <a:pt x="72950" y="1398"/>
                    <a:pt x="73593" y="1326"/>
                  </a:cubicBezTo>
                  <a:cubicBezTo>
                    <a:pt x="76183" y="1045"/>
                    <a:pt x="80905" y="541"/>
                    <a:pt x="85617" y="541"/>
                  </a:cubicBezTo>
                  <a:cubicBezTo>
                    <a:pt x="87076" y="541"/>
                    <a:pt x="88534" y="589"/>
                    <a:pt x="89928" y="707"/>
                  </a:cubicBezTo>
                  <a:cubicBezTo>
                    <a:pt x="93631" y="1029"/>
                    <a:pt x="97048" y="1505"/>
                    <a:pt x="99536" y="1850"/>
                  </a:cubicBezTo>
                  <a:cubicBezTo>
                    <a:pt x="101096" y="2065"/>
                    <a:pt x="102239" y="2231"/>
                    <a:pt x="102906" y="2279"/>
                  </a:cubicBezTo>
                  <a:lnTo>
                    <a:pt x="103061" y="2279"/>
                  </a:lnTo>
                  <a:cubicBezTo>
                    <a:pt x="103120" y="2285"/>
                    <a:pt x="103177" y="2288"/>
                    <a:pt x="103229" y="2288"/>
                  </a:cubicBezTo>
                  <a:cubicBezTo>
                    <a:pt x="103281" y="2288"/>
                    <a:pt x="103328" y="2285"/>
                    <a:pt x="103370" y="2279"/>
                  </a:cubicBezTo>
                  <a:cubicBezTo>
                    <a:pt x="105918" y="2231"/>
                    <a:pt x="108168" y="1743"/>
                    <a:pt x="110002" y="1350"/>
                  </a:cubicBezTo>
                  <a:cubicBezTo>
                    <a:pt x="111216" y="1088"/>
                    <a:pt x="112264" y="850"/>
                    <a:pt x="113097" y="826"/>
                  </a:cubicBezTo>
                  <a:cubicBezTo>
                    <a:pt x="113375" y="814"/>
                    <a:pt x="113650" y="808"/>
                    <a:pt x="113922" y="808"/>
                  </a:cubicBezTo>
                  <a:cubicBezTo>
                    <a:pt x="115445" y="808"/>
                    <a:pt x="116883" y="990"/>
                    <a:pt x="118277" y="1172"/>
                  </a:cubicBezTo>
                  <a:cubicBezTo>
                    <a:pt x="119672" y="1352"/>
                    <a:pt x="121108" y="1532"/>
                    <a:pt x="122636" y="1532"/>
                  </a:cubicBezTo>
                  <a:cubicBezTo>
                    <a:pt x="123129" y="1532"/>
                    <a:pt x="123632" y="1513"/>
                    <a:pt x="124146" y="1469"/>
                  </a:cubicBezTo>
                  <a:cubicBezTo>
                    <a:pt x="124480" y="1446"/>
                    <a:pt x="124980" y="1386"/>
                    <a:pt x="125623" y="1326"/>
                  </a:cubicBezTo>
                  <a:cubicBezTo>
                    <a:pt x="128209" y="1045"/>
                    <a:pt x="132917" y="536"/>
                    <a:pt x="137619" y="536"/>
                  </a:cubicBezTo>
                  <a:cubicBezTo>
                    <a:pt x="139088" y="536"/>
                    <a:pt x="140556" y="585"/>
                    <a:pt x="141958" y="707"/>
                  </a:cubicBezTo>
                  <a:cubicBezTo>
                    <a:pt x="145661" y="1029"/>
                    <a:pt x="149078" y="1505"/>
                    <a:pt x="151567" y="1850"/>
                  </a:cubicBezTo>
                  <a:cubicBezTo>
                    <a:pt x="153114" y="2065"/>
                    <a:pt x="154257" y="2219"/>
                    <a:pt x="154924" y="2267"/>
                  </a:cubicBezTo>
                  <a:lnTo>
                    <a:pt x="154924" y="2279"/>
                  </a:lnTo>
                  <a:lnTo>
                    <a:pt x="155091" y="2279"/>
                  </a:lnTo>
                  <a:cubicBezTo>
                    <a:pt x="155156" y="2285"/>
                    <a:pt x="155216" y="2288"/>
                    <a:pt x="155268" y="2288"/>
                  </a:cubicBezTo>
                  <a:cubicBezTo>
                    <a:pt x="155320" y="2288"/>
                    <a:pt x="155365" y="2285"/>
                    <a:pt x="155400" y="2279"/>
                  </a:cubicBezTo>
                  <a:cubicBezTo>
                    <a:pt x="157948" y="2219"/>
                    <a:pt x="160199" y="1743"/>
                    <a:pt x="162020" y="1338"/>
                  </a:cubicBezTo>
                  <a:cubicBezTo>
                    <a:pt x="163247" y="1076"/>
                    <a:pt x="164294" y="850"/>
                    <a:pt x="165116" y="826"/>
                  </a:cubicBezTo>
                  <a:cubicBezTo>
                    <a:pt x="165394" y="814"/>
                    <a:pt x="165668" y="808"/>
                    <a:pt x="165940" y="808"/>
                  </a:cubicBezTo>
                  <a:cubicBezTo>
                    <a:pt x="167464" y="808"/>
                    <a:pt x="168901" y="990"/>
                    <a:pt x="170295" y="1172"/>
                  </a:cubicBezTo>
                  <a:cubicBezTo>
                    <a:pt x="171710" y="1344"/>
                    <a:pt x="173159" y="1530"/>
                    <a:pt x="174701" y="1530"/>
                  </a:cubicBezTo>
                  <a:cubicBezTo>
                    <a:pt x="175183" y="1530"/>
                    <a:pt x="175675" y="1512"/>
                    <a:pt x="176177" y="1469"/>
                  </a:cubicBezTo>
                  <a:cubicBezTo>
                    <a:pt x="176498" y="1446"/>
                    <a:pt x="177010" y="1386"/>
                    <a:pt x="177641" y="1326"/>
                  </a:cubicBezTo>
                  <a:cubicBezTo>
                    <a:pt x="180227" y="1045"/>
                    <a:pt x="184942" y="536"/>
                    <a:pt x="189648" y="536"/>
                  </a:cubicBezTo>
                  <a:cubicBezTo>
                    <a:pt x="191117" y="536"/>
                    <a:pt x="192586" y="585"/>
                    <a:pt x="193989" y="707"/>
                  </a:cubicBezTo>
                  <a:cubicBezTo>
                    <a:pt x="197691" y="1029"/>
                    <a:pt x="201097" y="1505"/>
                    <a:pt x="203585" y="1850"/>
                  </a:cubicBezTo>
                  <a:cubicBezTo>
                    <a:pt x="205157" y="2065"/>
                    <a:pt x="206312" y="2231"/>
                    <a:pt x="206978" y="2267"/>
                  </a:cubicBezTo>
                  <a:lnTo>
                    <a:pt x="206978" y="2279"/>
                  </a:lnTo>
                  <a:lnTo>
                    <a:pt x="207121" y="2279"/>
                  </a:lnTo>
                  <a:cubicBezTo>
                    <a:pt x="207181" y="2285"/>
                    <a:pt x="207237" y="2288"/>
                    <a:pt x="207289" y="2288"/>
                  </a:cubicBezTo>
                  <a:cubicBezTo>
                    <a:pt x="207341" y="2288"/>
                    <a:pt x="207389" y="2285"/>
                    <a:pt x="207431" y="2279"/>
                  </a:cubicBezTo>
                  <a:cubicBezTo>
                    <a:pt x="209979" y="2219"/>
                    <a:pt x="212241" y="1743"/>
                    <a:pt x="214074" y="1338"/>
                  </a:cubicBezTo>
                  <a:cubicBezTo>
                    <a:pt x="215289" y="1076"/>
                    <a:pt x="216337" y="850"/>
                    <a:pt x="217158" y="814"/>
                  </a:cubicBezTo>
                  <a:cubicBezTo>
                    <a:pt x="217405" y="805"/>
                    <a:pt x="217650" y="800"/>
                    <a:pt x="217892" y="800"/>
                  </a:cubicBezTo>
                  <a:cubicBezTo>
                    <a:pt x="219456" y="800"/>
                    <a:pt x="220914" y="986"/>
                    <a:pt x="222337" y="1172"/>
                  </a:cubicBezTo>
                  <a:cubicBezTo>
                    <a:pt x="223752" y="1344"/>
                    <a:pt x="225201" y="1530"/>
                    <a:pt x="226743" y="1530"/>
                  </a:cubicBezTo>
                  <a:cubicBezTo>
                    <a:pt x="227225" y="1530"/>
                    <a:pt x="227717" y="1512"/>
                    <a:pt x="228219" y="1469"/>
                  </a:cubicBezTo>
                  <a:cubicBezTo>
                    <a:pt x="228540" y="1446"/>
                    <a:pt x="229052" y="1386"/>
                    <a:pt x="229683" y="1315"/>
                  </a:cubicBezTo>
                  <a:cubicBezTo>
                    <a:pt x="232268" y="1043"/>
                    <a:pt x="236980" y="536"/>
                    <a:pt x="241683" y="536"/>
                  </a:cubicBezTo>
                  <a:cubicBezTo>
                    <a:pt x="243155" y="536"/>
                    <a:pt x="244626" y="585"/>
                    <a:pt x="246031" y="707"/>
                  </a:cubicBezTo>
                  <a:cubicBezTo>
                    <a:pt x="249734" y="1017"/>
                    <a:pt x="253139" y="1493"/>
                    <a:pt x="255627" y="1850"/>
                  </a:cubicBezTo>
                  <a:cubicBezTo>
                    <a:pt x="257246" y="2065"/>
                    <a:pt x="258413" y="2231"/>
                    <a:pt x="259068" y="2267"/>
                  </a:cubicBezTo>
                  <a:lnTo>
                    <a:pt x="259068" y="2279"/>
                  </a:lnTo>
                  <a:lnTo>
                    <a:pt x="259473" y="2279"/>
                  </a:lnTo>
                  <a:cubicBezTo>
                    <a:pt x="262045" y="2231"/>
                    <a:pt x="264319" y="1743"/>
                    <a:pt x="266164" y="1338"/>
                  </a:cubicBezTo>
                  <a:cubicBezTo>
                    <a:pt x="267379" y="1076"/>
                    <a:pt x="268426" y="850"/>
                    <a:pt x="269260" y="814"/>
                  </a:cubicBezTo>
                  <a:cubicBezTo>
                    <a:pt x="269506" y="805"/>
                    <a:pt x="269749" y="800"/>
                    <a:pt x="269990" y="800"/>
                  </a:cubicBezTo>
                  <a:cubicBezTo>
                    <a:pt x="271549" y="800"/>
                    <a:pt x="273016" y="986"/>
                    <a:pt x="274439" y="1172"/>
                  </a:cubicBezTo>
                  <a:cubicBezTo>
                    <a:pt x="275854" y="1344"/>
                    <a:pt x="277303" y="1530"/>
                    <a:pt x="278845" y="1530"/>
                  </a:cubicBezTo>
                  <a:cubicBezTo>
                    <a:pt x="279327" y="1530"/>
                    <a:pt x="279819" y="1512"/>
                    <a:pt x="280321" y="1469"/>
                  </a:cubicBezTo>
                  <a:cubicBezTo>
                    <a:pt x="280642" y="1446"/>
                    <a:pt x="281142" y="1386"/>
                    <a:pt x="281785" y="1315"/>
                  </a:cubicBezTo>
                  <a:cubicBezTo>
                    <a:pt x="282821" y="1207"/>
                    <a:pt x="284178" y="1065"/>
                    <a:pt x="285750" y="922"/>
                  </a:cubicBezTo>
                  <a:lnTo>
                    <a:pt x="285750" y="386"/>
                  </a:lnTo>
                  <a:cubicBezTo>
                    <a:pt x="284155" y="529"/>
                    <a:pt x="282773" y="672"/>
                    <a:pt x="281726" y="779"/>
                  </a:cubicBezTo>
                  <a:cubicBezTo>
                    <a:pt x="281095" y="850"/>
                    <a:pt x="280595" y="910"/>
                    <a:pt x="280273" y="934"/>
                  </a:cubicBezTo>
                  <a:lnTo>
                    <a:pt x="280285" y="934"/>
                  </a:lnTo>
                  <a:cubicBezTo>
                    <a:pt x="279773" y="978"/>
                    <a:pt x="279276" y="998"/>
                    <a:pt x="278789" y="998"/>
                  </a:cubicBezTo>
                  <a:cubicBezTo>
                    <a:pt x="277326" y="998"/>
                    <a:pt x="275951" y="823"/>
                    <a:pt x="274522" y="636"/>
                  </a:cubicBezTo>
                  <a:cubicBezTo>
                    <a:pt x="273099" y="463"/>
                    <a:pt x="271632" y="273"/>
                    <a:pt x="270063" y="273"/>
                  </a:cubicBezTo>
                  <a:cubicBezTo>
                    <a:pt x="269794" y="273"/>
                    <a:pt x="269523" y="278"/>
                    <a:pt x="269248" y="291"/>
                  </a:cubicBezTo>
                  <a:cubicBezTo>
                    <a:pt x="268379" y="326"/>
                    <a:pt x="267307" y="553"/>
                    <a:pt x="266069" y="826"/>
                  </a:cubicBezTo>
                  <a:cubicBezTo>
                    <a:pt x="264176" y="1231"/>
                    <a:pt x="261830" y="1731"/>
                    <a:pt x="259187" y="1743"/>
                  </a:cubicBezTo>
                  <a:cubicBezTo>
                    <a:pt x="258580" y="1719"/>
                    <a:pt x="257342" y="1541"/>
                    <a:pt x="255722" y="1315"/>
                  </a:cubicBezTo>
                  <a:cubicBezTo>
                    <a:pt x="253222" y="969"/>
                    <a:pt x="249805" y="493"/>
                    <a:pt x="246090" y="172"/>
                  </a:cubicBezTo>
                  <a:cubicBezTo>
                    <a:pt x="244674" y="50"/>
                    <a:pt x="243193" y="0"/>
                    <a:pt x="241712" y="0"/>
                  </a:cubicBezTo>
                  <a:cubicBezTo>
                    <a:pt x="236973" y="0"/>
                    <a:pt x="232240" y="509"/>
                    <a:pt x="229636" y="791"/>
                  </a:cubicBezTo>
                  <a:cubicBezTo>
                    <a:pt x="229005" y="862"/>
                    <a:pt x="228505" y="910"/>
                    <a:pt x="228183" y="934"/>
                  </a:cubicBezTo>
                  <a:cubicBezTo>
                    <a:pt x="227683" y="977"/>
                    <a:pt x="227198" y="996"/>
                    <a:pt x="226722" y="996"/>
                  </a:cubicBezTo>
                  <a:cubicBezTo>
                    <a:pt x="225246" y="996"/>
                    <a:pt x="223861" y="816"/>
                    <a:pt x="222421" y="636"/>
                  </a:cubicBezTo>
                  <a:cubicBezTo>
                    <a:pt x="220997" y="463"/>
                    <a:pt x="219531" y="273"/>
                    <a:pt x="217961" y="273"/>
                  </a:cubicBezTo>
                  <a:cubicBezTo>
                    <a:pt x="217693" y="273"/>
                    <a:pt x="217421" y="278"/>
                    <a:pt x="217146" y="291"/>
                  </a:cubicBezTo>
                  <a:cubicBezTo>
                    <a:pt x="216277" y="326"/>
                    <a:pt x="215205" y="553"/>
                    <a:pt x="213967" y="826"/>
                  </a:cubicBezTo>
                  <a:cubicBezTo>
                    <a:pt x="212086" y="1231"/>
                    <a:pt x="209752" y="1731"/>
                    <a:pt x="207121" y="1743"/>
                  </a:cubicBezTo>
                  <a:cubicBezTo>
                    <a:pt x="206514" y="1719"/>
                    <a:pt x="205288" y="1541"/>
                    <a:pt x="203668" y="1315"/>
                  </a:cubicBezTo>
                  <a:cubicBezTo>
                    <a:pt x="201180" y="969"/>
                    <a:pt x="197763" y="493"/>
                    <a:pt x="194036" y="172"/>
                  </a:cubicBezTo>
                  <a:cubicBezTo>
                    <a:pt x="192622" y="50"/>
                    <a:pt x="191143" y="0"/>
                    <a:pt x="189663" y="0"/>
                  </a:cubicBezTo>
                  <a:cubicBezTo>
                    <a:pt x="184926" y="0"/>
                    <a:pt x="180188" y="509"/>
                    <a:pt x="177594" y="791"/>
                  </a:cubicBezTo>
                  <a:cubicBezTo>
                    <a:pt x="176963" y="862"/>
                    <a:pt x="176463" y="910"/>
                    <a:pt x="176141" y="934"/>
                  </a:cubicBezTo>
                  <a:cubicBezTo>
                    <a:pt x="175641" y="977"/>
                    <a:pt x="175156" y="996"/>
                    <a:pt x="174679" y="996"/>
                  </a:cubicBezTo>
                  <a:cubicBezTo>
                    <a:pt x="173204" y="996"/>
                    <a:pt x="171818" y="816"/>
                    <a:pt x="170378" y="636"/>
                  </a:cubicBezTo>
                  <a:cubicBezTo>
                    <a:pt x="168955" y="463"/>
                    <a:pt x="167488" y="273"/>
                    <a:pt x="165919" y="273"/>
                  </a:cubicBezTo>
                  <a:cubicBezTo>
                    <a:pt x="165650" y="273"/>
                    <a:pt x="165379" y="278"/>
                    <a:pt x="165104" y="291"/>
                  </a:cubicBezTo>
                  <a:cubicBezTo>
                    <a:pt x="164235" y="326"/>
                    <a:pt x="163163" y="553"/>
                    <a:pt x="161925" y="826"/>
                  </a:cubicBezTo>
                  <a:cubicBezTo>
                    <a:pt x="160044" y="1231"/>
                    <a:pt x="157722" y="1731"/>
                    <a:pt x="155103" y="1743"/>
                  </a:cubicBezTo>
                  <a:cubicBezTo>
                    <a:pt x="154484" y="1719"/>
                    <a:pt x="153257" y="1541"/>
                    <a:pt x="151650" y="1315"/>
                  </a:cubicBezTo>
                  <a:cubicBezTo>
                    <a:pt x="149150" y="969"/>
                    <a:pt x="145733" y="493"/>
                    <a:pt x="142018" y="172"/>
                  </a:cubicBezTo>
                  <a:cubicBezTo>
                    <a:pt x="140601" y="50"/>
                    <a:pt x="139120" y="0"/>
                    <a:pt x="137640" y="0"/>
                  </a:cubicBezTo>
                  <a:cubicBezTo>
                    <a:pt x="132901" y="0"/>
                    <a:pt x="128170" y="509"/>
                    <a:pt x="125575" y="791"/>
                  </a:cubicBezTo>
                  <a:cubicBezTo>
                    <a:pt x="124932" y="862"/>
                    <a:pt x="124432" y="910"/>
                    <a:pt x="124111" y="934"/>
                  </a:cubicBezTo>
                  <a:cubicBezTo>
                    <a:pt x="123611" y="977"/>
                    <a:pt x="123125" y="996"/>
                    <a:pt x="122649" y="996"/>
                  </a:cubicBezTo>
                  <a:cubicBezTo>
                    <a:pt x="121174" y="996"/>
                    <a:pt x="119788" y="816"/>
                    <a:pt x="118348" y="636"/>
                  </a:cubicBezTo>
                  <a:cubicBezTo>
                    <a:pt x="116925" y="463"/>
                    <a:pt x="115458" y="273"/>
                    <a:pt x="113896" y="273"/>
                  </a:cubicBezTo>
                  <a:cubicBezTo>
                    <a:pt x="113629" y="273"/>
                    <a:pt x="113359" y="278"/>
                    <a:pt x="113086" y="291"/>
                  </a:cubicBezTo>
                  <a:cubicBezTo>
                    <a:pt x="112205" y="326"/>
                    <a:pt x="111133" y="553"/>
                    <a:pt x="109895" y="826"/>
                  </a:cubicBezTo>
                  <a:cubicBezTo>
                    <a:pt x="108014" y="1231"/>
                    <a:pt x="105680" y="1731"/>
                    <a:pt x="103061" y="1743"/>
                  </a:cubicBezTo>
                  <a:cubicBezTo>
                    <a:pt x="102453" y="1719"/>
                    <a:pt x="101227" y="1541"/>
                    <a:pt x="99608" y="1315"/>
                  </a:cubicBezTo>
                  <a:cubicBezTo>
                    <a:pt x="97119" y="969"/>
                    <a:pt x="93702" y="493"/>
                    <a:pt x="89976" y="172"/>
                  </a:cubicBezTo>
                  <a:cubicBezTo>
                    <a:pt x="88562" y="50"/>
                    <a:pt x="87082" y="0"/>
                    <a:pt x="85603" y="0"/>
                  </a:cubicBezTo>
                  <a:cubicBezTo>
                    <a:pt x="80866" y="0"/>
                    <a:pt x="76128" y="509"/>
                    <a:pt x="73533" y="791"/>
                  </a:cubicBezTo>
                  <a:cubicBezTo>
                    <a:pt x="72902" y="862"/>
                    <a:pt x="72402" y="910"/>
                    <a:pt x="72080" y="934"/>
                  </a:cubicBezTo>
                  <a:cubicBezTo>
                    <a:pt x="71581" y="977"/>
                    <a:pt x="71095" y="996"/>
                    <a:pt x="70619" y="996"/>
                  </a:cubicBezTo>
                  <a:cubicBezTo>
                    <a:pt x="69143" y="996"/>
                    <a:pt x="67758" y="816"/>
                    <a:pt x="66318" y="636"/>
                  </a:cubicBezTo>
                  <a:cubicBezTo>
                    <a:pt x="64894" y="463"/>
                    <a:pt x="63428" y="273"/>
                    <a:pt x="61858" y="273"/>
                  </a:cubicBezTo>
                  <a:cubicBezTo>
                    <a:pt x="61590" y="273"/>
                    <a:pt x="61318" y="278"/>
                    <a:pt x="61043" y="291"/>
                  </a:cubicBezTo>
                  <a:cubicBezTo>
                    <a:pt x="60174" y="326"/>
                    <a:pt x="59103" y="553"/>
                    <a:pt x="57864" y="826"/>
                  </a:cubicBezTo>
                  <a:cubicBezTo>
                    <a:pt x="55947" y="1231"/>
                    <a:pt x="53578" y="1743"/>
                    <a:pt x="50911" y="1743"/>
                  </a:cubicBezTo>
                  <a:cubicBezTo>
                    <a:pt x="50316" y="1719"/>
                    <a:pt x="49066" y="1541"/>
                    <a:pt x="47435" y="1315"/>
                  </a:cubicBezTo>
                  <a:cubicBezTo>
                    <a:pt x="44946" y="969"/>
                    <a:pt x="41529" y="493"/>
                    <a:pt x="37802" y="172"/>
                  </a:cubicBezTo>
                  <a:cubicBezTo>
                    <a:pt x="36388" y="50"/>
                    <a:pt x="34909" y="0"/>
                    <a:pt x="33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9"/>
            <p:cNvSpPr/>
            <p:nvPr/>
          </p:nvSpPr>
          <p:spPr>
            <a:xfrm rot="10800000" flipH="1">
              <a:off x="-14087" y="4940600"/>
              <a:ext cx="9164387" cy="60325"/>
            </a:xfrm>
            <a:custGeom>
              <a:avLst/>
              <a:gdLst/>
              <a:ahLst/>
              <a:cxnLst/>
              <a:rect l="l" t="t" r="r" b="b"/>
              <a:pathLst>
                <a:path w="285762" h="2413" extrusionOk="0">
                  <a:moveTo>
                    <a:pt x="46663" y="1"/>
                  </a:moveTo>
                  <a:cubicBezTo>
                    <a:pt x="43721" y="1"/>
                    <a:pt x="40356" y="198"/>
                    <a:pt x="35101" y="198"/>
                  </a:cubicBezTo>
                  <a:cubicBezTo>
                    <a:pt x="34729" y="198"/>
                    <a:pt x="34348" y="197"/>
                    <a:pt x="33957" y="195"/>
                  </a:cubicBezTo>
                  <a:cubicBezTo>
                    <a:pt x="32886" y="188"/>
                    <a:pt x="31813" y="185"/>
                    <a:pt x="30744" y="185"/>
                  </a:cubicBezTo>
                  <a:cubicBezTo>
                    <a:pt x="20651" y="185"/>
                    <a:pt x="10820" y="464"/>
                    <a:pt x="4834" y="528"/>
                  </a:cubicBezTo>
                  <a:cubicBezTo>
                    <a:pt x="4788" y="529"/>
                    <a:pt x="4740" y="529"/>
                    <a:pt x="4692" y="529"/>
                  </a:cubicBezTo>
                  <a:cubicBezTo>
                    <a:pt x="3334" y="529"/>
                    <a:pt x="1322" y="370"/>
                    <a:pt x="0" y="278"/>
                  </a:cubicBezTo>
                  <a:lnTo>
                    <a:pt x="0" y="1647"/>
                  </a:lnTo>
                  <a:cubicBezTo>
                    <a:pt x="1288" y="1921"/>
                    <a:pt x="2924" y="2412"/>
                    <a:pt x="3835" y="2412"/>
                  </a:cubicBezTo>
                  <a:cubicBezTo>
                    <a:pt x="3876" y="2412"/>
                    <a:pt x="3915" y="2411"/>
                    <a:pt x="3953" y="2409"/>
                  </a:cubicBezTo>
                  <a:cubicBezTo>
                    <a:pt x="4682" y="2344"/>
                    <a:pt x="14922" y="2130"/>
                    <a:pt x="26406" y="2130"/>
                  </a:cubicBezTo>
                  <a:cubicBezTo>
                    <a:pt x="27486" y="2130"/>
                    <a:pt x="28576" y="2131"/>
                    <a:pt x="29670" y="2136"/>
                  </a:cubicBezTo>
                  <a:cubicBezTo>
                    <a:pt x="29952" y="2137"/>
                    <a:pt x="30232" y="2137"/>
                    <a:pt x="30508" y="2137"/>
                  </a:cubicBezTo>
                  <a:cubicBezTo>
                    <a:pt x="39612" y="2137"/>
                    <a:pt x="45792" y="1468"/>
                    <a:pt x="49925" y="1468"/>
                  </a:cubicBezTo>
                  <a:cubicBezTo>
                    <a:pt x="50364" y="1468"/>
                    <a:pt x="50779" y="1476"/>
                    <a:pt x="51173" y="1493"/>
                  </a:cubicBezTo>
                  <a:cubicBezTo>
                    <a:pt x="52482" y="1597"/>
                    <a:pt x="54873" y="2411"/>
                    <a:pt x="56033" y="2411"/>
                  </a:cubicBezTo>
                  <a:cubicBezTo>
                    <a:pt x="56065" y="2411"/>
                    <a:pt x="56096" y="2411"/>
                    <a:pt x="56126" y="2409"/>
                  </a:cubicBezTo>
                  <a:cubicBezTo>
                    <a:pt x="56840" y="2335"/>
                    <a:pt x="66681" y="2126"/>
                    <a:pt x="77878" y="2126"/>
                  </a:cubicBezTo>
                  <a:cubicBezTo>
                    <a:pt x="79185" y="2126"/>
                    <a:pt x="80511" y="2129"/>
                    <a:pt x="81844" y="2136"/>
                  </a:cubicBezTo>
                  <a:cubicBezTo>
                    <a:pt x="82128" y="2137"/>
                    <a:pt x="82410" y="2137"/>
                    <a:pt x="82689" y="2137"/>
                  </a:cubicBezTo>
                  <a:cubicBezTo>
                    <a:pt x="91793" y="2137"/>
                    <a:pt x="97974" y="1471"/>
                    <a:pt x="102103" y="1471"/>
                  </a:cubicBezTo>
                  <a:cubicBezTo>
                    <a:pt x="102518" y="1471"/>
                    <a:pt x="102912" y="1478"/>
                    <a:pt x="103287" y="1493"/>
                  </a:cubicBezTo>
                  <a:cubicBezTo>
                    <a:pt x="104606" y="1631"/>
                    <a:pt x="106926" y="2411"/>
                    <a:pt x="108061" y="2411"/>
                  </a:cubicBezTo>
                  <a:cubicBezTo>
                    <a:pt x="108094" y="2411"/>
                    <a:pt x="108126" y="2411"/>
                    <a:pt x="108156" y="2409"/>
                  </a:cubicBezTo>
                  <a:cubicBezTo>
                    <a:pt x="108871" y="2335"/>
                    <a:pt x="118721" y="2126"/>
                    <a:pt x="129920" y="2126"/>
                  </a:cubicBezTo>
                  <a:cubicBezTo>
                    <a:pt x="131228" y="2126"/>
                    <a:pt x="132554" y="2129"/>
                    <a:pt x="133886" y="2136"/>
                  </a:cubicBezTo>
                  <a:cubicBezTo>
                    <a:pt x="134170" y="2137"/>
                    <a:pt x="134451" y="2137"/>
                    <a:pt x="134729" y="2137"/>
                  </a:cubicBezTo>
                  <a:cubicBezTo>
                    <a:pt x="143813" y="2137"/>
                    <a:pt x="149992" y="1471"/>
                    <a:pt x="154122" y="1471"/>
                  </a:cubicBezTo>
                  <a:cubicBezTo>
                    <a:pt x="154537" y="1471"/>
                    <a:pt x="154931" y="1478"/>
                    <a:pt x="155305" y="1493"/>
                  </a:cubicBezTo>
                  <a:cubicBezTo>
                    <a:pt x="156624" y="1631"/>
                    <a:pt x="158944" y="2411"/>
                    <a:pt x="160090" y="2411"/>
                  </a:cubicBezTo>
                  <a:cubicBezTo>
                    <a:pt x="160123" y="2411"/>
                    <a:pt x="160156" y="2411"/>
                    <a:pt x="160187" y="2409"/>
                  </a:cubicBezTo>
                  <a:cubicBezTo>
                    <a:pt x="160901" y="2335"/>
                    <a:pt x="170742" y="2126"/>
                    <a:pt x="181939" y="2126"/>
                  </a:cubicBezTo>
                  <a:cubicBezTo>
                    <a:pt x="183246" y="2126"/>
                    <a:pt x="184572" y="2129"/>
                    <a:pt x="185904" y="2136"/>
                  </a:cubicBezTo>
                  <a:cubicBezTo>
                    <a:pt x="186189" y="2137"/>
                    <a:pt x="186471" y="2137"/>
                    <a:pt x="186751" y="2137"/>
                  </a:cubicBezTo>
                  <a:cubicBezTo>
                    <a:pt x="195864" y="2137"/>
                    <a:pt x="202046" y="1471"/>
                    <a:pt x="206176" y="1471"/>
                  </a:cubicBezTo>
                  <a:cubicBezTo>
                    <a:pt x="206591" y="1471"/>
                    <a:pt x="206985" y="1478"/>
                    <a:pt x="207359" y="1493"/>
                  </a:cubicBezTo>
                  <a:cubicBezTo>
                    <a:pt x="208690" y="1631"/>
                    <a:pt x="210999" y="2411"/>
                    <a:pt x="212134" y="2411"/>
                  </a:cubicBezTo>
                  <a:cubicBezTo>
                    <a:pt x="212166" y="2411"/>
                    <a:pt x="212198" y="2411"/>
                    <a:pt x="212229" y="2409"/>
                  </a:cubicBezTo>
                  <a:cubicBezTo>
                    <a:pt x="212943" y="2335"/>
                    <a:pt x="222794" y="2126"/>
                    <a:pt x="233992" y="2126"/>
                  </a:cubicBezTo>
                  <a:cubicBezTo>
                    <a:pt x="235300" y="2126"/>
                    <a:pt x="236626" y="2129"/>
                    <a:pt x="237958" y="2136"/>
                  </a:cubicBezTo>
                  <a:cubicBezTo>
                    <a:pt x="238240" y="2137"/>
                    <a:pt x="238519" y="2137"/>
                    <a:pt x="238796" y="2137"/>
                  </a:cubicBezTo>
                  <a:cubicBezTo>
                    <a:pt x="247889" y="2137"/>
                    <a:pt x="254077" y="1468"/>
                    <a:pt x="258204" y="1468"/>
                  </a:cubicBezTo>
                  <a:cubicBezTo>
                    <a:pt x="258642" y="1468"/>
                    <a:pt x="259057" y="1476"/>
                    <a:pt x="259449" y="1493"/>
                  </a:cubicBezTo>
                  <a:cubicBezTo>
                    <a:pt x="260769" y="1620"/>
                    <a:pt x="263090" y="2411"/>
                    <a:pt x="264236" y="2411"/>
                  </a:cubicBezTo>
                  <a:cubicBezTo>
                    <a:pt x="264268" y="2411"/>
                    <a:pt x="264300" y="2411"/>
                    <a:pt x="264331" y="2409"/>
                  </a:cubicBezTo>
                  <a:cubicBezTo>
                    <a:pt x="265033" y="2338"/>
                    <a:pt x="274701" y="2136"/>
                    <a:pt x="285762" y="2124"/>
                  </a:cubicBezTo>
                  <a:lnTo>
                    <a:pt x="285762" y="207"/>
                  </a:lnTo>
                  <a:cubicBezTo>
                    <a:pt x="277642" y="278"/>
                    <a:pt x="270129" y="469"/>
                    <a:pt x="265212" y="516"/>
                  </a:cubicBezTo>
                  <a:cubicBezTo>
                    <a:pt x="265140" y="517"/>
                    <a:pt x="265065" y="518"/>
                    <a:pt x="264989" y="518"/>
                  </a:cubicBezTo>
                  <a:cubicBezTo>
                    <a:pt x="263232" y="518"/>
                    <a:pt x="260488" y="264"/>
                    <a:pt x="259449" y="219"/>
                  </a:cubicBezTo>
                  <a:cubicBezTo>
                    <a:pt x="257930" y="55"/>
                    <a:pt x="256506" y="1"/>
                    <a:pt x="254966" y="1"/>
                  </a:cubicBezTo>
                  <a:cubicBezTo>
                    <a:pt x="252020" y="1"/>
                    <a:pt x="248652" y="198"/>
                    <a:pt x="243391" y="198"/>
                  </a:cubicBezTo>
                  <a:cubicBezTo>
                    <a:pt x="243018" y="198"/>
                    <a:pt x="242636" y="197"/>
                    <a:pt x="242245" y="195"/>
                  </a:cubicBezTo>
                  <a:cubicBezTo>
                    <a:pt x="241174" y="188"/>
                    <a:pt x="240101" y="185"/>
                    <a:pt x="239032" y="185"/>
                  </a:cubicBezTo>
                  <a:cubicBezTo>
                    <a:pt x="228936" y="185"/>
                    <a:pt x="219096" y="464"/>
                    <a:pt x="213110" y="528"/>
                  </a:cubicBezTo>
                  <a:cubicBezTo>
                    <a:pt x="213073" y="528"/>
                    <a:pt x="213035" y="529"/>
                    <a:pt x="212997" y="529"/>
                  </a:cubicBezTo>
                  <a:cubicBezTo>
                    <a:pt x="211306" y="529"/>
                    <a:pt x="208572" y="277"/>
                    <a:pt x="207443" y="231"/>
                  </a:cubicBezTo>
                  <a:cubicBezTo>
                    <a:pt x="205895" y="60"/>
                    <a:pt x="204446" y="4"/>
                    <a:pt x="202875" y="4"/>
                  </a:cubicBezTo>
                  <a:cubicBezTo>
                    <a:pt x="199941" y="4"/>
                    <a:pt x="196578" y="198"/>
                    <a:pt x="191342" y="198"/>
                  </a:cubicBezTo>
                  <a:cubicBezTo>
                    <a:pt x="190968" y="198"/>
                    <a:pt x="190584" y="197"/>
                    <a:pt x="190190" y="195"/>
                  </a:cubicBezTo>
                  <a:cubicBezTo>
                    <a:pt x="189119" y="188"/>
                    <a:pt x="188047" y="185"/>
                    <a:pt x="186978" y="185"/>
                  </a:cubicBezTo>
                  <a:cubicBezTo>
                    <a:pt x="176884" y="185"/>
                    <a:pt x="167054" y="464"/>
                    <a:pt x="161068" y="528"/>
                  </a:cubicBezTo>
                  <a:cubicBezTo>
                    <a:pt x="161029" y="528"/>
                    <a:pt x="160990" y="529"/>
                    <a:pt x="160950" y="529"/>
                  </a:cubicBezTo>
                  <a:cubicBezTo>
                    <a:pt x="159273" y="529"/>
                    <a:pt x="156587" y="289"/>
                    <a:pt x="155436" y="231"/>
                  </a:cubicBezTo>
                  <a:cubicBezTo>
                    <a:pt x="153884" y="60"/>
                    <a:pt x="152433" y="4"/>
                    <a:pt x="150860" y="4"/>
                  </a:cubicBezTo>
                  <a:cubicBezTo>
                    <a:pt x="147923" y="4"/>
                    <a:pt x="144560" y="198"/>
                    <a:pt x="139323" y="198"/>
                  </a:cubicBezTo>
                  <a:cubicBezTo>
                    <a:pt x="138949" y="198"/>
                    <a:pt x="138566" y="197"/>
                    <a:pt x="138172" y="195"/>
                  </a:cubicBezTo>
                  <a:cubicBezTo>
                    <a:pt x="137101" y="188"/>
                    <a:pt x="136029" y="185"/>
                    <a:pt x="134959" y="185"/>
                  </a:cubicBezTo>
                  <a:cubicBezTo>
                    <a:pt x="124864" y="185"/>
                    <a:pt x="115024" y="464"/>
                    <a:pt x="109049" y="528"/>
                  </a:cubicBezTo>
                  <a:cubicBezTo>
                    <a:pt x="109010" y="528"/>
                    <a:pt x="108970" y="529"/>
                    <a:pt x="108930" y="529"/>
                  </a:cubicBezTo>
                  <a:cubicBezTo>
                    <a:pt x="107230" y="529"/>
                    <a:pt x="104534" y="289"/>
                    <a:pt x="103394" y="231"/>
                  </a:cubicBezTo>
                  <a:cubicBezTo>
                    <a:pt x="101842" y="60"/>
                    <a:pt x="100392" y="4"/>
                    <a:pt x="98820" y="4"/>
                  </a:cubicBezTo>
                  <a:cubicBezTo>
                    <a:pt x="95886" y="4"/>
                    <a:pt x="92525" y="198"/>
                    <a:pt x="87283" y="198"/>
                  </a:cubicBezTo>
                  <a:cubicBezTo>
                    <a:pt x="86908" y="198"/>
                    <a:pt x="86524" y="197"/>
                    <a:pt x="86130" y="195"/>
                  </a:cubicBezTo>
                  <a:cubicBezTo>
                    <a:pt x="85059" y="188"/>
                    <a:pt x="83987" y="185"/>
                    <a:pt x="82917" y="185"/>
                  </a:cubicBezTo>
                  <a:cubicBezTo>
                    <a:pt x="72824" y="185"/>
                    <a:pt x="62993" y="464"/>
                    <a:pt x="57007" y="528"/>
                  </a:cubicBezTo>
                  <a:cubicBezTo>
                    <a:pt x="56972" y="528"/>
                    <a:pt x="56936" y="529"/>
                    <a:pt x="56900" y="529"/>
                  </a:cubicBezTo>
                  <a:cubicBezTo>
                    <a:pt x="55089" y="529"/>
                    <a:pt x="52095" y="242"/>
                    <a:pt x="51137" y="219"/>
                  </a:cubicBezTo>
                  <a:cubicBezTo>
                    <a:pt x="49622" y="55"/>
                    <a:pt x="48200" y="1"/>
                    <a:pt x="46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9"/>
            <p:cNvSpPr/>
            <p:nvPr/>
          </p:nvSpPr>
          <p:spPr>
            <a:xfrm rot="10800000" flipH="1">
              <a:off x="-14087" y="4879075"/>
              <a:ext cx="9164387" cy="35800"/>
            </a:xfrm>
            <a:custGeom>
              <a:avLst/>
              <a:gdLst/>
              <a:ahLst/>
              <a:cxnLst/>
              <a:rect l="l" t="t" r="r" b="b"/>
              <a:pathLst>
                <a:path w="285762" h="1432" extrusionOk="0">
                  <a:moveTo>
                    <a:pt x="31820" y="1"/>
                  </a:moveTo>
                  <a:cubicBezTo>
                    <a:pt x="30994" y="1"/>
                    <a:pt x="30174" y="13"/>
                    <a:pt x="29361" y="39"/>
                  </a:cubicBezTo>
                  <a:cubicBezTo>
                    <a:pt x="26753" y="134"/>
                    <a:pt x="24110" y="229"/>
                    <a:pt x="21550" y="337"/>
                  </a:cubicBezTo>
                  <a:cubicBezTo>
                    <a:pt x="16538" y="527"/>
                    <a:pt x="11359" y="730"/>
                    <a:pt x="6263" y="825"/>
                  </a:cubicBezTo>
                  <a:cubicBezTo>
                    <a:pt x="4262" y="872"/>
                    <a:pt x="2155" y="896"/>
                    <a:pt x="0" y="896"/>
                  </a:cubicBezTo>
                  <a:lnTo>
                    <a:pt x="0" y="1432"/>
                  </a:lnTo>
                  <a:cubicBezTo>
                    <a:pt x="2155" y="1432"/>
                    <a:pt x="4262" y="1408"/>
                    <a:pt x="6275" y="1372"/>
                  </a:cubicBezTo>
                  <a:cubicBezTo>
                    <a:pt x="11370" y="1265"/>
                    <a:pt x="16562" y="1063"/>
                    <a:pt x="21574" y="872"/>
                  </a:cubicBezTo>
                  <a:cubicBezTo>
                    <a:pt x="24134" y="777"/>
                    <a:pt x="26777" y="670"/>
                    <a:pt x="29373" y="575"/>
                  </a:cubicBezTo>
                  <a:cubicBezTo>
                    <a:pt x="30164" y="549"/>
                    <a:pt x="30961" y="538"/>
                    <a:pt x="31764" y="538"/>
                  </a:cubicBezTo>
                  <a:cubicBezTo>
                    <a:pt x="35444" y="538"/>
                    <a:pt x="39223" y="779"/>
                    <a:pt x="42898" y="1003"/>
                  </a:cubicBezTo>
                  <a:cubicBezTo>
                    <a:pt x="45530" y="1170"/>
                    <a:pt x="48232" y="1349"/>
                    <a:pt x="50840" y="1420"/>
                  </a:cubicBezTo>
                  <a:lnTo>
                    <a:pt x="50840" y="1432"/>
                  </a:lnTo>
                  <a:lnTo>
                    <a:pt x="51125" y="1432"/>
                  </a:lnTo>
                  <a:cubicBezTo>
                    <a:pt x="53650" y="1432"/>
                    <a:pt x="56114" y="1408"/>
                    <a:pt x="58448" y="1361"/>
                  </a:cubicBezTo>
                  <a:cubicBezTo>
                    <a:pt x="63544" y="1253"/>
                    <a:pt x="68735" y="1063"/>
                    <a:pt x="73747" y="860"/>
                  </a:cubicBezTo>
                  <a:cubicBezTo>
                    <a:pt x="76307" y="765"/>
                    <a:pt x="78950" y="670"/>
                    <a:pt x="81546" y="575"/>
                  </a:cubicBezTo>
                  <a:cubicBezTo>
                    <a:pt x="82356" y="549"/>
                    <a:pt x="83174" y="537"/>
                    <a:pt x="83997" y="537"/>
                  </a:cubicBezTo>
                  <a:cubicBezTo>
                    <a:pt x="87658" y="537"/>
                    <a:pt x="91416" y="770"/>
                    <a:pt x="95071" y="1003"/>
                  </a:cubicBezTo>
                  <a:cubicBezTo>
                    <a:pt x="97655" y="1170"/>
                    <a:pt x="100310" y="1337"/>
                    <a:pt x="102882" y="1408"/>
                  </a:cubicBezTo>
                  <a:lnTo>
                    <a:pt x="102882" y="1420"/>
                  </a:lnTo>
                  <a:lnTo>
                    <a:pt x="103299" y="1420"/>
                  </a:lnTo>
                  <a:cubicBezTo>
                    <a:pt x="103724" y="1422"/>
                    <a:pt x="104147" y="1423"/>
                    <a:pt x="104568" y="1423"/>
                  </a:cubicBezTo>
                  <a:cubicBezTo>
                    <a:pt x="106601" y="1423"/>
                    <a:pt x="108584" y="1400"/>
                    <a:pt x="110478" y="1361"/>
                  </a:cubicBezTo>
                  <a:cubicBezTo>
                    <a:pt x="115586" y="1253"/>
                    <a:pt x="120765" y="1051"/>
                    <a:pt x="125778" y="860"/>
                  </a:cubicBezTo>
                  <a:cubicBezTo>
                    <a:pt x="128337" y="765"/>
                    <a:pt x="130981" y="658"/>
                    <a:pt x="133588" y="575"/>
                  </a:cubicBezTo>
                  <a:cubicBezTo>
                    <a:pt x="134423" y="545"/>
                    <a:pt x="135266" y="532"/>
                    <a:pt x="136114" y="532"/>
                  </a:cubicBezTo>
                  <a:cubicBezTo>
                    <a:pt x="139743" y="532"/>
                    <a:pt x="143475" y="772"/>
                    <a:pt x="147114" y="1003"/>
                  </a:cubicBezTo>
                  <a:cubicBezTo>
                    <a:pt x="149685" y="1158"/>
                    <a:pt x="152340" y="1337"/>
                    <a:pt x="154900" y="1408"/>
                  </a:cubicBezTo>
                  <a:lnTo>
                    <a:pt x="154900" y="1420"/>
                  </a:lnTo>
                  <a:lnTo>
                    <a:pt x="155341" y="1420"/>
                  </a:lnTo>
                  <a:cubicBezTo>
                    <a:pt x="157817" y="1420"/>
                    <a:pt x="160222" y="1408"/>
                    <a:pt x="162508" y="1361"/>
                  </a:cubicBezTo>
                  <a:cubicBezTo>
                    <a:pt x="167604" y="1253"/>
                    <a:pt x="172795" y="1051"/>
                    <a:pt x="177808" y="860"/>
                  </a:cubicBezTo>
                  <a:cubicBezTo>
                    <a:pt x="180368" y="765"/>
                    <a:pt x="183011" y="658"/>
                    <a:pt x="185607" y="575"/>
                  </a:cubicBezTo>
                  <a:cubicBezTo>
                    <a:pt x="186443" y="545"/>
                    <a:pt x="187288" y="532"/>
                    <a:pt x="188138" y="532"/>
                  </a:cubicBezTo>
                  <a:cubicBezTo>
                    <a:pt x="191773" y="532"/>
                    <a:pt x="195504" y="772"/>
                    <a:pt x="199132" y="1003"/>
                  </a:cubicBezTo>
                  <a:cubicBezTo>
                    <a:pt x="201716" y="1158"/>
                    <a:pt x="204383" y="1325"/>
                    <a:pt x="206954" y="1408"/>
                  </a:cubicBezTo>
                  <a:lnTo>
                    <a:pt x="206954" y="1420"/>
                  </a:lnTo>
                  <a:lnTo>
                    <a:pt x="207359" y="1420"/>
                  </a:lnTo>
                  <a:cubicBezTo>
                    <a:pt x="209848" y="1420"/>
                    <a:pt x="212265" y="1396"/>
                    <a:pt x="214551" y="1349"/>
                  </a:cubicBezTo>
                  <a:cubicBezTo>
                    <a:pt x="219658" y="1253"/>
                    <a:pt x="224838" y="1051"/>
                    <a:pt x="229850" y="860"/>
                  </a:cubicBezTo>
                  <a:cubicBezTo>
                    <a:pt x="232410" y="753"/>
                    <a:pt x="235053" y="658"/>
                    <a:pt x="237661" y="563"/>
                  </a:cubicBezTo>
                  <a:cubicBezTo>
                    <a:pt x="238449" y="537"/>
                    <a:pt x="239246" y="526"/>
                    <a:pt x="240047" y="526"/>
                  </a:cubicBezTo>
                  <a:cubicBezTo>
                    <a:pt x="243720" y="526"/>
                    <a:pt x="247501" y="767"/>
                    <a:pt x="251186" y="991"/>
                  </a:cubicBezTo>
                  <a:cubicBezTo>
                    <a:pt x="253782" y="1158"/>
                    <a:pt x="256461" y="1325"/>
                    <a:pt x="259056" y="1408"/>
                  </a:cubicBezTo>
                  <a:lnTo>
                    <a:pt x="259056" y="1420"/>
                  </a:lnTo>
                  <a:lnTo>
                    <a:pt x="259401" y="1420"/>
                  </a:lnTo>
                  <a:cubicBezTo>
                    <a:pt x="261914" y="1420"/>
                    <a:pt x="264343" y="1396"/>
                    <a:pt x="266652" y="1349"/>
                  </a:cubicBezTo>
                  <a:cubicBezTo>
                    <a:pt x="271760" y="1253"/>
                    <a:pt x="276939" y="1051"/>
                    <a:pt x="281952" y="860"/>
                  </a:cubicBezTo>
                  <a:cubicBezTo>
                    <a:pt x="283202" y="813"/>
                    <a:pt x="284488" y="753"/>
                    <a:pt x="285762" y="706"/>
                  </a:cubicBezTo>
                  <a:lnTo>
                    <a:pt x="285762" y="170"/>
                  </a:lnTo>
                  <a:cubicBezTo>
                    <a:pt x="284476" y="218"/>
                    <a:pt x="283190" y="265"/>
                    <a:pt x="281928" y="313"/>
                  </a:cubicBezTo>
                  <a:cubicBezTo>
                    <a:pt x="276916" y="515"/>
                    <a:pt x="271736" y="706"/>
                    <a:pt x="266640" y="813"/>
                  </a:cubicBezTo>
                  <a:lnTo>
                    <a:pt x="266640" y="825"/>
                  </a:lnTo>
                  <a:cubicBezTo>
                    <a:pt x="264331" y="872"/>
                    <a:pt x="261890" y="896"/>
                    <a:pt x="259390" y="896"/>
                  </a:cubicBezTo>
                  <a:cubicBezTo>
                    <a:pt x="256711" y="813"/>
                    <a:pt x="253925" y="646"/>
                    <a:pt x="251210" y="468"/>
                  </a:cubicBezTo>
                  <a:cubicBezTo>
                    <a:pt x="247545" y="234"/>
                    <a:pt x="243777" y="1"/>
                    <a:pt x="240100" y="1"/>
                  </a:cubicBezTo>
                  <a:cubicBezTo>
                    <a:pt x="239274" y="1"/>
                    <a:pt x="238452" y="13"/>
                    <a:pt x="237637" y="39"/>
                  </a:cubicBezTo>
                  <a:cubicBezTo>
                    <a:pt x="235029" y="134"/>
                    <a:pt x="232386" y="229"/>
                    <a:pt x="229826" y="337"/>
                  </a:cubicBezTo>
                  <a:cubicBezTo>
                    <a:pt x="224826" y="527"/>
                    <a:pt x="219635" y="730"/>
                    <a:pt x="214539" y="825"/>
                  </a:cubicBezTo>
                  <a:cubicBezTo>
                    <a:pt x="212253" y="872"/>
                    <a:pt x="209836" y="896"/>
                    <a:pt x="207347" y="896"/>
                  </a:cubicBezTo>
                  <a:cubicBezTo>
                    <a:pt x="204668" y="813"/>
                    <a:pt x="201870" y="646"/>
                    <a:pt x="199168" y="468"/>
                  </a:cubicBezTo>
                  <a:cubicBezTo>
                    <a:pt x="195503" y="234"/>
                    <a:pt x="191727" y="1"/>
                    <a:pt x="188053" y="1"/>
                  </a:cubicBezTo>
                  <a:cubicBezTo>
                    <a:pt x="187228" y="1"/>
                    <a:pt x="186407" y="13"/>
                    <a:pt x="185595" y="39"/>
                  </a:cubicBezTo>
                  <a:cubicBezTo>
                    <a:pt x="182987" y="134"/>
                    <a:pt x="180344" y="229"/>
                    <a:pt x="177784" y="337"/>
                  </a:cubicBezTo>
                  <a:cubicBezTo>
                    <a:pt x="172772" y="527"/>
                    <a:pt x="167592" y="730"/>
                    <a:pt x="162497" y="825"/>
                  </a:cubicBezTo>
                  <a:cubicBezTo>
                    <a:pt x="160211" y="872"/>
                    <a:pt x="157805" y="896"/>
                    <a:pt x="155317" y="896"/>
                  </a:cubicBezTo>
                  <a:cubicBezTo>
                    <a:pt x="152638" y="813"/>
                    <a:pt x="149852" y="646"/>
                    <a:pt x="147149" y="468"/>
                  </a:cubicBezTo>
                  <a:cubicBezTo>
                    <a:pt x="143475" y="234"/>
                    <a:pt x="139705" y="1"/>
                    <a:pt x="136027" y="1"/>
                  </a:cubicBezTo>
                  <a:cubicBezTo>
                    <a:pt x="135201" y="1"/>
                    <a:pt x="134379" y="13"/>
                    <a:pt x="133564" y="39"/>
                  </a:cubicBezTo>
                  <a:cubicBezTo>
                    <a:pt x="130969" y="134"/>
                    <a:pt x="128314" y="229"/>
                    <a:pt x="125766" y="337"/>
                  </a:cubicBezTo>
                  <a:cubicBezTo>
                    <a:pt x="120753" y="527"/>
                    <a:pt x="115562" y="730"/>
                    <a:pt x="110466" y="825"/>
                  </a:cubicBezTo>
                  <a:cubicBezTo>
                    <a:pt x="108180" y="872"/>
                    <a:pt x="105763" y="896"/>
                    <a:pt x="103287" y="896"/>
                  </a:cubicBezTo>
                  <a:cubicBezTo>
                    <a:pt x="100608" y="813"/>
                    <a:pt x="97810" y="646"/>
                    <a:pt x="95107" y="468"/>
                  </a:cubicBezTo>
                  <a:cubicBezTo>
                    <a:pt x="91442" y="234"/>
                    <a:pt x="87666" y="1"/>
                    <a:pt x="83993" y="1"/>
                  </a:cubicBezTo>
                  <a:cubicBezTo>
                    <a:pt x="83167" y="1"/>
                    <a:pt x="82347" y="13"/>
                    <a:pt x="81534" y="39"/>
                  </a:cubicBezTo>
                  <a:cubicBezTo>
                    <a:pt x="78927" y="134"/>
                    <a:pt x="76283" y="229"/>
                    <a:pt x="73724" y="337"/>
                  </a:cubicBezTo>
                  <a:cubicBezTo>
                    <a:pt x="68711" y="527"/>
                    <a:pt x="63532" y="730"/>
                    <a:pt x="58436" y="825"/>
                  </a:cubicBezTo>
                  <a:cubicBezTo>
                    <a:pt x="56102" y="872"/>
                    <a:pt x="53638" y="896"/>
                    <a:pt x="51102" y="896"/>
                  </a:cubicBezTo>
                  <a:cubicBezTo>
                    <a:pt x="48423" y="813"/>
                    <a:pt x="45637" y="646"/>
                    <a:pt x="42934" y="468"/>
                  </a:cubicBezTo>
                  <a:cubicBezTo>
                    <a:pt x="39269" y="234"/>
                    <a:pt x="35493" y="1"/>
                    <a:pt x="318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9"/>
            <p:cNvSpPr/>
            <p:nvPr/>
          </p:nvSpPr>
          <p:spPr>
            <a:xfrm rot="10800000" flipH="1">
              <a:off x="-14087" y="4772975"/>
              <a:ext cx="9164772" cy="46400"/>
            </a:xfrm>
            <a:custGeom>
              <a:avLst/>
              <a:gdLst/>
              <a:ahLst/>
              <a:cxnLst/>
              <a:rect l="l" t="t" r="r" b="b"/>
              <a:pathLst>
                <a:path w="285774" h="1856" extrusionOk="0">
                  <a:moveTo>
                    <a:pt x="281433" y="1"/>
                  </a:moveTo>
                  <a:cubicBezTo>
                    <a:pt x="280904" y="1"/>
                    <a:pt x="280374" y="10"/>
                    <a:pt x="279845" y="29"/>
                  </a:cubicBezTo>
                  <a:lnTo>
                    <a:pt x="279833" y="41"/>
                  </a:lnTo>
                  <a:cubicBezTo>
                    <a:pt x="276773" y="148"/>
                    <a:pt x="273665" y="362"/>
                    <a:pt x="270665" y="577"/>
                  </a:cubicBezTo>
                  <a:cubicBezTo>
                    <a:pt x="269307" y="672"/>
                    <a:pt x="267903" y="767"/>
                    <a:pt x="266521" y="862"/>
                  </a:cubicBezTo>
                  <a:cubicBezTo>
                    <a:pt x="264128" y="1005"/>
                    <a:pt x="261759" y="1136"/>
                    <a:pt x="259449" y="1231"/>
                  </a:cubicBezTo>
                  <a:cubicBezTo>
                    <a:pt x="258765" y="1261"/>
                    <a:pt x="258077" y="1273"/>
                    <a:pt x="257394" y="1273"/>
                  </a:cubicBezTo>
                  <a:cubicBezTo>
                    <a:pt x="256711" y="1273"/>
                    <a:pt x="256032" y="1261"/>
                    <a:pt x="255365" y="1243"/>
                  </a:cubicBezTo>
                  <a:cubicBezTo>
                    <a:pt x="254618" y="1225"/>
                    <a:pt x="253895" y="1209"/>
                    <a:pt x="253187" y="1209"/>
                  </a:cubicBezTo>
                  <a:cubicBezTo>
                    <a:pt x="252552" y="1209"/>
                    <a:pt x="251931" y="1221"/>
                    <a:pt x="251317" y="1255"/>
                  </a:cubicBezTo>
                  <a:cubicBezTo>
                    <a:pt x="250514" y="1300"/>
                    <a:pt x="249709" y="1319"/>
                    <a:pt x="248905" y="1319"/>
                  </a:cubicBezTo>
                  <a:cubicBezTo>
                    <a:pt x="245630" y="1319"/>
                    <a:pt x="242379" y="994"/>
                    <a:pt x="239435" y="708"/>
                  </a:cubicBezTo>
                  <a:lnTo>
                    <a:pt x="238542" y="624"/>
                  </a:lnTo>
                  <a:cubicBezTo>
                    <a:pt x="235540" y="321"/>
                    <a:pt x="232453" y="9"/>
                    <a:pt x="229375" y="9"/>
                  </a:cubicBezTo>
                  <a:cubicBezTo>
                    <a:pt x="228826" y="9"/>
                    <a:pt x="228278" y="19"/>
                    <a:pt x="227731" y="41"/>
                  </a:cubicBezTo>
                  <a:cubicBezTo>
                    <a:pt x="224671" y="148"/>
                    <a:pt x="221563" y="362"/>
                    <a:pt x="218563" y="577"/>
                  </a:cubicBezTo>
                  <a:cubicBezTo>
                    <a:pt x="217206" y="672"/>
                    <a:pt x="215801" y="767"/>
                    <a:pt x="214420" y="862"/>
                  </a:cubicBezTo>
                  <a:cubicBezTo>
                    <a:pt x="211979" y="1017"/>
                    <a:pt x="209538" y="1136"/>
                    <a:pt x="207181" y="1243"/>
                  </a:cubicBezTo>
                  <a:cubicBezTo>
                    <a:pt x="206577" y="1266"/>
                    <a:pt x="205974" y="1275"/>
                    <a:pt x="205375" y="1275"/>
                  </a:cubicBezTo>
                  <a:cubicBezTo>
                    <a:pt x="204684" y="1275"/>
                    <a:pt x="203998" y="1262"/>
                    <a:pt x="203323" y="1243"/>
                  </a:cubicBezTo>
                  <a:cubicBezTo>
                    <a:pt x="202576" y="1225"/>
                    <a:pt x="201852" y="1209"/>
                    <a:pt x="201143" y="1209"/>
                  </a:cubicBezTo>
                  <a:cubicBezTo>
                    <a:pt x="200507" y="1209"/>
                    <a:pt x="199882" y="1221"/>
                    <a:pt x="199263" y="1255"/>
                  </a:cubicBezTo>
                  <a:cubicBezTo>
                    <a:pt x="198463" y="1300"/>
                    <a:pt x="197658" y="1319"/>
                    <a:pt x="196855" y="1319"/>
                  </a:cubicBezTo>
                  <a:cubicBezTo>
                    <a:pt x="193584" y="1319"/>
                    <a:pt x="190327" y="994"/>
                    <a:pt x="187392" y="708"/>
                  </a:cubicBezTo>
                  <a:lnTo>
                    <a:pt x="186488" y="624"/>
                  </a:lnTo>
                  <a:cubicBezTo>
                    <a:pt x="183486" y="321"/>
                    <a:pt x="180399" y="9"/>
                    <a:pt x="177328" y="9"/>
                  </a:cubicBezTo>
                  <a:cubicBezTo>
                    <a:pt x="176781" y="9"/>
                    <a:pt x="176234" y="19"/>
                    <a:pt x="175689" y="41"/>
                  </a:cubicBezTo>
                  <a:cubicBezTo>
                    <a:pt x="172629" y="148"/>
                    <a:pt x="169521" y="362"/>
                    <a:pt x="166521" y="577"/>
                  </a:cubicBezTo>
                  <a:cubicBezTo>
                    <a:pt x="165164" y="672"/>
                    <a:pt x="163759" y="767"/>
                    <a:pt x="162377" y="862"/>
                  </a:cubicBezTo>
                  <a:cubicBezTo>
                    <a:pt x="159913" y="1017"/>
                    <a:pt x="157448" y="1148"/>
                    <a:pt x="155079" y="1243"/>
                  </a:cubicBezTo>
                  <a:cubicBezTo>
                    <a:pt x="154487" y="1266"/>
                    <a:pt x="153895" y="1275"/>
                    <a:pt x="153307" y="1275"/>
                  </a:cubicBezTo>
                  <a:cubicBezTo>
                    <a:pt x="152631" y="1275"/>
                    <a:pt x="151961" y="1262"/>
                    <a:pt x="151305" y="1243"/>
                  </a:cubicBezTo>
                  <a:cubicBezTo>
                    <a:pt x="150558" y="1225"/>
                    <a:pt x="149831" y="1209"/>
                    <a:pt x="149120" y="1209"/>
                  </a:cubicBezTo>
                  <a:cubicBezTo>
                    <a:pt x="148482" y="1209"/>
                    <a:pt x="147858" y="1221"/>
                    <a:pt x="147245" y="1255"/>
                  </a:cubicBezTo>
                  <a:cubicBezTo>
                    <a:pt x="146444" y="1300"/>
                    <a:pt x="145640" y="1319"/>
                    <a:pt x="144837" y="1319"/>
                  </a:cubicBezTo>
                  <a:cubicBezTo>
                    <a:pt x="141565" y="1319"/>
                    <a:pt x="138309" y="994"/>
                    <a:pt x="135374" y="708"/>
                  </a:cubicBezTo>
                  <a:lnTo>
                    <a:pt x="134469" y="624"/>
                  </a:lnTo>
                  <a:cubicBezTo>
                    <a:pt x="131468" y="321"/>
                    <a:pt x="128381" y="9"/>
                    <a:pt x="125310" y="9"/>
                  </a:cubicBezTo>
                  <a:cubicBezTo>
                    <a:pt x="124763" y="9"/>
                    <a:pt x="124216" y="19"/>
                    <a:pt x="123670" y="41"/>
                  </a:cubicBezTo>
                  <a:cubicBezTo>
                    <a:pt x="120610" y="148"/>
                    <a:pt x="117503" y="362"/>
                    <a:pt x="114491" y="577"/>
                  </a:cubicBezTo>
                  <a:cubicBezTo>
                    <a:pt x="113133" y="672"/>
                    <a:pt x="111740" y="767"/>
                    <a:pt x="110359" y="862"/>
                  </a:cubicBezTo>
                  <a:cubicBezTo>
                    <a:pt x="107894" y="1017"/>
                    <a:pt x="105454" y="1148"/>
                    <a:pt x="103084" y="1243"/>
                  </a:cubicBezTo>
                  <a:cubicBezTo>
                    <a:pt x="102487" y="1266"/>
                    <a:pt x="101889" y="1275"/>
                    <a:pt x="101295" y="1275"/>
                  </a:cubicBezTo>
                  <a:cubicBezTo>
                    <a:pt x="100611" y="1275"/>
                    <a:pt x="99931" y="1262"/>
                    <a:pt x="99262" y="1243"/>
                  </a:cubicBezTo>
                  <a:cubicBezTo>
                    <a:pt x="98515" y="1225"/>
                    <a:pt x="97792" y="1209"/>
                    <a:pt x="97084" y="1209"/>
                  </a:cubicBezTo>
                  <a:cubicBezTo>
                    <a:pt x="96449" y="1209"/>
                    <a:pt x="95828" y="1221"/>
                    <a:pt x="95214" y="1255"/>
                  </a:cubicBezTo>
                  <a:cubicBezTo>
                    <a:pt x="94411" y="1300"/>
                    <a:pt x="93606" y="1319"/>
                    <a:pt x="92802" y="1319"/>
                  </a:cubicBezTo>
                  <a:cubicBezTo>
                    <a:pt x="89527" y="1319"/>
                    <a:pt x="86276" y="994"/>
                    <a:pt x="83332" y="708"/>
                  </a:cubicBezTo>
                  <a:lnTo>
                    <a:pt x="82439" y="624"/>
                  </a:lnTo>
                  <a:cubicBezTo>
                    <a:pt x="79438" y="321"/>
                    <a:pt x="76350" y="9"/>
                    <a:pt x="73272" y="9"/>
                  </a:cubicBezTo>
                  <a:cubicBezTo>
                    <a:pt x="72724" y="9"/>
                    <a:pt x="72175" y="19"/>
                    <a:pt x="71628" y="41"/>
                  </a:cubicBezTo>
                  <a:cubicBezTo>
                    <a:pt x="68568" y="148"/>
                    <a:pt x="65461" y="362"/>
                    <a:pt x="62460" y="577"/>
                  </a:cubicBezTo>
                  <a:cubicBezTo>
                    <a:pt x="61103" y="672"/>
                    <a:pt x="59698" y="767"/>
                    <a:pt x="58317" y="862"/>
                  </a:cubicBezTo>
                  <a:cubicBezTo>
                    <a:pt x="55936" y="1005"/>
                    <a:pt x="53554" y="1136"/>
                    <a:pt x="51256" y="1231"/>
                  </a:cubicBezTo>
                  <a:cubicBezTo>
                    <a:pt x="50598" y="1265"/>
                    <a:pt x="49937" y="1278"/>
                    <a:pt x="49278" y="1278"/>
                  </a:cubicBezTo>
                  <a:cubicBezTo>
                    <a:pt x="48543" y="1278"/>
                    <a:pt x="47811" y="1262"/>
                    <a:pt x="47089" y="1243"/>
                  </a:cubicBezTo>
                  <a:cubicBezTo>
                    <a:pt x="46342" y="1225"/>
                    <a:pt x="45618" y="1209"/>
                    <a:pt x="44909" y="1209"/>
                  </a:cubicBezTo>
                  <a:cubicBezTo>
                    <a:pt x="44273" y="1209"/>
                    <a:pt x="43648" y="1221"/>
                    <a:pt x="43029" y="1255"/>
                  </a:cubicBezTo>
                  <a:cubicBezTo>
                    <a:pt x="42229" y="1300"/>
                    <a:pt x="41425" y="1319"/>
                    <a:pt x="40622" y="1319"/>
                  </a:cubicBezTo>
                  <a:cubicBezTo>
                    <a:pt x="37354" y="1319"/>
                    <a:pt x="34103" y="994"/>
                    <a:pt x="31159" y="708"/>
                  </a:cubicBezTo>
                  <a:lnTo>
                    <a:pt x="30254" y="624"/>
                  </a:lnTo>
                  <a:cubicBezTo>
                    <a:pt x="27252" y="321"/>
                    <a:pt x="24165" y="9"/>
                    <a:pt x="21094" y="9"/>
                  </a:cubicBezTo>
                  <a:cubicBezTo>
                    <a:pt x="20547" y="9"/>
                    <a:pt x="20000" y="19"/>
                    <a:pt x="19455" y="41"/>
                  </a:cubicBezTo>
                  <a:cubicBezTo>
                    <a:pt x="16395" y="148"/>
                    <a:pt x="13287" y="362"/>
                    <a:pt x="10287" y="577"/>
                  </a:cubicBezTo>
                  <a:cubicBezTo>
                    <a:pt x="8930" y="672"/>
                    <a:pt x="7525" y="767"/>
                    <a:pt x="6144" y="862"/>
                  </a:cubicBezTo>
                  <a:cubicBezTo>
                    <a:pt x="4072" y="993"/>
                    <a:pt x="2012" y="1100"/>
                    <a:pt x="0" y="1196"/>
                  </a:cubicBezTo>
                  <a:lnTo>
                    <a:pt x="0" y="1732"/>
                  </a:lnTo>
                  <a:cubicBezTo>
                    <a:pt x="2024" y="1636"/>
                    <a:pt x="4096" y="1529"/>
                    <a:pt x="6179" y="1398"/>
                  </a:cubicBezTo>
                  <a:cubicBezTo>
                    <a:pt x="7560" y="1303"/>
                    <a:pt x="8965" y="1208"/>
                    <a:pt x="10323" y="1112"/>
                  </a:cubicBezTo>
                  <a:cubicBezTo>
                    <a:pt x="13323" y="898"/>
                    <a:pt x="16431" y="684"/>
                    <a:pt x="19479" y="565"/>
                  </a:cubicBezTo>
                  <a:cubicBezTo>
                    <a:pt x="19984" y="546"/>
                    <a:pt x="20490" y="538"/>
                    <a:pt x="20998" y="538"/>
                  </a:cubicBezTo>
                  <a:cubicBezTo>
                    <a:pt x="24078" y="538"/>
                    <a:pt x="27191" y="852"/>
                    <a:pt x="30206" y="1148"/>
                  </a:cubicBezTo>
                  <a:lnTo>
                    <a:pt x="31111" y="1243"/>
                  </a:lnTo>
                  <a:cubicBezTo>
                    <a:pt x="34065" y="1530"/>
                    <a:pt x="37333" y="1855"/>
                    <a:pt x="40633" y="1855"/>
                  </a:cubicBezTo>
                  <a:cubicBezTo>
                    <a:pt x="41443" y="1855"/>
                    <a:pt x="42255" y="1836"/>
                    <a:pt x="43065" y="1791"/>
                  </a:cubicBezTo>
                  <a:cubicBezTo>
                    <a:pt x="43673" y="1757"/>
                    <a:pt x="44289" y="1745"/>
                    <a:pt x="44918" y="1745"/>
                  </a:cubicBezTo>
                  <a:cubicBezTo>
                    <a:pt x="45619" y="1745"/>
                    <a:pt x="46337" y="1760"/>
                    <a:pt x="47077" y="1779"/>
                  </a:cubicBezTo>
                  <a:cubicBezTo>
                    <a:pt x="47746" y="1798"/>
                    <a:pt x="48426" y="1811"/>
                    <a:pt x="49110" y="1811"/>
                  </a:cubicBezTo>
                  <a:cubicBezTo>
                    <a:pt x="49704" y="1811"/>
                    <a:pt x="50302" y="1801"/>
                    <a:pt x="50899" y="1779"/>
                  </a:cubicBezTo>
                  <a:lnTo>
                    <a:pt x="50899" y="1791"/>
                  </a:lnTo>
                  <a:cubicBezTo>
                    <a:pt x="53328" y="1684"/>
                    <a:pt x="55840" y="1553"/>
                    <a:pt x="58353" y="1386"/>
                  </a:cubicBezTo>
                  <a:cubicBezTo>
                    <a:pt x="59734" y="1303"/>
                    <a:pt x="61139" y="1208"/>
                    <a:pt x="62496" y="1112"/>
                  </a:cubicBezTo>
                  <a:cubicBezTo>
                    <a:pt x="65496" y="898"/>
                    <a:pt x="68604" y="684"/>
                    <a:pt x="71652" y="565"/>
                  </a:cubicBezTo>
                  <a:cubicBezTo>
                    <a:pt x="72157" y="546"/>
                    <a:pt x="72664" y="538"/>
                    <a:pt x="73171" y="538"/>
                  </a:cubicBezTo>
                  <a:cubicBezTo>
                    <a:pt x="76252" y="538"/>
                    <a:pt x="79364" y="852"/>
                    <a:pt x="82379" y="1148"/>
                  </a:cubicBezTo>
                  <a:lnTo>
                    <a:pt x="83284" y="1243"/>
                  </a:lnTo>
                  <a:cubicBezTo>
                    <a:pt x="86238" y="1530"/>
                    <a:pt x="89506" y="1855"/>
                    <a:pt x="92806" y="1855"/>
                  </a:cubicBezTo>
                  <a:cubicBezTo>
                    <a:pt x="93616" y="1855"/>
                    <a:pt x="94428" y="1836"/>
                    <a:pt x="95238" y="1791"/>
                  </a:cubicBezTo>
                  <a:cubicBezTo>
                    <a:pt x="95846" y="1757"/>
                    <a:pt x="96462" y="1745"/>
                    <a:pt x="97091" y="1745"/>
                  </a:cubicBezTo>
                  <a:cubicBezTo>
                    <a:pt x="97792" y="1745"/>
                    <a:pt x="98510" y="1760"/>
                    <a:pt x="99251" y="1779"/>
                  </a:cubicBezTo>
                  <a:cubicBezTo>
                    <a:pt x="99894" y="1798"/>
                    <a:pt x="100551" y="1811"/>
                    <a:pt x="101213" y="1811"/>
                  </a:cubicBezTo>
                  <a:cubicBezTo>
                    <a:pt x="101788" y="1811"/>
                    <a:pt x="102366" y="1801"/>
                    <a:pt x="102941" y="1779"/>
                  </a:cubicBezTo>
                  <a:lnTo>
                    <a:pt x="103120" y="1779"/>
                  </a:lnTo>
                  <a:cubicBezTo>
                    <a:pt x="103239" y="1767"/>
                    <a:pt x="103346" y="1767"/>
                    <a:pt x="103453" y="1767"/>
                  </a:cubicBezTo>
                  <a:cubicBezTo>
                    <a:pt x="105716" y="1660"/>
                    <a:pt x="108049" y="1541"/>
                    <a:pt x="110395" y="1386"/>
                  </a:cubicBezTo>
                  <a:cubicBezTo>
                    <a:pt x="111776" y="1303"/>
                    <a:pt x="113181" y="1208"/>
                    <a:pt x="114538" y="1112"/>
                  </a:cubicBezTo>
                  <a:cubicBezTo>
                    <a:pt x="117539" y="898"/>
                    <a:pt x="120646" y="684"/>
                    <a:pt x="123694" y="565"/>
                  </a:cubicBezTo>
                  <a:cubicBezTo>
                    <a:pt x="124199" y="546"/>
                    <a:pt x="124706" y="538"/>
                    <a:pt x="125213" y="538"/>
                  </a:cubicBezTo>
                  <a:cubicBezTo>
                    <a:pt x="128291" y="538"/>
                    <a:pt x="131396" y="852"/>
                    <a:pt x="134422" y="1148"/>
                  </a:cubicBezTo>
                  <a:lnTo>
                    <a:pt x="135315" y="1243"/>
                  </a:lnTo>
                  <a:cubicBezTo>
                    <a:pt x="138268" y="1530"/>
                    <a:pt x="141544" y="1855"/>
                    <a:pt x="144847" y="1855"/>
                  </a:cubicBezTo>
                  <a:cubicBezTo>
                    <a:pt x="145658" y="1855"/>
                    <a:pt x="146470" y="1836"/>
                    <a:pt x="147280" y="1791"/>
                  </a:cubicBezTo>
                  <a:cubicBezTo>
                    <a:pt x="147883" y="1757"/>
                    <a:pt x="148498" y="1745"/>
                    <a:pt x="149128" y="1745"/>
                  </a:cubicBezTo>
                  <a:cubicBezTo>
                    <a:pt x="149831" y="1745"/>
                    <a:pt x="150552" y="1760"/>
                    <a:pt x="151293" y="1779"/>
                  </a:cubicBezTo>
                  <a:cubicBezTo>
                    <a:pt x="151936" y="1798"/>
                    <a:pt x="152590" y="1811"/>
                    <a:pt x="153247" y="1811"/>
                  </a:cubicBezTo>
                  <a:cubicBezTo>
                    <a:pt x="153817" y="1811"/>
                    <a:pt x="154390" y="1801"/>
                    <a:pt x="154960" y="1779"/>
                  </a:cubicBezTo>
                  <a:lnTo>
                    <a:pt x="155115" y="1779"/>
                  </a:lnTo>
                  <a:cubicBezTo>
                    <a:pt x="155246" y="1779"/>
                    <a:pt x="155365" y="1767"/>
                    <a:pt x="155496" y="1767"/>
                  </a:cubicBezTo>
                  <a:cubicBezTo>
                    <a:pt x="157758" y="1660"/>
                    <a:pt x="160080" y="1541"/>
                    <a:pt x="162413" y="1386"/>
                  </a:cubicBezTo>
                  <a:cubicBezTo>
                    <a:pt x="163794" y="1303"/>
                    <a:pt x="165199" y="1208"/>
                    <a:pt x="166557" y="1112"/>
                  </a:cubicBezTo>
                  <a:cubicBezTo>
                    <a:pt x="169569" y="898"/>
                    <a:pt x="172664" y="684"/>
                    <a:pt x="175712" y="565"/>
                  </a:cubicBezTo>
                  <a:cubicBezTo>
                    <a:pt x="176218" y="546"/>
                    <a:pt x="176724" y="538"/>
                    <a:pt x="177232" y="538"/>
                  </a:cubicBezTo>
                  <a:cubicBezTo>
                    <a:pt x="180312" y="538"/>
                    <a:pt x="183424" y="852"/>
                    <a:pt x="186440" y="1148"/>
                  </a:cubicBezTo>
                  <a:lnTo>
                    <a:pt x="187345" y="1243"/>
                  </a:lnTo>
                  <a:cubicBezTo>
                    <a:pt x="190299" y="1530"/>
                    <a:pt x="193567" y="1855"/>
                    <a:pt x="196866" y="1855"/>
                  </a:cubicBezTo>
                  <a:cubicBezTo>
                    <a:pt x="197677" y="1855"/>
                    <a:pt x="198489" y="1836"/>
                    <a:pt x="199299" y="1791"/>
                  </a:cubicBezTo>
                  <a:cubicBezTo>
                    <a:pt x="199907" y="1757"/>
                    <a:pt x="200523" y="1745"/>
                    <a:pt x="201152" y="1745"/>
                  </a:cubicBezTo>
                  <a:cubicBezTo>
                    <a:pt x="201853" y="1745"/>
                    <a:pt x="202570" y="1760"/>
                    <a:pt x="203311" y="1779"/>
                  </a:cubicBezTo>
                  <a:cubicBezTo>
                    <a:pt x="203961" y="1798"/>
                    <a:pt x="204618" y="1811"/>
                    <a:pt x="205280" y="1811"/>
                  </a:cubicBezTo>
                  <a:cubicBezTo>
                    <a:pt x="205854" y="1811"/>
                    <a:pt x="206433" y="1801"/>
                    <a:pt x="207014" y="1779"/>
                  </a:cubicBezTo>
                  <a:lnTo>
                    <a:pt x="207014" y="1791"/>
                  </a:lnTo>
                  <a:cubicBezTo>
                    <a:pt x="207085" y="1779"/>
                    <a:pt x="207157" y="1779"/>
                    <a:pt x="207228" y="1779"/>
                  </a:cubicBezTo>
                  <a:cubicBezTo>
                    <a:pt x="207324" y="1767"/>
                    <a:pt x="207419" y="1767"/>
                    <a:pt x="207514" y="1767"/>
                  </a:cubicBezTo>
                  <a:cubicBezTo>
                    <a:pt x="209788" y="1660"/>
                    <a:pt x="212122" y="1541"/>
                    <a:pt x="214467" y="1386"/>
                  </a:cubicBezTo>
                  <a:cubicBezTo>
                    <a:pt x="215848" y="1303"/>
                    <a:pt x="217253" y="1208"/>
                    <a:pt x="218611" y="1112"/>
                  </a:cubicBezTo>
                  <a:cubicBezTo>
                    <a:pt x="221611" y="898"/>
                    <a:pt x="224719" y="684"/>
                    <a:pt x="227767" y="565"/>
                  </a:cubicBezTo>
                  <a:cubicBezTo>
                    <a:pt x="228272" y="546"/>
                    <a:pt x="228778" y="538"/>
                    <a:pt x="229285" y="538"/>
                  </a:cubicBezTo>
                  <a:cubicBezTo>
                    <a:pt x="232363" y="538"/>
                    <a:pt x="235468" y="852"/>
                    <a:pt x="238494" y="1148"/>
                  </a:cubicBezTo>
                  <a:lnTo>
                    <a:pt x="239387" y="1243"/>
                  </a:lnTo>
                  <a:cubicBezTo>
                    <a:pt x="242341" y="1530"/>
                    <a:pt x="245617" y="1855"/>
                    <a:pt x="248919" y="1855"/>
                  </a:cubicBezTo>
                  <a:cubicBezTo>
                    <a:pt x="249730" y="1855"/>
                    <a:pt x="250543" y="1836"/>
                    <a:pt x="251353" y="1791"/>
                  </a:cubicBezTo>
                  <a:cubicBezTo>
                    <a:pt x="251955" y="1757"/>
                    <a:pt x="252571" y="1745"/>
                    <a:pt x="253201" y="1745"/>
                  </a:cubicBezTo>
                  <a:cubicBezTo>
                    <a:pt x="253904" y="1745"/>
                    <a:pt x="254625" y="1760"/>
                    <a:pt x="255365" y="1779"/>
                  </a:cubicBezTo>
                  <a:cubicBezTo>
                    <a:pt x="256015" y="1798"/>
                    <a:pt x="256682" y="1811"/>
                    <a:pt x="257355" y="1811"/>
                  </a:cubicBezTo>
                  <a:cubicBezTo>
                    <a:pt x="257940" y="1811"/>
                    <a:pt x="258529" y="1801"/>
                    <a:pt x="259116" y="1779"/>
                  </a:cubicBezTo>
                  <a:lnTo>
                    <a:pt x="259116" y="1791"/>
                  </a:lnTo>
                  <a:cubicBezTo>
                    <a:pt x="259235" y="1779"/>
                    <a:pt x="259366" y="1779"/>
                    <a:pt x="259497" y="1767"/>
                  </a:cubicBezTo>
                  <a:lnTo>
                    <a:pt x="259568" y="1767"/>
                  </a:lnTo>
                  <a:cubicBezTo>
                    <a:pt x="261842" y="1660"/>
                    <a:pt x="264200" y="1541"/>
                    <a:pt x="266569" y="1386"/>
                  </a:cubicBezTo>
                  <a:cubicBezTo>
                    <a:pt x="267950" y="1303"/>
                    <a:pt x="269355" y="1208"/>
                    <a:pt x="270712" y="1112"/>
                  </a:cubicBezTo>
                  <a:cubicBezTo>
                    <a:pt x="273713" y="898"/>
                    <a:pt x="276808" y="684"/>
                    <a:pt x="279868" y="565"/>
                  </a:cubicBezTo>
                  <a:cubicBezTo>
                    <a:pt x="280356" y="547"/>
                    <a:pt x="280847" y="539"/>
                    <a:pt x="281339" y="539"/>
                  </a:cubicBezTo>
                  <a:cubicBezTo>
                    <a:pt x="282814" y="539"/>
                    <a:pt x="284300" y="612"/>
                    <a:pt x="285774" y="719"/>
                  </a:cubicBezTo>
                  <a:lnTo>
                    <a:pt x="285774" y="172"/>
                  </a:lnTo>
                  <a:cubicBezTo>
                    <a:pt x="284327" y="67"/>
                    <a:pt x="282880" y="1"/>
                    <a:pt x="2814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9"/>
            <p:cNvSpPr/>
            <p:nvPr/>
          </p:nvSpPr>
          <p:spPr>
            <a:xfrm rot="10800000" flipH="1">
              <a:off x="-14087" y="4621600"/>
              <a:ext cx="9164387" cy="148400"/>
            </a:xfrm>
            <a:custGeom>
              <a:avLst/>
              <a:gdLst/>
              <a:ahLst/>
              <a:cxnLst/>
              <a:rect l="l" t="t" r="r" b="b"/>
              <a:pathLst>
                <a:path w="285762" h="5936" extrusionOk="0">
                  <a:moveTo>
                    <a:pt x="281184" y="1"/>
                  </a:moveTo>
                  <a:cubicBezTo>
                    <a:pt x="280262" y="1"/>
                    <a:pt x="279340" y="24"/>
                    <a:pt x="278416" y="78"/>
                  </a:cubicBezTo>
                  <a:lnTo>
                    <a:pt x="278428" y="78"/>
                  </a:lnTo>
                  <a:cubicBezTo>
                    <a:pt x="273951" y="316"/>
                    <a:pt x="269474" y="649"/>
                    <a:pt x="265009" y="923"/>
                  </a:cubicBezTo>
                  <a:cubicBezTo>
                    <a:pt x="263092" y="1042"/>
                    <a:pt x="261187" y="1138"/>
                    <a:pt x="259271" y="1209"/>
                  </a:cubicBezTo>
                  <a:cubicBezTo>
                    <a:pt x="258143" y="1186"/>
                    <a:pt x="257102" y="1177"/>
                    <a:pt x="256113" y="1177"/>
                  </a:cubicBezTo>
                  <a:cubicBezTo>
                    <a:pt x="254002" y="1177"/>
                    <a:pt x="252129" y="1220"/>
                    <a:pt x="250150" y="1269"/>
                  </a:cubicBezTo>
                  <a:cubicBezTo>
                    <a:pt x="249765" y="1278"/>
                    <a:pt x="249380" y="1282"/>
                    <a:pt x="248995" y="1282"/>
                  </a:cubicBezTo>
                  <a:cubicBezTo>
                    <a:pt x="245354" y="1282"/>
                    <a:pt x="241706" y="896"/>
                    <a:pt x="238077" y="530"/>
                  </a:cubicBezTo>
                  <a:cubicBezTo>
                    <a:pt x="235089" y="240"/>
                    <a:pt x="232107" y="4"/>
                    <a:pt x="229116" y="4"/>
                  </a:cubicBezTo>
                  <a:cubicBezTo>
                    <a:pt x="228187" y="4"/>
                    <a:pt x="227257" y="27"/>
                    <a:pt x="226326" y="78"/>
                  </a:cubicBezTo>
                  <a:cubicBezTo>
                    <a:pt x="221849" y="316"/>
                    <a:pt x="217384" y="649"/>
                    <a:pt x="212908" y="923"/>
                  </a:cubicBezTo>
                  <a:cubicBezTo>
                    <a:pt x="211003" y="1042"/>
                    <a:pt x="209098" y="1138"/>
                    <a:pt x="207193" y="1209"/>
                  </a:cubicBezTo>
                  <a:cubicBezTo>
                    <a:pt x="206068" y="1186"/>
                    <a:pt x="205031" y="1177"/>
                    <a:pt x="204047" y="1177"/>
                  </a:cubicBezTo>
                  <a:cubicBezTo>
                    <a:pt x="201944" y="1177"/>
                    <a:pt x="200078" y="1220"/>
                    <a:pt x="198108" y="1269"/>
                  </a:cubicBezTo>
                  <a:cubicBezTo>
                    <a:pt x="197722" y="1278"/>
                    <a:pt x="197336" y="1282"/>
                    <a:pt x="196950" y="1282"/>
                  </a:cubicBezTo>
                  <a:cubicBezTo>
                    <a:pt x="193302" y="1282"/>
                    <a:pt x="189662" y="896"/>
                    <a:pt x="186023" y="530"/>
                  </a:cubicBezTo>
                  <a:cubicBezTo>
                    <a:pt x="183035" y="240"/>
                    <a:pt x="180053" y="4"/>
                    <a:pt x="177062" y="4"/>
                  </a:cubicBezTo>
                  <a:cubicBezTo>
                    <a:pt x="176133" y="4"/>
                    <a:pt x="175203" y="27"/>
                    <a:pt x="174272" y="78"/>
                  </a:cubicBezTo>
                  <a:cubicBezTo>
                    <a:pt x="169807" y="316"/>
                    <a:pt x="165330" y="649"/>
                    <a:pt x="160853" y="923"/>
                  </a:cubicBezTo>
                  <a:cubicBezTo>
                    <a:pt x="158960" y="1042"/>
                    <a:pt x="157055" y="1138"/>
                    <a:pt x="155150" y="1209"/>
                  </a:cubicBezTo>
                  <a:cubicBezTo>
                    <a:pt x="154030" y="1186"/>
                    <a:pt x="152996" y="1177"/>
                    <a:pt x="152013" y="1177"/>
                  </a:cubicBezTo>
                  <a:cubicBezTo>
                    <a:pt x="149914" y="1177"/>
                    <a:pt x="148048" y="1220"/>
                    <a:pt x="146078" y="1269"/>
                  </a:cubicBezTo>
                  <a:cubicBezTo>
                    <a:pt x="145693" y="1278"/>
                    <a:pt x="145307" y="1282"/>
                    <a:pt x="144922" y="1282"/>
                  </a:cubicBezTo>
                  <a:cubicBezTo>
                    <a:pt x="141281" y="1282"/>
                    <a:pt x="137633" y="896"/>
                    <a:pt x="134005" y="530"/>
                  </a:cubicBezTo>
                  <a:cubicBezTo>
                    <a:pt x="131016" y="240"/>
                    <a:pt x="128027" y="4"/>
                    <a:pt x="125039" y="4"/>
                  </a:cubicBezTo>
                  <a:cubicBezTo>
                    <a:pt x="124110" y="4"/>
                    <a:pt x="123182" y="27"/>
                    <a:pt x="122253" y="78"/>
                  </a:cubicBezTo>
                  <a:cubicBezTo>
                    <a:pt x="117777" y="316"/>
                    <a:pt x="113300" y="649"/>
                    <a:pt x="108835" y="923"/>
                  </a:cubicBezTo>
                  <a:cubicBezTo>
                    <a:pt x="106930" y="1042"/>
                    <a:pt x="105025" y="1138"/>
                    <a:pt x="103120" y="1209"/>
                  </a:cubicBezTo>
                  <a:cubicBezTo>
                    <a:pt x="102000" y="1186"/>
                    <a:pt x="100965" y="1177"/>
                    <a:pt x="99982" y="1177"/>
                  </a:cubicBezTo>
                  <a:cubicBezTo>
                    <a:pt x="97883" y="1177"/>
                    <a:pt x="96018" y="1220"/>
                    <a:pt x="94047" y="1269"/>
                  </a:cubicBezTo>
                  <a:cubicBezTo>
                    <a:pt x="93661" y="1278"/>
                    <a:pt x="93275" y="1282"/>
                    <a:pt x="92889" y="1282"/>
                  </a:cubicBezTo>
                  <a:cubicBezTo>
                    <a:pt x="89241" y="1282"/>
                    <a:pt x="85602" y="896"/>
                    <a:pt x="81963" y="530"/>
                  </a:cubicBezTo>
                  <a:cubicBezTo>
                    <a:pt x="78974" y="240"/>
                    <a:pt x="75992" y="4"/>
                    <a:pt x="73001" y="4"/>
                  </a:cubicBezTo>
                  <a:cubicBezTo>
                    <a:pt x="72072" y="4"/>
                    <a:pt x="71142" y="27"/>
                    <a:pt x="70211" y="78"/>
                  </a:cubicBezTo>
                  <a:cubicBezTo>
                    <a:pt x="65746" y="316"/>
                    <a:pt x="61270" y="649"/>
                    <a:pt x="56793" y="923"/>
                  </a:cubicBezTo>
                  <a:cubicBezTo>
                    <a:pt x="54876" y="1042"/>
                    <a:pt x="52959" y="1138"/>
                    <a:pt x="51042" y="1209"/>
                  </a:cubicBezTo>
                  <a:cubicBezTo>
                    <a:pt x="49907" y="1186"/>
                    <a:pt x="48859" y="1177"/>
                    <a:pt x="47865" y="1177"/>
                  </a:cubicBezTo>
                  <a:cubicBezTo>
                    <a:pt x="45741" y="1177"/>
                    <a:pt x="43857" y="1220"/>
                    <a:pt x="41862" y="1269"/>
                  </a:cubicBezTo>
                  <a:cubicBezTo>
                    <a:pt x="41477" y="1278"/>
                    <a:pt x="41092" y="1282"/>
                    <a:pt x="40707" y="1282"/>
                  </a:cubicBezTo>
                  <a:cubicBezTo>
                    <a:pt x="37068" y="1282"/>
                    <a:pt x="33429" y="896"/>
                    <a:pt x="29789" y="530"/>
                  </a:cubicBezTo>
                  <a:cubicBezTo>
                    <a:pt x="26801" y="240"/>
                    <a:pt x="23819" y="4"/>
                    <a:pt x="20828" y="4"/>
                  </a:cubicBezTo>
                  <a:cubicBezTo>
                    <a:pt x="19899" y="4"/>
                    <a:pt x="18969" y="27"/>
                    <a:pt x="18038" y="78"/>
                  </a:cubicBezTo>
                  <a:cubicBezTo>
                    <a:pt x="13561" y="316"/>
                    <a:pt x="9096" y="649"/>
                    <a:pt x="4620" y="923"/>
                  </a:cubicBezTo>
                  <a:cubicBezTo>
                    <a:pt x="3084" y="1019"/>
                    <a:pt x="1536" y="1090"/>
                    <a:pt x="0" y="1161"/>
                  </a:cubicBezTo>
                  <a:lnTo>
                    <a:pt x="0" y="5186"/>
                  </a:lnTo>
                  <a:cubicBezTo>
                    <a:pt x="1953" y="5281"/>
                    <a:pt x="3917" y="5376"/>
                    <a:pt x="5870" y="5483"/>
                  </a:cubicBezTo>
                  <a:cubicBezTo>
                    <a:pt x="9573" y="5686"/>
                    <a:pt x="13275" y="5876"/>
                    <a:pt x="16978" y="5936"/>
                  </a:cubicBezTo>
                  <a:cubicBezTo>
                    <a:pt x="20407" y="5853"/>
                    <a:pt x="23824" y="5745"/>
                    <a:pt x="27253" y="5626"/>
                  </a:cubicBezTo>
                  <a:cubicBezTo>
                    <a:pt x="28515" y="5543"/>
                    <a:pt x="29778" y="5472"/>
                    <a:pt x="31040" y="5424"/>
                  </a:cubicBezTo>
                  <a:cubicBezTo>
                    <a:pt x="34969" y="5281"/>
                    <a:pt x="38898" y="5198"/>
                    <a:pt x="42827" y="4840"/>
                  </a:cubicBezTo>
                  <a:cubicBezTo>
                    <a:pt x="43362" y="4789"/>
                    <a:pt x="43841" y="4768"/>
                    <a:pt x="44302" y="4768"/>
                  </a:cubicBezTo>
                  <a:cubicBezTo>
                    <a:pt x="46086" y="4768"/>
                    <a:pt x="47596" y="5079"/>
                    <a:pt x="51030" y="5126"/>
                  </a:cubicBezTo>
                  <a:lnTo>
                    <a:pt x="51030" y="5138"/>
                  </a:lnTo>
                  <a:cubicBezTo>
                    <a:pt x="53364" y="5233"/>
                    <a:pt x="55709" y="5352"/>
                    <a:pt x="58043" y="5483"/>
                  </a:cubicBezTo>
                  <a:cubicBezTo>
                    <a:pt x="61746" y="5686"/>
                    <a:pt x="65449" y="5876"/>
                    <a:pt x="69152" y="5936"/>
                  </a:cubicBezTo>
                  <a:cubicBezTo>
                    <a:pt x="72581" y="5853"/>
                    <a:pt x="75998" y="5745"/>
                    <a:pt x="79427" y="5626"/>
                  </a:cubicBezTo>
                  <a:cubicBezTo>
                    <a:pt x="80689" y="5543"/>
                    <a:pt x="81951" y="5472"/>
                    <a:pt x="83213" y="5424"/>
                  </a:cubicBezTo>
                  <a:cubicBezTo>
                    <a:pt x="87142" y="5281"/>
                    <a:pt x="91071" y="5198"/>
                    <a:pt x="95000" y="4840"/>
                  </a:cubicBezTo>
                  <a:cubicBezTo>
                    <a:pt x="95530" y="4792"/>
                    <a:pt x="96004" y="4772"/>
                    <a:pt x="96459" y="4772"/>
                  </a:cubicBezTo>
                  <a:cubicBezTo>
                    <a:pt x="98225" y="4772"/>
                    <a:pt x="99710" y="5069"/>
                    <a:pt x="103061" y="5126"/>
                  </a:cubicBezTo>
                  <a:lnTo>
                    <a:pt x="103061" y="5138"/>
                  </a:lnTo>
                  <a:cubicBezTo>
                    <a:pt x="105406" y="5233"/>
                    <a:pt x="107740" y="5364"/>
                    <a:pt x="110085" y="5483"/>
                  </a:cubicBezTo>
                  <a:cubicBezTo>
                    <a:pt x="113788" y="5686"/>
                    <a:pt x="117491" y="5876"/>
                    <a:pt x="121194" y="5936"/>
                  </a:cubicBezTo>
                  <a:cubicBezTo>
                    <a:pt x="124611" y="5853"/>
                    <a:pt x="128040" y="5745"/>
                    <a:pt x="131457" y="5626"/>
                  </a:cubicBezTo>
                  <a:cubicBezTo>
                    <a:pt x="132719" y="5555"/>
                    <a:pt x="133981" y="5483"/>
                    <a:pt x="135243" y="5436"/>
                  </a:cubicBezTo>
                  <a:cubicBezTo>
                    <a:pt x="139172" y="5281"/>
                    <a:pt x="143101" y="5198"/>
                    <a:pt x="147030" y="4840"/>
                  </a:cubicBezTo>
                  <a:cubicBezTo>
                    <a:pt x="147551" y="4792"/>
                    <a:pt x="148018" y="4773"/>
                    <a:pt x="148467" y="4773"/>
                  </a:cubicBezTo>
                  <a:cubicBezTo>
                    <a:pt x="150246" y="4773"/>
                    <a:pt x="151735" y="5079"/>
                    <a:pt x="155091" y="5126"/>
                  </a:cubicBezTo>
                  <a:lnTo>
                    <a:pt x="155091" y="5138"/>
                  </a:lnTo>
                  <a:cubicBezTo>
                    <a:pt x="157424" y="5233"/>
                    <a:pt x="159770" y="5364"/>
                    <a:pt x="162104" y="5483"/>
                  </a:cubicBezTo>
                  <a:cubicBezTo>
                    <a:pt x="165806" y="5686"/>
                    <a:pt x="169509" y="5876"/>
                    <a:pt x="173212" y="5936"/>
                  </a:cubicBezTo>
                  <a:cubicBezTo>
                    <a:pt x="176641" y="5853"/>
                    <a:pt x="180058" y="5745"/>
                    <a:pt x="183487" y="5626"/>
                  </a:cubicBezTo>
                  <a:cubicBezTo>
                    <a:pt x="184749" y="5555"/>
                    <a:pt x="185999" y="5483"/>
                    <a:pt x="187262" y="5436"/>
                  </a:cubicBezTo>
                  <a:cubicBezTo>
                    <a:pt x="191202" y="5281"/>
                    <a:pt x="195132" y="5198"/>
                    <a:pt x="199049" y="4840"/>
                  </a:cubicBezTo>
                  <a:cubicBezTo>
                    <a:pt x="199572" y="4792"/>
                    <a:pt x="200041" y="4773"/>
                    <a:pt x="200492" y="4773"/>
                  </a:cubicBezTo>
                  <a:cubicBezTo>
                    <a:pt x="202277" y="4773"/>
                    <a:pt x="203767" y="5079"/>
                    <a:pt x="207133" y="5126"/>
                  </a:cubicBezTo>
                  <a:lnTo>
                    <a:pt x="207133" y="5138"/>
                  </a:lnTo>
                  <a:cubicBezTo>
                    <a:pt x="209467" y="5233"/>
                    <a:pt x="211812" y="5364"/>
                    <a:pt x="214146" y="5483"/>
                  </a:cubicBezTo>
                  <a:cubicBezTo>
                    <a:pt x="217849" y="5686"/>
                    <a:pt x="221552" y="5876"/>
                    <a:pt x="225254" y="5936"/>
                  </a:cubicBezTo>
                  <a:cubicBezTo>
                    <a:pt x="228683" y="5853"/>
                    <a:pt x="232100" y="5745"/>
                    <a:pt x="235529" y="5626"/>
                  </a:cubicBezTo>
                  <a:cubicBezTo>
                    <a:pt x="236792" y="5555"/>
                    <a:pt x="238054" y="5483"/>
                    <a:pt x="239316" y="5436"/>
                  </a:cubicBezTo>
                  <a:cubicBezTo>
                    <a:pt x="243245" y="5281"/>
                    <a:pt x="247174" y="5198"/>
                    <a:pt x="251103" y="4840"/>
                  </a:cubicBezTo>
                  <a:cubicBezTo>
                    <a:pt x="251626" y="4792"/>
                    <a:pt x="252095" y="4773"/>
                    <a:pt x="252546" y="4773"/>
                  </a:cubicBezTo>
                  <a:cubicBezTo>
                    <a:pt x="254333" y="4773"/>
                    <a:pt x="255831" y="5079"/>
                    <a:pt x="259235" y="5126"/>
                  </a:cubicBezTo>
                  <a:lnTo>
                    <a:pt x="259235" y="5138"/>
                  </a:lnTo>
                  <a:cubicBezTo>
                    <a:pt x="261568" y="5233"/>
                    <a:pt x="263914" y="5364"/>
                    <a:pt x="266248" y="5483"/>
                  </a:cubicBezTo>
                  <a:cubicBezTo>
                    <a:pt x="269950" y="5686"/>
                    <a:pt x="273653" y="5876"/>
                    <a:pt x="277356" y="5936"/>
                  </a:cubicBezTo>
                  <a:cubicBezTo>
                    <a:pt x="280154" y="5864"/>
                    <a:pt x="282952" y="5781"/>
                    <a:pt x="285762" y="5686"/>
                  </a:cubicBezTo>
                  <a:lnTo>
                    <a:pt x="285762" y="161"/>
                  </a:lnTo>
                  <a:cubicBezTo>
                    <a:pt x="284233" y="65"/>
                    <a:pt x="282709" y="1"/>
                    <a:pt x="2811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3" name="Google Shape;593;p9"/>
            <p:cNvGrpSpPr/>
            <p:nvPr/>
          </p:nvGrpSpPr>
          <p:grpSpPr>
            <a:xfrm>
              <a:off x="-14087" y="4839475"/>
              <a:ext cx="9164772" cy="40900"/>
              <a:chOff x="-14087" y="4839475"/>
              <a:chExt cx="9164772" cy="40900"/>
            </a:xfrm>
          </p:grpSpPr>
          <p:sp>
            <p:nvSpPr>
              <p:cNvPr id="594" name="Google Shape;594;p9"/>
              <p:cNvSpPr/>
              <p:nvPr/>
            </p:nvSpPr>
            <p:spPr>
              <a:xfrm rot="10800000" flipH="1">
                <a:off x="1616705" y="4839475"/>
                <a:ext cx="7533981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234923" h="1636" extrusionOk="0">
                    <a:moveTo>
                      <a:pt x="41215" y="1"/>
                    </a:moveTo>
                    <a:cubicBezTo>
                      <a:pt x="41081" y="1"/>
                      <a:pt x="40948" y="2"/>
                      <a:pt x="40815" y="4"/>
                    </a:cubicBezTo>
                    <a:cubicBezTo>
                      <a:pt x="34862" y="76"/>
                      <a:pt x="28802" y="314"/>
                      <a:pt x="22944" y="540"/>
                    </a:cubicBezTo>
                    <a:cubicBezTo>
                      <a:pt x="21194" y="612"/>
                      <a:pt x="19455" y="671"/>
                      <a:pt x="17705" y="743"/>
                    </a:cubicBezTo>
                    <a:cubicBezTo>
                      <a:pt x="13008" y="905"/>
                      <a:pt x="6849" y="1100"/>
                      <a:pt x="550" y="1100"/>
                    </a:cubicBezTo>
                    <a:cubicBezTo>
                      <a:pt x="367" y="1100"/>
                      <a:pt x="184" y="1100"/>
                      <a:pt x="1" y="1100"/>
                    </a:cubicBezTo>
                    <a:lnTo>
                      <a:pt x="1" y="1635"/>
                    </a:lnTo>
                    <a:cubicBezTo>
                      <a:pt x="184" y="1636"/>
                      <a:pt x="367" y="1636"/>
                      <a:pt x="550" y="1636"/>
                    </a:cubicBezTo>
                    <a:cubicBezTo>
                      <a:pt x="6849" y="1636"/>
                      <a:pt x="13020" y="1440"/>
                      <a:pt x="17729" y="1278"/>
                    </a:cubicBezTo>
                    <a:cubicBezTo>
                      <a:pt x="19479" y="1207"/>
                      <a:pt x="21218" y="1147"/>
                      <a:pt x="22968" y="1076"/>
                    </a:cubicBezTo>
                    <a:cubicBezTo>
                      <a:pt x="28814" y="850"/>
                      <a:pt x="34874" y="623"/>
                      <a:pt x="40827" y="540"/>
                    </a:cubicBezTo>
                    <a:cubicBezTo>
                      <a:pt x="40921" y="539"/>
                      <a:pt x="41015" y="538"/>
                      <a:pt x="41109" y="538"/>
                    </a:cubicBezTo>
                    <a:cubicBezTo>
                      <a:pt x="42855" y="538"/>
                      <a:pt x="44761" y="741"/>
                      <a:pt x="46602" y="933"/>
                    </a:cubicBezTo>
                    <a:cubicBezTo>
                      <a:pt x="48054" y="1088"/>
                      <a:pt x="49757" y="1624"/>
                      <a:pt x="52043" y="1635"/>
                    </a:cubicBezTo>
                    <a:lnTo>
                      <a:pt x="52114" y="1635"/>
                    </a:lnTo>
                    <a:cubicBezTo>
                      <a:pt x="52297" y="1636"/>
                      <a:pt x="52479" y="1636"/>
                      <a:pt x="52662" y="1636"/>
                    </a:cubicBezTo>
                    <a:cubicBezTo>
                      <a:pt x="58937" y="1636"/>
                      <a:pt x="65074" y="1440"/>
                      <a:pt x="69771" y="1278"/>
                    </a:cubicBezTo>
                    <a:cubicBezTo>
                      <a:pt x="71510" y="1207"/>
                      <a:pt x="73260" y="1147"/>
                      <a:pt x="74998" y="1076"/>
                    </a:cubicBezTo>
                    <a:cubicBezTo>
                      <a:pt x="80856" y="850"/>
                      <a:pt x="86904" y="612"/>
                      <a:pt x="92857" y="540"/>
                    </a:cubicBezTo>
                    <a:cubicBezTo>
                      <a:pt x="92987" y="538"/>
                      <a:pt x="93118" y="536"/>
                      <a:pt x="93250" y="536"/>
                    </a:cubicBezTo>
                    <a:cubicBezTo>
                      <a:pt x="94974" y="536"/>
                      <a:pt x="96829" y="745"/>
                      <a:pt x="98632" y="933"/>
                    </a:cubicBezTo>
                    <a:cubicBezTo>
                      <a:pt x="100096" y="1088"/>
                      <a:pt x="101787" y="1624"/>
                      <a:pt x="104061" y="1635"/>
                    </a:cubicBezTo>
                    <a:lnTo>
                      <a:pt x="104156" y="1635"/>
                    </a:lnTo>
                    <a:cubicBezTo>
                      <a:pt x="104339" y="1636"/>
                      <a:pt x="104521" y="1636"/>
                      <a:pt x="104703" y="1636"/>
                    </a:cubicBezTo>
                    <a:cubicBezTo>
                      <a:pt x="110967" y="1636"/>
                      <a:pt x="117104" y="1440"/>
                      <a:pt x="121790" y="1266"/>
                    </a:cubicBezTo>
                    <a:cubicBezTo>
                      <a:pt x="123540" y="1207"/>
                      <a:pt x="125278" y="1135"/>
                      <a:pt x="127028" y="1076"/>
                    </a:cubicBezTo>
                    <a:cubicBezTo>
                      <a:pt x="132886" y="850"/>
                      <a:pt x="138935" y="612"/>
                      <a:pt x="144888" y="528"/>
                    </a:cubicBezTo>
                    <a:cubicBezTo>
                      <a:pt x="144982" y="527"/>
                      <a:pt x="145076" y="526"/>
                      <a:pt x="145171" y="526"/>
                    </a:cubicBezTo>
                    <a:cubicBezTo>
                      <a:pt x="146926" y="526"/>
                      <a:pt x="148821" y="730"/>
                      <a:pt x="150662" y="933"/>
                    </a:cubicBezTo>
                    <a:cubicBezTo>
                      <a:pt x="152127" y="1088"/>
                      <a:pt x="153829" y="1624"/>
                      <a:pt x="156115" y="1635"/>
                    </a:cubicBezTo>
                    <a:lnTo>
                      <a:pt x="156175" y="1635"/>
                    </a:lnTo>
                    <a:cubicBezTo>
                      <a:pt x="156358" y="1636"/>
                      <a:pt x="156540" y="1636"/>
                      <a:pt x="156723" y="1636"/>
                    </a:cubicBezTo>
                    <a:cubicBezTo>
                      <a:pt x="163010" y="1636"/>
                      <a:pt x="169146" y="1440"/>
                      <a:pt x="173844" y="1266"/>
                    </a:cubicBezTo>
                    <a:cubicBezTo>
                      <a:pt x="175582" y="1207"/>
                      <a:pt x="177332" y="1135"/>
                      <a:pt x="179071" y="1076"/>
                    </a:cubicBezTo>
                    <a:cubicBezTo>
                      <a:pt x="184928" y="850"/>
                      <a:pt x="190977" y="612"/>
                      <a:pt x="196930" y="528"/>
                    </a:cubicBezTo>
                    <a:cubicBezTo>
                      <a:pt x="197024" y="527"/>
                      <a:pt x="197119" y="526"/>
                      <a:pt x="197214" y="526"/>
                    </a:cubicBezTo>
                    <a:cubicBezTo>
                      <a:pt x="198969" y="526"/>
                      <a:pt x="200863" y="730"/>
                      <a:pt x="202705" y="933"/>
                    </a:cubicBezTo>
                    <a:cubicBezTo>
                      <a:pt x="204181" y="1088"/>
                      <a:pt x="205907" y="1635"/>
                      <a:pt x="208229" y="1635"/>
                    </a:cubicBezTo>
                    <a:cubicBezTo>
                      <a:pt x="208412" y="1636"/>
                      <a:pt x="208595" y="1636"/>
                      <a:pt x="208778" y="1636"/>
                    </a:cubicBezTo>
                    <a:cubicBezTo>
                      <a:pt x="215077" y="1636"/>
                      <a:pt x="221236" y="1440"/>
                      <a:pt x="225934" y="1266"/>
                    </a:cubicBezTo>
                    <a:cubicBezTo>
                      <a:pt x="227684" y="1207"/>
                      <a:pt x="229434" y="1135"/>
                      <a:pt x="231172" y="1076"/>
                    </a:cubicBezTo>
                    <a:cubicBezTo>
                      <a:pt x="232411" y="1028"/>
                      <a:pt x="233661" y="981"/>
                      <a:pt x="234923" y="933"/>
                    </a:cubicBezTo>
                    <a:lnTo>
                      <a:pt x="234923" y="397"/>
                    </a:lnTo>
                    <a:cubicBezTo>
                      <a:pt x="233661" y="445"/>
                      <a:pt x="232399" y="492"/>
                      <a:pt x="231160" y="540"/>
                    </a:cubicBezTo>
                    <a:cubicBezTo>
                      <a:pt x="229410" y="600"/>
                      <a:pt x="227660" y="671"/>
                      <a:pt x="225922" y="731"/>
                    </a:cubicBezTo>
                    <a:lnTo>
                      <a:pt x="225922" y="743"/>
                    </a:lnTo>
                    <a:cubicBezTo>
                      <a:pt x="221213" y="905"/>
                      <a:pt x="215053" y="1100"/>
                      <a:pt x="208766" y="1100"/>
                    </a:cubicBezTo>
                    <a:cubicBezTo>
                      <a:pt x="208583" y="1100"/>
                      <a:pt x="208400" y="1100"/>
                      <a:pt x="208217" y="1100"/>
                    </a:cubicBezTo>
                    <a:cubicBezTo>
                      <a:pt x="205860" y="1100"/>
                      <a:pt x="204229" y="564"/>
                      <a:pt x="202764" y="397"/>
                    </a:cubicBezTo>
                    <a:cubicBezTo>
                      <a:pt x="200912" y="205"/>
                      <a:pt x="198995" y="3"/>
                      <a:pt x="197207" y="3"/>
                    </a:cubicBezTo>
                    <a:cubicBezTo>
                      <a:pt x="197111" y="3"/>
                      <a:pt x="197014" y="3"/>
                      <a:pt x="196918" y="4"/>
                    </a:cubicBezTo>
                    <a:cubicBezTo>
                      <a:pt x="190965" y="76"/>
                      <a:pt x="184905" y="314"/>
                      <a:pt x="179059" y="540"/>
                    </a:cubicBezTo>
                    <a:cubicBezTo>
                      <a:pt x="177308" y="612"/>
                      <a:pt x="175558" y="671"/>
                      <a:pt x="173820" y="743"/>
                    </a:cubicBezTo>
                    <a:cubicBezTo>
                      <a:pt x="169111" y="905"/>
                      <a:pt x="162952" y="1100"/>
                      <a:pt x="156664" y="1100"/>
                    </a:cubicBezTo>
                    <a:cubicBezTo>
                      <a:pt x="156481" y="1100"/>
                      <a:pt x="156298" y="1100"/>
                      <a:pt x="156115" y="1100"/>
                    </a:cubicBezTo>
                    <a:cubicBezTo>
                      <a:pt x="153782" y="1088"/>
                      <a:pt x="152162" y="552"/>
                      <a:pt x="150722" y="397"/>
                    </a:cubicBezTo>
                    <a:cubicBezTo>
                      <a:pt x="148897" y="209"/>
                      <a:pt x="147030" y="1"/>
                      <a:pt x="145276" y="1"/>
                    </a:cubicBezTo>
                    <a:cubicBezTo>
                      <a:pt x="145142" y="1"/>
                      <a:pt x="145008" y="2"/>
                      <a:pt x="144876" y="4"/>
                    </a:cubicBezTo>
                    <a:cubicBezTo>
                      <a:pt x="138923" y="76"/>
                      <a:pt x="132862" y="314"/>
                      <a:pt x="127005" y="540"/>
                    </a:cubicBezTo>
                    <a:cubicBezTo>
                      <a:pt x="125266" y="612"/>
                      <a:pt x="123516" y="671"/>
                      <a:pt x="121766" y="743"/>
                    </a:cubicBezTo>
                    <a:cubicBezTo>
                      <a:pt x="117068" y="905"/>
                      <a:pt x="110909" y="1100"/>
                      <a:pt x="104622" y="1100"/>
                    </a:cubicBezTo>
                    <a:cubicBezTo>
                      <a:pt x="104439" y="1100"/>
                      <a:pt x="104256" y="1100"/>
                      <a:pt x="104073" y="1100"/>
                    </a:cubicBezTo>
                    <a:cubicBezTo>
                      <a:pt x="101751" y="1088"/>
                      <a:pt x="100132" y="552"/>
                      <a:pt x="98692" y="397"/>
                    </a:cubicBezTo>
                    <a:cubicBezTo>
                      <a:pt x="96877" y="209"/>
                      <a:pt x="95002" y="1"/>
                      <a:pt x="93246" y="1"/>
                    </a:cubicBezTo>
                    <a:cubicBezTo>
                      <a:pt x="93111" y="1"/>
                      <a:pt x="92978" y="2"/>
                      <a:pt x="92846" y="4"/>
                    </a:cubicBezTo>
                    <a:cubicBezTo>
                      <a:pt x="86892" y="76"/>
                      <a:pt x="80832" y="314"/>
                      <a:pt x="74986" y="540"/>
                    </a:cubicBezTo>
                    <a:cubicBezTo>
                      <a:pt x="73236" y="612"/>
                      <a:pt x="71486" y="671"/>
                      <a:pt x="69747" y="743"/>
                    </a:cubicBezTo>
                    <a:cubicBezTo>
                      <a:pt x="65038" y="905"/>
                      <a:pt x="58879" y="1100"/>
                      <a:pt x="52591" y="1100"/>
                    </a:cubicBezTo>
                    <a:cubicBezTo>
                      <a:pt x="52409" y="1100"/>
                      <a:pt x="52226" y="1100"/>
                      <a:pt x="52043" y="1100"/>
                    </a:cubicBezTo>
                    <a:cubicBezTo>
                      <a:pt x="49721" y="1088"/>
                      <a:pt x="48102" y="552"/>
                      <a:pt x="46649" y="397"/>
                    </a:cubicBezTo>
                    <a:cubicBezTo>
                      <a:pt x="44835" y="209"/>
                      <a:pt x="42970" y="1"/>
                      <a:pt x="412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9"/>
              <p:cNvSpPr/>
              <p:nvPr/>
            </p:nvSpPr>
            <p:spPr>
              <a:xfrm rot="10800000" flipH="1">
                <a:off x="-14087" y="4839475"/>
                <a:ext cx="1630054" cy="40850"/>
              </a:xfrm>
              <a:custGeom>
                <a:avLst/>
                <a:gdLst/>
                <a:ahLst/>
                <a:cxnLst/>
                <a:rect l="l" t="t" r="r" b="b"/>
                <a:pathLst>
                  <a:path w="50828" h="1634" extrusionOk="0">
                    <a:moveTo>
                      <a:pt x="39782" y="1"/>
                    </a:moveTo>
                    <a:cubicBezTo>
                      <a:pt x="39686" y="1"/>
                      <a:pt x="39589" y="1"/>
                      <a:pt x="39493" y="2"/>
                    </a:cubicBezTo>
                    <a:cubicBezTo>
                      <a:pt x="33540" y="74"/>
                      <a:pt x="27480" y="312"/>
                      <a:pt x="21622" y="538"/>
                    </a:cubicBezTo>
                    <a:cubicBezTo>
                      <a:pt x="19883" y="610"/>
                      <a:pt x="18133" y="669"/>
                      <a:pt x="16395" y="741"/>
                    </a:cubicBezTo>
                    <a:cubicBezTo>
                      <a:pt x="11882" y="895"/>
                      <a:pt x="6025" y="1086"/>
                      <a:pt x="0" y="1098"/>
                    </a:cubicBezTo>
                    <a:lnTo>
                      <a:pt x="0" y="1633"/>
                    </a:lnTo>
                    <a:cubicBezTo>
                      <a:pt x="6036" y="1622"/>
                      <a:pt x="11894" y="1431"/>
                      <a:pt x="16407" y="1276"/>
                    </a:cubicBezTo>
                    <a:cubicBezTo>
                      <a:pt x="18157" y="1205"/>
                      <a:pt x="19895" y="1145"/>
                      <a:pt x="21646" y="1074"/>
                    </a:cubicBezTo>
                    <a:cubicBezTo>
                      <a:pt x="27503" y="848"/>
                      <a:pt x="33552" y="621"/>
                      <a:pt x="39505" y="538"/>
                    </a:cubicBezTo>
                    <a:cubicBezTo>
                      <a:pt x="39599" y="537"/>
                      <a:pt x="39694" y="536"/>
                      <a:pt x="39789" y="536"/>
                    </a:cubicBezTo>
                    <a:cubicBezTo>
                      <a:pt x="41544" y="536"/>
                      <a:pt x="43438" y="739"/>
                      <a:pt x="45279" y="931"/>
                    </a:cubicBezTo>
                    <a:cubicBezTo>
                      <a:pt x="46756" y="1098"/>
                      <a:pt x="48470" y="1633"/>
                      <a:pt x="50792" y="1633"/>
                    </a:cubicBezTo>
                    <a:lnTo>
                      <a:pt x="50828" y="1098"/>
                    </a:lnTo>
                    <a:cubicBezTo>
                      <a:pt x="48447" y="1098"/>
                      <a:pt x="46803" y="562"/>
                      <a:pt x="45339" y="395"/>
                    </a:cubicBezTo>
                    <a:cubicBezTo>
                      <a:pt x="43487" y="203"/>
                      <a:pt x="41570" y="1"/>
                      <a:pt x="397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0"/>
          <p:cNvSpPr txBox="1">
            <a:spLocks noGrp="1"/>
          </p:cNvSpPr>
          <p:nvPr>
            <p:ph type="title"/>
          </p:nvPr>
        </p:nvSpPr>
        <p:spPr>
          <a:xfrm>
            <a:off x="633175" y="3422225"/>
            <a:ext cx="4733400" cy="118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highlight>
                  <a:schemeClr val="accent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98" name="Google Shape;598;p10"/>
          <p:cNvGrpSpPr/>
          <p:nvPr/>
        </p:nvGrpSpPr>
        <p:grpSpPr>
          <a:xfrm>
            <a:off x="13925" y="-11164"/>
            <a:ext cx="498605" cy="2307441"/>
            <a:chOff x="26406" y="-52705"/>
            <a:chExt cx="498605" cy="5198109"/>
          </a:xfrm>
        </p:grpSpPr>
        <p:sp>
          <p:nvSpPr>
            <p:cNvPr id="599" name="Google Shape;599;p10"/>
            <p:cNvSpPr/>
            <p:nvPr/>
          </p:nvSpPr>
          <p:spPr>
            <a:xfrm rot="-5400000">
              <a:off x="-2385939" y="2507515"/>
              <a:ext cx="5198109" cy="77670"/>
            </a:xfrm>
            <a:custGeom>
              <a:avLst/>
              <a:gdLst/>
              <a:ahLst/>
              <a:cxnLst/>
              <a:rect l="l" t="t" r="r" b="b"/>
              <a:pathLst>
                <a:path w="83487" h="2624" extrusionOk="0">
                  <a:moveTo>
                    <a:pt x="57972" y="1"/>
                  </a:moveTo>
                  <a:cubicBezTo>
                    <a:pt x="52757" y="1"/>
                    <a:pt x="46991" y="326"/>
                    <a:pt x="42256" y="835"/>
                  </a:cubicBezTo>
                  <a:cubicBezTo>
                    <a:pt x="41281" y="911"/>
                    <a:pt x="40296" y="940"/>
                    <a:pt x="39312" y="940"/>
                  </a:cubicBezTo>
                  <a:cubicBezTo>
                    <a:pt x="38433" y="940"/>
                    <a:pt x="37554" y="917"/>
                    <a:pt x="36683" y="883"/>
                  </a:cubicBezTo>
                  <a:cubicBezTo>
                    <a:pt x="33933" y="776"/>
                    <a:pt x="31195" y="526"/>
                    <a:pt x="28444" y="359"/>
                  </a:cubicBezTo>
                  <a:cubicBezTo>
                    <a:pt x="25503" y="169"/>
                    <a:pt x="22539" y="109"/>
                    <a:pt x="19586" y="38"/>
                  </a:cubicBezTo>
                  <a:cubicBezTo>
                    <a:pt x="18650" y="13"/>
                    <a:pt x="17684" y="2"/>
                    <a:pt x="16698" y="2"/>
                  </a:cubicBezTo>
                  <a:cubicBezTo>
                    <a:pt x="11424" y="2"/>
                    <a:pt x="5585" y="336"/>
                    <a:pt x="810" y="847"/>
                  </a:cubicBezTo>
                  <a:cubicBezTo>
                    <a:pt x="834" y="1550"/>
                    <a:pt x="0" y="1240"/>
                    <a:pt x="0" y="1943"/>
                  </a:cubicBezTo>
                  <a:cubicBezTo>
                    <a:pt x="12" y="2026"/>
                    <a:pt x="1262" y="2359"/>
                    <a:pt x="1274" y="2443"/>
                  </a:cubicBezTo>
                  <a:cubicBezTo>
                    <a:pt x="1742" y="2491"/>
                    <a:pt x="2194" y="2510"/>
                    <a:pt x="2631" y="2510"/>
                  </a:cubicBezTo>
                  <a:cubicBezTo>
                    <a:pt x="4100" y="2510"/>
                    <a:pt x="5412" y="2299"/>
                    <a:pt x="6661" y="2299"/>
                  </a:cubicBezTo>
                  <a:cubicBezTo>
                    <a:pt x="6687" y="2299"/>
                    <a:pt x="6713" y="2300"/>
                    <a:pt x="6739" y="2300"/>
                  </a:cubicBezTo>
                  <a:cubicBezTo>
                    <a:pt x="8323" y="2300"/>
                    <a:pt x="9894" y="2300"/>
                    <a:pt x="11478" y="2288"/>
                  </a:cubicBezTo>
                  <a:cubicBezTo>
                    <a:pt x="12270" y="2288"/>
                    <a:pt x="13064" y="2294"/>
                    <a:pt x="13858" y="2294"/>
                  </a:cubicBezTo>
                  <a:cubicBezTo>
                    <a:pt x="14651" y="2294"/>
                    <a:pt x="15443" y="2288"/>
                    <a:pt x="16229" y="2264"/>
                  </a:cubicBezTo>
                  <a:cubicBezTo>
                    <a:pt x="17489" y="2227"/>
                    <a:pt x="18752" y="2210"/>
                    <a:pt x="20015" y="2210"/>
                  </a:cubicBezTo>
                  <a:cubicBezTo>
                    <a:pt x="22042" y="2210"/>
                    <a:pt x="24069" y="2255"/>
                    <a:pt x="26087" y="2335"/>
                  </a:cubicBezTo>
                  <a:cubicBezTo>
                    <a:pt x="27730" y="2395"/>
                    <a:pt x="29361" y="2490"/>
                    <a:pt x="30992" y="2586"/>
                  </a:cubicBezTo>
                  <a:cubicBezTo>
                    <a:pt x="31484" y="2613"/>
                    <a:pt x="31980" y="2624"/>
                    <a:pt x="32478" y="2624"/>
                  </a:cubicBezTo>
                  <a:cubicBezTo>
                    <a:pt x="33473" y="2624"/>
                    <a:pt x="34473" y="2582"/>
                    <a:pt x="35457" y="2550"/>
                  </a:cubicBezTo>
                  <a:cubicBezTo>
                    <a:pt x="37222" y="2488"/>
                    <a:pt x="38988" y="2407"/>
                    <a:pt x="40753" y="2407"/>
                  </a:cubicBezTo>
                  <a:cubicBezTo>
                    <a:pt x="41381" y="2407"/>
                    <a:pt x="42009" y="2418"/>
                    <a:pt x="42637" y="2443"/>
                  </a:cubicBezTo>
                  <a:cubicBezTo>
                    <a:pt x="43099" y="2491"/>
                    <a:pt x="43546" y="2510"/>
                    <a:pt x="43979" y="2510"/>
                  </a:cubicBezTo>
                  <a:cubicBezTo>
                    <a:pt x="45433" y="2510"/>
                    <a:pt x="46736" y="2299"/>
                    <a:pt x="47976" y="2299"/>
                  </a:cubicBezTo>
                  <a:cubicBezTo>
                    <a:pt x="48002" y="2299"/>
                    <a:pt x="48028" y="2300"/>
                    <a:pt x="48054" y="2300"/>
                  </a:cubicBezTo>
                  <a:cubicBezTo>
                    <a:pt x="49637" y="2300"/>
                    <a:pt x="51221" y="2300"/>
                    <a:pt x="52805" y="2288"/>
                  </a:cubicBezTo>
                  <a:cubicBezTo>
                    <a:pt x="53703" y="2288"/>
                    <a:pt x="54608" y="2296"/>
                    <a:pt x="55513" y="2296"/>
                  </a:cubicBezTo>
                  <a:cubicBezTo>
                    <a:pt x="56192" y="2296"/>
                    <a:pt x="56870" y="2291"/>
                    <a:pt x="57543" y="2276"/>
                  </a:cubicBezTo>
                  <a:cubicBezTo>
                    <a:pt x="58830" y="2239"/>
                    <a:pt x="60118" y="2221"/>
                    <a:pt x="61407" y="2221"/>
                  </a:cubicBezTo>
                  <a:cubicBezTo>
                    <a:pt x="63410" y="2221"/>
                    <a:pt x="65414" y="2263"/>
                    <a:pt x="67413" y="2335"/>
                  </a:cubicBezTo>
                  <a:cubicBezTo>
                    <a:pt x="69045" y="2395"/>
                    <a:pt x="70676" y="2490"/>
                    <a:pt x="72307" y="2586"/>
                  </a:cubicBezTo>
                  <a:cubicBezTo>
                    <a:pt x="72799" y="2613"/>
                    <a:pt x="73295" y="2624"/>
                    <a:pt x="73793" y="2624"/>
                  </a:cubicBezTo>
                  <a:cubicBezTo>
                    <a:pt x="74787" y="2624"/>
                    <a:pt x="75788" y="2582"/>
                    <a:pt x="76772" y="2550"/>
                  </a:cubicBezTo>
                  <a:cubicBezTo>
                    <a:pt x="78554" y="2493"/>
                    <a:pt x="80336" y="2413"/>
                    <a:pt x="82118" y="2413"/>
                  </a:cubicBezTo>
                  <a:cubicBezTo>
                    <a:pt x="82575" y="2413"/>
                    <a:pt x="83031" y="2419"/>
                    <a:pt x="83487" y="2431"/>
                  </a:cubicBezTo>
                  <a:lnTo>
                    <a:pt x="83487" y="835"/>
                  </a:lnTo>
                  <a:cubicBezTo>
                    <a:pt x="82525" y="911"/>
                    <a:pt x="81556" y="940"/>
                    <a:pt x="80589" y="940"/>
                  </a:cubicBezTo>
                  <a:cubicBezTo>
                    <a:pt x="79726" y="940"/>
                    <a:pt x="78864" y="917"/>
                    <a:pt x="78010" y="883"/>
                  </a:cubicBezTo>
                  <a:lnTo>
                    <a:pt x="77998" y="883"/>
                  </a:lnTo>
                  <a:cubicBezTo>
                    <a:pt x="75248" y="776"/>
                    <a:pt x="72509" y="526"/>
                    <a:pt x="69759" y="359"/>
                  </a:cubicBezTo>
                  <a:cubicBezTo>
                    <a:pt x="66818" y="169"/>
                    <a:pt x="63854" y="109"/>
                    <a:pt x="60901" y="38"/>
                  </a:cubicBezTo>
                  <a:cubicBezTo>
                    <a:pt x="59952" y="13"/>
                    <a:pt x="58972" y="1"/>
                    <a:pt x="579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0"/>
            <p:cNvSpPr/>
            <p:nvPr/>
          </p:nvSpPr>
          <p:spPr>
            <a:xfrm rot="-5400000">
              <a:off x="-2277146" y="2491763"/>
              <a:ext cx="5192194" cy="104754"/>
            </a:xfrm>
            <a:custGeom>
              <a:avLst/>
              <a:gdLst/>
              <a:ahLst/>
              <a:cxnLst/>
              <a:rect l="l" t="t" r="r" b="b"/>
              <a:pathLst>
                <a:path w="83392" h="3539" extrusionOk="0">
                  <a:moveTo>
                    <a:pt x="20540" y="0"/>
                  </a:moveTo>
                  <a:cubicBezTo>
                    <a:pt x="20258" y="0"/>
                    <a:pt x="19975" y="1"/>
                    <a:pt x="19694" y="3"/>
                  </a:cubicBezTo>
                  <a:cubicBezTo>
                    <a:pt x="18086" y="3"/>
                    <a:pt x="16467" y="51"/>
                    <a:pt x="14860" y="63"/>
                  </a:cubicBezTo>
                  <a:cubicBezTo>
                    <a:pt x="11245" y="73"/>
                    <a:pt x="6844" y="240"/>
                    <a:pt x="2975" y="240"/>
                  </a:cubicBezTo>
                  <a:cubicBezTo>
                    <a:pt x="2205" y="240"/>
                    <a:pt x="1456" y="233"/>
                    <a:pt x="739" y="218"/>
                  </a:cubicBezTo>
                  <a:lnTo>
                    <a:pt x="739" y="218"/>
                  </a:lnTo>
                  <a:cubicBezTo>
                    <a:pt x="846" y="1122"/>
                    <a:pt x="1" y="1599"/>
                    <a:pt x="36" y="2515"/>
                  </a:cubicBezTo>
                  <a:cubicBezTo>
                    <a:pt x="36" y="2623"/>
                    <a:pt x="1179" y="3397"/>
                    <a:pt x="1179" y="3504"/>
                  </a:cubicBezTo>
                  <a:cubicBezTo>
                    <a:pt x="1506" y="3528"/>
                    <a:pt x="1846" y="3539"/>
                    <a:pt x="2196" y="3539"/>
                  </a:cubicBezTo>
                  <a:cubicBezTo>
                    <a:pt x="4814" y="3539"/>
                    <a:pt x="7990" y="2940"/>
                    <a:pt x="10532" y="2940"/>
                  </a:cubicBezTo>
                  <a:cubicBezTo>
                    <a:pt x="10655" y="2940"/>
                    <a:pt x="10775" y="2941"/>
                    <a:pt x="10895" y="2944"/>
                  </a:cubicBezTo>
                  <a:cubicBezTo>
                    <a:pt x="13895" y="3027"/>
                    <a:pt x="16896" y="3170"/>
                    <a:pt x="19896" y="3218"/>
                  </a:cubicBezTo>
                  <a:cubicBezTo>
                    <a:pt x="20646" y="3230"/>
                    <a:pt x="21396" y="3239"/>
                    <a:pt x="22146" y="3239"/>
                  </a:cubicBezTo>
                  <a:cubicBezTo>
                    <a:pt x="22896" y="3239"/>
                    <a:pt x="23646" y="3230"/>
                    <a:pt x="24397" y="3206"/>
                  </a:cubicBezTo>
                  <a:cubicBezTo>
                    <a:pt x="25837" y="3170"/>
                    <a:pt x="27278" y="3087"/>
                    <a:pt x="28719" y="3039"/>
                  </a:cubicBezTo>
                  <a:cubicBezTo>
                    <a:pt x="30089" y="2994"/>
                    <a:pt x="31464" y="2960"/>
                    <a:pt x="32838" y="2960"/>
                  </a:cubicBezTo>
                  <a:cubicBezTo>
                    <a:pt x="34376" y="2960"/>
                    <a:pt x="35912" y="3003"/>
                    <a:pt x="37434" y="3123"/>
                  </a:cubicBezTo>
                  <a:cubicBezTo>
                    <a:pt x="39101" y="3254"/>
                    <a:pt x="40803" y="3456"/>
                    <a:pt x="42494" y="3492"/>
                  </a:cubicBezTo>
                  <a:cubicBezTo>
                    <a:pt x="42494" y="3492"/>
                    <a:pt x="42494" y="3504"/>
                    <a:pt x="42494" y="3504"/>
                  </a:cubicBezTo>
                  <a:cubicBezTo>
                    <a:pt x="42821" y="3528"/>
                    <a:pt x="43161" y="3539"/>
                    <a:pt x="43511" y="3539"/>
                  </a:cubicBezTo>
                  <a:cubicBezTo>
                    <a:pt x="46129" y="3539"/>
                    <a:pt x="49305" y="2940"/>
                    <a:pt x="51847" y="2940"/>
                  </a:cubicBezTo>
                  <a:cubicBezTo>
                    <a:pt x="51969" y="2940"/>
                    <a:pt x="52090" y="2941"/>
                    <a:pt x="52210" y="2944"/>
                  </a:cubicBezTo>
                  <a:cubicBezTo>
                    <a:pt x="55210" y="3027"/>
                    <a:pt x="58210" y="3170"/>
                    <a:pt x="61211" y="3218"/>
                  </a:cubicBezTo>
                  <a:cubicBezTo>
                    <a:pt x="61961" y="3230"/>
                    <a:pt x="62711" y="3239"/>
                    <a:pt x="63461" y="3239"/>
                  </a:cubicBezTo>
                  <a:cubicBezTo>
                    <a:pt x="64211" y="3239"/>
                    <a:pt x="64961" y="3230"/>
                    <a:pt x="65711" y="3206"/>
                  </a:cubicBezTo>
                  <a:cubicBezTo>
                    <a:pt x="67152" y="3170"/>
                    <a:pt x="68593" y="3087"/>
                    <a:pt x="70033" y="3039"/>
                  </a:cubicBezTo>
                  <a:cubicBezTo>
                    <a:pt x="71403" y="2994"/>
                    <a:pt x="72779" y="2960"/>
                    <a:pt x="74152" y="2960"/>
                  </a:cubicBezTo>
                  <a:cubicBezTo>
                    <a:pt x="75691" y="2960"/>
                    <a:pt x="77226" y="3003"/>
                    <a:pt x="78749" y="3123"/>
                  </a:cubicBezTo>
                  <a:cubicBezTo>
                    <a:pt x="80284" y="3254"/>
                    <a:pt x="81844" y="3432"/>
                    <a:pt x="83392" y="3492"/>
                  </a:cubicBezTo>
                  <a:lnTo>
                    <a:pt x="83392" y="218"/>
                  </a:lnTo>
                  <a:cubicBezTo>
                    <a:pt x="82902" y="202"/>
                    <a:pt x="82412" y="196"/>
                    <a:pt x="81921" y="196"/>
                  </a:cubicBezTo>
                  <a:cubicBezTo>
                    <a:pt x="79738" y="196"/>
                    <a:pt x="77545" y="324"/>
                    <a:pt x="75367" y="372"/>
                  </a:cubicBezTo>
                  <a:cubicBezTo>
                    <a:pt x="75023" y="380"/>
                    <a:pt x="74679" y="384"/>
                    <a:pt x="74335" y="384"/>
                  </a:cubicBezTo>
                  <a:cubicBezTo>
                    <a:pt x="71531" y="384"/>
                    <a:pt x="68750" y="148"/>
                    <a:pt x="65949" y="63"/>
                  </a:cubicBezTo>
                  <a:cubicBezTo>
                    <a:pt x="64588" y="23"/>
                    <a:pt x="63219" y="0"/>
                    <a:pt x="61855" y="0"/>
                  </a:cubicBezTo>
                  <a:cubicBezTo>
                    <a:pt x="61572" y="0"/>
                    <a:pt x="61290" y="1"/>
                    <a:pt x="61008" y="3"/>
                  </a:cubicBezTo>
                  <a:cubicBezTo>
                    <a:pt x="59401" y="3"/>
                    <a:pt x="57782" y="63"/>
                    <a:pt x="56174" y="63"/>
                  </a:cubicBezTo>
                  <a:cubicBezTo>
                    <a:pt x="52560" y="73"/>
                    <a:pt x="48167" y="240"/>
                    <a:pt x="44294" y="240"/>
                  </a:cubicBezTo>
                  <a:cubicBezTo>
                    <a:pt x="43523" y="240"/>
                    <a:pt x="42773" y="233"/>
                    <a:pt x="42054" y="218"/>
                  </a:cubicBezTo>
                  <a:cubicBezTo>
                    <a:pt x="41564" y="202"/>
                    <a:pt x="41074" y="196"/>
                    <a:pt x="40583" y="196"/>
                  </a:cubicBezTo>
                  <a:cubicBezTo>
                    <a:pt x="38404" y="196"/>
                    <a:pt x="36220" y="324"/>
                    <a:pt x="34053" y="372"/>
                  </a:cubicBezTo>
                  <a:cubicBezTo>
                    <a:pt x="33708" y="380"/>
                    <a:pt x="33364" y="384"/>
                    <a:pt x="33021" y="384"/>
                  </a:cubicBezTo>
                  <a:cubicBezTo>
                    <a:pt x="30216" y="384"/>
                    <a:pt x="27435" y="148"/>
                    <a:pt x="24635" y="63"/>
                  </a:cubicBezTo>
                  <a:cubicBezTo>
                    <a:pt x="23274" y="23"/>
                    <a:pt x="21904" y="0"/>
                    <a:pt x="205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0"/>
            <p:cNvSpPr/>
            <p:nvPr/>
          </p:nvSpPr>
          <p:spPr>
            <a:xfrm rot="-5400000">
              <a:off x="-398081" y="3084003"/>
              <a:ext cx="1112755" cy="21075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601" y="1"/>
                  </a:moveTo>
                  <a:cubicBezTo>
                    <a:pt x="5731" y="1"/>
                    <a:pt x="2859" y="98"/>
                    <a:pt x="0" y="314"/>
                  </a:cubicBezTo>
                  <a:cubicBezTo>
                    <a:pt x="3215" y="481"/>
                    <a:pt x="6430" y="672"/>
                    <a:pt x="9656" y="707"/>
                  </a:cubicBezTo>
                  <a:cubicBezTo>
                    <a:pt x="9966" y="710"/>
                    <a:pt x="10277" y="712"/>
                    <a:pt x="10587" y="712"/>
                  </a:cubicBezTo>
                  <a:cubicBezTo>
                    <a:pt x="13010" y="712"/>
                    <a:pt x="15455" y="622"/>
                    <a:pt x="17872" y="326"/>
                  </a:cubicBezTo>
                  <a:cubicBezTo>
                    <a:pt x="17276" y="279"/>
                    <a:pt x="16669" y="243"/>
                    <a:pt x="16074" y="207"/>
                  </a:cubicBezTo>
                  <a:cubicBezTo>
                    <a:pt x="13592" y="74"/>
                    <a:pt x="11097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0"/>
            <p:cNvSpPr/>
            <p:nvPr/>
          </p:nvSpPr>
          <p:spPr>
            <a:xfrm rot="-5400000">
              <a:off x="-2151584" y="2479324"/>
              <a:ext cx="5128438" cy="64380"/>
            </a:xfrm>
            <a:custGeom>
              <a:avLst/>
              <a:gdLst/>
              <a:ahLst/>
              <a:cxnLst/>
              <a:rect l="l" t="t" r="r" b="b"/>
              <a:pathLst>
                <a:path w="82368" h="2175" extrusionOk="0">
                  <a:moveTo>
                    <a:pt x="73179" y="1"/>
                  </a:moveTo>
                  <a:cubicBezTo>
                    <a:pt x="71470" y="1"/>
                    <a:pt x="69755" y="63"/>
                    <a:pt x="68057" y="133"/>
                  </a:cubicBezTo>
                  <a:cubicBezTo>
                    <a:pt x="66592" y="192"/>
                    <a:pt x="65140" y="264"/>
                    <a:pt x="63675" y="288"/>
                  </a:cubicBezTo>
                  <a:cubicBezTo>
                    <a:pt x="63256" y="294"/>
                    <a:pt x="62837" y="297"/>
                    <a:pt x="62418" y="297"/>
                  </a:cubicBezTo>
                  <a:cubicBezTo>
                    <a:pt x="61337" y="297"/>
                    <a:pt x="60256" y="278"/>
                    <a:pt x="59175" y="252"/>
                  </a:cubicBezTo>
                  <a:cubicBezTo>
                    <a:pt x="58456" y="235"/>
                    <a:pt x="57721" y="227"/>
                    <a:pt x="56973" y="227"/>
                  </a:cubicBezTo>
                  <a:cubicBezTo>
                    <a:pt x="52059" y="227"/>
                    <a:pt x="46601" y="553"/>
                    <a:pt x="41744" y="573"/>
                  </a:cubicBezTo>
                  <a:lnTo>
                    <a:pt x="41744" y="562"/>
                  </a:lnTo>
                  <a:cubicBezTo>
                    <a:pt x="39636" y="538"/>
                    <a:pt x="37517" y="252"/>
                    <a:pt x="35433" y="109"/>
                  </a:cubicBezTo>
                  <a:cubicBezTo>
                    <a:pt x="34281" y="33"/>
                    <a:pt x="33121" y="4"/>
                    <a:pt x="31959" y="4"/>
                  </a:cubicBezTo>
                  <a:cubicBezTo>
                    <a:pt x="30217" y="4"/>
                    <a:pt x="28471" y="69"/>
                    <a:pt x="26742" y="133"/>
                  </a:cubicBezTo>
                  <a:cubicBezTo>
                    <a:pt x="25289" y="192"/>
                    <a:pt x="23825" y="264"/>
                    <a:pt x="22372" y="288"/>
                  </a:cubicBezTo>
                  <a:cubicBezTo>
                    <a:pt x="21953" y="294"/>
                    <a:pt x="21534" y="297"/>
                    <a:pt x="21114" y="297"/>
                  </a:cubicBezTo>
                  <a:cubicBezTo>
                    <a:pt x="20030" y="297"/>
                    <a:pt x="18944" y="278"/>
                    <a:pt x="17872" y="252"/>
                  </a:cubicBezTo>
                  <a:cubicBezTo>
                    <a:pt x="17164" y="235"/>
                    <a:pt x="16441" y="228"/>
                    <a:pt x="15706" y="228"/>
                  </a:cubicBezTo>
                  <a:cubicBezTo>
                    <a:pt x="10625" y="228"/>
                    <a:pt x="4972" y="573"/>
                    <a:pt x="0" y="573"/>
                  </a:cubicBezTo>
                  <a:cubicBezTo>
                    <a:pt x="12" y="1038"/>
                    <a:pt x="215" y="1693"/>
                    <a:pt x="215" y="2157"/>
                  </a:cubicBezTo>
                  <a:cubicBezTo>
                    <a:pt x="673" y="2169"/>
                    <a:pt x="1133" y="2174"/>
                    <a:pt x="1595" y="2174"/>
                  </a:cubicBezTo>
                  <a:cubicBezTo>
                    <a:pt x="7038" y="2174"/>
                    <a:pt x="12664" y="1427"/>
                    <a:pt x="17945" y="1427"/>
                  </a:cubicBezTo>
                  <a:cubicBezTo>
                    <a:pt x="18621" y="1427"/>
                    <a:pt x="19292" y="1439"/>
                    <a:pt x="19955" y="1466"/>
                  </a:cubicBezTo>
                  <a:cubicBezTo>
                    <a:pt x="24277" y="1645"/>
                    <a:pt x="28564" y="2050"/>
                    <a:pt x="32897" y="2086"/>
                  </a:cubicBezTo>
                  <a:cubicBezTo>
                    <a:pt x="35779" y="2109"/>
                    <a:pt x="38660" y="2086"/>
                    <a:pt x="41529" y="2157"/>
                  </a:cubicBezTo>
                  <a:cubicBezTo>
                    <a:pt x="41988" y="2169"/>
                    <a:pt x="42448" y="2174"/>
                    <a:pt x="42909" y="2174"/>
                  </a:cubicBezTo>
                  <a:cubicBezTo>
                    <a:pt x="48353" y="2174"/>
                    <a:pt x="53979" y="1427"/>
                    <a:pt x="59259" y="1427"/>
                  </a:cubicBezTo>
                  <a:cubicBezTo>
                    <a:pt x="59936" y="1427"/>
                    <a:pt x="60606" y="1439"/>
                    <a:pt x="61270" y="1466"/>
                  </a:cubicBezTo>
                  <a:cubicBezTo>
                    <a:pt x="65592" y="1645"/>
                    <a:pt x="69878" y="2050"/>
                    <a:pt x="74212" y="2086"/>
                  </a:cubicBezTo>
                  <a:cubicBezTo>
                    <a:pt x="76927" y="2109"/>
                    <a:pt x="79653" y="2086"/>
                    <a:pt x="82368" y="2145"/>
                  </a:cubicBezTo>
                  <a:lnTo>
                    <a:pt x="82368" y="550"/>
                  </a:lnTo>
                  <a:cubicBezTo>
                    <a:pt x="80487" y="478"/>
                    <a:pt x="78606" y="240"/>
                    <a:pt x="76748" y="109"/>
                  </a:cubicBezTo>
                  <a:lnTo>
                    <a:pt x="76736" y="109"/>
                  </a:lnTo>
                  <a:cubicBezTo>
                    <a:pt x="75558" y="31"/>
                    <a:pt x="74370" y="1"/>
                    <a:pt x="73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0"/>
            <p:cNvSpPr/>
            <p:nvPr/>
          </p:nvSpPr>
          <p:spPr>
            <a:xfrm rot="-5400000">
              <a:off x="-2088791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0"/>
            <p:cNvSpPr/>
            <p:nvPr/>
          </p:nvSpPr>
          <p:spPr>
            <a:xfrm rot="-5400000">
              <a:off x="-398112" y="511659"/>
              <a:ext cx="1112818" cy="21075"/>
            </a:xfrm>
            <a:custGeom>
              <a:avLst/>
              <a:gdLst/>
              <a:ahLst/>
              <a:cxnLst/>
              <a:rect l="l" t="t" r="r" b="b"/>
              <a:pathLst>
                <a:path w="17873" h="712" extrusionOk="0">
                  <a:moveTo>
                    <a:pt x="8601" y="1"/>
                  </a:moveTo>
                  <a:cubicBezTo>
                    <a:pt x="5732" y="1"/>
                    <a:pt x="2860" y="98"/>
                    <a:pt x="1" y="314"/>
                  </a:cubicBezTo>
                  <a:cubicBezTo>
                    <a:pt x="3216" y="481"/>
                    <a:pt x="6430" y="672"/>
                    <a:pt x="9657" y="707"/>
                  </a:cubicBezTo>
                  <a:cubicBezTo>
                    <a:pt x="9967" y="710"/>
                    <a:pt x="10277" y="712"/>
                    <a:pt x="10588" y="712"/>
                  </a:cubicBezTo>
                  <a:cubicBezTo>
                    <a:pt x="13011" y="712"/>
                    <a:pt x="15456" y="622"/>
                    <a:pt x="17872" y="326"/>
                  </a:cubicBezTo>
                  <a:cubicBezTo>
                    <a:pt x="17277" y="279"/>
                    <a:pt x="16670" y="243"/>
                    <a:pt x="16074" y="207"/>
                  </a:cubicBezTo>
                  <a:cubicBezTo>
                    <a:pt x="13593" y="74"/>
                    <a:pt x="11098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0"/>
            <p:cNvSpPr/>
            <p:nvPr/>
          </p:nvSpPr>
          <p:spPr>
            <a:xfrm rot="-5400000">
              <a:off x="-2517866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6" name="Google Shape;606;p10"/>
          <p:cNvGrpSpPr/>
          <p:nvPr/>
        </p:nvGrpSpPr>
        <p:grpSpPr>
          <a:xfrm rot="5400000">
            <a:off x="7392069" y="3296820"/>
            <a:ext cx="498605" cy="3121984"/>
            <a:chOff x="26406" y="-52705"/>
            <a:chExt cx="498605" cy="5198109"/>
          </a:xfrm>
        </p:grpSpPr>
        <p:sp>
          <p:nvSpPr>
            <p:cNvPr id="607" name="Google Shape;607;p10"/>
            <p:cNvSpPr/>
            <p:nvPr/>
          </p:nvSpPr>
          <p:spPr>
            <a:xfrm rot="-5400000">
              <a:off x="-2385939" y="2507515"/>
              <a:ext cx="5198109" cy="77670"/>
            </a:xfrm>
            <a:custGeom>
              <a:avLst/>
              <a:gdLst/>
              <a:ahLst/>
              <a:cxnLst/>
              <a:rect l="l" t="t" r="r" b="b"/>
              <a:pathLst>
                <a:path w="83487" h="2624" extrusionOk="0">
                  <a:moveTo>
                    <a:pt x="57972" y="1"/>
                  </a:moveTo>
                  <a:cubicBezTo>
                    <a:pt x="52757" y="1"/>
                    <a:pt x="46991" y="326"/>
                    <a:pt x="42256" y="835"/>
                  </a:cubicBezTo>
                  <a:cubicBezTo>
                    <a:pt x="41281" y="911"/>
                    <a:pt x="40296" y="940"/>
                    <a:pt x="39312" y="940"/>
                  </a:cubicBezTo>
                  <a:cubicBezTo>
                    <a:pt x="38433" y="940"/>
                    <a:pt x="37554" y="917"/>
                    <a:pt x="36683" y="883"/>
                  </a:cubicBezTo>
                  <a:cubicBezTo>
                    <a:pt x="33933" y="776"/>
                    <a:pt x="31195" y="526"/>
                    <a:pt x="28444" y="359"/>
                  </a:cubicBezTo>
                  <a:cubicBezTo>
                    <a:pt x="25503" y="169"/>
                    <a:pt x="22539" y="109"/>
                    <a:pt x="19586" y="38"/>
                  </a:cubicBezTo>
                  <a:cubicBezTo>
                    <a:pt x="18650" y="13"/>
                    <a:pt x="17684" y="2"/>
                    <a:pt x="16698" y="2"/>
                  </a:cubicBezTo>
                  <a:cubicBezTo>
                    <a:pt x="11424" y="2"/>
                    <a:pt x="5585" y="336"/>
                    <a:pt x="810" y="847"/>
                  </a:cubicBezTo>
                  <a:cubicBezTo>
                    <a:pt x="834" y="1550"/>
                    <a:pt x="0" y="1240"/>
                    <a:pt x="0" y="1943"/>
                  </a:cubicBezTo>
                  <a:cubicBezTo>
                    <a:pt x="12" y="2026"/>
                    <a:pt x="1262" y="2359"/>
                    <a:pt x="1274" y="2443"/>
                  </a:cubicBezTo>
                  <a:cubicBezTo>
                    <a:pt x="1742" y="2491"/>
                    <a:pt x="2194" y="2510"/>
                    <a:pt x="2631" y="2510"/>
                  </a:cubicBezTo>
                  <a:cubicBezTo>
                    <a:pt x="4100" y="2510"/>
                    <a:pt x="5412" y="2299"/>
                    <a:pt x="6661" y="2299"/>
                  </a:cubicBezTo>
                  <a:cubicBezTo>
                    <a:pt x="6687" y="2299"/>
                    <a:pt x="6713" y="2300"/>
                    <a:pt x="6739" y="2300"/>
                  </a:cubicBezTo>
                  <a:cubicBezTo>
                    <a:pt x="8323" y="2300"/>
                    <a:pt x="9894" y="2300"/>
                    <a:pt x="11478" y="2288"/>
                  </a:cubicBezTo>
                  <a:cubicBezTo>
                    <a:pt x="12270" y="2288"/>
                    <a:pt x="13064" y="2294"/>
                    <a:pt x="13858" y="2294"/>
                  </a:cubicBezTo>
                  <a:cubicBezTo>
                    <a:pt x="14651" y="2294"/>
                    <a:pt x="15443" y="2288"/>
                    <a:pt x="16229" y="2264"/>
                  </a:cubicBezTo>
                  <a:cubicBezTo>
                    <a:pt x="17489" y="2227"/>
                    <a:pt x="18752" y="2210"/>
                    <a:pt x="20015" y="2210"/>
                  </a:cubicBezTo>
                  <a:cubicBezTo>
                    <a:pt x="22042" y="2210"/>
                    <a:pt x="24069" y="2255"/>
                    <a:pt x="26087" y="2335"/>
                  </a:cubicBezTo>
                  <a:cubicBezTo>
                    <a:pt x="27730" y="2395"/>
                    <a:pt x="29361" y="2490"/>
                    <a:pt x="30992" y="2586"/>
                  </a:cubicBezTo>
                  <a:cubicBezTo>
                    <a:pt x="31484" y="2613"/>
                    <a:pt x="31980" y="2624"/>
                    <a:pt x="32478" y="2624"/>
                  </a:cubicBezTo>
                  <a:cubicBezTo>
                    <a:pt x="33473" y="2624"/>
                    <a:pt x="34473" y="2582"/>
                    <a:pt x="35457" y="2550"/>
                  </a:cubicBezTo>
                  <a:cubicBezTo>
                    <a:pt x="37222" y="2488"/>
                    <a:pt x="38988" y="2407"/>
                    <a:pt x="40753" y="2407"/>
                  </a:cubicBezTo>
                  <a:cubicBezTo>
                    <a:pt x="41381" y="2407"/>
                    <a:pt x="42009" y="2418"/>
                    <a:pt x="42637" y="2443"/>
                  </a:cubicBezTo>
                  <a:cubicBezTo>
                    <a:pt x="43099" y="2491"/>
                    <a:pt x="43546" y="2510"/>
                    <a:pt x="43979" y="2510"/>
                  </a:cubicBezTo>
                  <a:cubicBezTo>
                    <a:pt x="45433" y="2510"/>
                    <a:pt x="46736" y="2299"/>
                    <a:pt x="47976" y="2299"/>
                  </a:cubicBezTo>
                  <a:cubicBezTo>
                    <a:pt x="48002" y="2299"/>
                    <a:pt x="48028" y="2300"/>
                    <a:pt x="48054" y="2300"/>
                  </a:cubicBezTo>
                  <a:cubicBezTo>
                    <a:pt x="49637" y="2300"/>
                    <a:pt x="51221" y="2300"/>
                    <a:pt x="52805" y="2288"/>
                  </a:cubicBezTo>
                  <a:cubicBezTo>
                    <a:pt x="53703" y="2288"/>
                    <a:pt x="54608" y="2296"/>
                    <a:pt x="55513" y="2296"/>
                  </a:cubicBezTo>
                  <a:cubicBezTo>
                    <a:pt x="56192" y="2296"/>
                    <a:pt x="56870" y="2291"/>
                    <a:pt x="57543" y="2276"/>
                  </a:cubicBezTo>
                  <a:cubicBezTo>
                    <a:pt x="58830" y="2239"/>
                    <a:pt x="60118" y="2221"/>
                    <a:pt x="61407" y="2221"/>
                  </a:cubicBezTo>
                  <a:cubicBezTo>
                    <a:pt x="63410" y="2221"/>
                    <a:pt x="65414" y="2263"/>
                    <a:pt x="67413" y="2335"/>
                  </a:cubicBezTo>
                  <a:cubicBezTo>
                    <a:pt x="69045" y="2395"/>
                    <a:pt x="70676" y="2490"/>
                    <a:pt x="72307" y="2586"/>
                  </a:cubicBezTo>
                  <a:cubicBezTo>
                    <a:pt x="72799" y="2613"/>
                    <a:pt x="73295" y="2624"/>
                    <a:pt x="73793" y="2624"/>
                  </a:cubicBezTo>
                  <a:cubicBezTo>
                    <a:pt x="74787" y="2624"/>
                    <a:pt x="75788" y="2582"/>
                    <a:pt x="76772" y="2550"/>
                  </a:cubicBezTo>
                  <a:cubicBezTo>
                    <a:pt x="78554" y="2493"/>
                    <a:pt x="80336" y="2413"/>
                    <a:pt x="82118" y="2413"/>
                  </a:cubicBezTo>
                  <a:cubicBezTo>
                    <a:pt x="82575" y="2413"/>
                    <a:pt x="83031" y="2419"/>
                    <a:pt x="83487" y="2431"/>
                  </a:cubicBezTo>
                  <a:lnTo>
                    <a:pt x="83487" y="835"/>
                  </a:lnTo>
                  <a:cubicBezTo>
                    <a:pt x="82525" y="911"/>
                    <a:pt x="81556" y="940"/>
                    <a:pt x="80589" y="940"/>
                  </a:cubicBezTo>
                  <a:cubicBezTo>
                    <a:pt x="79726" y="940"/>
                    <a:pt x="78864" y="917"/>
                    <a:pt x="78010" y="883"/>
                  </a:cubicBezTo>
                  <a:lnTo>
                    <a:pt x="77998" y="883"/>
                  </a:lnTo>
                  <a:cubicBezTo>
                    <a:pt x="75248" y="776"/>
                    <a:pt x="72509" y="526"/>
                    <a:pt x="69759" y="359"/>
                  </a:cubicBezTo>
                  <a:cubicBezTo>
                    <a:pt x="66818" y="169"/>
                    <a:pt x="63854" y="109"/>
                    <a:pt x="60901" y="38"/>
                  </a:cubicBezTo>
                  <a:cubicBezTo>
                    <a:pt x="59952" y="13"/>
                    <a:pt x="58972" y="1"/>
                    <a:pt x="579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0"/>
            <p:cNvSpPr/>
            <p:nvPr/>
          </p:nvSpPr>
          <p:spPr>
            <a:xfrm rot="-5400000">
              <a:off x="-2277146" y="2491763"/>
              <a:ext cx="5192194" cy="104754"/>
            </a:xfrm>
            <a:custGeom>
              <a:avLst/>
              <a:gdLst/>
              <a:ahLst/>
              <a:cxnLst/>
              <a:rect l="l" t="t" r="r" b="b"/>
              <a:pathLst>
                <a:path w="83392" h="3539" extrusionOk="0">
                  <a:moveTo>
                    <a:pt x="20540" y="0"/>
                  </a:moveTo>
                  <a:cubicBezTo>
                    <a:pt x="20258" y="0"/>
                    <a:pt x="19975" y="1"/>
                    <a:pt x="19694" y="3"/>
                  </a:cubicBezTo>
                  <a:cubicBezTo>
                    <a:pt x="18086" y="3"/>
                    <a:pt x="16467" y="51"/>
                    <a:pt x="14860" y="63"/>
                  </a:cubicBezTo>
                  <a:cubicBezTo>
                    <a:pt x="11245" y="73"/>
                    <a:pt x="6844" y="240"/>
                    <a:pt x="2975" y="240"/>
                  </a:cubicBezTo>
                  <a:cubicBezTo>
                    <a:pt x="2205" y="240"/>
                    <a:pt x="1456" y="233"/>
                    <a:pt x="739" y="218"/>
                  </a:cubicBezTo>
                  <a:lnTo>
                    <a:pt x="739" y="218"/>
                  </a:lnTo>
                  <a:cubicBezTo>
                    <a:pt x="846" y="1122"/>
                    <a:pt x="1" y="1599"/>
                    <a:pt x="36" y="2515"/>
                  </a:cubicBezTo>
                  <a:cubicBezTo>
                    <a:pt x="36" y="2623"/>
                    <a:pt x="1179" y="3397"/>
                    <a:pt x="1179" y="3504"/>
                  </a:cubicBezTo>
                  <a:cubicBezTo>
                    <a:pt x="1506" y="3528"/>
                    <a:pt x="1846" y="3539"/>
                    <a:pt x="2196" y="3539"/>
                  </a:cubicBezTo>
                  <a:cubicBezTo>
                    <a:pt x="4814" y="3539"/>
                    <a:pt x="7990" y="2940"/>
                    <a:pt x="10532" y="2940"/>
                  </a:cubicBezTo>
                  <a:cubicBezTo>
                    <a:pt x="10655" y="2940"/>
                    <a:pt x="10775" y="2941"/>
                    <a:pt x="10895" y="2944"/>
                  </a:cubicBezTo>
                  <a:cubicBezTo>
                    <a:pt x="13895" y="3027"/>
                    <a:pt x="16896" y="3170"/>
                    <a:pt x="19896" y="3218"/>
                  </a:cubicBezTo>
                  <a:cubicBezTo>
                    <a:pt x="20646" y="3230"/>
                    <a:pt x="21396" y="3239"/>
                    <a:pt x="22146" y="3239"/>
                  </a:cubicBezTo>
                  <a:cubicBezTo>
                    <a:pt x="22896" y="3239"/>
                    <a:pt x="23646" y="3230"/>
                    <a:pt x="24397" y="3206"/>
                  </a:cubicBezTo>
                  <a:cubicBezTo>
                    <a:pt x="25837" y="3170"/>
                    <a:pt x="27278" y="3087"/>
                    <a:pt x="28719" y="3039"/>
                  </a:cubicBezTo>
                  <a:cubicBezTo>
                    <a:pt x="30089" y="2994"/>
                    <a:pt x="31464" y="2960"/>
                    <a:pt x="32838" y="2960"/>
                  </a:cubicBezTo>
                  <a:cubicBezTo>
                    <a:pt x="34376" y="2960"/>
                    <a:pt x="35912" y="3003"/>
                    <a:pt x="37434" y="3123"/>
                  </a:cubicBezTo>
                  <a:cubicBezTo>
                    <a:pt x="39101" y="3254"/>
                    <a:pt x="40803" y="3456"/>
                    <a:pt x="42494" y="3492"/>
                  </a:cubicBezTo>
                  <a:cubicBezTo>
                    <a:pt x="42494" y="3492"/>
                    <a:pt x="42494" y="3504"/>
                    <a:pt x="42494" y="3504"/>
                  </a:cubicBezTo>
                  <a:cubicBezTo>
                    <a:pt x="42821" y="3528"/>
                    <a:pt x="43161" y="3539"/>
                    <a:pt x="43511" y="3539"/>
                  </a:cubicBezTo>
                  <a:cubicBezTo>
                    <a:pt x="46129" y="3539"/>
                    <a:pt x="49305" y="2940"/>
                    <a:pt x="51847" y="2940"/>
                  </a:cubicBezTo>
                  <a:cubicBezTo>
                    <a:pt x="51969" y="2940"/>
                    <a:pt x="52090" y="2941"/>
                    <a:pt x="52210" y="2944"/>
                  </a:cubicBezTo>
                  <a:cubicBezTo>
                    <a:pt x="55210" y="3027"/>
                    <a:pt x="58210" y="3170"/>
                    <a:pt x="61211" y="3218"/>
                  </a:cubicBezTo>
                  <a:cubicBezTo>
                    <a:pt x="61961" y="3230"/>
                    <a:pt x="62711" y="3239"/>
                    <a:pt x="63461" y="3239"/>
                  </a:cubicBezTo>
                  <a:cubicBezTo>
                    <a:pt x="64211" y="3239"/>
                    <a:pt x="64961" y="3230"/>
                    <a:pt x="65711" y="3206"/>
                  </a:cubicBezTo>
                  <a:cubicBezTo>
                    <a:pt x="67152" y="3170"/>
                    <a:pt x="68593" y="3087"/>
                    <a:pt x="70033" y="3039"/>
                  </a:cubicBezTo>
                  <a:cubicBezTo>
                    <a:pt x="71403" y="2994"/>
                    <a:pt x="72779" y="2960"/>
                    <a:pt x="74152" y="2960"/>
                  </a:cubicBezTo>
                  <a:cubicBezTo>
                    <a:pt x="75691" y="2960"/>
                    <a:pt x="77226" y="3003"/>
                    <a:pt x="78749" y="3123"/>
                  </a:cubicBezTo>
                  <a:cubicBezTo>
                    <a:pt x="80284" y="3254"/>
                    <a:pt x="81844" y="3432"/>
                    <a:pt x="83392" y="3492"/>
                  </a:cubicBezTo>
                  <a:lnTo>
                    <a:pt x="83392" y="218"/>
                  </a:lnTo>
                  <a:cubicBezTo>
                    <a:pt x="82902" y="202"/>
                    <a:pt x="82412" y="196"/>
                    <a:pt x="81921" y="196"/>
                  </a:cubicBezTo>
                  <a:cubicBezTo>
                    <a:pt x="79738" y="196"/>
                    <a:pt x="77545" y="324"/>
                    <a:pt x="75367" y="372"/>
                  </a:cubicBezTo>
                  <a:cubicBezTo>
                    <a:pt x="75023" y="380"/>
                    <a:pt x="74679" y="384"/>
                    <a:pt x="74335" y="384"/>
                  </a:cubicBezTo>
                  <a:cubicBezTo>
                    <a:pt x="71531" y="384"/>
                    <a:pt x="68750" y="148"/>
                    <a:pt x="65949" y="63"/>
                  </a:cubicBezTo>
                  <a:cubicBezTo>
                    <a:pt x="64588" y="23"/>
                    <a:pt x="63219" y="0"/>
                    <a:pt x="61855" y="0"/>
                  </a:cubicBezTo>
                  <a:cubicBezTo>
                    <a:pt x="61572" y="0"/>
                    <a:pt x="61290" y="1"/>
                    <a:pt x="61008" y="3"/>
                  </a:cubicBezTo>
                  <a:cubicBezTo>
                    <a:pt x="59401" y="3"/>
                    <a:pt x="57782" y="63"/>
                    <a:pt x="56174" y="63"/>
                  </a:cubicBezTo>
                  <a:cubicBezTo>
                    <a:pt x="52560" y="73"/>
                    <a:pt x="48167" y="240"/>
                    <a:pt x="44294" y="240"/>
                  </a:cubicBezTo>
                  <a:cubicBezTo>
                    <a:pt x="43523" y="240"/>
                    <a:pt x="42773" y="233"/>
                    <a:pt x="42054" y="218"/>
                  </a:cubicBezTo>
                  <a:cubicBezTo>
                    <a:pt x="41564" y="202"/>
                    <a:pt x="41074" y="196"/>
                    <a:pt x="40583" y="196"/>
                  </a:cubicBezTo>
                  <a:cubicBezTo>
                    <a:pt x="38404" y="196"/>
                    <a:pt x="36220" y="324"/>
                    <a:pt x="34053" y="372"/>
                  </a:cubicBezTo>
                  <a:cubicBezTo>
                    <a:pt x="33708" y="380"/>
                    <a:pt x="33364" y="384"/>
                    <a:pt x="33021" y="384"/>
                  </a:cubicBezTo>
                  <a:cubicBezTo>
                    <a:pt x="30216" y="384"/>
                    <a:pt x="27435" y="148"/>
                    <a:pt x="24635" y="63"/>
                  </a:cubicBezTo>
                  <a:cubicBezTo>
                    <a:pt x="23274" y="23"/>
                    <a:pt x="21904" y="0"/>
                    <a:pt x="205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0"/>
            <p:cNvSpPr/>
            <p:nvPr/>
          </p:nvSpPr>
          <p:spPr>
            <a:xfrm rot="-5400000">
              <a:off x="-398081" y="3084003"/>
              <a:ext cx="1112755" cy="21075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601" y="1"/>
                  </a:moveTo>
                  <a:cubicBezTo>
                    <a:pt x="5731" y="1"/>
                    <a:pt x="2859" y="98"/>
                    <a:pt x="0" y="314"/>
                  </a:cubicBezTo>
                  <a:cubicBezTo>
                    <a:pt x="3215" y="481"/>
                    <a:pt x="6430" y="672"/>
                    <a:pt x="9656" y="707"/>
                  </a:cubicBezTo>
                  <a:cubicBezTo>
                    <a:pt x="9966" y="710"/>
                    <a:pt x="10277" y="712"/>
                    <a:pt x="10587" y="712"/>
                  </a:cubicBezTo>
                  <a:cubicBezTo>
                    <a:pt x="13010" y="712"/>
                    <a:pt x="15455" y="622"/>
                    <a:pt x="17872" y="326"/>
                  </a:cubicBezTo>
                  <a:cubicBezTo>
                    <a:pt x="17276" y="279"/>
                    <a:pt x="16669" y="243"/>
                    <a:pt x="16074" y="207"/>
                  </a:cubicBezTo>
                  <a:cubicBezTo>
                    <a:pt x="13592" y="74"/>
                    <a:pt x="11097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0"/>
            <p:cNvSpPr/>
            <p:nvPr/>
          </p:nvSpPr>
          <p:spPr>
            <a:xfrm rot="-5400000">
              <a:off x="-2151584" y="2479324"/>
              <a:ext cx="5128438" cy="64380"/>
            </a:xfrm>
            <a:custGeom>
              <a:avLst/>
              <a:gdLst/>
              <a:ahLst/>
              <a:cxnLst/>
              <a:rect l="l" t="t" r="r" b="b"/>
              <a:pathLst>
                <a:path w="82368" h="2175" extrusionOk="0">
                  <a:moveTo>
                    <a:pt x="73179" y="1"/>
                  </a:moveTo>
                  <a:cubicBezTo>
                    <a:pt x="71470" y="1"/>
                    <a:pt x="69755" y="63"/>
                    <a:pt x="68057" y="133"/>
                  </a:cubicBezTo>
                  <a:cubicBezTo>
                    <a:pt x="66592" y="192"/>
                    <a:pt x="65140" y="264"/>
                    <a:pt x="63675" y="288"/>
                  </a:cubicBezTo>
                  <a:cubicBezTo>
                    <a:pt x="63256" y="294"/>
                    <a:pt x="62837" y="297"/>
                    <a:pt x="62418" y="297"/>
                  </a:cubicBezTo>
                  <a:cubicBezTo>
                    <a:pt x="61337" y="297"/>
                    <a:pt x="60256" y="278"/>
                    <a:pt x="59175" y="252"/>
                  </a:cubicBezTo>
                  <a:cubicBezTo>
                    <a:pt x="58456" y="235"/>
                    <a:pt x="57721" y="227"/>
                    <a:pt x="56973" y="227"/>
                  </a:cubicBezTo>
                  <a:cubicBezTo>
                    <a:pt x="52059" y="227"/>
                    <a:pt x="46601" y="553"/>
                    <a:pt x="41744" y="573"/>
                  </a:cubicBezTo>
                  <a:lnTo>
                    <a:pt x="41744" y="562"/>
                  </a:lnTo>
                  <a:cubicBezTo>
                    <a:pt x="39636" y="538"/>
                    <a:pt x="37517" y="252"/>
                    <a:pt x="35433" y="109"/>
                  </a:cubicBezTo>
                  <a:cubicBezTo>
                    <a:pt x="34281" y="33"/>
                    <a:pt x="33121" y="4"/>
                    <a:pt x="31959" y="4"/>
                  </a:cubicBezTo>
                  <a:cubicBezTo>
                    <a:pt x="30217" y="4"/>
                    <a:pt x="28471" y="69"/>
                    <a:pt x="26742" y="133"/>
                  </a:cubicBezTo>
                  <a:cubicBezTo>
                    <a:pt x="25289" y="192"/>
                    <a:pt x="23825" y="264"/>
                    <a:pt x="22372" y="288"/>
                  </a:cubicBezTo>
                  <a:cubicBezTo>
                    <a:pt x="21953" y="294"/>
                    <a:pt x="21534" y="297"/>
                    <a:pt x="21114" y="297"/>
                  </a:cubicBezTo>
                  <a:cubicBezTo>
                    <a:pt x="20030" y="297"/>
                    <a:pt x="18944" y="278"/>
                    <a:pt x="17872" y="252"/>
                  </a:cubicBezTo>
                  <a:cubicBezTo>
                    <a:pt x="17164" y="235"/>
                    <a:pt x="16441" y="228"/>
                    <a:pt x="15706" y="228"/>
                  </a:cubicBezTo>
                  <a:cubicBezTo>
                    <a:pt x="10625" y="228"/>
                    <a:pt x="4972" y="573"/>
                    <a:pt x="0" y="573"/>
                  </a:cubicBezTo>
                  <a:cubicBezTo>
                    <a:pt x="12" y="1038"/>
                    <a:pt x="215" y="1693"/>
                    <a:pt x="215" y="2157"/>
                  </a:cubicBezTo>
                  <a:cubicBezTo>
                    <a:pt x="673" y="2169"/>
                    <a:pt x="1133" y="2174"/>
                    <a:pt x="1595" y="2174"/>
                  </a:cubicBezTo>
                  <a:cubicBezTo>
                    <a:pt x="7038" y="2174"/>
                    <a:pt x="12664" y="1427"/>
                    <a:pt x="17945" y="1427"/>
                  </a:cubicBezTo>
                  <a:cubicBezTo>
                    <a:pt x="18621" y="1427"/>
                    <a:pt x="19292" y="1439"/>
                    <a:pt x="19955" y="1466"/>
                  </a:cubicBezTo>
                  <a:cubicBezTo>
                    <a:pt x="24277" y="1645"/>
                    <a:pt x="28564" y="2050"/>
                    <a:pt x="32897" y="2086"/>
                  </a:cubicBezTo>
                  <a:cubicBezTo>
                    <a:pt x="35779" y="2109"/>
                    <a:pt x="38660" y="2086"/>
                    <a:pt x="41529" y="2157"/>
                  </a:cubicBezTo>
                  <a:cubicBezTo>
                    <a:pt x="41988" y="2169"/>
                    <a:pt x="42448" y="2174"/>
                    <a:pt x="42909" y="2174"/>
                  </a:cubicBezTo>
                  <a:cubicBezTo>
                    <a:pt x="48353" y="2174"/>
                    <a:pt x="53979" y="1427"/>
                    <a:pt x="59259" y="1427"/>
                  </a:cubicBezTo>
                  <a:cubicBezTo>
                    <a:pt x="59936" y="1427"/>
                    <a:pt x="60606" y="1439"/>
                    <a:pt x="61270" y="1466"/>
                  </a:cubicBezTo>
                  <a:cubicBezTo>
                    <a:pt x="65592" y="1645"/>
                    <a:pt x="69878" y="2050"/>
                    <a:pt x="74212" y="2086"/>
                  </a:cubicBezTo>
                  <a:cubicBezTo>
                    <a:pt x="76927" y="2109"/>
                    <a:pt x="79653" y="2086"/>
                    <a:pt x="82368" y="2145"/>
                  </a:cubicBezTo>
                  <a:lnTo>
                    <a:pt x="82368" y="550"/>
                  </a:lnTo>
                  <a:cubicBezTo>
                    <a:pt x="80487" y="478"/>
                    <a:pt x="78606" y="240"/>
                    <a:pt x="76748" y="109"/>
                  </a:cubicBezTo>
                  <a:lnTo>
                    <a:pt x="76736" y="109"/>
                  </a:lnTo>
                  <a:cubicBezTo>
                    <a:pt x="75558" y="31"/>
                    <a:pt x="74370" y="1"/>
                    <a:pt x="73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0"/>
            <p:cNvSpPr/>
            <p:nvPr/>
          </p:nvSpPr>
          <p:spPr>
            <a:xfrm rot="-5400000">
              <a:off x="-2088791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0"/>
            <p:cNvSpPr/>
            <p:nvPr/>
          </p:nvSpPr>
          <p:spPr>
            <a:xfrm rot="-5400000">
              <a:off x="-398112" y="511659"/>
              <a:ext cx="1112818" cy="21075"/>
            </a:xfrm>
            <a:custGeom>
              <a:avLst/>
              <a:gdLst/>
              <a:ahLst/>
              <a:cxnLst/>
              <a:rect l="l" t="t" r="r" b="b"/>
              <a:pathLst>
                <a:path w="17873" h="712" extrusionOk="0">
                  <a:moveTo>
                    <a:pt x="8601" y="1"/>
                  </a:moveTo>
                  <a:cubicBezTo>
                    <a:pt x="5732" y="1"/>
                    <a:pt x="2860" y="98"/>
                    <a:pt x="1" y="314"/>
                  </a:cubicBezTo>
                  <a:cubicBezTo>
                    <a:pt x="3216" y="481"/>
                    <a:pt x="6430" y="672"/>
                    <a:pt x="9657" y="707"/>
                  </a:cubicBezTo>
                  <a:cubicBezTo>
                    <a:pt x="9967" y="710"/>
                    <a:pt x="10277" y="712"/>
                    <a:pt x="10588" y="712"/>
                  </a:cubicBezTo>
                  <a:cubicBezTo>
                    <a:pt x="13011" y="712"/>
                    <a:pt x="15456" y="622"/>
                    <a:pt x="17872" y="326"/>
                  </a:cubicBezTo>
                  <a:cubicBezTo>
                    <a:pt x="17277" y="279"/>
                    <a:pt x="16670" y="243"/>
                    <a:pt x="16074" y="207"/>
                  </a:cubicBezTo>
                  <a:cubicBezTo>
                    <a:pt x="13593" y="74"/>
                    <a:pt x="11098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0"/>
            <p:cNvSpPr/>
            <p:nvPr/>
          </p:nvSpPr>
          <p:spPr>
            <a:xfrm rot="-5400000">
              <a:off x="-2517866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40" name="Google Shape;640;p13"/>
          <p:cNvSpPr txBox="1">
            <a:spLocks noGrp="1"/>
          </p:cNvSpPr>
          <p:nvPr>
            <p:ph type="title" idx="2" hasCustomPrompt="1"/>
          </p:nvPr>
        </p:nvSpPr>
        <p:spPr>
          <a:xfrm>
            <a:off x="903613" y="1321300"/>
            <a:ext cx="9738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rgbClr val="161414"/>
                </a:solidFill>
                <a:highlight>
                  <a:srgbClr val="B7D7DA"/>
                </a:highlight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1" name="Google Shape;641;p13"/>
          <p:cNvSpPr txBox="1">
            <a:spLocks noGrp="1"/>
          </p:cNvSpPr>
          <p:nvPr>
            <p:ph type="subTitle" idx="1"/>
          </p:nvPr>
        </p:nvSpPr>
        <p:spPr>
          <a:xfrm>
            <a:off x="903613" y="233961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2" name="Google Shape;642;p13"/>
          <p:cNvSpPr txBox="1">
            <a:spLocks noGrp="1"/>
          </p:cNvSpPr>
          <p:nvPr>
            <p:ph type="title" idx="3" hasCustomPrompt="1"/>
          </p:nvPr>
        </p:nvSpPr>
        <p:spPr>
          <a:xfrm>
            <a:off x="3407720" y="1321300"/>
            <a:ext cx="9738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highlight>
                  <a:schemeClr val="accent2"/>
                </a:highlight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3" name="Google Shape;643;p13"/>
          <p:cNvSpPr txBox="1">
            <a:spLocks noGrp="1"/>
          </p:cNvSpPr>
          <p:nvPr>
            <p:ph type="subTitle" idx="4"/>
          </p:nvPr>
        </p:nvSpPr>
        <p:spPr>
          <a:xfrm>
            <a:off x="3407700" y="233961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4" name="Google Shape;644;p13"/>
          <p:cNvSpPr txBox="1">
            <a:spLocks noGrp="1"/>
          </p:cNvSpPr>
          <p:nvPr>
            <p:ph type="title" idx="5" hasCustomPrompt="1"/>
          </p:nvPr>
        </p:nvSpPr>
        <p:spPr>
          <a:xfrm>
            <a:off x="2154604" y="3051275"/>
            <a:ext cx="9738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highlight>
                  <a:schemeClr val="accent2"/>
                </a:highlight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5" name="Google Shape;645;p13"/>
          <p:cNvSpPr txBox="1">
            <a:spLocks noGrp="1"/>
          </p:cNvSpPr>
          <p:nvPr>
            <p:ph type="subTitle" idx="6"/>
          </p:nvPr>
        </p:nvSpPr>
        <p:spPr>
          <a:xfrm>
            <a:off x="2154594" y="4065762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6" name="Google Shape;646;p13"/>
          <p:cNvSpPr txBox="1">
            <a:spLocks noGrp="1"/>
          </p:cNvSpPr>
          <p:nvPr>
            <p:ph type="title" idx="7" hasCustomPrompt="1"/>
          </p:nvPr>
        </p:nvSpPr>
        <p:spPr>
          <a:xfrm>
            <a:off x="4652998" y="3051275"/>
            <a:ext cx="9738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highlight>
                  <a:schemeClr val="accent2"/>
                </a:highlight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7" name="Google Shape;647;p13"/>
          <p:cNvSpPr txBox="1">
            <a:spLocks noGrp="1"/>
          </p:cNvSpPr>
          <p:nvPr>
            <p:ph type="subTitle" idx="8"/>
          </p:nvPr>
        </p:nvSpPr>
        <p:spPr>
          <a:xfrm>
            <a:off x="4653008" y="4065762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8" name="Google Shape;648;p13"/>
          <p:cNvSpPr txBox="1">
            <a:spLocks noGrp="1"/>
          </p:cNvSpPr>
          <p:nvPr>
            <p:ph type="subTitle" idx="9"/>
          </p:nvPr>
        </p:nvSpPr>
        <p:spPr>
          <a:xfrm>
            <a:off x="903613" y="1914700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49" name="Google Shape;649;p13"/>
          <p:cNvSpPr txBox="1">
            <a:spLocks noGrp="1"/>
          </p:cNvSpPr>
          <p:nvPr>
            <p:ph type="subTitle" idx="13"/>
          </p:nvPr>
        </p:nvSpPr>
        <p:spPr>
          <a:xfrm>
            <a:off x="3407700" y="1914700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50" name="Google Shape;650;p13"/>
          <p:cNvSpPr txBox="1">
            <a:spLocks noGrp="1"/>
          </p:cNvSpPr>
          <p:nvPr>
            <p:ph type="subTitle" idx="14"/>
          </p:nvPr>
        </p:nvSpPr>
        <p:spPr>
          <a:xfrm>
            <a:off x="2154594" y="3644675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51" name="Google Shape;651;p13"/>
          <p:cNvSpPr txBox="1">
            <a:spLocks noGrp="1"/>
          </p:cNvSpPr>
          <p:nvPr>
            <p:ph type="subTitle" idx="15"/>
          </p:nvPr>
        </p:nvSpPr>
        <p:spPr>
          <a:xfrm>
            <a:off x="4653008" y="3644675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52" name="Google Shape;652;p13"/>
          <p:cNvSpPr txBox="1">
            <a:spLocks noGrp="1"/>
          </p:cNvSpPr>
          <p:nvPr>
            <p:ph type="title" idx="16" hasCustomPrompt="1"/>
          </p:nvPr>
        </p:nvSpPr>
        <p:spPr>
          <a:xfrm>
            <a:off x="5903984" y="1321300"/>
            <a:ext cx="9738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highlight>
                  <a:schemeClr val="accent2"/>
                </a:highlight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3" name="Google Shape;653;p13"/>
          <p:cNvSpPr txBox="1">
            <a:spLocks noGrp="1"/>
          </p:cNvSpPr>
          <p:nvPr>
            <p:ph type="subTitle" idx="17"/>
          </p:nvPr>
        </p:nvSpPr>
        <p:spPr>
          <a:xfrm>
            <a:off x="5903984" y="233961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4" name="Google Shape;654;p13"/>
          <p:cNvSpPr txBox="1">
            <a:spLocks noGrp="1"/>
          </p:cNvSpPr>
          <p:nvPr>
            <p:ph type="subTitle" idx="18"/>
          </p:nvPr>
        </p:nvSpPr>
        <p:spPr>
          <a:xfrm>
            <a:off x="5903984" y="1914700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655" name="Google Shape;655;p13"/>
          <p:cNvGrpSpPr/>
          <p:nvPr/>
        </p:nvGrpSpPr>
        <p:grpSpPr>
          <a:xfrm>
            <a:off x="13931" y="108"/>
            <a:ext cx="498605" cy="5198109"/>
            <a:chOff x="26406" y="-52705"/>
            <a:chExt cx="498605" cy="5198109"/>
          </a:xfrm>
        </p:grpSpPr>
        <p:sp>
          <p:nvSpPr>
            <p:cNvPr id="656" name="Google Shape;656;p13"/>
            <p:cNvSpPr/>
            <p:nvPr/>
          </p:nvSpPr>
          <p:spPr>
            <a:xfrm rot="-5400000">
              <a:off x="-2385939" y="2507515"/>
              <a:ext cx="5198109" cy="77670"/>
            </a:xfrm>
            <a:custGeom>
              <a:avLst/>
              <a:gdLst/>
              <a:ahLst/>
              <a:cxnLst/>
              <a:rect l="l" t="t" r="r" b="b"/>
              <a:pathLst>
                <a:path w="83487" h="2624" extrusionOk="0">
                  <a:moveTo>
                    <a:pt x="57972" y="1"/>
                  </a:moveTo>
                  <a:cubicBezTo>
                    <a:pt x="52757" y="1"/>
                    <a:pt x="46991" y="326"/>
                    <a:pt x="42256" y="835"/>
                  </a:cubicBezTo>
                  <a:cubicBezTo>
                    <a:pt x="41281" y="911"/>
                    <a:pt x="40296" y="940"/>
                    <a:pt x="39312" y="940"/>
                  </a:cubicBezTo>
                  <a:cubicBezTo>
                    <a:pt x="38433" y="940"/>
                    <a:pt x="37554" y="917"/>
                    <a:pt x="36683" y="883"/>
                  </a:cubicBezTo>
                  <a:cubicBezTo>
                    <a:pt x="33933" y="776"/>
                    <a:pt x="31195" y="526"/>
                    <a:pt x="28444" y="359"/>
                  </a:cubicBezTo>
                  <a:cubicBezTo>
                    <a:pt x="25503" y="169"/>
                    <a:pt x="22539" y="109"/>
                    <a:pt x="19586" y="38"/>
                  </a:cubicBezTo>
                  <a:cubicBezTo>
                    <a:pt x="18650" y="13"/>
                    <a:pt x="17684" y="2"/>
                    <a:pt x="16698" y="2"/>
                  </a:cubicBezTo>
                  <a:cubicBezTo>
                    <a:pt x="11424" y="2"/>
                    <a:pt x="5585" y="336"/>
                    <a:pt x="810" y="847"/>
                  </a:cubicBezTo>
                  <a:cubicBezTo>
                    <a:pt x="834" y="1550"/>
                    <a:pt x="0" y="1240"/>
                    <a:pt x="0" y="1943"/>
                  </a:cubicBezTo>
                  <a:cubicBezTo>
                    <a:pt x="12" y="2026"/>
                    <a:pt x="1262" y="2359"/>
                    <a:pt x="1274" y="2443"/>
                  </a:cubicBezTo>
                  <a:cubicBezTo>
                    <a:pt x="1742" y="2491"/>
                    <a:pt x="2194" y="2510"/>
                    <a:pt x="2631" y="2510"/>
                  </a:cubicBezTo>
                  <a:cubicBezTo>
                    <a:pt x="4100" y="2510"/>
                    <a:pt x="5412" y="2299"/>
                    <a:pt x="6661" y="2299"/>
                  </a:cubicBezTo>
                  <a:cubicBezTo>
                    <a:pt x="6687" y="2299"/>
                    <a:pt x="6713" y="2300"/>
                    <a:pt x="6739" y="2300"/>
                  </a:cubicBezTo>
                  <a:cubicBezTo>
                    <a:pt x="8323" y="2300"/>
                    <a:pt x="9894" y="2300"/>
                    <a:pt x="11478" y="2288"/>
                  </a:cubicBezTo>
                  <a:cubicBezTo>
                    <a:pt x="12270" y="2288"/>
                    <a:pt x="13064" y="2294"/>
                    <a:pt x="13858" y="2294"/>
                  </a:cubicBezTo>
                  <a:cubicBezTo>
                    <a:pt x="14651" y="2294"/>
                    <a:pt x="15443" y="2288"/>
                    <a:pt x="16229" y="2264"/>
                  </a:cubicBezTo>
                  <a:cubicBezTo>
                    <a:pt x="17489" y="2227"/>
                    <a:pt x="18752" y="2210"/>
                    <a:pt x="20015" y="2210"/>
                  </a:cubicBezTo>
                  <a:cubicBezTo>
                    <a:pt x="22042" y="2210"/>
                    <a:pt x="24069" y="2255"/>
                    <a:pt x="26087" y="2335"/>
                  </a:cubicBezTo>
                  <a:cubicBezTo>
                    <a:pt x="27730" y="2395"/>
                    <a:pt x="29361" y="2490"/>
                    <a:pt x="30992" y="2586"/>
                  </a:cubicBezTo>
                  <a:cubicBezTo>
                    <a:pt x="31484" y="2613"/>
                    <a:pt x="31980" y="2624"/>
                    <a:pt x="32478" y="2624"/>
                  </a:cubicBezTo>
                  <a:cubicBezTo>
                    <a:pt x="33473" y="2624"/>
                    <a:pt x="34473" y="2582"/>
                    <a:pt x="35457" y="2550"/>
                  </a:cubicBezTo>
                  <a:cubicBezTo>
                    <a:pt x="37222" y="2488"/>
                    <a:pt x="38988" y="2407"/>
                    <a:pt x="40753" y="2407"/>
                  </a:cubicBezTo>
                  <a:cubicBezTo>
                    <a:pt x="41381" y="2407"/>
                    <a:pt x="42009" y="2418"/>
                    <a:pt x="42637" y="2443"/>
                  </a:cubicBezTo>
                  <a:cubicBezTo>
                    <a:pt x="43099" y="2491"/>
                    <a:pt x="43546" y="2510"/>
                    <a:pt x="43979" y="2510"/>
                  </a:cubicBezTo>
                  <a:cubicBezTo>
                    <a:pt x="45433" y="2510"/>
                    <a:pt x="46736" y="2299"/>
                    <a:pt x="47976" y="2299"/>
                  </a:cubicBezTo>
                  <a:cubicBezTo>
                    <a:pt x="48002" y="2299"/>
                    <a:pt x="48028" y="2300"/>
                    <a:pt x="48054" y="2300"/>
                  </a:cubicBezTo>
                  <a:cubicBezTo>
                    <a:pt x="49637" y="2300"/>
                    <a:pt x="51221" y="2300"/>
                    <a:pt x="52805" y="2288"/>
                  </a:cubicBezTo>
                  <a:cubicBezTo>
                    <a:pt x="53703" y="2288"/>
                    <a:pt x="54608" y="2296"/>
                    <a:pt x="55513" y="2296"/>
                  </a:cubicBezTo>
                  <a:cubicBezTo>
                    <a:pt x="56192" y="2296"/>
                    <a:pt x="56870" y="2291"/>
                    <a:pt x="57543" y="2276"/>
                  </a:cubicBezTo>
                  <a:cubicBezTo>
                    <a:pt x="58830" y="2239"/>
                    <a:pt x="60118" y="2221"/>
                    <a:pt x="61407" y="2221"/>
                  </a:cubicBezTo>
                  <a:cubicBezTo>
                    <a:pt x="63410" y="2221"/>
                    <a:pt x="65414" y="2263"/>
                    <a:pt x="67413" y="2335"/>
                  </a:cubicBezTo>
                  <a:cubicBezTo>
                    <a:pt x="69045" y="2395"/>
                    <a:pt x="70676" y="2490"/>
                    <a:pt x="72307" y="2586"/>
                  </a:cubicBezTo>
                  <a:cubicBezTo>
                    <a:pt x="72799" y="2613"/>
                    <a:pt x="73295" y="2624"/>
                    <a:pt x="73793" y="2624"/>
                  </a:cubicBezTo>
                  <a:cubicBezTo>
                    <a:pt x="74787" y="2624"/>
                    <a:pt x="75788" y="2582"/>
                    <a:pt x="76772" y="2550"/>
                  </a:cubicBezTo>
                  <a:cubicBezTo>
                    <a:pt x="78554" y="2493"/>
                    <a:pt x="80336" y="2413"/>
                    <a:pt x="82118" y="2413"/>
                  </a:cubicBezTo>
                  <a:cubicBezTo>
                    <a:pt x="82575" y="2413"/>
                    <a:pt x="83031" y="2419"/>
                    <a:pt x="83487" y="2431"/>
                  </a:cubicBezTo>
                  <a:lnTo>
                    <a:pt x="83487" y="835"/>
                  </a:lnTo>
                  <a:cubicBezTo>
                    <a:pt x="82525" y="911"/>
                    <a:pt x="81556" y="940"/>
                    <a:pt x="80589" y="940"/>
                  </a:cubicBezTo>
                  <a:cubicBezTo>
                    <a:pt x="79726" y="940"/>
                    <a:pt x="78864" y="917"/>
                    <a:pt x="78010" y="883"/>
                  </a:cubicBezTo>
                  <a:lnTo>
                    <a:pt x="77998" y="883"/>
                  </a:lnTo>
                  <a:cubicBezTo>
                    <a:pt x="75248" y="776"/>
                    <a:pt x="72509" y="526"/>
                    <a:pt x="69759" y="359"/>
                  </a:cubicBezTo>
                  <a:cubicBezTo>
                    <a:pt x="66818" y="169"/>
                    <a:pt x="63854" y="109"/>
                    <a:pt x="60901" y="38"/>
                  </a:cubicBezTo>
                  <a:cubicBezTo>
                    <a:pt x="59952" y="13"/>
                    <a:pt x="58972" y="1"/>
                    <a:pt x="579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3"/>
            <p:cNvSpPr/>
            <p:nvPr/>
          </p:nvSpPr>
          <p:spPr>
            <a:xfrm rot="-5400000">
              <a:off x="-2277146" y="2491763"/>
              <a:ext cx="5192194" cy="104754"/>
            </a:xfrm>
            <a:custGeom>
              <a:avLst/>
              <a:gdLst/>
              <a:ahLst/>
              <a:cxnLst/>
              <a:rect l="l" t="t" r="r" b="b"/>
              <a:pathLst>
                <a:path w="83392" h="3539" extrusionOk="0">
                  <a:moveTo>
                    <a:pt x="20540" y="0"/>
                  </a:moveTo>
                  <a:cubicBezTo>
                    <a:pt x="20258" y="0"/>
                    <a:pt x="19975" y="1"/>
                    <a:pt x="19694" y="3"/>
                  </a:cubicBezTo>
                  <a:cubicBezTo>
                    <a:pt x="18086" y="3"/>
                    <a:pt x="16467" y="51"/>
                    <a:pt x="14860" y="63"/>
                  </a:cubicBezTo>
                  <a:cubicBezTo>
                    <a:pt x="11245" y="73"/>
                    <a:pt x="6844" y="240"/>
                    <a:pt x="2975" y="240"/>
                  </a:cubicBezTo>
                  <a:cubicBezTo>
                    <a:pt x="2205" y="240"/>
                    <a:pt x="1456" y="233"/>
                    <a:pt x="739" y="218"/>
                  </a:cubicBezTo>
                  <a:lnTo>
                    <a:pt x="739" y="218"/>
                  </a:lnTo>
                  <a:cubicBezTo>
                    <a:pt x="846" y="1122"/>
                    <a:pt x="1" y="1599"/>
                    <a:pt x="36" y="2515"/>
                  </a:cubicBezTo>
                  <a:cubicBezTo>
                    <a:pt x="36" y="2623"/>
                    <a:pt x="1179" y="3397"/>
                    <a:pt x="1179" y="3504"/>
                  </a:cubicBezTo>
                  <a:cubicBezTo>
                    <a:pt x="1506" y="3528"/>
                    <a:pt x="1846" y="3539"/>
                    <a:pt x="2196" y="3539"/>
                  </a:cubicBezTo>
                  <a:cubicBezTo>
                    <a:pt x="4814" y="3539"/>
                    <a:pt x="7990" y="2940"/>
                    <a:pt x="10532" y="2940"/>
                  </a:cubicBezTo>
                  <a:cubicBezTo>
                    <a:pt x="10655" y="2940"/>
                    <a:pt x="10775" y="2941"/>
                    <a:pt x="10895" y="2944"/>
                  </a:cubicBezTo>
                  <a:cubicBezTo>
                    <a:pt x="13895" y="3027"/>
                    <a:pt x="16896" y="3170"/>
                    <a:pt x="19896" y="3218"/>
                  </a:cubicBezTo>
                  <a:cubicBezTo>
                    <a:pt x="20646" y="3230"/>
                    <a:pt x="21396" y="3239"/>
                    <a:pt x="22146" y="3239"/>
                  </a:cubicBezTo>
                  <a:cubicBezTo>
                    <a:pt x="22896" y="3239"/>
                    <a:pt x="23646" y="3230"/>
                    <a:pt x="24397" y="3206"/>
                  </a:cubicBezTo>
                  <a:cubicBezTo>
                    <a:pt x="25837" y="3170"/>
                    <a:pt x="27278" y="3087"/>
                    <a:pt x="28719" y="3039"/>
                  </a:cubicBezTo>
                  <a:cubicBezTo>
                    <a:pt x="30089" y="2994"/>
                    <a:pt x="31464" y="2960"/>
                    <a:pt x="32838" y="2960"/>
                  </a:cubicBezTo>
                  <a:cubicBezTo>
                    <a:pt x="34376" y="2960"/>
                    <a:pt x="35912" y="3003"/>
                    <a:pt x="37434" y="3123"/>
                  </a:cubicBezTo>
                  <a:cubicBezTo>
                    <a:pt x="39101" y="3254"/>
                    <a:pt x="40803" y="3456"/>
                    <a:pt x="42494" y="3492"/>
                  </a:cubicBezTo>
                  <a:cubicBezTo>
                    <a:pt x="42494" y="3492"/>
                    <a:pt x="42494" y="3504"/>
                    <a:pt x="42494" y="3504"/>
                  </a:cubicBezTo>
                  <a:cubicBezTo>
                    <a:pt x="42821" y="3528"/>
                    <a:pt x="43161" y="3539"/>
                    <a:pt x="43511" y="3539"/>
                  </a:cubicBezTo>
                  <a:cubicBezTo>
                    <a:pt x="46129" y="3539"/>
                    <a:pt x="49305" y="2940"/>
                    <a:pt x="51847" y="2940"/>
                  </a:cubicBezTo>
                  <a:cubicBezTo>
                    <a:pt x="51969" y="2940"/>
                    <a:pt x="52090" y="2941"/>
                    <a:pt x="52210" y="2944"/>
                  </a:cubicBezTo>
                  <a:cubicBezTo>
                    <a:pt x="55210" y="3027"/>
                    <a:pt x="58210" y="3170"/>
                    <a:pt x="61211" y="3218"/>
                  </a:cubicBezTo>
                  <a:cubicBezTo>
                    <a:pt x="61961" y="3230"/>
                    <a:pt x="62711" y="3239"/>
                    <a:pt x="63461" y="3239"/>
                  </a:cubicBezTo>
                  <a:cubicBezTo>
                    <a:pt x="64211" y="3239"/>
                    <a:pt x="64961" y="3230"/>
                    <a:pt x="65711" y="3206"/>
                  </a:cubicBezTo>
                  <a:cubicBezTo>
                    <a:pt x="67152" y="3170"/>
                    <a:pt x="68593" y="3087"/>
                    <a:pt x="70033" y="3039"/>
                  </a:cubicBezTo>
                  <a:cubicBezTo>
                    <a:pt x="71403" y="2994"/>
                    <a:pt x="72779" y="2960"/>
                    <a:pt x="74152" y="2960"/>
                  </a:cubicBezTo>
                  <a:cubicBezTo>
                    <a:pt x="75691" y="2960"/>
                    <a:pt x="77226" y="3003"/>
                    <a:pt x="78749" y="3123"/>
                  </a:cubicBezTo>
                  <a:cubicBezTo>
                    <a:pt x="80284" y="3254"/>
                    <a:pt x="81844" y="3432"/>
                    <a:pt x="83392" y="3492"/>
                  </a:cubicBezTo>
                  <a:lnTo>
                    <a:pt x="83392" y="218"/>
                  </a:lnTo>
                  <a:cubicBezTo>
                    <a:pt x="82902" y="202"/>
                    <a:pt x="82412" y="196"/>
                    <a:pt x="81921" y="196"/>
                  </a:cubicBezTo>
                  <a:cubicBezTo>
                    <a:pt x="79738" y="196"/>
                    <a:pt x="77545" y="324"/>
                    <a:pt x="75367" y="372"/>
                  </a:cubicBezTo>
                  <a:cubicBezTo>
                    <a:pt x="75023" y="380"/>
                    <a:pt x="74679" y="384"/>
                    <a:pt x="74335" y="384"/>
                  </a:cubicBezTo>
                  <a:cubicBezTo>
                    <a:pt x="71531" y="384"/>
                    <a:pt x="68750" y="148"/>
                    <a:pt x="65949" y="63"/>
                  </a:cubicBezTo>
                  <a:cubicBezTo>
                    <a:pt x="64588" y="23"/>
                    <a:pt x="63219" y="0"/>
                    <a:pt x="61855" y="0"/>
                  </a:cubicBezTo>
                  <a:cubicBezTo>
                    <a:pt x="61572" y="0"/>
                    <a:pt x="61290" y="1"/>
                    <a:pt x="61008" y="3"/>
                  </a:cubicBezTo>
                  <a:cubicBezTo>
                    <a:pt x="59401" y="3"/>
                    <a:pt x="57782" y="63"/>
                    <a:pt x="56174" y="63"/>
                  </a:cubicBezTo>
                  <a:cubicBezTo>
                    <a:pt x="52560" y="73"/>
                    <a:pt x="48167" y="240"/>
                    <a:pt x="44294" y="240"/>
                  </a:cubicBezTo>
                  <a:cubicBezTo>
                    <a:pt x="43523" y="240"/>
                    <a:pt x="42773" y="233"/>
                    <a:pt x="42054" y="218"/>
                  </a:cubicBezTo>
                  <a:cubicBezTo>
                    <a:pt x="41564" y="202"/>
                    <a:pt x="41074" y="196"/>
                    <a:pt x="40583" y="196"/>
                  </a:cubicBezTo>
                  <a:cubicBezTo>
                    <a:pt x="38404" y="196"/>
                    <a:pt x="36220" y="324"/>
                    <a:pt x="34053" y="372"/>
                  </a:cubicBezTo>
                  <a:cubicBezTo>
                    <a:pt x="33708" y="380"/>
                    <a:pt x="33364" y="384"/>
                    <a:pt x="33021" y="384"/>
                  </a:cubicBezTo>
                  <a:cubicBezTo>
                    <a:pt x="30216" y="384"/>
                    <a:pt x="27435" y="148"/>
                    <a:pt x="24635" y="63"/>
                  </a:cubicBezTo>
                  <a:cubicBezTo>
                    <a:pt x="23274" y="23"/>
                    <a:pt x="21904" y="0"/>
                    <a:pt x="205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3"/>
            <p:cNvSpPr/>
            <p:nvPr/>
          </p:nvSpPr>
          <p:spPr>
            <a:xfrm rot="-5400000">
              <a:off x="-398081" y="3084003"/>
              <a:ext cx="1112755" cy="21075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601" y="1"/>
                  </a:moveTo>
                  <a:cubicBezTo>
                    <a:pt x="5731" y="1"/>
                    <a:pt x="2859" y="98"/>
                    <a:pt x="0" y="314"/>
                  </a:cubicBezTo>
                  <a:cubicBezTo>
                    <a:pt x="3215" y="481"/>
                    <a:pt x="6430" y="672"/>
                    <a:pt x="9656" y="707"/>
                  </a:cubicBezTo>
                  <a:cubicBezTo>
                    <a:pt x="9966" y="710"/>
                    <a:pt x="10277" y="712"/>
                    <a:pt x="10587" y="712"/>
                  </a:cubicBezTo>
                  <a:cubicBezTo>
                    <a:pt x="13010" y="712"/>
                    <a:pt x="15455" y="622"/>
                    <a:pt x="17872" y="326"/>
                  </a:cubicBezTo>
                  <a:cubicBezTo>
                    <a:pt x="17276" y="279"/>
                    <a:pt x="16669" y="243"/>
                    <a:pt x="16074" y="207"/>
                  </a:cubicBezTo>
                  <a:cubicBezTo>
                    <a:pt x="13592" y="74"/>
                    <a:pt x="11097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3"/>
            <p:cNvSpPr/>
            <p:nvPr/>
          </p:nvSpPr>
          <p:spPr>
            <a:xfrm rot="-5400000">
              <a:off x="-2151584" y="2479324"/>
              <a:ext cx="5128438" cy="64380"/>
            </a:xfrm>
            <a:custGeom>
              <a:avLst/>
              <a:gdLst/>
              <a:ahLst/>
              <a:cxnLst/>
              <a:rect l="l" t="t" r="r" b="b"/>
              <a:pathLst>
                <a:path w="82368" h="2175" extrusionOk="0">
                  <a:moveTo>
                    <a:pt x="73179" y="1"/>
                  </a:moveTo>
                  <a:cubicBezTo>
                    <a:pt x="71470" y="1"/>
                    <a:pt x="69755" y="63"/>
                    <a:pt x="68057" y="133"/>
                  </a:cubicBezTo>
                  <a:cubicBezTo>
                    <a:pt x="66592" y="192"/>
                    <a:pt x="65140" y="264"/>
                    <a:pt x="63675" y="288"/>
                  </a:cubicBezTo>
                  <a:cubicBezTo>
                    <a:pt x="63256" y="294"/>
                    <a:pt x="62837" y="297"/>
                    <a:pt x="62418" y="297"/>
                  </a:cubicBezTo>
                  <a:cubicBezTo>
                    <a:pt x="61337" y="297"/>
                    <a:pt x="60256" y="278"/>
                    <a:pt x="59175" y="252"/>
                  </a:cubicBezTo>
                  <a:cubicBezTo>
                    <a:pt x="58456" y="235"/>
                    <a:pt x="57721" y="227"/>
                    <a:pt x="56973" y="227"/>
                  </a:cubicBezTo>
                  <a:cubicBezTo>
                    <a:pt x="52059" y="227"/>
                    <a:pt x="46601" y="553"/>
                    <a:pt x="41744" y="573"/>
                  </a:cubicBezTo>
                  <a:lnTo>
                    <a:pt x="41744" y="562"/>
                  </a:lnTo>
                  <a:cubicBezTo>
                    <a:pt x="39636" y="538"/>
                    <a:pt x="37517" y="252"/>
                    <a:pt x="35433" y="109"/>
                  </a:cubicBezTo>
                  <a:cubicBezTo>
                    <a:pt x="34281" y="33"/>
                    <a:pt x="33121" y="4"/>
                    <a:pt x="31959" y="4"/>
                  </a:cubicBezTo>
                  <a:cubicBezTo>
                    <a:pt x="30217" y="4"/>
                    <a:pt x="28471" y="69"/>
                    <a:pt x="26742" y="133"/>
                  </a:cubicBezTo>
                  <a:cubicBezTo>
                    <a:pt x="25289" y="192"/>
                    <a:pt x="23825" y="264"/>
                    <a:pt x="22372" y="288"/>
                  </a:cubicBezTo>
                  <a:cubicBezTo>
                    <a:pt x="21953" y="294"/>
                    <a:pt x="21534" y="297"/>
                    <a:pt x="21114" y="297"/>
                  </a:cubicBezTo>
                  <a:cubicBezTo>
                    <a:pt x="20030" y="297"/>
                    <a:pt x="18944" y="278"/>
                    <a:pt x="17872" y="252"/>
                  </a:cubicBezTo>
                  <a:cubicBezTo>
                    <a:pt x="17164" y="235"/>
                    <a:pt x="16441" y="228"/>
                    <a:pt x="15706" y="228"/>
                  </a:cubicBezTo>
                  <a:cubicBezTo>
                    <a:pt x="10625" y="228"/>
                    <a:pt x="4972" y="573"/>
                    <a:pt x="0" y="573"/>
                  </a:cubicBezTo>
                  <a:cubicBezTo>
                    <a:pt x="12" y="1038"/>
                    <a:pt x="215" y="1693"/>
                    <a:pt x="215" y="2157"/>
                  </a:cubicBezTo>
                  <a:cubicBezTo>
                    <a:pt x="673" y="2169"/>
                    <a:pt x="1133" y="2174"/>
                    <a:pt x="1595" y="2174"/>
                  </a:cubicBezTo>
                  <a:cubicBezTo>
                    <a:pt x="7038" y="2174"/>
                    <a:pt x="12664" y="1427"/>
                    <a:pt x="17945" y="1427"/>
                  </a:cubicBezTo>
                  <a:cubicBezTo>
                    <a:pt x="18621" y="1427"/>
                    <a:pt x="19292" y="1439"/>
                    <a:pt x="19955" y="1466"/>
                  </a:cubicBezTo>
                  <a:cubicBezTo>
                    <a:pt x="24277" y="1645"/>
                    <a:pt x="28564" y="2050"/>
                    <a:pt x="32897" y="2086"/>
                  </a:cubicBezTo>
                  <a:cubicBezTo>
                    <a:pt x="35779" y="2109"/>
                    <a:pt x="38660" y="2086"/>
                    <a:pt x="41529" y="2157"/>
                  </a:cubicBezTo>
                  <a:cubicBezTo>
                    <a:pt x="41988" y="2169"/>
                    <a:pt x="42448" y="2174"/>
                    <a:pt x="42909" y="2174"/>
                  </a:cubicBezTo>
                  <a:cubicBezTo>
                    <a:pt x="48353" y="2174"/>
                    <a:pt x="53979" y="1427"/>
                    <a:pt x="59259" y="1427"/>
                  </a:cubicBezTo>
                  <a:cubicBezTo>
                    <a:pt x="59936" y="1427"/>
                    <a:pt x="60606" y="1439"/>
                    <a:pt x="61270" y="1466"/>
                  </a:cubicBezTo>
                  <a:cubicBezTo>
                    <a:pt x="65592" y="1645"/>
                    <a:pt x="69878" y="2050"/>
                    <a:pt x="74212" y="2086"/>
                  </a:cubicBezTo>
                  <a:cubicBezTo>
                    <a:pt x="76927" y="2109"/>
                    <a:pt x="79653" y="2086"/>
                    <a:pt x="82368" y="2145"/>
                  </a:cubicBezTo>
                  <a:lnTo>
                    <a:pt x="82368" y="550"/>
                  </a:lnTo>
                  <a:cubicBezTo>
                    <a:pt x="80487" y="478"/>
                    <a:pt x="78606" y="240"/>
                    <a:pt x="76748" y="109"/>
                  </a:cubicBezTo>
                  <a:lnTo>
                    <a:pt x="76736" y="109"/>
                  </a:lnTo>
                  <a:cubicBezTo>
                    <a:pt x="75558" y="31"/>
                    <a:pt x="74370" y="1"/>
                    <a:pt x="73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3"/>
            <p:cNvSpPr/>
            <p:nvPr/>
          </p:nvSpPr>
          <p:spPr>
            <a:xfrm rot="-5400000">
              <a:off x="-2088791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3"/>
            <p:cNvSpPr/>
            <p:nvPr/>
          </p:nvSpPr>
          <p:spPr>
            <a:xfrm rot="-5400000">
              <a:off x="-398112" y="511659"/>
              <a:ext cx="1112818" cy="21075"/>
            </a:xfrm>
            <a:custGeom>
              <a:avLst/>
              <a:gdLst/>
              <a:ahLst/>
              <a:cxnLst/>
              <a:rect l="l" t="t" r="r" b="b"/>
              <a:pathLst>
                <a:path w="17873" h="712" extrusionOk="0">
                  <a:moveTo>
                    <a:pt x="8601" y="1"/>
                  </a:moveTo>
                  <a:cubicBezTo>
                    <a:pt x="5732" y="1"/>
                    <a:pt x="2860" y="98"/>
                    <a:pt x="1" y="314"/>
                  </a:cubicBezTo>
                  <a:cubicBezTo>
                    <a:pt x="3216" y="481"/>
                    <a:pt x="6430" y="672"/>
                    <a:pt x="9657" y="707"/>
                  </a:cubicBezTo>
                  <a:cubicBezTo>
                    <a:pt x="9967" y="710"/>
                    <a:pt x="10277" y="712"/>
                    <a:pt x="10588" y="712"/>
                  </a:cubicBezTo>
                  <a:cubicBezTo>
                    <a:pt x="13011" y="712"/>
                    <a:pt x="15456" y="622"/>
                    <a:pt x="17872" y="326"/>
                  </a:cubicBezTo>
                  <a:cubicBezTo>
                    <a:pt x="17277" y="279"/>
                    <a:pt x="16670" y="243"/>
                    <a:pt x="16074" y="207"/>
                  </a:cubicBezTo>
                  <a:cubicBezTo>
                    <a:pt x="13593" y="74"/>
                    <a:pt x="11098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3"/>
            <p:cNvSpPr/>
            <p:nvPr/>
          </p:nvSpPr>
          <p:spPr>
            <a:xfrm rot="-5400000">
              <a:off x="-2517866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3" name="Google Shape;663;p13"/>
          <p:cNvGrpSpPr/>
          <p:nvPr/>
        </p:nvGrpSpPr>
        <p:grpSpPr>
          <a:xfrm flipH="1">
            <a:off x="8631481" y="108"/>
            <a:ext cx="498605" cy="5198109"/>
            <a:chOff x="26406" y="-52705"/>
            <a:chExt cx="498605" cy="5198109"/>
          </a:xfrm>
        </p:grpSpPr>
        <p:sp>
          <p:nvSpPr>
            <p:cNvPr id="664" name="Google Shape;664;p13"/>
            <p:cNvSpPr/>
            <p:nvPr/>
          </p:nvSpPr>
          <p:spPr>
            <a:xfrm rot="-5400000">
              <a:off x="-2385939" y="2507515"/>
              <a:ext cx="5198109" cy="77670"/>
            </a:xfrm>
            <a:custGeom>
              <a:avLst/>
              <a:gdLst/>
              <a:ahLst/>
              <a:cxnLst/>
              <a:rect l="l" t="t" r="r" b="b"/>
              <a:pathLst>
                <a:path w="83487" h="2624" extrusionOk="0">
                  <a:moveTo>
                    <a:pt x="57972" y="1"/>
                  </a:moveTo>
                  <a:cubicBezTo>
                    <a:pt x="52757" y="1"/>
                    <a:pt x="46991" y="326"/>
                    <a:pt x="42256" y="835"/>
                  </a:cubicBezTo>
                  <a:cubicBezTo>
                    <a:pt x="41281" y="911"/>
                    <a:pt x="40296" y="940"/>
                    <a:pt x="39312" y="940"/>
                  </a:cubicBezTo>
                  <a:cubicBezTo>
                    <a:pt x="38433" y="940"/>
                    <a:pt x="37554" y="917"/>
                    <a:pt x="36683" y="883"/>
                  </a:cubicBezTo>
                  <a:cubicBezTo>
                    <a:pt x="33933" y="776"/>
                    <a:pt x="31195" y="526"/>
                    <a:pt x="28444" y="359"/>
                  </a:cubicBezTo>
                  <a:cubicBezTo>
                    <a:pt x="25503" y="169"/>
                    <a:pt x="22539" y="109"/>
                    <a:pt x="19586" y="38"/>
                  </a:cubicBezTo>
                  <a:cubicBezTo>
                    <a:pt x="18650" y="13"/>
                    <a:pt x="17684" y="2"/>
                    <a:pt x="16698" y="2"/>
                  </a:cubicBezTo>
                  <a:cubicBezTo>
                    <a:pt x="11424" y="2"/>
                    <a:pt x="5585" y="336"/>
                    <a:pt x="810" y="847"/>
                  </a:cubicBezTo>
                  <a:cubicBezTo>
                    <a:pt x="834" y="1550"/>
                    <a:pt x="0" y="1240"/>
                    <a:pt x="0" y="1943"/>
                  </a:cubicBezTo>
                  <a:cubicBezTo>
                    <a:pt x="12" y="2026"/>
                    <a:pt x="1262" y="2359"/>
                    <a:pt x="1274" y="2443"/>
                  </a:cubicBezTo>
                  <a:cubicBezTo>
                    <a:pt x="1742" y="2491"/>
                    <a:pt x="2194" y="2510"/>
                    <a:pt x="2631" y="2510"/>
                  </a:cubicBezTo>
                  <a:cubicBezTo>
                    <a:pt x="4100" y="2510"/>
                    <a:pt x="5412" y="2299"/>
                    <a:pt x="6661" y="2299"/>
                  </a:cubicBezTo>
                  <a:cubicBezTo>
                    <a:pt x="6687" y="2299"/>
                    <a:pt x="6713" y="2300"/>
                    <a:pt x="6739" y="2300"/>
                  </a:cubicBezTo>
                  <a:cubicBezTo>
                    <a:pt x="8323" y="2300"/>
                    <a:pt x="9894" y="2300"/>
                    <a:pt x="11478" y="2288"/>
                  </a:cubicBezTo>
                  <a:cubicBezTo>
                    <a:pt x="12270" y="2288"/>
                    <a:pt x="13064" y="2294"/>
                    <a:pt x="13858" y="2294"/>
                  </a:cubicBezTo>
                  <a:cubicBezTo>
                    <a:pt x="14651" y="2294"/>
                    <a:pt x="15443" y="2288"/>
                    <a:pt x="16229" y="2264"/>
                  </a:cubicBezTo>
                  <a:cubicBezTo>
                    <a:pt x="17489" y="2227"/>
                    <a:pt x="18752" y="2210"/>
                    <a:pt x="20015" y="2210"/>
                  </a:cubicBezTo>
                  <a:cubicBezTo>
                    <a:pt x="22042" y="2210"/>
                    <a:pt x="24069" y="2255"/>
                    <a:pt x="26087" y="2335"/>
                  </a:cubicBezTo>
                  <a:cubicBezTo>
                    <a:pt x="27730" y="2395"/>
                    <a:pt x="29361" y="2490"/>
                    <a:pt x="30992" y="2586"/>
                  </a:cubicBezTo>
                  <a:cubicBezTo>
                    <a:pt x="31484" y="2613"/>
                    <a:pt x="31980" y="2624"/>
                    <a:pt x="32478" y="2624"/>
                  </a:cubicBezTo>
                  <a:cubicBezTo>
                    <a:pt x="33473" y="2624"/>
                    <a:pt x="34473" y="2582"/>
                    <a:pt x="35457" y="2550"/>
                  </a:cubicBezTo>
                  <a:cubicBezTo>
                    <a:pt x="37222" y="2488"/>
                    <a:pt x="38988" y="2407"/>
                    <a:pt x="40753" y="2407"/>
                  </a:cubicBezTo>
                  <a:cubicBezTo>
                    <a:pt x="41381" y="2407"/>
                    <a:pt x="42009" y="2418"/>
                    <a:pt x="42637" y="2443"/>
                  </a:cubicBezTo>
                  <a:cubicBezTo>
                    <a:pt x="43099" y="2491"/>
                    <a:pt x="43546" y="2510"/>
                    <a:pt x="43979" y="2510"/>
                  </a:cubicBezTo>
                  <a:cubicBezTo>
                    <a:pt x="45433" y="2510"/>
                    <a:pt x="46736" y="2299"/>
                    <a:pt x="47976" y="2299"/>
                  </a:cubicBezTo>
                  <a:cubicBezTo>
                    <a:pt x="48002" y="2299"/>
                    <a:pt x="48028" y="2300"/>
                    <a:pt x="48054" y="2300"/>
                  </a:cubicBezTo>
                  <a:cubicBezTo>
                    <a:pt x="49637" y="2300"/>
                    <a:pt x="51221" y="2300"/>
                    <a:pt x="52805" y="2288"/>
                  </a:cubicBezTo>
                  <a:cubicBezTo>
                    <a:pt x="53703" y="2288"/>
                    <a:pt x="54608" y="2296"/>
                    <a:pt x="55513" y="2296"/>
                  </a:cubicBezTo>
                  <a:cubicBezTo>
                    <a:pt x="56192" y="2296"/>
                    <a:pt x="56870" y="2291"/>
                    <a:pt x="57543" y="2276"/>
                  </a:cubicBezTo>
                  <a:cubicBezTo>
                    <a:pt x="58830" y="2239"/>
                    <a:pt x="60118" y="2221"/>
                    <a:pt x="61407" y="2221"/>
                  </a:cubicBezTo>
                  <a:cubicBezTo>
                    <a:pt x="63410" y="2221"/>
                    <a:pt x="65414" y="2263"/>
                    <a:pt x="67413" y="2335"/>
                  </a:cubicBezTo>
                  <a:cubicBezTo>
                    <a:pt x="69045" y="2395"/>
                    <a:pt x="70676" y="2490"/>
                    <a:pt x="72307" y="2586"/>
                  </a:cubicBezTo>
                  <a:cubicBezTo>
                    <a:pt x="72799" y="2613"/>
                    <a:pt x="73295" y="2624"/>
                    <a:pt x="73793" y="2624"/>
                  </a:cubicBezTo>
                  <a:cubicBezTo>
                    <a:pt x="74787" y="2624"/>
                    <a:pt x="75788" y="2582"/>
                    <a:pt x="76772" y="2550"/>
                  </a:cubicBezTo>
                  <a:cubicBezTo>
                    <a:pt x="78554" y="2493"/>
                    <a:pt x="80336" y="2413"/>
                    <a:pt x="82118" y="2413"/>
                  </a:cubicBezTo>
                  <a:cubicBezTo>
                    <a:pt x="82575" y="2413"/>
                    <a:pt x="83031" y="2419"/>
                    <a:pt x="83487" y="2431"/>
                  </a:cubicBezTo>
                  <a:lnTo>
                    <a:pt x="83487" y="835"/>
                  </a:lnTo>
                  <a:cubicBezTo>
                    <a:pt x="82525" y="911"/>
                    <a:pt x="81556" y="940"/>
                    <a:pt x="80589" y="940"/>
                  </a:cubicBezTo>
                  <a:cubicBezTo>
                    <a:pt x="79726" y="940"/>
                    <a:pt x="78864" y="917"/>
                    <a:pt x="78010" y="883"/>
                  </a:cubicBezTo>
                  <a:lnTo>
                    <a:pt x="77998" y="883"/>
                  </a:lnTo>
                  <a:cubicBezTo>
                    <a:pt x="75248" y="776"/>
                    <a:pt x="72509" y="526"/>
                    <a:pt x="69759" y="359"/>
                  </a:cubicBezTo>
                  <a:cubicBezTo>
                    <a:pt x="66818" y="169"/>
                    <a:pt x="63854" y="109"/>
                    <a:pt x="60901" y="38"/>
                  </a:cubicBezTo>
                  <a:cubicBezTo>
                    <a:pt x="59952" y="13"/>
                    <a:pt x="58972" y="1"/>
                    <a:pt x="579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3"/>
            <p:cNvSpPr/>
            <p:nvPr/>
          </p:nvSpPr>
          <p:spPr>
            <a:xfrm rot="-5400000">
              <a:off x="-2277146" y="2491763"/>
              <a:ext cx="5192194" cy="104754"/>
            </a:xfrm>
            <a:custGeom>
              <a:avLst/>
              <a:gdLst/>
              <a:ahLst/>
              <a:cxnLst/>
              <a:rect l="l" t="t" r="r" b="b"/>
              <a:pathLst>
                <a:path w="83392" h="3539" extrusionOk="0">
                  <a:moveTo>
                    <a:pt x="20540" y="0"/>
                  </a:moveTo>
                  <a:cubicBezTo>
                    <a:pt x="20258" y="0"/>
                    <a:pt x="19975" y="1"/>
                    <a:pt x="19694" y="3"/>
                  </a:cubicBezTo>
                  <a:cubicBezTo>
                    <a:pt x="18086" y="3"/>
                    <a:pt x="16467" y="51"/>
                    <a:pt x="14860" y="63"/>
                  </a:cubicBezTo>
                  <a:cubicBezTo>
                    <a:pt x="11245" y="73"/>
                    <a:pt x="6844" y="240"/>
                    <a:pt x="2975" y="240"/>
                  </a:cubicBezTo>
                  <a:cubicBezTo>
                    <a:pt x="2205" y="240"/>
                    <a:pt x="1456" y="233"/>
                    <a:pt x="739" y="218"/>
                  </a:cubicBezTo>
                  <a:lnTo>
                    <a:pt x="739" y="218"/>
                  </a:lnTo>
                  <a:cubicBezTo>
                    <a:pt x="846" y="1122"/>
                    <a:pt x="1" y="1599"/>
                    <a:pt x="36" y="2515"/>
                  </a:cubicBezTo>
                  <a:cubicBezTo>
                    <a:pt x="36" y="2623"/>
                    <a:pt x="1179" y="3397"/>
                    <a:pt x="1179" y="3504"/>
                  </a:cubicBezTo>
                  <a:cubicBezTo>
                    <a:pt x="1506" y="3528"/>
                    <a:pt x="1846" y="3539"/>
                    <a:pt x="2196" y="3539"/>
                  </a:cubicBezTo>
                  <a:cubicBezTo>
                    <a:pt x="4814" y="3539"/>
                    <a:pt x="7990" y="2940"/>
                    <a:pt x="10532" y="2940"/>
                  </a:cubicBezTo>
                  <a:cubicBezTo>
                    <a:pt x="10655" y="2940"/>
                    <a:pt x="10775" y="2941"/>
                    <a:pt x="10895" y="2944"/>
                  </a:cubicBezTo>
                  <a:cubicBezTo>
                    <a:pt x="13895" y="3027"/>
                    <a:pt x="16896" y="3170"/>
                    <a:pt x="19896" y="3218"/>
                  </a:cubicBezTo>
                  <a:cubicBezTo>
                    <a:pt x="20646" y="3230"/>
                    <a:pt x="21396" y="3239"/>
                    <a:pt x="22146" y="3239"/>
                  </a:cubicBezTo>
                  <a:cubicBezTo>
                    <a:pt x="22896" y="3239"/>
                    <a:pt x="23646" y="3230"/>
                    <a:pt x="24397" y="3206"/>
                  </a:cubicBezTo>
                  <a:cubicBezTo>
                    <a:pt x="25837" y="3170"/>
                    <a:pt x="27278" y="3087"/>
                    <a:pt x="28719" y="3039"/>
                  </a:cubicBezTo>
                  <a:cubicBezTo>
                    <a:pt x="30089" y="2994"/>
                    <a:pt x="31464" y="2960"/>
                    <a:pt x="32838" y="2960"/>
                  </a:cubicBezTo>
                  <a:cubicBezTo>
                    <a:pt x="34376" y="2960"/>
                    <a:pt x="35912" y="3003"/>
                    <a:pt x="37434" y="3123"/>
                  </a:cubicBezTo>
                  <a:cubicBezTo>
                    <a:pt x="39101" y="3254"/>
                    <a:pt x="40803" y="3456"/>
                    <a:pt x="42494" y="3492"/>
                  </a:cubicBezTo>
                  <a:cubicBezTo>
                    <a:pt x="42494" y="3492"/>
                    <a:pt x="42494" y="3504"/>
                    <a:pt x="42494" y="3504"/>
                  </a:cubicBezTo>
                  <a:cubicBezTo>
                    <a:pt x="42821" y="3528"/>
                    <a:pt x="43161" y="3539"/>
                    <a:pt x="43511" y="3539"/>
                  </a:cubicBezTo>
                  <a:cubicBezTo>
                    <a:pt x="46129" y="3539"/>
                    <a:pt x="49305" y="2940"/>
                    <a:pt x="51847" y="2940"/>
                  </a:cubicBezTo>
                  <a:cubicBezTo>
                    <a:pt x="51969" y="2940"/>
                    <a:pt x="52090" y="2941"/>
                    <a:pt x="52210" y="2944"/>
                  </a:cubicBezTo>
                  <a:cubicBezTo>
                    <a:pt x="55210" y="3027"/>
                    <a:pt x="58210" y="3170"/>
                    <a:pt x="61211" y="3218"/>
                  </a:cubicBezTo>
                  <a:cubicBezTo>
                    <a:pt x="61961" y="3230"/>
                    <a:pt x="62711" y="3239"/>
                    <a:pt x="63461" y="3239"/>
                  </a:cubicBezTo>
                  <a:cubicBezTo>
                    <a:pt x="64211" y="3239"/>
                    <a:pt x="64961" y="3230"/>
                    <a:pt x="65711" y="3206"/>
                  </a:cubicBezTo>
                  <a:cubicBezTo>
                    <a:pt x="67152" y="3170"/>
                    <a:pt x="68593" y="3087"/>
                    <a:pt x="70033" y="3039"/>
                  </a:cubicBezTo>
                  <a:cubicBezTo>
                    <a:pt x="71403" y="2994"/>
                    <a:pt x="72779" y="2960"/>
                    <a:pt x="74152" y="2960"/>
                  </a:cubicBezTo>
                  <a:cubicBezTo>
                    <a:pt x="75691" y="2960"/>
                    <a:pt x="77226" y="3003"/>
                    <a:pt x="78749" y="3123"/>
                  </a:cubicBezTo>
                  <a:cubicBezTo>
                    <a:pt x="80284" y="3254"/>
                    <a:pt x="81844" y="3432"/>
                    <a:pt x="83392" y="3492"/>
                  </a:cubicBezTo>
                  <a:lnTo>
                    <a:pt x="83392" y="218"/>
                  </a:lnTo>
                  <a:cubicBezTo>
                    <a:pt x="82902" y="202"/>
                    <a:pt x="82412" y="196"/>
                    <a:pt x="81921" y="196"/>
                  </a:cubicBezTo>
                  <a:cubicBezTo>
                    <a:pt x="79738" y="196"/>
                    <a:pt x="77545" y="324"/>
                    <a:pt x="75367" y="372"/>
                  </a:cubicBezTo>
                  <a:cubicBezTo>
                    <a:pt x="75023" y="380"/>
                    <a:pt x="74679" y="384"/>
                    <a:pt x="74335" y="384"/>
                  </a:cubicBezTo>
                  <a:cubicBezTo>
                    <a:pt x="71531" y="384"/>
                    <a:pt x="68750" y="148"/>
                    <a:pt x="65949" y="63"/>
                  </a:cubicBezTo>
                  <a:cubicBezTo>
                    <a:pt x="64588" y="23"/>
                    <a:pt x="63219" y="0"/>
                    <a:pt x="61855" y="0"/>
                  </a:cubicBezTo>
                  <a:cubicBezTo>
                    <a:pt x="61572" y="0"/>
                    <a:pt x="61290" y="1"/>
                    <a:pt x="61008" y="3"/>
                  </a:cubicBezTo>
                  <a:cubicBezTo>
                    <a:pt x="59401" y="3"/>
                    <a:pt x="57782" y="63"/>
                    <a:pt x="56174" y="63"/>
                  </a:cubicBezTo>
                  <a:cubicBezTo>
                    <a:pt x="52560" y="73"/>
                    <a:pt x="48167" y="240"/>
                    <a:pt x="44294" y="240"/>
                  </a:cubicBezTo>
                  <a:cubicBezTo>
                    <a:pt x="43523" y="240"/>
                    <a:pt x="42773" y="233"/>
                    <a:pt x="42054" y="218"/>
                  </a:cubicBezTo>
                  <a:cubicBezTo>
                    <a:pt x="41564" y="202"/>
                    <a:pt x="41074" y="196"/>
                    <a:pt x="40583" y="196"/>
                  </a:cubicBezTo>
                  <a:cubicBezTo>
                    <a:pt x="38404" y="196"/>
                    <a:pt x="36220" y="324"/>
                    <a:pt x="34053" y="372"/>
                  </a:cubicBezTo>
                  <a:cubicBezTo>
                    <a:pt x="33708" y="380"/>
                    <a:pt x="33364" y="384"/>
                    <a:pt x="33021" y="384"/>
                  </a:cubicBezTo>
                  <a:cubicBezTo>
                    <a:pt x="30216" y="384"/>
                    <a:pt x="27435" y="148"/>
                    <a:pt x="24635" y="63"/>
                  </a:cubicBezTo>
                  <a:cubicBezTo>
                    <a:pt x="23274" y="23"/>
                    <a:pt x="21904" y="0"/>
                    <a:pt x="205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3"/>
            <p:cNvSpPr/>
            <p:nvPr/>
          </p:nvSpPr>
          <p:spPr>
            <a:xfrm rot="-5400000">
              <a:off x="-398081" y="3084003"/>
              <a:ext cx="1112755" cy="21075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601" y="1"/>
                  </a:moveTo>
                  <a:cubicBezTo>
                    <a:pt x="5731" y="1"/>
                    <a:pt x="2859" y="98"/>
                    <a:pt x="0" y="314"/>
                  </a:cubicBezTo>
                  <a:cubicBezTo>
                    <a:pt x="3215" y="481"/>
                    <a:pt x="6430" y="672"/>
                    <a:pt x="9656" y="707"/>
                  </a:cubicBezTo>
                  <a:cubicBezTo>
                    <a:pt x="9966" y="710"/>
                    <a:pt x="10277" y="712"/>
                    <a:pt x="10587" y="712"/>
                  </a:cubicBezTo>
                  <a:cubicBezTo>
                    <a:pt x="13010" y="712"/>
                    <a:pt x="15455" y="622"/>
                    <a:pt x="17872" y="326"/>
                  </a:cubicBezTo>
                  <a:cubicBezTo>
                    <a:pt x="17276" y="279"/>
                    <a:pt x="16669" y="243"/>
                    <a:pt x="16074" y="207"/>
                  </a:cubicBezTo>
                  <a:cubicBezTo>
                    <a:pt x="13592" y="74"/>
                    <a:pt x="11097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3"/>
            <p:cNvSpPr/>
            <p:nvPr/>
          </p:nvSpPr>
          <p:spPr>
            <a:xfrm rot="-5400000">
              <a:off x="-2151584" y="2479324"/>
              <a:ext cx="5128438" cy="64380"/>
            </a:xfrm>
            <a:custGeom>
              <a:avLst/>
              <a:gdLst/>
              <a:ahLst/>
              <a:cxnLst/>
              <a:rect l="l" t="t" r="r" b="b"/>
              <a:pathLst>
                <a:path w="82368" h="2175" extrusionOk="0">
                  <a:moveTo>
                    <a:pt x="73179" y="1"/>
                  </a:moveTo>
                  <a:cubicBezTo>
                    <a:pt x="71470" y="1"/>
                    <a:pt x="69755" y="63"/>
                    <a:pt x="68057" y="133"/>
                  </a:cubicBezTo>
                  <a:cubicBezTo>
                    <a:pt x="66592" y="192"/>
                    <a:pt x="65140" y="264"/>
                    <a:pt x="63675" y="288"/>
                  </a:cubicBezTo>
                  <a:cubicBezTo>
                    <a:pt x="63256" y="294"/>
                    <a:pt x="62837" y="297"/>
                    <a:pt x="62418" y="297"/>
                  </a:cubicBezTo>
                  <a:cubicBezTo>
                    <a:pt x="61337" y="297"/>
                    <a:pt x="60256" y="278"/>
                    <a:pt x="59175" y="252"/>
                  </a:cubicBezTo>
                  <a:cubicBezTo>
                    <a:pt x="58456" y="235"/>
                    <a:pt x="57721" y="227"/>
                    <a:pt x="56973" y="227"/>
                  </a:cubicBezTo>
                  <a:cubicBezTo>
                    <a:pt x="52059" y="227"/>
                    <a:pt x="46601" y="553"/>
                    <a:pt x="41744" y="573"/>
                  </a:cubicBezTo>
                  <a:lnTo>
                    <a:pt x="41744" y="562"/>
                  </a:lnTo>
                  <a:cubicBezTo>
                    <a:pt x="39636" y="538"/>
                    <a:pt x="37517" y="252"/>
                    <a:pt x="35433" y="109"/>
                  </a:cubicBezTo>
                  <a:cubicBezTo>
                    <a:pt x="34281" y="33"/>
                    <a:pt x="33121" y="4"/>
                    <a:pt x="31959" y="4"/>
                  </a:cubicBezTo>
                  <a:cubicBezTo>
                    <a:pt x="30217" y="4"/>
                    <a:pt x="28471" y="69"/>
                    <a:pt x="26742" y="133"/>
                  </a:cubicBezTo>
                  <a:cubicBezTo>
                    <a:pt x="25289" y="192"/>
                    <a:pt x="23825" y="264"/>
                    <a:pt x="22372" y="288"/>
                  </a:cubicBezTo>
                  <a:cubicBezTo>
                    <a:pt x="21953" y="294"/>
                    <a:pt x="21534" y="297"/>
                    <a:pt x="21114" y="297"/>
                  </a:cubicBezTo>
                  <a:cubicBezTo>
                    <a:pt x="20030" y="297"/>
                    <a:pt x="18944" y="278"/>
                    <a:pt x="17872" y="252"/>
                  </a:cubicBezTo>
                  <a:cubicBezTo>
                    <a:pt x="17164" y="235"/>
                    <a:pt x="16441" y="228"/>
                    <a:pt x="15706" y="228"/>
                  </a:cubicBezTo>
                  <a:cubicBezTo>
                    <a:pt x="10625" y="228"/>
                    <a:pt x="4972" y="573"/>
                    <a:pt x="0" y="573"/>
                  </a:cubicBezTo>
                  <a:cubicBezTo>
                    <a:pt x="12" y="1038"/>
                    <a:pt x="215" y="1693"/>
                    <a:pt x="215" y="2157"/>
                  </a:cubicBezTo>
                  <a:cubicBezTo>
                    <a:pt x="673" y="2169"/>
                    <a:pt x="1133" y="2174"/>
                    <a:pt x="1595" y="2174"/>
                  </a:cubicBezTo>
                  <a:cubicBezTo>
                    <a:pt x="7038" y="2174"/>
                    <a:pt x="12664" y="1427"/>
                    <a:pt x="17945" y="1427"/>
                  </a:cubicBezTo>
                  <a:cubicBezTo>
                    <a:pt x="18621" y="1427"/>
                    <a:pt x="19292" y="1439"/>
                    <a:pt x="19955" y="1466"/>
                  </a:cubicBezTo>
                  <a:cubicBezTo>
                    <a:pt x="24277" y="1645"/>
                    <a:pt x="28564" y="2050"/>
                    <a:pt x="32897" y="2086"/>
                  </a:cubicBezTo>
                  <a:cubicBezTo>
                    <a:pt x="35779" y="2109"/>
                    <a:pt x="38660" y="2086"/>
                    <a:pt x="41529" y="2157"/>
                  </a:cubicBezTo>
                  <a:cubicBezTo>
                    <a:pt x="41988" y="2169"/>
                    <a:pt x="42448" y="2174"/>
                    <a:pt x="42909" y="2174"/>
                  </a:cubicBezTo>
                  <a:cubicBezTo>
                    <a:pt x="48353" y="2174"/>
                    <a:pt x="53979" y="1427"/>
                    <a:pt x="59259" y="1427"/>
                  </a:cubicBezTo>
                  <a:cubicBezTo>
                    <a:pt x="59936" y="1427"/>
                    <a:pt x="60606" y="1439"/>
                    <a:pt x="61270" y="1466"/>
                  </a:cubicBezTo>
                  <a:cubicBezTo>
                    <a:pt x="65592" y="1645"/>
                    <a:pt x="69878" y="2050"/>
                    <a:pt x="74212" y="2086"/>
                  </a:cubicBezTo>
                  <a:cubicBezTo>
                    <a:pt x="76927" y="2109"/>
                    <a:pt x="79653" y="2086"/>
                    <a:pt x="82368" y="2145"/>
                  </a:cubicBezTo>
                  <a:lnTo>
                    <a:pt x="82368" y="550"/>
                  </a:lnTo>
                  <a:cubicBezTo>
                    <a:pt x="80487" y="478"/>
                    <a:pt x="78606" y="240"/>
                    <a:pt x="76748" y="109"/>
                  </a:cubicBezTo>
                  <a:lnTo>
                    <a:pt x="76736" y="109"/>
                  </a:lnTo>
                  <a:cubicBezTo>
                    <a:pt x="75558" y="31"/>
                    <a:pt x="74370" y="1"/>
                    <a:pt x="73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3"/>
            <p:cNvSpPr/>
            <p:nvPr/>
          </p:nvSpPr>
          <p:spPr>
            <a:xfrm rot="-5400000">
              <a:off x="-2088791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3"/>
            <p:cNvSpPr/>
            <p:nvPr/>
          </p:nvSpPr>
          <p:spPr>
            <a:xfrm rot="-5400000">
              <a:off x="-398112" y="511659"/>
              <a:ext cx="1112818" cy="21075"/>
            </a:xfrm>
            <a:custGeom>
              <a:avLst/>
              <a:gdLst/>
              <a:ahLst/>
              <a:cxnLst/>
              <a:rect l="l" t="t" r="r" b="b"/>
              <a:pathLst>
                <a:path w="17873" h="712" extrusionOk="0">
                  <a:moveTo>
                    <a:pt x="8601" y="1"/>
                  </a:moveTo>
                  <a:cubicBezTo>
                    <a:pt x="5732" y="1"/>
                    <a:pt x="2860" y="98"/>
                    <a:pt x="1" y="314"/>
                  </a:cubicBezTo>
                  <a:cubicBezTo>
                    <a:pt x="3216" y="481"/>
                    <a:pt x="6430" y="672"/>
                    <a:pt x="9657" y="707"/>
                  </a:cubicBezTo>
                  <a:cubicBezTo>
                    <a:pt x="9967" y="710"/>
                    <a:pt x="10277" y="712"/>
                    <a:pt x="10588" y="712"/>
                  </a:cubicBezTo>
                  <a:cubicBezTo>
                    <a:pt x="13011" y="712"/>
                    <a:pt x="15456" y="622"/>
                    <a:pt x="17872" y="326"/>
                  </a:cubicBezTo>
                  <a:cubicBezTo>
                    <a:pt x="17277" y="279"/>
                    <a:pt x="16670" y="243"/>
                    <a:pt x="16074" y="207"/>
                  </a:cubicBezTo>
                  <a:cubicBezTo>
                    <a:pt x="13593" y="74"/>
                    <a:pt x="11098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3"/>
            <p:cNvSpPr/>
            <p:nvPr/>
          </p:nvSpPr>
          <p:spPr>
            <a:xfrm rot="-5400000">
              <a:off x="-2517866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4"/>
          <p:cNvSpPr txBox="1">
            <a:spLocks noGrp="1"/>
          </p:cNvSpPr>
          <p:nvPr>
            <p:ph type="title"/>
          </p:nvPr>
        </p:nvSpPr>
        <p:spPr>
          <a:xfrm>
            <a:off x="2345225" y="3198563"/>
            <a:ext cx="44535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accent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73" name="Google Shape;673;p14"/>
          <p:cNvSpPr txBox="1">
            <a:spLocks noGrp="1"/>
          </p:cNvSpPr>
          <p:nvPr>
            <p:ph type="subTitle" idx="1"/>
          </p:nvPr>
        </p:nvSpPr>
        <p:spPr>
          <a:xfrm>
            <a:off x="2345275" y="1413038"/>
            <a:ext cx="4453500" cy="16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grpSp>
        <p:nvGrpSpPr>
          <p:cNvPr id="674" name="Google Shape;674;p14"/>
          <p:cNvGrpSpPr/>
          <p:nvPr/>
        </p:nvGrpSpPr>
        <p:grpSpPr>
          <a:xfrm>
            <a:off x="-29185" y="13"/>
            <a:ext cx="1304788" cy="5109750"/>
            <a:chOff x="-6650" y="13"/>
            <a:chExt cx="1304788" cy="5109750"/>
          </a:xfrm>
        </p:grpSpPr>
        <p:sp>
          <p:nvSpPr>
            <p:cNvPr id="675" name="Google Shape;675;p14"/>
            <p:cNvSpPr/>
            <p:nvPr/>
          </p:nvSpPr>
          <p:spPr>
            <a:xfrm flipH="1">
              <a:off x="-6125" y="5068863"/>
              <a:ext cx="1258225" cy="40900"/>
            </a:xfrm>
            <a:custGeom>
              <a:avLst/>
              <a:gdLst/>
              <a:ahLst/>
              <a:cxnLst/>
              <a:rect l="l" t="t" r="r" b="b"/>
              <a:pathLst>
                <a:path w="50329" h="1636" extrusionOk="0">
                  <a:moveTo>
                    <a:pt x="38389" y="0"/>
                  </a:moveTo>
                  <a:cubicBezTo>
                    <a:pt x="36334" y="0"/>
                    <a:pt x="34272" y="76"/>
                    <a:pt x="32231" y="160"/>
                  </a:cubicBezTo>
                  <a:cubicBezTo>
                    <a:pt x="30481" y="219"/>
                    <a:pt x="28718" y="314"/>
                    <a:pt x="26956" y="338"/>
                  </a:cubicBezTo>
                  <a:cubicBezTo>
                    <a:pt x="26353" y="346"/>
                    <a:pt x="25751" y="350"/>
                    <a:pt x="25150" y="350"/>
                  </a:cubicBezTo>
                  <a:cubicBezTo>
                    <a:pt x="23947" y="350"/>
                    <a:pt x="22745" y="334"/>
                    <a:pt x="21539" y="302"/>
                  </a:cubicBezTo>
                  <a:cubicBezTo>
                    <a:pt x="20649" y="280"/>
                    <a:pt x="19738" y="271"/>
                    <a:pt x="18811" y="271"/>
                  </a:cubicBezTo>
                  <a:cubicBezTo>
                    <a:pt x="12721" y="271"/>
                    <a:pt x="5953" y="683"/>
                    <a:pt x="1" y="683"/>
                  </a:cubicBezTo>
                  <a:cubicBezTo>
                    <a:pt x="12" y="969"/>
                    <a:pt x="72" y="1291"/>
                    <a:pt x="132" y="1624"/>
                  </a:cubicBezTo>
                  <a:lnTo>
                    <a:pt x="132" y="1636"/>
                  </a:lnTo>
                  <a:lnTo>
                    <a:pt x="50328" y="1636"/>
                  </a:lnTo>
                  <a:cubicBezTo>
                    <a:pt x="50328" y="1314"/>
                    <a:pt x="50328" y="993"/>
                    <a:pt x="50328" y="683"/>
                  </a:cubicBezTo>
                  <a:cubicBezTo>
                    <a:pt x="47780" y="648"/>
                    <a:pt x="45221" y="302"/>
                    <a:pt x="42708" y="136"/>
                  </a:cubicBezTo>
                  <a:cubicBezTo>
                    <a:pt x="41278" y="37"/>
                    <a:pt x="39835" y="0"/>
                    <a:pt x="383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4"/>
            <p:cNvSpPr/>
            <p:nvPr/>
          </p:nvSpPr>
          <p:spPr>
            <a:xfrm flipH="1">
              <a:off x="6888" y="13"/>
              <a:ext cx="1263575" cy="39225"/>
            </a:xfrm>
            <a:custGeom>
              <a:avLst/>
              <a:gdLst/>
              <a:ahLst/>
              <a:cxnLst/>
              <a:rect l="l" t="t" r="r" b="b"/>
              <a:pathLst>
                <a:path w="50543" h="1569" extrusionOk="0">
                  <a:moveTo>
                    <a:pt x="25459" y="1"/>
                  </a:moveTo>
                  <a:cubicBezTo>
                    <a:pt x="24507" y="1"/>
                    <a:pt x="23557" y="15"/>
                    <a:pt x="22611" y="48"/>
                  </a:cubicBezTo>
                  <a:cubicBezTo>
                    <a:pt x="19177" y="174"/>
                    <a:pt x="15804" y="388"/>
                    <a:pt x="12400" y="388"/>
                  </a:cubicBezTo>
                  <a:cubicBezTo>
                    <a:pt x="11296" y="388"/>
                    <a:pt x="10188" y="366"/>
                    <a:pt x="9073" y="310"/>
                  </a:cubicBezTo>
                  <a:cubicBezTo>
                    <a:pt x="7133" y="215"/>
                    <a:pt x="5180" y="108"/>
                    <a:pt x="3215" y="108"/>
                  </a:cubicBezTo>
                  <a:cubicBezTo>
                    <a:pt x="2822" y="108"/>
                    <a:pt x="941" y="513"/>
                    <a:pt x="132" y="548"/>
                  </a:cubicBezTo>
                  <a:cubicBezTo>
                    <a:pt x="167" y="893"/>
                    <a:pt x="1" y="1084"/>
                    <a:pt x="25" y="1441"/>
                  </a:cubicBezTo>
                  <a:cubicBezTo>
                    <a:pt x="213" y="1443"/>
                    <a:pt x="406" y="1444"/>
                    <a:pt x="602" y="1444"/>
                  </a:cubicBezTo>
                  <a:cubicBezTo>
                    <a:pt x="3880" y="1444"/>
                    <a:pt x="8108" y="1178"/>
                    <a:pt x="11276" y="1155"/>
                  </a:cubicBezTo>
                  <a:cubicBezTo>
                    <a:pt x="12997" y="1144"/>
                    <a:pt x="14721" y="1136"/>
                    <a:pt x="16446" y="1136"/>
                  </a:cubicBezTo>
                  <a:cubicBezTo>
                    <a:pt x="18444" y="1136"/>
                    <a:pt x="20444" y="1147"/>
                    <a:pt x="22444" y="1179"/>
                  </a:cubicBezTo>
                  <a:cubicBezTo>
                    <a:pt x="26111" y="1239"/>
                    <a:pt x="29790" y="1370"/>
                    <a:pt x="33457" y="1441"/>
                  </a:cubicBezTo>
                  <a:cubicBezTo>
                    <a:pt x="36507" y="1512"/>
                    <a:pt x="39584" y="1569"/>
                    <a:pt x="42657" y="1569"/>
                  </a:cubicBezTo>
                  <a:cubicBezTo>
                    <a:pt x="45283" y="1569"/>
                    <a:pt x="47906" y="1527"/>
                    <a:pt x="50507" y="1417"/>
                  </a:cubicBezTo>
                  <a:cubicBezTo>
                    <a:pt x="50519" y="1072"/>
                    <a:pt x="50543" y="798"/>
                    <a:pt x="50507" y="501"/>
                  </a:cubicBezTo>
                  <a:cubicBezTo>
                    <a:pt x="48746" y="629"/>
                    <a:pt x="46972" y="679"/>
                    <a:pt x="45190" y="679"/>
                  </a:cubicBezTo>
                  <a:cubicBezTo>
                    <a:pt x="38647" y="679"/>
                    <a:pt x="31990" y="1"/>
                    <a:pt x="254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4"/>
            <p:cNvSpPr/>
            <p:nvPr/>
          </p:nvSpPr>
          <p:spPr>
            <a:xfrm flipH="1">
              <a:off x="7788" y="55863"/>
              <a:ext cx="1260000" cy="53000"/>
            </a:xfrm>
            <a:custGeom>
              <a:avLst/>
              <a:gdLst/>
              <a:ahLst/>
              <a:cxnLst/>
              <a:rect l="l" t="t" r="r" b="b"/>
              <a:pathLst>
                <a:path w="50400" h="2120" extrusionOk="0">
                  <a:moveTo>
                    <a:pt x="18006" y="0"/>
                  </a:moveTo>
                  <a:cubicBezTo>
                    <a:pt x="11171" y="0"/>
                    <a:pt x="1714" y="200"/>
                    <a:pt x="1" y="303"/>
                  </a:cubicBezTo>
                  <a:cubicBezTo>
                    <a:pt x="37" y="898"/>
                    <a:pt x="596" y="1326"/>
                    <a:pt x="608" y="1922"/>
                  </a:cubicBezTo>
                  <a:cubicBezTo>
                    <a:pt x="1301" y="2068"/>
                    <a:pt x="2100" y="2119"/>
                    <a:pt x="2948" y="2119"/>
                  </a:cubicBezTo>
                  <a:cubicBezTo>
                    <a:pt x="4897" y="2119"/>
                    <a:pt x="7107" y="1850"/>
                    <a:pt x="8909" y="1850"/>
                  </a:cubicBezTo>
                  <a:cubicBezTo>
                    <a:pt x="8936" y="1850"/>
                    <a:pt x="8963" y="1850"/>
                    <a:pt x="8990" y="1850"/>
                  </a:cubicBezTo>
                  <a:cubicBezTo>
                    <a:pt x="13610" y="1874"/>
                    <a:pt x="18241" y="1874"/>
                    <a:pt x="22861" y="1874"/>
                  </a:cubicBezTo>
                  <a:cubicBezTo>
                    <a:pt x="26385" y="1874"/>
                    <a:pt x="29886" y="1719"/>
                    <a:pt x="33398" y="1529"/>
                  </a:cubicBezTo>
                  <a:cubicBezTo>
                    <a:pt x="36130" y="1395"/>
                    <a:pt x="38863" y="1268"/>
                    <a:pt x="41600" y="1268"/>
                  </a:cubicBezTo>
                  <a:cubicBezTo>
                    <a:pt x="42513" y="1268"/>
                    <a:pt x="43426" y="1282"/>
                    <a:pt x="44340" y="1315"/>
                  </a:cubicBezTo>
                  <a:cubicBezTo>
                    <a:pt x="46388" y="1386"/>
                    <a:pt x="48400" y="1541"/>
                    <a:pt x="50400" y="1910"/>
                  </a:cubicBezTo>
                  <a:lnTo>
                    <a:pt x="50400" y="255"/>
                  </a:lnTo>
                  <a:cubicBezTo>
                    <a:pt x="47983" y="362"/>
                    <a:pt x="45507" y="422"/>
                    <a:pt x="43090" y="422"/>
                  </a:cubicBezTo>
                  <a:cubicBezTo>
                    <a:pt x="42853" y="422"/>
                    <a:pt x="42616" y="423"/>
                    <a:pt x="42379" y="423"/>
                  </a:cubicBezTo>
                  <a:cubicBezTo>
                    <a:pt x="38949" y="423"/>
                    <a:pt x="35519" y="345"/>
                    <a:pt x="32100" y="267"/>
                  </a:cubicBezTo>
                  <a:cubicBezTo>
                    <a:pt x="28409" y="183"/>
                    <a:pt x="24730" y="53"/>
                    <a:pt x="21051" y="17"/>
                  </a:cubicBezTo>
                  <a:cubicBezTo>
                    <a:pt x="20132" y="5"/>
                    <a:pt x="19103" y="0"/>
                    <a:pt x="180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4"/>
            <p:cNvSpPr/>
            <p:nvPr/>
          </p:nvSpPr>
          <p:spPr>
            <a:xfrm flipH="1">
              <a:off x="6888" y="141588"/>
              <a:ext cx="1282925" cy="78975"/>
            </a:xfrm>
            <a:custGeom>
              <a:avLst/>
              <a:gdLst/>
              <a:ahLst/>
              <a:cxnLst/>
              <a:rect l="l" t="t" r="r" b="b"/>
              <a:pathLst>
                <a:path w="51317" h="3159" extrusionOk="0">
                  <a:moveTo>
                    <a:pt x="20240" y="0"/>
                  </a:moveTo>
                  <a:cubicBezTo>
                    <a:pt x="13849" y="0"/>
                    <a:pt x="6757" y="402"/>
                    <a:pt x="989" y="1017"/>
                  </a:cubicBezTo>
                  <a:cubicBezTo>
                    <a:pt x="1001" y="1862"/>
                    <a:pt x="1" y="1493"/>
                    <a:pt x="1" y="2339"/>
                  </a:cubicBezTo>
                  <a:cubicBezTo>
                    <a:pt x="13" y="2434"/>
                    <a:pt x="1525" y="2850"/>
                    <a:pt x="1537" y="2946"/>
                  </a:cubicBezTo>
                  <a:cubicBezTo>
                    <a:pt x="2100" y="3005"/>
                    <a:pt x="2643" y="3027"/>
                    <a:pt x="3169" y="3027"/>
                  </a:cubicBezTo>
                  <a:cubicBezTo>
                    <a:pt x="4949" y="3027"/>
                    <a:pt x="6535" y="2767"/>
                    <a:pt x="8043" y="2767"/>
                  </a:cubicBezTo>
                  <a:cubicBezTo>
                    <a:pt x="8069" y="2767"/>
                    <a:pt x="8095" y="2767"/>
                    <a:pt x="8121" y="2767"/>
                  </a:cubicBezTo>
                  <a:cubicBezTo>
                    <a:pt x="10026" y="2767"/>
                    <a:pt x="11931" y="2767"/>
                    <a:pt x="13848" y="2755"/>
                  </a:cubicBezTo>
                  <a:cubicBezTo>
                    <a:pt x="14077" y="2754"/>
                    <a:pt x="14306" y="2753"/>
                    <a:pt x="14535" y="2753"/>
                  </a:cubicBezTo>
                  <a:cubicBezTo>
                    <a:pt x="15439" y="2753"/>
                    <a:pt x="16345" y="2762"/>
                    <a:pt x="17248" y="2762"/>
                  </a:cubicBezTo>
                  <a:cubicBezTo>
                    <a:pt x="18022" y="2762"/>
                    <a:pt x="18794" y="2756"/>
                    <a:pt x="19563" y="2731"/>
                  </a:cubicBezTo>
                  <a:cubicBezTo>
                    <a:pt x="21108" y="2685"/>
                    <a:pt x="22653" y="2664"/>
                    <a:pt x="24198" y="2664"/>
                  </a:cubicBezTo>
                  <a:cubicBezTo>
                    <a:pt x="26618" y="2664"/>
                    <a:pt x="29037" y="2716"/>
                    <a:pt x="31457" y="2803"/>
                  </a:cubicBezTo>
                  <a:cubicBezTo>
                    <a:pt x="33422" y="2886"/>
                    <a:pt x="35398" y="2993"/>
                    <a:pt x="37363" y="3112"/>
                  </a:cubicBezTo>
                  <a:cubicBezTo>
                    <a:pt x="37992" y="3146"/>
                    <a:pt x="38623" y="3159"/>
                    <a:pt x="39256" y="3159"/>
                  </a:cubicBezTo>
                  <a:cubicBezTo>
                    <a:pt x="40420" y="3159"/>
                    <a:pt x="41587" y="3115"/>
                    <a:pt x="42744" y="3077"/>
                  </a:cubicBezTo>
                  <a:cubicBezTo>
                    <a:pt x="44884" y="2999"/>
                    <a:pt x="46872" y="2896"/>
                    <a:pt x="48929" y="2896"/>
                  </a:cubicBezTo>
                  <a:cubicBezTo>
                    <a:pt x="49700" y="2896"/>
                    <a:pt x="50480" y="2910"/>
                    <a:pt x="51281" y="2946"/>
                  </a:cubicBezTo>
                  <a:cubicBezTo>
                    <a:pt x="51257" y="2279"/>
                    <a:pt x="51317" y="1636"/>
                    <a:pt x="51281" y="969"/>
                  </a:cubicBezTo>
                  <a:lnTo>
                    <a:pt x="51281" y="969"/>
                  </a:lnTo>
                  <a:cubicBezTo>
                    <a:pt x="50035" y="1093"/>
                    <a:pt x="48834" y="1136"/>
                    <a:pt x="47631" y="1136"/>
                  </a:cubicBezTo>
                  <a:cubicBezTo>
                    <a:pt x="46512" y="1136"/>
                    <a:pt x="45391" y="1099"/>
                    <a:pt x="44233" y="1053"/>
                  </a:cubicBezTo>
                  <a:cubicBezTo>
                    <a:pt x="40911" y="934"/>
                    <a:pt x="37601" y="636"/>
                    <a:pt x="34291" y="422"/>
                  </a:cubicBezTo>
                  <a:cubicBezTo>
                    <a:pt x="30743" y="195"/>
                    <a:pt x="27171" y="136"/>
                    <a:pt x="23623" y="41"/>
                  </a:cubicBezTo>
                  <a:cubicBezTo>
                    <a:pt x="22526" y="13"/>
                    <a:pt x="21394" y="0"/>
                    <a:pt x="202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4"/>
            <p:cNvSpPr/>
            <p:nvPr/>
          </p:nvSpPr>
          <p:spPr>
            <a:xfrm flipH="1">
              <a:off x="6888" y="235463"/>
              <a:ext cx="1280250" cy="106775"/>
            </a:xfrm>
            <a:custGeom>
              <a:avLst/>
              <a:gdLst/>
              <a:ahLst/>
              <a:cxnLst/>
              <a:rect l="l" t="t" r="r" b="b"/>
              <a:pathLst>
                <a:path w="51210" h="4271" extrusionOk="0">
                  <a:moveTo>
                    <a:pt x="23730" y="0"/>
                  </a:moveTo>
                  <a:cubicBezTo>
                    <a:pt x="21789" y="12"/>
                    <a:pt x="19849" y="72"/>
                    <a:pt x="17908" y="72"/>
                  </a:cubicBezTo>
                  <a:cubicBezTo>
                    <a:pt x="13549" y="82"/>
                    <a:pt x="8247" y="290"/>
                    <a:pt x="3582" y="290"/>
                  </a:cubicBezTo>
                  <a:cubicBezTo>
                    <a:pt x="2652" y="290"/>
                    <a:pt x="1748" y="282"/>
                    <a:pt x="882" y="262"/>
                  </a:cubicBezTo>
                  <a:lnTo>
                    <a:pt x="882" y="262"/>
                  </a:lnTo>
                  <a:cubicBezTo>
                    <a:pt x="1025" y="1358"/>
                    <a:pt x="1" y="1941"/>
                    <a:pt x="37" y="3036"/>
                  </a:cubicBezTo>
                  <a:cubicBezTo>
                    <a:pt x="49" y="3167"/>
                    <a:pt x="1418" y="4096"/>
                    <a:pt x="1418" y="4227"/>
                  </a:cubicBezTo>
                  <a:cubicBezTo>
                    <a:pt x="1817" y="4257"/>
                    <a:pt x="2231" y="4270"/>
                    <a:pt x="2658" y="4270"/>
                  </a:cubicBezTo>
                  <a:cubicBezTo>
                    <a:pt x="5803" y="4270"/>
                    <a:pt x="9596" y="3554"/>
                    <a:pt x="12653" y="3554"/>
                  </a:cubicBezTo>
                  <a:cubicBezTo>
                    <a:pt x="12815" y="3554"/>
                    <a:pt x="12975" y="3556"/>
                    <a:pt x="13134" y="3560"/>
                  </a:cubicBezTo>
                  <a:cubicBezTo>
                    <a:pt x="16741" y="3644"/>
                    <a:pt x="20361" y="3822"/>
                    <a:pt x="23980" y="3882"/>
                  </a:cubicBezTo>
                  <a:cubicBezTo>
                    <a:pt x="24820" y="3898"/>
                    <a:pt x="25660" y="3907"/>
                    <a:pt x="26500" y="3907"/>
                  </a:cubicBezTo>
                  <a:cubicBezTo>
                    <a:pt x="27470" y="3907"/>
                    <a:pt x="28440" y="3895"/>
                    <a:pt x="29409" y="3870"/>
                  </a:cubicBezTo>
                  <a:cubicBezTo>
                    <a:pt x="31148" y="3822"/>
                    <a:pt x="32886" y="3727"/>
                    <a:pt x="34624" y="3667"/>
                  </a:cubicBezTo>
                  <a:cubicBezTo>
                    <a:pt x="36264" y="3612"/>
                    <a:pt x="37914" y="3569"/>
                    <a:pt x="39563" y="3569"/>
                  </a:cubicBezTo>
                  <a:cubicBezTo>
                    <a:pt x="41423" y="3569"/>
                    <a:pt x="43283" y="3623"/>
                    <a:pt x="45126" y="3775"/>
                  </a:cubicBezTo>
                  <a:cubicBezTo>
                    <a:pt x="47257" y="3941"/>
                    <a:pt x="49019" y="4191"/>
                    <a:pt x="51174" y="4215"/>
                  </a:cubicBezTo>
                  <a:cubicBezTo>
                    <a:pt x="51174" y="2905"/>
                    <a:pt x="51210" y="1584"/>
                    <a:pt x="51174" y="274"/>
                  </a:cubicBezTo>
                  <a:cubicBezTo>
                    <a:pt x="50386" y="236"/>
                    <a:pt x="49613" y="221"/>
                    <a:pt x="48849" y="221"/>
                  </a:cubicBezTo>
                  <a:cubicBezTo>
                    <a:pt x="46241" y="221"/>
                    <a:pt x="43730" y="398"/>
                    <a:pt x="41042" y="453"/>
                  </a:cubicBezTo>
                  <a:cubicBezTo>
                    <a:pt x="40641" y="462"/>
                    <a:pt x="40240" y="466"/>
                    <a:pt x="39839" y="466"/>
                  </a:cubicBezTo>
                  <a:cubicBezTo>
                    <a:pt x="36456" y="466"/>
                    <a:pt x="33080" y="180"/>
                    <a:pt x="29695" y="84"/>
                  </a:cubicBezTo>
                  <a:cubicBezTo>
                    <a:pt x="27707" y="24"/>
                    <a:pt x="25718" y="0"/>
                    <a:pt x="237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4"/>
            <p:cNvSpPr/>
            <p:nvPr/>
          </p:nvSpPr>
          <p:spPr>
            <a:xfrm flipH="1">
              <a:off x="7488" y="350738"/>
              <a:ext cx="1258200" cy="65350"/>
            </a:xfrm>
            <a:custGeom>
              <a:avLst/>
              <a:gdLst/>
              <a:ahLst/>
              <a:cxnLst/>
              <a:rect l="l" t="t" r="r" b="b"/>
              <a:pathLst>
                <a:path w="50328" h="2614" extrusionOk="0">
                  <a:moveTo>
                    <a:pt x="38442" y="1"/>
                  </a:moveTo>
                  <a:cubicBezTo>
                    <a:pt x="36370" y="1"/>
                    <a:pt x="34294" y="74"/>
                    <a:pt x="32242" y="152"/>
                  </a:cubicBezTo>
                  <a:cubicBezTo>
                    <a:pt x="30480" y="223"/>
                    <a:pt x="28730" y="307"/>
                    <a:pt x="26968" y="342"/>
                  </a:cubicBezTo>
                  <a:cubicBezTo>
                    <a:pt x="26483" y="349"/>
                    <a:pt x="25998" y="352"/>
                    <a:pt x="25513" y="352"/>
                  </a:cubicBezTo>
                  <a:cubicBezTo>
                    <a:pt x="24188" y="352"/>
                    <a:pt x="22863" y="330"/>
                    <a:pt x="21539" y="295"/>
                  </a:cubicBezTo>
                  <a:cubicBezTo>
                    <a:pt x="20704" y="276"/>
                    <a:pt x="19851" y="267"/>
                    <a:pt x="18985" y="267"/>
                  </a:cubicBezTo>
                  <a:cubicBezTo>
                    <a:pt x="12850" y="267"/>
                    <a:pt x="6009" y="688"/>
                    <a:pt x="0" y="688"/>
                  </a:cubicBezTo>
                  <a:cubicBezTo>
                    <a:pt x="12" y="1247"/>
                    <a:pt x="262" y="2033"/>
                    <a:pt x="262" y="2593"/>
                  </a:cubicBezTo>
                  <a:cubicBezTo>
                    <a:pt x="816" y="2607"/>
                    <a:pt x="1372" y="2613"/>
                    <a:pt x="1929" y="2613"/>
                  </a:cubicBezTo>
                  <a:cubicBezTo>
                    <a:pt x="8487" y="2613"/>
                    <a:pt x="15251" y="1710"/>
                    <a:pt x="21603" y="1710"/>
                  </a:cubicBezTo>
                  <a:cubicBezTo>
                    <a:pt x="22426" y="1710"/>
                    <a:pt x="23243" y="1725"/>
                    <a:pt x="24051" y="1759"/>
                  </a:cubicBezTo>
                  <a:cubicBezTo>
                    <a:pt x="29266" y="1973"/>
                    <a:pt x="34433" y="2462"/>
                    <a:pt x="39660" y="2509"/>
                  </a:cubicBezTo>
                  <a:cubicBezTo>
                    <a:pt x="43208" y="2533"/>
                    <a:pt x="46768" y="2497"/>
                    <a:pt x="50328" y="2593"/>
                  </a:cubicBezTo>
                  <a:cubicBezTo>
                    <a:pt x="50328" y="1950"/>
                    <a:pt x="50328" y="1319"/>
                    <a:pt x="50328" y="676"/>
                  </a:cubicBezTo>
                  <a:cubicBezTo>
                    <a:pt x="47792" y="640"/>
                    <a:pt x="45232" y="295"/>
                    <a:pt x="42708" y="128"/>
                  </a:cubicBezTo>
                  <a:cubicBezTo>
                    <a:pt x="41295" y="36"/>
                    <a:pt x="39869" y="1"/>
                    <a:pt x="384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4"/>
            <p:cNvSpPr/>
            <p:nvPr/>
          </p:nvSpPr>
          <p:spPr>
            <a:xfrm flipH="1">
              <a:off x="7788" y="427038"/>
              <a:ext cx="1272500" cy="70675"/>
            </a:xfrm>
            <a:custGeom>
              <a:avLst/>
              <a:gdLst/>
              <a:ahLst/>
              <a:cxnLst/>
              <a:rect l="l" t="t" r="r" b="b"/>
              <a:pathLst>
                <a:path w="50900" h="2827" extrusionOk="0">
                  <a:moveTo>
                    <a:pt x="21905" y="1"/>
                  </a:moveTo>
                  <a:cubicBezTo>
                    <a:pt x="14957" y="1"/>
                    <a:pt x="7113" y="874"/>
                    <a:pt x="276" y="874"/>
                  </a:cubicBezTo>
                  <a:cubicBezTo>
                    <a:pt x="236" y="874"/>
                    <a:pt x="196" y="874"/>
                    <a:pt x="156" y="874"/>
                  </a:cubicBezTo>
                  <a:lnTo>
                    <a:pt x="156" y="874"/>
                  </a:lnTo>
                  <a:cubicBezTo>
                    <a:pt x="203" y="1577"/>
                    <a:pt x="1" y="2112"/>
                    <a:pt x="48" y="2827"/>
                  </a:cubicBezTo>
                  <a:cubicBezTo>
                    <a:pt x="1794" y="2827"/>
                    <a:pt x="2584" y="2338"/>
                    <a:pt x="2852" y="2338"/>
                  </a:cubicBezTo>
                  <a:cubicBezTo>
                    <a:pt x="2859" y="2338"/>
                    <a:pt x="2865" y="2338"/>
                    <a:pt x="2870" y="2339"/>
                  </a:cubicBezTo>
                  <a:cubicBezTo>
                    <a:pt x="4942" y="1969"/>
                    <a:pt x="7109" y="1815"/>
                    <a:pt x="9157" y="1731"/>
                  </a:cubicBezTo>
                  <a:cubicBezTo>
                    <a:pt x="10314" y="1688"/>
                    <a:pt x="11472" y="1669"/>
                    <a:pt x="12631" y="1669"/>
                  </a:cubicBezTo>
                  <a:cubicBezTo>
                    <a:pt x="15898" y="1669"/>
                    <a:pt x="19169" y="1821"/>
                    <a:pt x="22420" y="2005"/>
                  </a:cubicBezTo>
                  <a:cubicBezTo>
                    <a:pt x="24599" y="2136"/>
                    <a:pt x="26790" y="2279"/>
                    <a:pt x="28969" y="2422"/>
                  </a:cubicBezTo>
                  <a:cubicBezTo>
                    <a:pt x="29964" y="2405"/>
                    <a:pt x="30958" y="2397"/>
                    <a:pt x="31952" y="2397"/>
                  </a:cubicBezTo>
                  <a:cubicBezTo>
                    <a:pt x="37965" y="2397"/>
                    <a:pt x="43965" y="2673"/>
                    <a:pt x="49983" y="2827"/>
                  </a:cubicBezTo>
                  <a:cubicBezTo>
                    <a:pt x="50281" y="2791"/>
                    <a:pt x="50579" y="2755"/>
                    <a:pt x="50876" y="2708"/>
                  </a:cubicBezTo>
                  <a:cubicBezTo>
                    <a:pt x="50888" y="2100"/>
                    <a:pt x="50888" y="1493"/>
                    <a:pt x="50900" y="886"/>
                  </a:cubicBezTo>
                  <a:cubicBezTo>
                    <a:pt x="46959" y="767"/>
                    <a:pt x="43018" y="838"/>
                    <a:pt x="39065" y="779"/>
                  </a:cubicBezTo>
                  <a:cubicBezTo>
                    <a:pt x="34338" y="707"/>
                    <a:pt x="29659" y="267"/>
                    <a:pt x="24944" y="64"/>
                  </a:cubicBezTo>
                  <a:cubicBezTo>
                    <a:pt x="23955" y="20"/>
                    <a:pt x="22940" y="1"/>
                    <a:pt x="219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4"/>
            <p:cNvSpPr/>
            <p:nvPr/>
          </p:nvSpPr>
          <p:spPr>
            <a:xfrm flipH="1">
              <a:off x="644163" y="492038"/>
              <a:ext cx="448900" cy="12900"/>
            </a:xfrm>
            <a:custGeom>
              <a:avLst/>
              <a:gdLst/>
              <a:ahLst/>
              <a:cxnLst/>
              <a:rect l="l" t="t" r="r" b="b"/>
              <a:pathLst>
                <a:path w="17956" h="516" extrusionOk="0">
                  <a:moveTo>
                    <a:pt x="17955" y="1"/>
                  </a:moveTo>
                  <a:lnTo>
                    <a:pt x="17955" y="1"/>
                  </a:lnTo>
                  <a:cubicBezTo>
                    <a:pt x="17491" y="12"/>
                    <a:pt x="17039" y="12"/>
                    <a:pt x="16586" y="12"/>
                  </a:cubicBezTo>
                  <a:cubicBezTo>
                    <a:pt x="11062" y="72"/>
                    <a:pt x="5525" y="179"/>
                    <a:pt x="1" y="298"/>
                  </a:cubicBezTo>
                  <a:cubicBezTo>
                    <a:pt x="2446" y="442"/>
                    <a:pt x="4892" y="516"/>
                    <a:pt x="7337" y="516"/>
                  </a:cubicBezTo>
                  <a:cubicBezTo>
                    <a:pt x="8952" y="516"/>
                    <a:pt x="10566" y="484"/>
                    <a:pt x="12181" y="417"/>
                  </a:cubicBezTo>
                  <a:cubicBezTo>
                    <a:pt x="14098" y="334"/>
                    <a:pt x="16027" y="203"/>
                    <a:pt x="179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4"/>
            <p:cNvSpPr/>
            <p:nvPr/>
          </p:nvSpPr>
          <p:spPr>
            <a:xfrm flipH="1">
              <a:off x="23263" y="115363"/>
              <a:ext cx="491750" cy="19625"/>
            </a:xfrm>
            <a:custGeom>
              <a:avLst/>
              <a:gdLst/>
              <a:ahLst/>
              <a:cxnLst/>
              <a:rect l="l" t="t" r="r" b="b"/>
              <a:pathLst>
                <a:path w="19670" h="785" extrusionOk="0">
                  <a:moveTo>
                    <a:pt x="9469" y="0"/>
                  </a:moveTo>
                  <a:cubicBezTo>
                    <a:pt x="6310" y="0"/>
                    <a:pt x="3147" y="109"/>
                    <a:pt x="1" y="351"/>
                  </a:cubicBezTo>
                  <a:cubicBezTo>
                    <a:pt x="3537" y="530"/>
                    <a:pt x="7085" y="744"/>
                    <a:pt x="10621" y="780"/>
                  </a:cubicBezTo>
                  <a:cubicBezTo>
                    <a:pt x="10958" y="783"/>
                    <a:pt x="11295" y="784"/>
                    <a:pt x="11632" y="784"/>
                  </a:cubicBezTo>
                  <a:cubicBezTo>
                    <a:pt x="14311" y="784"/>
                    <a:pt x="17005" y="691"/>
                    <a:pt x="19670" y="363"/>
                  </a:cubicBezTo>
                  <a:cubicBezTo>
                    <a:pt x="19015" y="316"/>
                    <a:pt x="18348" y="268"/>
                    <a:pt x="17693" y="232"/>
                  </a:cubicBezTo>
                  <a:cubicBezTo>
                    <a:pt x="14963" y="83"/>
                    <a:pt x="12217" y="0"/>
                    <a:pt x="94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4"/>
            <p:cNvSpPr/>
            <p:nvPr/>
          </p:nvSpPr>
          <p:spPr>
            <a:xfrm flipH="1">
              <a:off x="6888" y="523813"/>
              <a:ext cx="1261775" cy="39200"/>
            </a:xfrm>
            <a:custGeom>
              <a:avLst/>
              <a:gdLst/>
              <a:ahLst/>
              <a:cxnLst/>
              <a:rect l="l" t="t" r="r" b="b"/>
              <a:pathLst>
                <a:path w="50471" h="1568" extrusionOk="0">
                  <a:moveTo>
                    <a:pt x="25534" y="1"/>
                  </a:moveTo>
                  <a:cubicBezTo>
                    <a:pt x="24557" y="1"/>
                    <a:pt x="23582" y="16"/>
                    <a:pt x="22610" y="51"/>
                  </a:cubicBezTo>
                  <a:cubicBezTo>
                    <a:pt x="19181" y="168"/>
                    <a:pt x="15819" y="379"/>
                    <a:pt x="12423" y="379"/>
                  </a:cubicBezTo>
                  <a:cubicBezTo>
                    <a:pt x="11315" y="379"/>
                    <a:pt x="10203" y="357"/>
                    <a:pt x="9085" y="301"/>
                  </a:cubicBezTo>
                  <a:cubicBezTo>
                    <a:pt x="7132" y="206"/>
                    <a:pt x="5179" y="111"/>
                    <a:pt x="3227" y="111"/>
                  </a:cubicBezTo>
                  <a:cubicBezTo>
                    <a:pt x="2822" y="111"/>
                    <a:pt x="941" y="515"/>
                    <a:pt x="143" y="539"/>
                  </a:cubicBezTo>
                  <a:cubicBezTo>
                    <a:pt x="167" y="896"/>
                    <a:pt x="0" y="1087"/>
                    <a:pt x="24" y="1444"/>
                  </a:cubicBezTo>
                  <a:cubicBezTo>
                    <a:pt x="153" y="1445"/>
                    <a:pt x="284" y="1445"/>
                    <a:pt x="416" y="1445"/>
                  </a:cubicBezTo>
                  <a:cubicBezTo>
                    <a:pt x="3729" y="1445"/>
                    <a:pt x="8058" y="1170"/>
                    <a:pt x="11275" y="1158"/>
                  </a:cubicBezTo>
                  <a:cubicBezTo>
                    <a:pt x="13267" y="1146"/>
                    <a:pt x="15259" y="1133"/>
                    <a:pt x="17249" y="1133"/>
                  </a:cubicBezTo>
                  <a:cubicBezTo>
                    <a:pt x="18983" y="1133"/>
                    <a:pt x="20714" y="1143"/>
                    <a:pt x="22443" y="1170"/>
                  </a:cubicBezTo>
                  <a:cubicBezTo>
                    <a:pt x="26122" y="1230"/>
                    <a:pt x="29790" y="1361"/>
                    <a:pt x="33469" y="1444"/>
                  </a:cubicBezTo>
                  <a:cubicBezTo>
                    <a:pt x="36568" y="1509"/>
                    <a:pt x="39671" y="1567"/>
                    <a:pt x="42771" y="1567"/>
                  </a:cubicBezTo>
                  <a:cubicBezTo>
                    <a:pt x="45328" y="1567"/>
                    <a:pt x="47884" y="1528"/>
                    <a:pt x="50435" y="1420"/>
                  </a:cubicBezTo>
                  <a:cubicBezTo>
                    <a:pt x="50411" y="1111"/>
                    <a:pt x="50471" y="813"/>
                    <a:pt x="50435" y="504"/>
                  </a:cubicBezTo>
                  <a:lnTo>
                    <a:pt x="50435" y="504"/>
                  </a:lnTo>
                  <a:cubicBezTo>
                    <a:pt x="48685" y="631"/>
                    <a:pt x="46925" y="681"/>
                    <a:pt x="45159" y="681"/>
                  </a:cubicBezTo>
                  <a:cubicBezTo>
                    <a:pt x="38648" y="681"/>
                    <a:pt x="32048" y="1"/>
                    <a:pt x="255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4"/>
            <p:cNvSpPr/>
            <p:nvPr/>
          </p:nvSpPr>
          <p:spPr>
            <a:xfrm flipH="1">
              <a:off x="7188" y="579538"/>
              <a:ext cx="1261775" cy="53100"/>
            </a:xfrm>
            <a:custGeom>
              <a:avLst/>
              <a:gdLst/>
              <a:ahLst/>
              <a:cxnLst/>
              <a:rect l="l" t="t" r="r" b="b"/>
              <a:pathLst>
                <a:path w="50471" h="2124" extrusionOk="0">
                  <a:moveTo>
                    <a:pt x="18386" y="0"/>
                  </a:moveTo>
                  <a:cubicBezTo>
                    <a:pt x="11536" y="0"/>
                    <a:pt x="1746" y="205"/>
                    <a:pt x="0" y="299"/>
                  </a:cubicBezTo>
                  <a:cubicBezTo>
                    <a:pt x="36" y="894"/>
                    <a:pt x="584" y="1323"/>
                    <a:pt x="607" y="1918"/>
                  </a:cubicBezTo>
                  <a:cubicBezTo>
                    <a:pt x="1313" y="2071"/>
                    <a:pt x="2127" y="2123"/>
                    <a:pt x="2991" y="2123"/>
                  </a:cubicBezTo>
                  <a:cubicBezTo>
                    <a:pt x="4929" y="2123"/>
                    <a:pt x="7120" y="1858"/>
                    <a:pt x="8909" y="1858"/>
                  </a:cubicBezTo>
                  <a:cubicBezTo>
                    <a:pt x="8936" y="1858"/>
                    <a:pt x="8963" y="1858"/>
                    <a:pt x="8989" y="1858"/>
                  </a:cubicBezTo>
                  <a:cubicBezTo>
                    <a:pt x="13609" y="1882"/>
                    <a:pt x="18241" y="1882"/>
                    <a:pt x="22860" y="1882"/>
                  </a:cubicBezTo>
                  <a:cubicBezTo>
                    <a:pt x="26384" y="1882"/>
                    <a:pt x="29885" y="1715"/>
                    <a:pt x="33397" y="1537"/>
                  </a:cubicBezTo>
                  <a:cubicBezTo>
                    <a:pt x="36099" y="1396"/>
                    <a:pt x="38801" y="1274"/>
                    <a:pt x="41508" y="1274"/>
                  </a:cubicBezTo>
                  <a:cubicBezTo>
                    <a:pt x="42451" y="1274"/>
                    <a:pt x="43395" y="1289"/>
                    <a:pt x="44339" y="1323"/>
                  </a:cubicBezTo>
                  <a:cubicBezTo>
                    <a:pt x="46387" y="1394"/>
                    <a:pt x="48471" y="1549"/>
                    <a:pt x="50471" y="1918"/>
                  </a:cubicBezTo>
                  <a:cubicBezTo>
                    <a:pt x="50471" y="1323"/>
                    <a:pt x="50471" y="846"/>
                    <a:pt x="50447" y="251"/>
                  </a:cubicBezTo>
                  <a:cubicBezTo>
                    <a:pt x="48030" y="358"/>
                    <a:pt x="45506" y="418"/>
                    <a:pt x="43089" y="430"/>
                  </a:cubicBezTo>
                  <a:cubicBezTo>
                    <a:pt x="39422" y="430"/>
                    <a:pt x="35755" y="358"/>
                    <a:pt x="32088" y="275"/>
                  </a:cubicBezTo>
                  <a:cubicBezTo>
                    <a:pt x="28409" y="191"/>
                    <a:pt x="24730" y="60"/>
                    <a:pt x="21039" y="13"/>
                  </a:cubicBezTo>
                  <a:cubicBezTo>
                    <a:pt x="20231" y="4"/>
                    <a:pt x="19337" y="0"/>
                    <a:pt x="183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4"/>
            <p:cNvSpPr/>
            <p:nvPr/>
          </p:nvSpPr>
          <p:spPr>
            <a:xfrm flipH="1">
              <a:off x="7188" y="665338"/>
              <a:ext cx="1288275" cy="78950"/>
            </a:xfrm>
            <a:custGeom>
              <a:avLst/>
              <a:gdLst/>
              <a:ahLst/>
              <a:cxnLst/>
              <a:rect l="l" t="t" r="r" b="b"/>
              <a:pathLst>
                <a:path w="51531" h="3158" extrusionOk="0">
                  <a:moveTo>
                    <a:pt x="20070" y="0"/>
                  </a:moveTo>
                  <a:cubicBezTo>
                    <a:pt x="13727" y="0"/>
                    <a:pt x="6716" y="400"/>
                    <a:pt x="989" y="1010"/>
                  </a:cubicBezTo>
                  <a:cubicBezTo>
                    <a:pt x="1001" y="1855"/>
                    <a:pt x="1" y="1498"/>
                    <a:pt x="1" y="2343"/>
                  </a:cubicBezTo>
                  <a:cubicBezTo>
                    <a:pt x="12" y="2439"/>
                    <a:pt x="1536" y="2844"/>
                    <a:pt x="1548" y="2939"/>
                  </a:cubicBezTo>
                  <a:cubicBezTo>
                    <a:pt x="2120" y="2999"/>
                    <a:pt x="2672" y="3022"/>
                    <a:pt x="3207" y="3022"/>
                  </a:cubicBezTo>
                  <a:cubicBezTo>
                    <a:pt x="4968" y="3022"/>
                    <a:pt x="6543" y="2772"/>
                    <a:pt x="8041" y="2772"/>
                  </a:cubicBezTo>
                  <a:cubicBezTo>
                    <a:pt x="8068" y="2772"/>
                    <a:pt x="8094" y="2772"/>
                    <a:pt x="8121" y="2772"/>
                  </a:cubicBezTo>
                  <a:cubicBezTo>
                    <a:pt x="10038" y="2772"/>
                    <a:pt x="11943" y="2772"/>
                    <a:pt x="13848" y="2760"/>
                  </a:cubicBezTo>
                  <a:cubicBezTo>
                    <a:pt x="14153" y="2758"/>
                    <a:pt x="14459" y="2758"/>
                    <a:pt x="14765" y="2758"/>
                  </a:cubicBezTo>
                  <a:cubicBezTo>
                    <a:pt x="15541" y="2758"/>
                    <a:pt x="16318" y="2762"/>
                    <a:pt x="17095" y="2762"/>
                  </a:cubicBezTo>
                  <a:cubicBezTo>
                    <a:pt x="17922" y="2762"/>
                    <a:pt x="18749" y="2757"/>
                    <a:pt x="19574" y="2736"/>
                  </a:cubicBezTo>
                  <a:cubicBezTo>
                    <a:pt x="21115" y="2690"/>
                    <a:pt x="22659" y="2669"/>
                    <a:pt x="24204" y="2669"/>
                  </a:cubicBezTo>
                  <a:cubicBezTo>
                    <a:pt x="26623" y="2669"/>
                    <a:pt x="29044" y="2721"/>
                    <a:pt x="31457" y="2808"/>
                  </a:cubicBezTo>
                  <a:cubicBezTo>
                    <a:pt x="33433" y="2879"/>
                    <a:pt x="35398" y="2998"/>
                    <a:pt x="37362" y="3105"/>
                  </a:cubicBezTo>
                  <a:cubicBezTo>
                    <a:pt x="37988" y="3143"/>
                    <a:pt x="38618" y="3157"/>
                    <a:pt x="39249" y="3157"/>
                  </a:cubicBezTo>
                  <a:cubicBezTo>
                    <a:pt x="40420" y="3157"/>
                    <a:pt x="41596" y="3108"/>
                    <a:pt x="42756" y="3070"/>
                  </a:cubicBezTo>
                  <a:cubicBezTo>
                    <a:pt x="44880" y="3001"/>
                    <a:pt x="46979" y="2900"/>
                    <a:pt x="49094" y="2900"/>
                  </a:cubicBezTo>
                  <a:cubicBezTo>
                    <a:pt x="49895" y="2900"/>
                    <a:pt x="50699" y="2915"/>
                    <a:pt x="51507" y="2951"/>
                  </a:cubicBezTo>
                  <a:cubicBezTo>
                    <a:pt x="51483" y="2284"/>
                    <a:pt x="51531" y="1617"/>
                    <a:pt x="51507" y="950"/>
                  </a:cubicBezTo>
                  <a:lnTo>
                    <a:pt x="51507" y="950"/>
                  </a:lnTo>
                  <a:cubicBezTo>
                    <a:pt x="50143" y="1079"/>
                    <a:pt x="48759" y="1127"/>
                    <a:pt x="47378" y="1127"/>
                  </a:cubicBezTo>
                  <a:cubicBezTo>
                    <a:pt x="46325" y="1127"/>
                    <a:pt x="45273" y="1099"/>
                    <a:pt x="44232" y="1058"/>
                  </a:cubicBezTo>
                  <a:cubicBezTo>
                    <a:pt x="40910" y="927"/>
                    <a:pt x="37612" y="629"/>
                    <a:pt x="34291" y="427"/>
                  </a:cubicBezTo>
                  <a:cubicBezTo>
                    <a:pt x="30743" y="200"/>
                    <a:pt x="27183" y="129"/>
                    <a:pt x="23623" y="46"/>
                  </a:cubicBezTo>
                  <a:cubicBezTo>
                    <a:pt x="22472" y="15"/>
                    <a:pt x="21283" y="0"/>
                    <a:pt x="200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4"/>
            <p:cNvSpPr/>
            <p:nvPr/>
          </p:nvSpPr>
          <p:spPr>
            <a:xfrm flipH="1">
              <a:off x="6888" y="759288"/>
              <a:ext cx="1290050" cy="106825"/>
            </a:xfrm>
            <a:custGeom>
              <a:avLst/>
              <a:gdLst/>
              <a:ahLst/>
              <a:cxnLst/>
              <a:rect l="l" t="t" r="r" b="b"/>
              <a:pathLst>
                <a:path w="51602" h="4273" extrusionOk="0">
                  <a:moveTo>
                    <a:pt x="24500" y="0"/>
                  </a:moveTo>
                  <a:cubicBezTo>
                    <a:pt x="24243" y="0"/>
                    <a:pt x="23986" y="1"/>
                    <a:pt x="23729" y="2"/>
                  </a:cubicBezTo>
                  <a:cubicBezTo>
                    <a:pt x="21788" y="2"/>
                    <a:pt x="19848" y="74"/>
                    <a:pt x="17907" y="74"/>
                  </a:cubicBezTo>
                  <a:cubicBezTo>
                    <a:pt x="13548" y="84"/>
                    <a:pt x="8246" y="292"/>
                    <a:pt x="3581" y="292"/>
                  </a:cubicBezTo>
                  <a:cubicBezTo>
                    <a:pt x="2651" y="292"/>
                    <a:pt x="1747" y="284"/>
                    <a:pt x="881" y="264"/>
                  </a:cubicBezTo>
                  <a:lnTo>
                    <a:pt x="881" y="264"/>
                  </a:lnTo>
                  <a:cubicBezTo>
                    <a:pt x="1024" y="1360"/>
                    <a:pt x="0" y="1931"/>
                    <a:pt x="36" y="3038"/>
                  </a:cubicBezTo>
                  <a:cubicBezTo>
                    <a:pt x="48" y="3157"/>
                    <a:pt x="1405" y="4098"/>
                    <a:pt x="1417" y="4229"/>
                  </a:cubicBezTo>
                  <a:cubicBezTo>
                    <a:pt x="1814" y="4259"/>
                    <a:pt x="2227" y="4272"/>
                    <a:pt x="2653" y="4272"/>
                  </a:cubicBezTo>
                  <a:cubicBezTo>
                    <a:pt x="5813" y="4272"/>
                    <a:pt x="9641" y="3546"/>
                    <a:pt x="12700" y="3546"/>
                  </a:cubicBezTo>
                  <a:cubicBezTo>
                    <a:pt x="12842" y="3546"/>
                    <a:pt x="12982" y="3547"/>
                    <a:pt x="13121" y="3550"/>
                  </a:cubicBezTo>
                  <a:cubicBezTo>
                    <a:pt x="16740" y="3646"/>
                    <a:pt x="20360" y="3824"/>
                    <a:pt x="23979" y="3884"/>
                  </a:cubicBezTo>
                  <a:cubicBezTo>
                    <a:pt x="24819" y="3900"/>
                    <a:pt x="25659" y="3909"/>
                    <a:pt x="26499" y="3909"/>
                  </a:cubicBezTo>
                  <a:cubicBezTo>
                    <a:pt x="27469" y="3909"/>
                    <a:pt x="28439" y="3897"/>
                    <a:pt x="29408" y="3872"/>
                  </a:cubicBezTo>
                  <a:cubicBezTo>
                    <a:pt x="31147" y="3824"/>
                    <a:pt x="32885" y="3717"/>
                    <a:pt x="34623" y="3658"/>
                  </a:cubicBezTo>
                  <a:cubicBezTo>
                    <a:pt x="36256" y="3607"/>
                    <a:pt x="37899" y="3568"/>
                    <a:pt x="39541" y="3568"/>
                  </a:cubicBezTo>
                  <a:cubicBezTo>
                    <a:pt x="41409" y="3568"/>
                    <a:pt x="43275" y="3619"/>
                    <a:pt x="45125" y="3765"/>
                  </a:cubicBezTo>
                  <a:cubicBezTo>
                    <a:pt x="47256" y="3943"/>
                    <a:pt x="49411" y="4193"/>
                    <a:pt x="51566" y="4229"/>
                  </a:cubicBezTo>
                  <a:cubicBezTo>
                    <a:pt x="51566" y="2907"/>
                    <a:pt x="51602" y="1598"/>
                    <a:pt x="51566" y="276"/>
                  </a:cubicBezTo>
                  <a:cubicBezTo>
                    <a:pt x="50756" y="237"/>
                    <a:pt x="49942" y="222"/>
                    <a:pt x="49124" y="222"/>
                  </a:cubicBezTo>
                  <a:cubicBezTo>
                    <a:pt x="46431" y="222"/>
                    <a:pt x="43708" y="391"/>
                    <a:pt x="41041" y="455"/>
                  </a:cubicBezTo>
                  <a:cubicBezTo>
                    <a:pt x="40638" y="464"/>
                    <a:pt x="40236" y="468"/>
                    <a:pt x="39835" y="468"/>
                  </a:cubicBezTo>
                  <a:cubicBezTo>
                    <a:pt x="36445" y="468"/>
                    <a:pt x="33079" y="181"/>
                    <a:pt x="29694" y="86"/>
                  </a:cubicBezTo>
                  <a:cubicBezTo>
                    <a:pt x="27963" y="34"/>
                    <a:pt x="26231" y="0"/>
                    <a:pt x="245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4"/>
            <p:cNvSpPr/>
            <p:nvPr/>
          </p:nvSpPr>
          <p:spPr>
            <a:xfrm flipH="1">
              <a:off x="7188" y="875288"/>
              <a:ext cx="1258200" cy="65500"/>
            </a:xfrm>
            <a:custGeom>
              <a:avLst/>
              <a:gdLst/>
              <a:ahLst/>
              <a:cxnLst/>
              <a:rect l="l" t="t" r="r" b="b"/>
              <a:pathLst>
                <a:path w="50328" h="2620" extrusionOk="0">
                  <a:moveTo>
                    <a:pt x="38384" y="1"/>
                  </a:moveTo>
                  <a:cubicBezTo>
                    <a:pt x="36329" y="1"/>
                    <a:pt x="34271" y="77"/>
                    <a:pt x="32230" y="161"/>
                  </a:cubicBezTo>
                  <a:cubicBezTo>
                    <a:pt x="30480" y="220"/>
                    <a:pt x="28718" y="315"/>
                    <a:pt x="26956" y="339"/>
                  </a:cubicBezTo>
                  <a:cubicBezTo>
                    <a:pt x="26357" y="347"/>
                    <a:pt x="25756" y="351"/>
                    <a:pt x="25154" y="351"/>
                  </a:cubicBezTo>
                  <a:cubicBezTo>
                    <a:pt x="23952" y="351"/>
                    <a:pt x="22745" y="335"/>
                    <a:pt x="21539" y="303"/>
                  </a:cubicBezTo>
                  <a:cubicBezTo>
                    <a:pt x="20648" y="281"/>
                    <a:pt x="19737" y="272"/>
                    <a:pt x="18811" y="272"/>
                  </a:cubicBezTo>
                  <a:cubicBezTo>
                    <a:pt x="12721" y="272"/>
                    <a:pt x="5952" y="684"/>
                    <a:pt x="0" y="684"/>
                  </a:cubicBezTo>
                  <a:cubicBezTo>
                    <a:pt x="12" y="1244"/>
                    <a:pt x="250" y="2042"/>
                    <a:pt x="262" y="2601"/>
                  </a:cubicBezTo>
                  <a:cubicBezTo>
                    <a:pt x="789" y="2614"/>
                    <a:pt x="1317" y="2620"/>
                    <a:pt x="1847" y="2620"/>
                  </a:cubicBezTo>
                  <a:cubicBezTo>
                    <a:pt x="8445" y="2620"/>
                    <a:pt x="15269" y="1709"/>
                    <a:pt x="21667" y="1709"/>
                  </a:cubicBezTo>
                  <a:cubicBezTo>
                    <a:pt x="22469" y="1709"/>
                    <a:pt x="23264" y="1724"/>
                    <a:pt x="24051" y="1756"/>
                  </a:cubicBezTo>
                  <a:cubicBezTo>
                    <a:pt x="29254" y="1982"/>
                    <a:pt x="34433" y="2458"/>
                    <a:pt x="39648" y="2506"/>
                  </a:cubicBezTo>
                  <a:cubicBezTo>
                    <a:pt x="43208" y="2542"/>
                    <a:pt x="46768" y="2506"/>
                    <a:pt x="50316" y="2601"/>
                  </a:cubicBezTo>
                  <a:cubicBezTo>
                    <a:pt x="50328" y="1958"/>
                    <a:pt x="50328" y="1315"/>
                    <a:pt x="50328" y="672"/>
                  </a:cubicBezTo>
                  <a:cubicBezTo>
                    <a:pt x="47780" y="649"/>
                    <a:pt x="45220" y="303"/>
                    <a:pt x="42708" y="137"/>
                  </a:cubicBezTo>
                  <a:cubicBezTo>
                    <a:pt x="41272" y="38"/>
                    <a:pt x="39829" y="1"/>
                    <a:pt x="383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4"/>
            <p:cNvSpPr/>
            <p:nvPr/>
          </p:nvSpPr>
          <p:spPr>
            <a:xfrm flipH="1">
              <a:off x="7188" y="951588"/>
              <a:ext cx="1272500" cy="70600"/>
            </a:xfrm>
            <a:custGeom>
              <a:avLst/>
              <a:gdLst/>
              <a:ahLst/>
              <a:cxnLst/>
              <a:rect l="l" t="t" r="r" b="b"/>
              <a:pathLst>
                <a:path w="50900" h="2824" extrusionOk="0">
                  <a:moveTo>
                    <a:pt x="21971" y="1"/>
                  </a:moveTo>
                  <a:cubicBezTo>
                    <a:pt x="15005" y="1"/>
                    <a:pt x="7125" y="871"/>
                    <a:pt x="277" y="871"/>
                  </a:cubicBezTo>
                  <a:cubicBezTo>
                    <a:pt x="236" y="871"/>
                    <a:pt x="196" y="871"/>
                    <a:pt x="155" y="871"/>
                  </a:cubicBezTo>
                  <a:lnTo>
                    <a:pt x="155" y="871"/>
                  </a:lnTo>
                  <a:cubicBezTo>
                    <a:pt x="203" y="1585"/>
                    <a:pt x="1" y="2121"/>
                    <a:pt x="48" y="2824"/>
                  </a:cubicBezTo>
                  <a:cubicBezTo>
                    <a:pt x="1794" y="2824"/>
                    <a:pt x="2572" y="2335"/>
                    <a:pt x="2851" y="2335"/>
                  </a:cubicBezTo>
                  <a:cubicBezTo>
                    <a:pt x="2858" y="2335"/>
                    <a:pt x="2864" y="2335"/>
                    <a:pt x="2870" y="2335"/>
                  </a:cubicBezTo>
                  <a:cubicBezTo>
                    <a:pt x="4942" y="1966"/>
                    <a:pt x="7109" y="1823"/>
                    <a:pt x="9157" y="1740"/>
                  </a:cubicBezTo>
                  <a:cubicBezTo>
                    <a:pt x="10328" y="1693"/>
                    <a:pt x="11500" y="1672"/>
                    <a:pt x="12674" y="1672"/>
                  </a:cubicBezTo>
                  <a:cubicBezTo>
                    <a:pt x="15926" y="1672"/>
                    <a:pt x="19183" y="1830"/>
                    <a:pt x="22420" y="2014"/>
                  </a:cubicBezTo>
                  <a:cubicBezTo>
                    <a:pt x="24599" y="2133"/>
                    <a:pt x="26778" y="2276"/>
                    <a:pt x="28969" y="2419"/>
                  </a:cubicBezTo>
                  <a:cubicBezTo>
                    <a:pt x="29939" y="2402"/>
                    <a:pt x="30909" y="2395"/>
                    <a:pt x="31879" y="2395"/>
                  </a:cubicBezTo>
                  <a:cubicBezTo>
                    <a:pt x="37916" y="2395"/>
                    <a:pt x="43941" y="2680"/>
                    <a:pt x="49983" y="2824"/>
                  </a:cubicBezTo>
                  <a:cubicBezTo>
                    <a:pt x="50281" y="2788"/>
                    <a:pt x="50578" y="2752"/>
                    <a:pt x="50864" y="2716"/>
                  </a:cubicBezTo>
                  <a:cubicBezTo>
                    <a:pt x="50876" y="2109"/>
                    <a:pt x="50888" y="1502"/>
                    <a:pt x="50900" y="883"/>
                  </a:cubicBezTo>
                  <a:cubicBezTo>
                    <a:pt x="46959" y="776"/>
                    <a:pt x="43006" y="847"/>
                    <a:pt x="39065" y="788"/>
                  </a:cubicBezTo>
                  <a:cubicBezTo>
                    <a:pt x="34338" y="716"/>
                    <a:pt x="29659" y="276"/>
                    <a:pt x="24944" y="61"/>
                  </a:cubicBezTo>
                  <a:cubicBezTo>
                    <a:pt x="23976" y="19"/>
                    <a:pt x="22984" y="1"/>
                    <a:pt x="219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4"/>
            <p:cNvSpPr/>
            <p:nvPr/>
          </p:nvSpPr>
          <p:spPr>
            <a:xfrm flipH="1">
              <a:off x="645363" y="1015913"/>
              <a:ext cx="448875" cy="12850"/>
            </a:xfrm>
            <a:custGeom>
              <a:avLst/>
              <a:gdLst/>
              <a:ahLst/>
              <a:cxnLst/>
              <a:rect l="l" t="t" r="r" b="b"/>
              <a:pathLst>
                <a:path w="17955" h="514" extrusionOk="0">
                  <a:moveTo>
                    <a:pt x="17955" y="0"/>
                  </a:moveTo>
                  <a:cubicBezTo>
                    <a:pt x="17490" y="0"/>
                    <a:pt x="17038" y="0"/>
                    <a:pt x="16586" y="12"/>
                  </a:cubicBezTo>
                  <a:cubicBezTo>
                    <a:pt x="11049" y="60"/>
                    <a:pt x="5525" y="167"/>
                    <a:pt x="0" y="298"/>
                  </a:cubicBezTo>
                  <a:cubicBezTo>
                    <a:pt x="2397" y="439"/>
                    <a:pt x="4803" y="513"/>
                    <a:pt x="7209" y="513"/>
                  </a:cubicBezTo>
                  <a:cubicBezTo>
                    <a:pt x="8866" y="513"/>
                    <a:pt x="10524" y="478"/>
                    <a:pt x="12180" y="405"/>
                  </a:cubicBezTo>
                  <a:cubicBezTo>
                    <a:pt x="14097" y="322"/>
                    <a:pt x="16026" y="191"/>
                    <a:pt x="179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4"/>
            <p:cNvSpPr/>
            <p:nvPr/>
          </p:nvSpPr>
          <p:spPr>
            <a:xfrm flipH="1">
              <a:off x="24438" y="639238"/>
              <a:ext cx="491750" cy="19600"/>
            </a:xfrm>
            <a:custGeom>
              <a:avLst/>
              <a:gdLst/>
              <a:ahLst/>
              <a:cxnLst/>
              <a:rect l="l" t="t" r="r" b="b"/>
              <a:pathLst>
                <a:path w="19670" h="784" extrusionOk="0">
                  <a:moveTo>
                    <a:pt x="9469" y="0"/>
                  </a:moveTo>
                  <a:cubicBezTo>
                    <a:pt x="6309" y="0"/>
                    <a:pt x="3146" y="109"/>
                    <a:pt x="0" y="351"/>
                  </a:cubicBezTo>
                  <a:cubicBezTo>
                    <a:pt x="3536" y="530"/>
                    <a:pt x="7072" y="732"/>
                    <a:pt x="10621" y="780"/>
                  </a:cubicBezTo>
                  <a:cubicBezTo>
                    <a:pt x="10930" y="782"/>
                    <a:pt x="11241" y="784"/>
                    <a:pt x="11551" y="784"/>
                  </a:cubicBezTo>
                  <a:cubicBezTo>
                    <a:pt x="14257" y="784"/>
                    <a:pt x="16978" y="684"/>
                    <a:pt x="19669" y="363"/>
                  </a:cubicBezTo>
                  <a:cubicBezTo>
                    <a:pt x="19003" y="316"/>
                    <a:pt x="18348" y="268"/>
                    <a:pt x="17693" y="232"/>
                  </a:cubicBezTo>
                  <a:cubicBezTo>
                    <a:pt x="14963" y="83"/>
                    <a:pt x="12217" y="0"/>
                    <a:pt x="94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4"/>
            <p:cNvSpPr/>
            <p:nvPr/>
          </p:nvSpPr>
          <p:spPr>
            <a:xfrm flipH="1">
              <a:off x="7788" y="1047488"/>
              <a:ext cx="1260875" cy="39225"/>
            </a:xfrm>
            <a:custGeom>
              <a:avLst/>
              <a:gdLst/>
              <a:ahLst/>
              <a:cxnLst/>
              <a:rect l="l" t="t" r="r" b="b"/>
              <a:pathLst>
                <a:path w="50435" h="1569" extrusionOk="0">
                  <a:moveTo>
                    <a:pt x="25437" y="0"/>
                  </a:moveTo>
                  <a:cubicBezTo>
                    <a:pt x="24493" y="0"/>
                    <a:pt x="23550" y="14"/>
                    <a:pt x="22610" y="47"/>
                  </a:cubicBezTo>
                  <a:cubicBezTo>
                    <a:pt x="19176" y="173"/>
                    <a:pt x="15810" y="387"/>
                    <a:pt x="12410" y="387"/>
                  </a:cubicBezTo>
                  <a:cubicBezTo>
                    <a:pt x="11306" y="387"/>
                    <a:pt x="10199" y="365"/>
                    <a:pt x="9085" y="309"/>
                  </a:cubicBezTo>
                  <a:cubicBezTo>
                    <a:pt x="7132" y="214"/>
                    <a:pt x="5179" y="107"/>
                    <a:pt x="3227" y="107"/>
                  </a:cubicBezTo>
                  <a:cubicBezTo>
                    <a:pt x="2822" y="107"/>
                    <a:pt x="941" y="512"/>
                    <a:pt x="143" y="547"/>
                  </a:cubicBezTo>
                  <a:cubicBezTo>
                    <a:pt x="167" y="904"/>
                    <a:pt x="0" y="1083"/>
                    <a:pt x="24" y="1440"/>
                  </a:cubicBezTo>
                  <a:cubicBezTo>
                    <a:pt x="214" y="1442"/>
                    <a:pt x="407" y="1443"/>
                    <a:pt x="604" y="1443"/>
                  </a:cubicBezTo>
                  <a:cubicBezTo>
                    <a:pt x="3891" y="1443"/>
                    <a:pt x="8119" y="1177"/>
                    <a:pt x="11275" y="1154"/>
                  </a:cubicBezTo>
                  <a:cubicBezTo>
                    <a:pt x="13139" y="1148"/>
                    <a:pt x="15002" y="1140"/>
                    <a:pt x="16864" y="1140"/>
                  </a:cubicBezTo>
                  <a:cubicBezTo>
                    <a:pt x="18726" y="1140"/>
                    <a:pt x="20586" y="1148"/>
                    <a:pt x="22443" y="1178"/>
                  </a:cubicBezTo>
                  <a:cubicBezTo>
                    <a:pt x="26122" y="1238"/>
                    <a:pt x="29790" y="1369"/>
                    <a:pt x="33469" y="1452"/>
                  </a:cubicBezTo>
                  <a:cubicBezTo>
                    <a:pt x="36480" y="1515"/>
                    <a:pt x="39495" y="1569"/>
                    <a:pt x="42508" y="1569"/>
                  </a:cubicBezTo>
                  <a:cubicBezTo>
                    <a:pt x="45153" y="1569"/>
                    <a:pt x="47797" y="1528"/>
                    <a:pt x="50435" y="1416"/>
                  </a:cubicBezTo>
                  <a:lnTo>
                    <a:pt x="50435" y="512"/>
                  </a:lnTo>
                  <a:cubicBezTo>
                    <a:pt x="48687" y="639"/>
                    <a:pt x="46928" y="689"/>
                    <a:pt x="45163" y="689"/>
                  </a:cubicBezTo>
                  <a:cubicBezTo>
                    <a:pt x="38618" y="689"/>
                    <a:pt x="31984" y="0"/>
                    <a:pt x="254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4"/>
            <p:cNvSpPr/>
            <p:nvPr/>
          </p:nvSpPr>
          <p:spPr>
            <a:xfrm flipH="1">
              <a:off x="7488" y="1103388"/>
              <a:ext cx="1262075" cy="53125"/>
            </a:xfrm>
            <a:custGeom>
              <a:avLst/>
              <a:gdLst/>
              <a:ahLst/>
              <a:cxnLst/>
              <a:rect l="l" t="t" r="r" b="b"/>
              <a:pathLst>
                <a:path w="50483" h="2125" extrusionOk="0">
                  <a:moveTo>
                    <a:pt x="18278" y="1"/>
                  </a:moveTo>
                  <a:cubicBezTo>
                    <a:pt x="11430" y="1"/>
                    <a:pt x="1727" y="196"/>
                    <a:pt x="0" y="300"/>
                  </a:cubicBezTo>
                  <a:cubicBezTo>
                    <a:pt x="36" y="895"/>
                    <a:pt x="584" y="1324"/>
                    <a:pt x="608" y="1919"/>
                  </a:cubicBezTo>
                  <a:cubicBezTo>
                    <a:pt x="1313" y="2071"/>
                    <a:pt x="2127" y="2124"/>
                    <a:pt x="2991" y="2124"/>
                  </a:cubicBezTo>
                  <a:cubicBezTo>
                    <a:pt x="4929" y="2124"/>
                    <a:pt x="7120" y="1859"/>
                    <a:pt x="8909" y="1859"/>
                  </a:cubicBezTo>
                  <a:cubicBezTo>
                    <a:pt x="8936" y="1859"/>
                    <a:pt x="8963" y="1859"/>
                    <a:pt x="8990" y="1859"/>
                  </a:cubicBezTo>
                  <a:cubicBezTo>
                    <a:pt x="13609" y="1871"/>
                    <a:pt x="18241" y="1883"/>
                    <a:pt x="22860" y="1883"/>
                  </a:cubicBezTo>
                  <a:cubicBezTo>
                    <a:pt x="26385" y="1883"/>
                    <a:pt x="29873" y="1716"/>
                    <a:pt x="33386" y="1538"/>
                  </a:cubicBezTo>
                  <a:cubicBezTo>
                    <a:pt x="36143" y="1394"/>
                    <a:pt x="38908" y="1270"/>
                    <a:pt x="41674" y="1270"/>
                  </a:cubicBezTo>
                  <a:cubicBezTo>
                    <a:pt x="42562" y="1270"/>
                    <a:pt x="43451" y="1283"/>
                    <a:pt x="44339" y="1312"/>
                  </a:cubicBezTo>
                  <a:cubicBezTo>
                    <a:pt x="46387" y="1383"/>
                    <a:pt x="48471" y="1550"/>
                    <a:pt x="50471" y="1919"/>
                  </a:cubicBezTo>
                  <a:cubicBezTo>
                    <a:pt x="50471" y="1359"/>
                    <a:pt x="50483" y="847"/>
                    <a:pt x="50471" y="240"/>
                  </a:cubicBezTo>
                  <a:cubicBezTo>
                    <a:pt x="48054" y="335"/>
                    <a:pt x="45506" y="419"/>
                    <a:pt x="43077" y="431"/>
                  </a:cubicBezTo>
                  <a:cubicBezTo>
                    <a:pt x="39422" y="431"/>
                    <a:pt x="35755" y="359"/>
                    <a:pt x="32088" y="276"/>
                  </a:cubicBezTo>
                  <a:cubicBezTo>
                    <a:pt x="28409" y="192"/>
                    <a:pt x="24730" y="61"/>
                    <a:pt x="21039" y="14"/>
                  </a:cubicBezTo>
                  <a:cubicBezTo>
                    <a:pt x="20200" y="5"/>
                    <a:pt x="19269" y="1"/>
                    <a:pt x="182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4"/>
            <p:cNvSpPr/>
            <p:nvPr/>
          </p:nvSpPr>
          <p:spPr>
            <a:xfrm flipH="1">
              <a:off x="6888" y="1189038"/>
              <a:ext cx="1288275" cy="79125"/>
            </a:xfrm>
            <a:custGeom>
              <a:avLst/>
              <a:gdLst/>
              <a:ahLst/>
              <a:cxnLst/>
              <a:rect l="l" t="t" r="r" b="b"/>
              <a:pathLst>
                <a:path w="51531" h="3165" extrusionOk="0">
                  <a:moveTo>
                    <a:pt x="20239" y="0"/>
                  </a:moveTo>
                  <a:cubicBezTo>
                    <a:pt x="13849" y="0"/>
                    <a:pt x="6757" y="402"/>
                    <a:pt x="989" y="1017"/>
                  </a:cubicBezTo>
                  <a:cubicBezTo>
                    <a:pt x="1001" y="1862"/>
                    <a:pt x="0" y="1505"/>
                    <a:pt x="0" y="2350"/>
                  </a:cubicBezTo>
                  <a:cubicBezTo>
                    <a:pt x="12" y="2446"/>
                    <a:pt x="1524" y="2850"/>
                    <a:pt x="1536" y="2946"/>
                  </a:cubicBezTo>
                  <a:cubicBezTo>
                    <a:pt x="2109" y="3006"/>
                    <a:pt x="2662" y="3029"/>
                    <a:pt x="3197" y="3029"/>
                  </a:cubicBezTo>
                  <a:cubicBezTo>
                    <a:pt x="4996" y="3029"/>
                    <a:pt x="6597" y="2767"/>
                    <a:pt x="8121" y="2767"/>
                  </a:cubicBezTo>
                  <a:cubicBezTo>
                    <a:pt x="8756" y="2771"/>
                    <a:pt x="9391" y="2772"/>
                    <a:pt x="10026" y="2772"/>
                  </a:cubicBezTo>
                  <a:cubicBezTo>
                    <a:pt x="11297" y="2772"/>
                    <a:pt x="12570" y="2767"/>
                    <a:pt x="13847" y="2767"/>
                  </a:cubicBezTo>
                  <a:cubicBezTo>
                    <a:pt x="14165" y="2765"/>
                    <a:pt x="14483" y="2765"/>
                    <a:pt x="14801" y="2765"/>
                  </a:cubicBezTo>
                  <a:cubicBezTo>
                    <a:pt x="15437" y="2765"/>
                    <a:pt x="16073" y="2767"/>
                    <a:pt x="16709" y="2767"/>
                  </a:cubicBezTo>
                  <a:cubicBezTo>
                    <a:pt x="17663" y="2767"/>
                    <a:pt x="18616" y="2761"/>
                    <a:pt x="19562" y="2731"/>
                  </a:cubicBezTo>
                  <a:cubicBezTo>
                    <a:pt x="21099" y="2690"/>
                    <a:pt x="22635" y="2670"/>
                    <a:pt x="24172" y="2670"/>
                  </a:cubicBezTo>
                  <a:cubicBezTo>
                    <a:pt x="26600" y="2670"/>
                    <a:pt x="29028" y="2720"/>
                    <a:pt x="31457" y="2815"/>
                  </a:cubicBezTo>
                  <a:cubicBezTo>
                    <a:pt x="33421" y="2886"/>
                    <a:pt x="35398" y="3005"/>
                    <a:pt x="37362" y="3112"/>
                  </a:cubicBezTo>
                  <a:cubicBezTo>
                    <a:pt x="37988" y="3150"/>
                    <a:pt x="38616" y="3164"/>
                    <a:pt x="39246" y="3164"/>
                  </a:cubicBezTo>
                  <a:cubicBezTo>
                    <a:pt x="40413" y="3164"/>
                    <a:pt x="41584" y="3115"/>
                    <a:pt x="42744" y="3077"/>
                  </a:cubicBezTo>
                  <a:cubicBezTo>
                    <a:pt x="44877" y="3008"/>
                    <a:pt x="46972" y="2907"/>
                    <a:pt x="49084" y="2907"/>
                  </a:cubicBezTo>
                  <a:cubicBezTo>
                    <a:pt x="49884" y="2907"/>
                    <a:pt x="50687" y="2922"/>
                    <a:pt x="51495" y="2958"/>
                  </a:cubicBezTo>
                  <a:cubicBezTo>
                    <a:pt x="51471" y="2291"/>
                    <a:pt x="51531" y="1624"/>
                    <a:pt x="51507" y="957"/>
                  </a:cubicBezTo>
                  <a:lnTo>
                    <a:pt x="51507" y="957"/>
                  </a:lnTo>
                  <a:cubicBezTo>
                    <a:pt x="50142" y="1086"/>
                    <a:pt x="48759" y="1134"/>
                    <a:pt x="47378" y="1134"/>
                  </a:cubicBezTo>
                  <a:cubicBezTo>
                    <a:pt x="46325" y="1134"/>
                    <a:pt x="45273" y="1106"/>
                    <a:pt x="44232" y="1065"/>
                  </a:cubicBezTo>
                  <a:cubicBezTo>
                    <a:pt x="40910" y="934"/>
                    <a:pt x="37600" y="636"/>
                    <a:pt x="34290" y="434"/>
                  </a:cubicBezTo>
                  <a:cubicBezTo>
                    <a:pt x="30742" y="207"/>
                    <a:pt x="27171" y="136"/>
                    <a:pt x="23622" y="41"/>
                  </a:cubicBezTo>
                  <a:cubicBezTo>
                    <a:pt x="22526" y="13"/>
                    <a:pt x="21394" y="0"/>
                    <a:pt x="202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4"/>
            <p:cNvSpPr/>
            <p:nvPr/>
          </p:nvSpPr>
          <p:spPr>
            <a:xfrm flipH="1">
              <a:off x="6588" y="1282913"/>
              <a:ext cx="1288575" cy="106850"/>
            </a:xfrm>
            <a:custGeom>
              <a:avLst/>
              <a:gdLst/>
              <a:ahLst/>
              <a:cxnLst/>
              <a:rect l="l" t="t" r="r" b="b"/>
              <a:pathLst>
                <a:path w="51543" h="4274" extrusionOk="0">
                  <a:moveTo>
                    <a:pt x="23730" y="0"/>
                  </a:moveTo>
                  <a:cubicBezTo>
                    <a:pt x="21789" y="12"/>
                    <a:pt x="19848" y="72"/>
                    <a:pt x="17907" y="84"/>
                  </a:cubicBezTo>
                  <a:cubicBezTo>
                    <a:pt x="13620" y="93"/>
                    <a:pt x="8419" y="296"/>
                    <a:pt x="3809" y="296"/>
                  </a:cubicBezTo>
                  <a:cubicBezTo>
                    <a:pt x="2800" y="296"/>
                    <a:pt x="1819" y="286"/>
                    <a:pt x="882" y="262"/>
                  </a:cubicBezTo>
                  <a:lnTo>
                    <a:pt x="882" y="262"/>
                  </a:lnTo>
                  <a:cubicBezTo>
                    <a:pt x="1013" y="1370"/>
                    <a:pt x="0" y="1941"/>
                    <a:pt x="36" y="3048"/>
                  </a:cubicBezTo>
                  <a:cubicBezTo>
                    <a:pt x="36" y="3167"/>
                    <a:pt x="1405" y="4108"/>
                    <a:pt x="1405" y="4227"/>
                  </a:cubicBezTo>
                  <a:cubicBezTo>
                    <a:pt x="1816" y="4259"/>
                    <a:pt x="2243" y="4273"/>
                    <a:pt x="2683" y="4273"/>
                  </a:cubicBezTo>
                  <a:cubicBezTo>
                    <a:pt x="5823" y="4273"/>
                    <a:pt x="9600" y="3554"/>
                    <a:pt x="12646" y="3554"/>
                  </a:cubicBezTo>
                  <a:cubicBezTo>
                    <a:pt x="12806" y="3554"/>
                    <a:pt x="12965" y="3556"/>
                    <a:pt x="13121" y="3560"/>
                  </a:cubicBezTo>
                  <a:cubicBezTo>
                    <a:pt x="16741" y="3656"/>
                    <a:pt x="20360" y="3834"/>
                    <a:pt x="23980" y="3894"/>
                  </a:cubicBezTo>
                  <a:cubicBezTo>
                    <a:pt x="24818" y="3905"/>
                    <a:pt x="25657" y="3913"/>
                    <a:pt x="26495" y="3913"/>
                  </a:cubicBezTo>
                  <a:cubicBezTo>
                    <a:pt x="27466" y="3913"/>
                    <a:pt x="28438" y="3902"/>
                    <a:pt x="29409" y="3870"/>
                  </a:cubicBezTo>
                  <a:cubicBezTo>
                    <a:pt x="31147" y="3822"/>
                    <a:pt x="32886" y="3727"/>
                    <a:pt x="34624" y="3667"/>
                  </a:cubicBezTo>
                  <a:cubicBezTo>
                    <a:pt x="36263" y="3612"/>
                    <a:pt x="37911" y="3569"/>
                    <a:pt x="39558" y="3569"/>
                  </a:cubicBezTo>
                  <a:cubicBezTo>
                    <a:pt x="41417" y="3569"/>
                    <a:pt x="43276" y="3623"/>
                    <a:pt x="45125" y="3775"/>
                  </a:cubicBezTo>
                  <a:cubicBezTo>
                    <a:pt x="47244" y="3941"/>
                    <a:pt x="49340" y="4179"/>
                    <a:pt x="51495" y="4203"/>
                  </a:cubicBezTo>
                  <a:cubicBezTo>
                    <a:pt x="51495" y="2894"/>
                    <a:pt x="51543" y="1608"/>
                    <a:pt x="51507" y="298"/>
                  </a:cubicBezTo>
                  <a:cubicBezTo>
                    <a:pt x="50671" y="258"/>
                    <a:pt x="49833" y="242"/>
                    <a:pt x="48994" y="242"/>
                  </a:cubicBezTo>
                  <a:cubicBezTo>
                    <a:pt x="46343" y="242"/>
                    <a:pt x="43682" y="401"/>
                    <a:pt x="41041" y="465"/>
                  </a:cubicBezTo>
                  <a:cubicBezTo>
                    <a:pt x="40640" y="474"/>
                    <a:pt x="40238" y="478"/>
                    <a:pt x="39837" y="478"/>
                  </a:cubicBezTo>
                  <a:cubicBezTo>
                    <a:pt x="36447" y="478"/>
                    <a:pt x="33080" y="190"/>
                    <a:pt x="29695" y="84"/>
                  </a:cubicBezTo>
                  <a:cubicBezTo>
                    <a:pt x="27706" y="24"/>
                    <a:pt x="25718" y="0"/>
                    <a:pt x="237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4"/>
            <p:cNvSpPr/>
            <p:nvPr/>
          </p:nvSpPr>
          <p:spPr>
            <a:xfrm flipH="1">
              <a:off x="7788" y="1399088"/>
              <a:ext cx="1258200" cy="65575"/>
            </a:xfrm>
            <a:custGeom>
              <a:avLst/>
              <a:gdLst/>
              <a:ahLst/>
              <a:cxnLst/>
              <a:rect l="l" t="t" r="r" b="b"/>
              <a:pathLst>
                <a:path w="50328" h="2623" extrusionOk="0">
                  <a:moveTo>
                    <a:pt x="38442" y="1"/>
                  </a:moveTo>
                  <a:cubicBezTo>
                    <a:pt x="36370" y="1"/>
                    <a:pt x="34294" y="74"/>
                    <a:pt x="32242" y="152"/>
                  </a:cubicBezTo>
                  <a:cubicBezTo>
                    <a:pt x="30480" y="223"/>
                    <a:pt x="28730" y="318"/>
                    <a:pt x="26968" y="342"/>
                  </a:cubicBezTo>
                  <a:cubicBezTo>
                    <a:pt x="26463" y="349"/>
                    <a:pt x="25957" y="352"/>
                    <a:pt x="25452" y="352"/>
                  </a:cubicBezTo>
                  <a:cubicBezTo>
                    <a:pt x="24147" y="352"/>
                    <a:pt x="22843" y="332"/>
                    <a:pt x="21539" y="306"/>
                  </a:cubicBezTo>
                  <a:cubicBezTo>
                    <a:pt x="20649" y="284"/>
                    <a:pt x="19738" y="275"/>
                    <a:pt x="18811" y="275"/>
                  </a:cubicBezTo>
                  <a:cubicBezTo>
                    <a:pt x="12721" y="275"/>
                    <a:pt x="5953" y="687"/>
                    <a:pt x="0" y="687"/>
                  </a:cubicBezTo>
                  <a:cubicBezTo>
                    <a:pt x="12" y="1247"/>
                    <a:pt x="262" y="2033"/>
                    <a:pt x="262" y="2604"/>
                  </a:cubicBezTo>
                  <a:cubicBezTo>
                    <a:pt x="789" y="2617"/>
                    <a:pt x="1317" y="2623"/>
                    <a:pt x="1847" y="2623"/>
                  </a:cubicBezTo>
                  <a:cubicBezTo>
                    <a:pt x="8445" y="2623"/>
                    <a:pt x="15269" y="1712"/>
                    <a:pt x="21667" y="1712"/>
                  </a:cubicBezTo>
                  <a:cubicBezTo>
                    <a:pt x="22469" y="1712"/>
                    <a:pt x="23264" y="1727"/>
                    <a:pt x="24051" y="1759"/>
                  </a:cubicBezTo>
                  <a:cubicBezTo>
                    <a:pt x="29266" y="1973"/>
                    <a:pt x="34433" y="2461"/>
                    <a:pt x="39648" y="2509"/>
                  </a:cubicBezTo>
                  <a:cubicBezTo>
                    <a:pt x="43208" y="2545"/>
                    <a:pt x="46768" y="2497"/>
                    <a:pt x="50316" y="2604"/>
                  </a:cubicBezTo>
                  <a:cubicBezTo>
                    <a:pt x="50328" y="1961"/>
                    <a:pt x="50328" y="1318"/>
                    <a:pt x="50328" y="675"/>
                  </a:cubicBezTo>
                  <a:cubicBezTo>
                    <a:pt x="47780" y="652"/>
                    <a:pt x="45220" y="294"/>
                    <a:pt x="42708" y="128"/>
                  </a:cubicBezTo>
                  <a:cubicBezTo>
                    <a:pt x="41295" y="35"/>
                    <a:pt x="39870" y="1"/>
                    <a:pt x="384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4"/>
            <p:cNvSpPr/>
            <p:nvPr/>
          </p:nvSpPr>
          <p:spPr>
            <a:xfrm flipH="1">
              <a:off x="7788" y="1475463"/>
              <a:ext cx="1272500" cy="70600"/>
            </a:xfrm>
            <a:custGeom>
              <a:avLst/>
              <a:gdLst/>
              <a:ahLst/>
              <a:cxnLst/>
              <a:rect l="l" t="t" r="r" b="b"/>
              <a:pathLst>
                <a:path w="50900" h="2824" extrusionOk="0">
                  <a:moveTo>
                    <a:pt x="21972" y="1"/>
                  </a:moveTo>
                  <a:cubicBezTo>
                    <a:pt x="15007" y="1"/>
                    <a:pt x="7136" y="871"/>
                    <a:pt x="277" y="871"/>
                  </a:cubicBezTo>
                  <a:cubicBezTo>
                    <a:pt x="237" y="871"/>
                    <a:pt x="196" y="871"/>
                    <a:pt x="156" y="871"/>
                  </a:cubicBezTo>
                  <a:lnTo>
                    <a:pt x="156" y="871"/>
                  </a:lnTo>
                  <a:cubicBezTo>
                    <a:pt x="203" y="1573"/>
                    <a:pt x="1" y="2121"/>
                    <a:pt x="48" y="2823"/>
                  </a:cubicBezTo>
                  <a:cubicBezTo>
                    <a:pt x="1794" y="2823"/>
                    <a:pt x="2584" y="2335"/>
                    <a:pt x="2852" y="2335"/>
                  </a:cubicBezTo>
                  <a:cubicBezTo>
                    <a:pt x="2859" y="2335"/>
                    <a:pt x="2865" y="2335"/>
                    <a:pt x="2870" y="2335"/>
                  </a:cubicBezTo>
                  <a:cubicBezTo>
                    <a:pt x="4942" y="1966"/>
                    <a:pt x="7109" y="1823"/>
                    <a:pt x="9157" y="1740"/>
                  </a:cubicBezTo>
                  <a:cubicBezTo>
                    <a:pt x="10328" y="1693"/>
                    <a:pt x="11501" y="1672"/>
                    <a:pt x="12674" y="1672"/>
                  </a:cubicBezTo>
                  <a:cubicBezTo>
                    <a:pt x="15926" y="1672"/>
                    <a:pt x="19183" y="1830"/>
                    <a:pt x="22420" y="2014"/>
                  </a:cubicBezTo>
                  <a:cubicBezTo>
                    <a:pt x="24599" y="2133"/>
                    <a:pt x="26790" y="2276"/>
                    <a:pt x="28969" y="2419"/>
                  </a:cubicBezTo>
                  <a:cubicBezTo>
                    <a:pt x="29939" y="2402"/>
                    <a:pt x="30910" y="2395"/>
                    <a:pt x="31879" y="2395"/>
                  </a:cubicBezTo>
                  <a:cubicBezTo>
                    <a:pt x="37917" y="2395"/>
                    <a:pt x="43941" y="2680"/>
                    <a:pt x="49983" y="2823"/>
                  </a:cubicBezTo>
                  <a:cubicBezTo>
                    <a:pt x="50281" y="2788"/>
                    <a:pt x="50579" y="2752"/>
                    <a:pt x="50876" y="2716"/>
                  </a:cubicBezTo>
                  <a:cubicBezTo>
                    <a:pt x="50888" y="2109"/>
                    <a:pt x="50888" y="1490"/>
                    <a:pt x="50900" y="883"/>
                  </a:cubicBezTo>
                  <a:cubicBezTo>
                    <a:pt x="46959" y="776"/>
                    <a:pt x="43018" y="847"/>
                    <a:pt x="39065" y="788"/>
                  </a:cubicBezTo>
                  <a:cubicBezTo>
                    <a:pt x="34338" y="704"/>
                    <a:pt x="29659" y="264"/>
                    <a:pt x="24944" y="61"/>
                  </a:cubicBezTo>
                  <a:cubicBezTo>
                    <a:pt x="23977" y="19"/>
                    <a:pt x="22984" y="1"/>
                    <a:pt x="219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4"/>
            <p:cNvSpPr/>
            <p:nvPr/>
          </p:nvSpPr>
          <p:spPr>
            <a:xfrm flipH="1">
              <a:off x="646838" y="1539788"/>
              <a:ext cx="448600" cy="12825"/>
            </a:xfrm>
            <a:custGeom>
              <a:avLst/>
              <a:gdLst/>
              <a:ahLst/>
              <a:cxnLst/>
              <a:rect l="l" t="t" r="r" b="b"/>
              <a:pathLst>
                <a:path w="17944" h="513" extrusionOk="0">
                  <a:moveTo>
                    <a:pt x="16586" y="0"/>
                  </a:moveTo>
                  <a:cubicBezTo>
                    <a:pt x="11050" y="60"/>
                    <a:pt x="5525" y="167"/>
                    <a:pt x="1" y="286"/>
                  </a:cubicBezTo>
                  <a:cubicBezTo>
                    <a:pt x="2416" y="435"/>
                    <a:pt x="4840" y="513"/>
                    <a:pt x="7265" y="513"/>
                  </a:cubicBezTo>
                  <a:cubicBezTo>
                    <a:pt x="8904" y="513"/>
                    <a:pt x="10543" y="477"/>
                    <a:pt x="12181" y="405"/>
                  </a:cubicBezTo>
                  <a:cubicBezTo>
                    <a:pt x="14098" y="322"/>
                    <a:pt x="16026" y="191"/>
                    <a:pt x="179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4"/>
            <p:cNvSpPr/>
            <p:nvPr/>
          </p:nvSpPr>
          <p:spPr>
            <a:xfrm flipH="1">
              <a:off x="25938" y="1162963"/>
              <a:ext cx="491450" cy="19550"/>
            </a:xfrm>
            <a:custGeom>
              <a:avLst/>
              <a:gdLst/>
              <a:ahLst/>
              <a:cxnLst/>
              <a:rect l="l" t="t" r="r" b="b"/>
              <a:pathLst>
                <a:path w="19658" h="782" extrusionOk="0">
                  <a:moveTo>
                    <a:pt x="9468" y="0"/>
                  </a:moveTo>
                  <a:cubicBezTo>
                    <a:pt x="6308" y="0"/>
                    <a:pt x="3146" y="110"/>
                    <a:pt x="1" y="345"/>
                  </a:cubicBezTo>
                  <a:cubicBezTo>
                    <a:pt x="3537" y="536"/>
                    <a:pt x="7073" y="738"/>
                    <a:pt x="10621" y="774"/>
                  </a:cubicBezTo>
                  <a:cubicBezTo>
                    <a:pt x="11033" y="779"/>
                    <a:pt x="11446" y="782"/>
                    <a:pt x="11859" y="782"/>
                  </a:cubicBezTo>
                  <a:cubicBezTo>
                    <a:pt x="14463" y="782"/>
                    <a:pt x="17078" y="676"/>
                    <a:pt x="19658" y="357"/>
                  </a:cubicBezTo>
                  <a:cubicBezTo>
                    <a:pt x="19003" y="310"/>
                    <a:pt x="18348" y="274"/>
                    <a:pt x="17693" y="238"/>
                  </a:cubicBezTo>
                  <a:cubicBezTo>
                    <a:pt x="14962" y="83"/>
                    <a:pt x="12216" y="0"/>
                    <a:pt x="94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4"/>
            <p:cNvSpPr/>
            <p:nvPr/>
          </p:nvSpPr>
          <p:spPr>
            <a:xfrm flipH="1">
              <a:off x="6888" y="1571613"/>
              <a:ext cx="1261775" cy="39275"/>
            </a:xfrm>
            <a:custGeom>
              <a:avLst/>
              <a:gdLst/>
              <a:ahLst/>
              <a:cxnLst/>
              <a:rect l="l" t="t" r="r" b="b"/>
              <a:pathLst>
                <a:path w="50471" h="1571" extrusionOk="0">
                  <a:moveTo>
                    <a:pt x="25505" y="1"/>
                  </a:moveTo>
                  <a:cubicBezTo>
                    <a:pt x="24538" y="1"/>
                    <a:pt x="23573" y="15"/>
                    <a:pt x="22610" y="49"/>
                  </a:cubicBezTo>
                  <a:cubicBezTo>
                    <a:pt x="19176" y="175"/>
                    <a:pt x="15810" y="389"/>
                    <a:pt x="12410" y="389"/>
                  </a:cubicBezTo>
                  <a:cubicBezTo>
                    <a:pt x="11306" y="389"/>
                    <a:pt x="10199" y="366"/>
                    <a:pt x="9085" y="311"/>
                  </a:cubicBezTo>
                  <a:cubicBezTo>
                    <a:pt x="7132" y="216"/>
                    <a:pt x="5179" y="109"/>
                    <a:pt x="3227" y="109"/>
                  </a:cubicBezTo>
                  <a:cubicBezTo>
                    <a:pt x="2822" y="109"/>
                    <a:pt x="941" y="513"/>
                    <a:pt x="143" y="549"/>
                  </a:cubicBezTo>
                  <a:cubicBezTo>
                    <a:pt x="167" y="906"/>
                    <a:pt x="0" y="1085"/>
                    <a:pt x="24" y="1442"/>
                  </a:cubicBezTo>
                  <a:cubicBezTo>
                    <a:pt x="214" y="1444"/>
                    <a:pt x="407" y="1445"/>
                    <a:pt x="604" y="1445"/>
                  </a:cubicBezTo>
                  <a:cubicBezTo>
                    <a:pt x="3891" y="1445"/>
                    <a:pt x="8119" y="1179"/>
                    <a:pt x="11275" y="1156"/>
                  </a:cubicBezTo>
                  <a:cubicBezTo>
                    <a:pt x="13139" y="1150"/>
                    <a:pt x="15002" y="1141"/>
                    <a:pt x="16864" y="1141"/>
                  </a:cubicBezTo>
                  <a:cubicBezTo>
                    <a:pt x="18726" y="1141"/>
                    <a:pt x="20586" y="1150"/>
                    <a:pt x="22443" y="1180"/>
                  </a:cubicBezTo>
                  <a:cubicBezTo>
                    <a:pt x="26122" y="1240"/>
                    <a:pt x="29790" y="1371"/>
                    <a:pt x="33469" y="1454"/>
                  </a:cubicBezTo>
                  <a:cubicBezTo>
                    <a:pt x="36480" y="1517"/>
                    <a:pt x="39495" y="1571"/>
                    <a:pt x="42508" y="1571"/>
                  </a:cubicBezTo>
                  <a:cubicBezTo>
                    <a:pt x="45153" y="1571"/>
                    <a:pt x="47797" y="1530"/>
                    <a:pt x="50435" y="1418"/>
                  </a:cubicBezTo>
                  <a:cubicBezTo>
                    <a:pt x="50411" y="1121"/>
                    <a:pt x="50471" y="787"/>
                    <a:pt x="50435" y="478"/>
                  </a:cubicBezTo>
                  <a:lnTo>
                    <a:pt x="50435" y="478"/>
                  </a:lnTo>
                  <a:cubicBezTo>
                    <a:pt x="48649" y="608"/>
                    <a:pt x="46853" y="658"/>
                    <a:pt x="45050" y="658"/>
                  </a:cubicBezTo>
                  <a:cubicBezTo>
                    <a:pt x="38564" y="658"/>
                    <a:pt x="31992" y="1"/>
                    <a:pt x="25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4"/>
            <p:cNvSpPr/>
            <p:nvPr/>
          </p:nvSpPr>
          <p:spPr>
            <a:xfrm flipH="1">
              <a:off x="6588" y="1627188"/>
              <a:ext cx="1262375" cy="53000"/>
            </a:xfrm>
            <a:custGeom>
              <a:avLst/>
              <a:gdLst/>
              <a:ahLst/>
              <a:cxnLst/>
              <a:rect l="l" t="t" r="r" b="b"/>
              <a:pathLst>
                <a:path w="50495" h="2120" extrusionOk="0">
                  <a:moveTo>
                    <a:pt x="18005" y="0"/>
                  </a:moveTo>
                  <a:cubicBezTo>
                    <a:pt x="11171" y="0"/>
                    <a:pt x="1714" y="200"/>
                    <a:pt x="0" y="303"/>
                  </a:cubicBezTo>
                  <a:cubicBezTo>
                    <a:pt x="36" y="898"/>
                    <a:pt x="596" y="1326"/>
                    <a:pt x="607" y="1922"/>
                  </a:cubicBezTo>
                  <a:cubicBezTo>
                    <a:pt x="1304" y="2068"/>
                    <a:pt x="2104" y="2119"/>
                    <a:pt x="2953" y="2119"/>
                  </a:cubicBezTo>
                  <a:cubicBezTo>
                    <a:pt x="4902" y="2119"/>
                    <a:pt x="7107" y="1850"/>
                    <a:pt x="8909" y="1850"/>
                  </a:cubicBezTo>
                  <a:cubicBezTo>
                    <a:pt x="8936" y="1850"/>
                    <a:pt x="8963" y="1850"/>
                    <a:pt x="8989" y="1850"/>
                  </a:cubicBezTo>
                  <a:cubicBezTo>
                    <a:pt x="13609" y="1874"/>
                    <a:pt x="18241" y="1874"/>
                    <a:pt x="22860" y="1874"/>
                  </a:cubicBezTo>
                  <a:cubicBezTo>
                    <a:pt x="26384" y="1874"/>
                    <a:pt x="29885" y="1719"/>
                    <a:pt x="33397" y="1529"/>
                  </a:cubicBezTo>
                  <a:cubicBezTo>
                    <a:pt x="36130" y="1395"/>
                    <a:pt x="38869" y="1268"/>
                    <a:pt x="41605" y="1268"/>
                  </a:cubicBezTo>
                  <a:cubicBezTo>
                    <a:pt x="42517" y="1268"/>
                    <a:pt x="43428" y="1282"/>
                    <a:pt x="44339" y="1315"/>
                  </a:cubicBezTo>
                  <a:cubicBezTo>
                    <a:pt x="46387" y="1386"/>
                    <a:pt x="48471" y="1553"/>
                    <a:pt x="50471" y="1922"/>
                  </a:cubicBezTo>
                  <a:cubicBezTo>
                    <a:pt x="50435" y="1374"/>
                    <a:pt x="50495" y="803"/>
                    <a:pt x="50447" y="255"/>
                  </a:cubicBezTo>
                  <a:lnTo>
                    <a:pt x="50447" y="255"/>
                  </a:lnTo>
                  <a:cubicBezTo>
                    <a:pt x="48030" y="350"/>
                    <a:pt x="45506" y="422"/>
                    <a:pt x="43089" y="422"/>
                  </a:cubicBezTo>
                  <a:cubicBezTo>
                    <a:pt x="42852" y="422"/>
                    <a:pt x="42615" y="423"/>
                    <a:pt x="42378" y="423"/>
                  </a:cubicBezTo>
                  <a:cubicBezTo>
                    <a:pt x="38948" y="423"/>
                    <a:pt x="35519" y="345"/>
                    <a:pt x="32099" y="267"/>
                  </a:cubicBezTo>
                  <a:cubicBezTo>
                    <a:pt x="28409" y="183"/>
                    <a:pt x="24730" y="52"/>
                    <a:pt x="21050" y="17"/>
                  </a:cubicBezTo>
                  <a:cubicBezTo>
                    <a:pt x="20131" y="5"/>
                    <a:pt x="19102" y="0"/>
                    <a:pt x="180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4"/>
            <p:cNvSpPr/>
            <p:nvPr/>
          </p:nvSpPr>
          <p:spPr>
            <a:xfrm flipH="1">
              <a:off x="6888" y="1712913"/>
              <a:ext cx="1290350" cy="78975"/>
            </a:xfrm>
            <a:custGeom>
              <a:avLst/>
              <a:gdLst/>
              <a:ahLst/>
              <a:cxnLst/>
              <a:rect l="l" t="t" r="r" b="b"/>
              <a:pathLst>
                <a:path w="51614" h="3159" extrusionOk="0">
                  <a:moveTo>
                    <a:pt x="20232" y="0"/>
                  </a:moveTo>
                  <a:cubicBezTo>
                    <a:pt x="13848" y="0"/>
                    <a:pt x="6755" y="402"/>
                    <a:pt x="976" y="1017"/>
                  </a:cubicBezTo>
                  <a:cubicBezTo>
                    <a:pt x="1000" y="1862"/>
                    <a:pt x="0" y="1493"/>
                    <a:pt x="0" y="2338"/>
                  </a:cubicBezTo>
                  <a:cubicBezTo>
                    <a:pt x="12" y="2434"/>
                    <a:pt x="1524" y="2850"/>
                    <a:pt x="1536" y="2946"/>
                  </a:cubicBezTo>
                  <a:cubicBezTo>
                    <a:pt x="2109" y="3006"/>
                    <a:pt x="2661" y="3029"/>
                    <a:pt x="3196" y="3029"/>
                  </a:cubicBezTo>
                  <a:cubicBezTo>
                    <a:pt x="4995" y="3029"/>
                    <a:pt x="6597" y="2767"/>
                    <a:pt x="8120" y="2767"/>
                  </a:cubicBezTo>
                  <a:cubicBezTo>
                    <a:pt x="8678" y="2771"/>
                    <a:pt x="9236" y="2772"/>
                    <a:pt x="9794" y="2772"/>
                  </a:cubicBezTo>
                  <a:cubicBezTo>
                    <a:pt x="11142" y="2772"/>
                    <a:pt x="12492" y="2764"/>
                    <a:pt x="13847" y="2755"/>
                  </a:cubicBezTo>
                  <a:cubicBezTo>
                    <a:pt x="14075" y="2754"/>
                    <a:pt x="14303" y="2753"/>
                    <a:pt x="14531" y="2753"/>
                  </a:cubicBezTo>
                  <a:cubicBezTo>
                    <a:pt x="15430" y="2753"/>
                    <a:pt x="16334" y="2762"/>
                    <a:pt x="17239" y="2762"/>
                  </a:cubicBezTo>
                  <a:cubicBezTo>
                    <a:pt x="18013" y="2762"/>
                    <a:pt x="18789" y="2756"/>
                    <a:pt x="19562" y="2731"/>
                  </a:cubicBezTo>
                  <a:cubicBezTo>
                    <a:pt x="21082" y="2686"/>
                    <a:pt x="22602" y="2665"/>
                    <a:pt x="24122" y="2665"/>
                  </a:cubicBezTo>
                  <a:cubicBezTo>
                    <a:pt x="26567" y="2665"/>
                    <a:pt x="29012" y="2719"/>
                    <a:pt x="31456" y="2815"/>
                  </a:cubicBezTo>
                  <a:cubicBezTo>
                    <a:pt x="33421" y="2886"/>
                    <a:pt x="35386" y="2993"/>
                    <a:pt x="37362" y="3112"/>
                  </a:cubicBezTo>
                  <a:cubicBezTo>
                    <a:pt x="37991" y="3146"/>
                    <a:pt x="38623" y="3159"/>
                    <a:pt x="39255" y="3159"/>
                  </a:cubicBezTo>
                  <a:cubicBezTo>
                    <a:pt x="40420" y="3159"/>
                    <a:pt x="41587" y="3115"/>
                    <a:pt x="42744" y="3077"/>
                  </a:cubicBezTo>
                  <a:cubicBezTo>
                    <a:pt x="44846" y="3000"/>
                    <a:pt x="46955" y="2905"/>
                    <a:pt x="49061" y="2905"/>
                  </a:cubicBezTo>
                  <a:cubicBezTo>
                    <a:pt x="49900" y="2905"/>
                    <a:pt x="50740" y="2920"/>
                    <a:pt x="51578" y="2958"/>
                  </a:cubicBezTo>
                  <a:cubicBezTo>
                    <a:pt x="51554" y="2279"/>
                    <a:pt x="51614" y="1588"/>
                    <a:pt x="51578" y="934"/>
                  </a:cubicBezTo>
                  <a:lnTo>
                    <a:pt x="51578" y="934"/>
                  </a:lnTo>
                  <a:cubicBezTo>
                    <a:pt x="50131" y="1070"/>
                    <a:pt x="48636" y="1120"/>
                    <a:pt x="47151" y="1120"/>
                  </a:cubicBezTo>
                  <a:cubicBezTo>
                    <a:pt x="46168" y="1120"/>
                    <a:pt x="45190" y="1098"/>
                    <a:pt x="44232" y="1065"/>
                  </a:cubicBezTo>
                  <a:lnTo>
                    <a:pt x="44232" y="1053"/>
                  </a:lnTo>
                  <a:cubicBezTo>
                    <a:pt x="40910" y="934"/>
                    <a:pt x="37600" y="636"/>
                    <a:pt x="34290" y="422"/>
                  </a:cubicBezTo>
                  <a:cubicBezTo>
                    <a:pt x="30742" y="207"/>
                    <a:pt x="27170" y="136"/>
                    <a:pt x="23610" y="41"/>
                  </a:cubicBezTo>
                  <a:cubicBezTo>
                    <a:pt x="22515" y="13"/>
                    <a:pt x="21385" y="0"/>
                    <a:pt x="202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4"/>
            <p:cNvSpPr/>
            <p:nvPr/>
          </p:nvSpPr>
          <p:spPr>
            <a:xfrm flipH="1">
              <a:off x="6888" y="1805888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1"/>
                  </a:moveTo>
                  <a:cubicBezTo>
                    <a:pt x="21788" y="13"/>
                    <a:pt x="19848" y="72"/>
                    <a:pt x="17907" y="84"/>
                  </a:cubicBezTo>
                  <a:cubicBezTo>
                    <a:pt x="13593" y="84"/>
                    <a:pt x="8354" y="295"/>
                    <a:pt x="3723" y="295"/>
                  </a:cubicBezTo>
                  <a:cubicBezTo>
                    <a:pt x="2744" y="295"/>
                    <a:pt x="1792" y="285"/>
                    <a:pt x="881" y="263"/>
                  </a:cubicBezTo>
                  <a:lnTo>
                    <a:pt x="881" y="263"/>
                  </a:lnTo>
                  <a:cubicBezTo>
                    <a:pt x="1024" y="1358"/>
                    <a:pt x="0" y="1941"/>
                    <a:pt x="36" y="3049"/>
                  </a:cubicBezTo>
                  <a:cubicBezTo>
                    <a:pt x="48" y="3168"/>
                    <a:pt x="1405" y="4108"/>
                    <a:pt x="1417" y="4227"/>
                  </a:cubicBezTo>
                  <a:cubicBezTo>
                    <a:pt x="1815" y="4257"/>
                    <a:pt x="2228" y="4270"/>
                    <a:pt x="2653" y="4270"/>
                  </a:cubicBezTo>
                  <a:cubicBezTo>
                    <a:pt x="5793" y="4270"/>
                    <a:pt x="9593" y="3554"/>
                    <a:pt x="12641" y="3554"/>
                  </a:cubicBezTo>
                  <a:cubicBezTo>
                    <a:pt x="12803" y="3554"/>
                    <a:pt x="12963" y="3556"/>
                    <a:pt x="13121" y="3561"/>
                  </a:cubicBezTo>
                  <a:cubicBezTo>
                    <a:pt x="16740" y="3656"/>
                    <a:pt x="20360" y="3822"/>
                    <a:pt x="23979" y="3894"/>
                  </a:cubicBezTo>
                  <a:cubicBezTo>
                    <a:pt x="24818" y="3905"/>
                    <a:pt x="25656" y="3913"/>
                    <a:pt x="26495" y="3913"/>
                  </a:cubicBezTo>
                  <a:cubicBezTo>
                    <a:pt x="27466" y="3913"/>
                    <a:pt x="28437" y="3902"/>
                    <a:pt x="29408" y="3870"/>
                  </a:cubicBezTo>
                  <a:cubicBezTo>
                    <a:pt x="31147" y="3822"/>
                    <a:pt x="32885" y="3727"/>
                    <a:pt x="34623" y="3668"/>
                  </a:cubicBezTo>
                  <a:cubicBezTo>
                    <a:pt x="36263" y="3612"/>
                    <a:pt x="37913" y="3569"/>
                    <a:pt x="39562" y="3569"/>
                  </a:cubicBezTo>
                  <a:cubicBezTo>
                    <a:pt x="41422" y="3569"/>
                    <a:pt x="43282" y="3623"/>
                    <a:pt x="45125" y="3775"/>
                  </a:cubicBezTo>
                  <a:cubicBezTo>
                    <a:pt x="47256" y="3942"/>
                    <a:pt x="49411" y="4203"/>
                    <a:pt x="51566" y="4227"/>
                  </a:cubicBezTo>
                  <a:cubicBezTo>
                    <a:pt x="51566" y="2918"/>
                    <a:pt x="51602" y="1596"/>
                    <a:pt x="51566" y="286"/>
                  </a:cubicBezTo>
                  <a:cubicBezTo>
                    <a:pt x="50756" y="248"/>
                    <a:pt x="49942" y="232"/>
                    <a:pt x="49124" y="232"/>
                  </a:cubicBezTo>
                  <a:cubicBezTo>
                    <a:pt x="46431" y="232"/>
                    <a:pt x="43708" y="401"/>
                    <a:pt x="41041" y="465"/>
                  </a:cubicBezTo>
                  <a:lnTo>
                    <a:pt x="41041" y="453"/>
                  </a:lnTo>
                  <a:cubicBezTo>
                    <a:pt x="40590" y="464"/>
                    <a:pt x="40139" y="469"/>
                    <a:pt x="39689" y="469"/>
                  </a:cubicBezTo>
                  <a:cubicBezTo>
                    <a:pt x="36349" y="469"/>
                    <a:pt x="33031" y="189"/>
                    <a:pt x="29694" y="84"/>
                  </a:cubicBezTo>
                  <a:cubicBezTo>
                    <a:pt x="27706" y="24"/>
                    <a:pt x="25718" y="1"/>
                    <a:pt x="237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4"/>
            <p:cNvSpPr/>
            <p:nvPr/>
          </p:nvSpPr>
          <p:spPr>
            <a:xfrm flipH="1">
              <a:off x="7788" y="1922963"/>
              <a:ext cx="1258200" cy="65325"/>
            </a:xfrm>
            <a:custGeom>
              <a:avLst/>
              <a:gdLst/>
              <a:ahLst/>
              <a:cxnLst/>
              <a:rect l="l" t="t" r="r" b="b"/>
              <a:pathLst>
                <a:path w="50328" h="2613" extrusionOk="0">
                  <a:moveTo>
                    <a:pt x="38442" y="1"/>
                  </a:moveTo>
                  <a:cubicBezTo>
                    <a:pt x="36370" y="1"/>
                    <a:pt x="34294" y="74"/>
                    <a:pt x="32242" y="152"/>
                  </a:cubicBezTo>
                  <a:cubicBezTo>
                    <a:pt x="30480" y="223"/>
                    <a:pt x="28730" y="306"/>
                    <a:pt x="26968" y="342"/>
                  </a:cubicBezTo>
                  <a:cubicBezTo>
                    <a:pt x="26483" y="348"/>
                    <a:pt x="25998" y="351"/>
                    <a:pt x="25513" y="351"/>
                  </a:cubicBezTo>
                  <a:cubicBezTo>
                    <a:pt x="24188" y="351"/>
                    <a:pt x="22864" y="329"/>
                    <a:pt x="21539" y="294"/>
                  </a:cubicBezTo>
                  <a:cubicBezTo>
                    <a:pt x="20704" y="275"/>
                    <a:pt x="19852" y="267"/>
                    <a:pt x="18985" y="267"/>
                  </a:cubicBezTo>
                  <a:cubicBezTo>
                    <a:pt x="12850" y="267"/>
                    <a:pt x="6009" y="687"/>
                    <a:pt x="0" y="687"/>
                  </a:cubicBezTo>
                  <a:cubicBezTo>
                    <a:pt x="12" y="1247"/>
                    <a:pt x="262" y="2033"/>
                    <a:pt x="262" y="2592"/>
                  </a:cubicBezTo>
                  <a:cubicBezTo>
                    <a:pt x="815" y="2606"/>
                    <a:pt x="1371" y="2613"/>
                    <a:pt x="1927" y="2613"/>
                  </a:cubicBezTo>
                  <a:cubicBezTo>
                    <a:pt x="8478" y="2613"/>
                    <a:pt x="15249" y="1709"/>
                    <a:pt x="21602" y="1709"/>
                  </a:cubicBezTo>
                  <a:cubicBezTo>
                    <a:pt x="22426" y="1709"/>
                    <a:pt x="23243" y="1725"/>
                    <a:pt x="24051" y="1759"/>
                  </a:cubicBezTo>
                  <a:cubicBezTo>
                    <a:pt x="29266" y="1973"/>
                    <a:pt x="34433" y="2461"/>
                    <a:pt x="39648" y="2509"/>
                  </a:cubicBezTo>
                  <a:cubicBezTo>
                    <a:pt x="43208" y="2533"/>
                    <a:pt x="46768" y="2497"/>
                    <a:pt x="50316" y="2592"/>
                  </a:cubicBezTo>
                  <a:cubicBezTo>
                    <a:pt x="50328" y="1949"/>
                    <a:pt x="50328" y="1318"/>
                    <a:pt x="50328" y="675"/>
                  </a:cubicBezTo>
                  <a:cubicBezTo>
                    <a:pt x="47780" y="640"/>
                    <a:pt x="45220" y="294"/>
                    <a:pt x="42708" y="128"/>
                  </a:cubicBezTo>
                  <a:cubicBezTo>
                    <a:pt x="41295" y="35"/>
                    <a:pt x="39870" y="1"/>
                    <a:pt x="384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4"/>
            <p:cNvSpPr/>
            <p:nvPr/>
          </p:nvSpPr>
          <p:spPr>
            <a:xfrm flipH="1">
              <a:off x="7788" y="1999263"/>
              <a:ext cx="1272500" cy="70675"/>
            </a:xfrm>
            <a:custGeom>
              <a:avLst/>
              <a:gdLst/>
              <a:ahLst/>
              <a:cxnLst/>
              <a:rect l="l" t="t" r="r" b="b"/>
              <a:pathLst>
                <a:path w="50900" h="2827" extrusionOk="0">
                  <a:moveTo>
                    <a:pt x="21903" y="0"/>
                  </a:moveTo>
                  <a:cubicBezTo>
                    <a:pt x="14996" y="0"/>
                    <a:pt x="7204" y="862"/>
                    <a:pt x="395" y="862"/>
                  </a:cubicBezTo>
                  <a:cubicBezTo>
                    <a:pt x="315" y="862"/>
                    <a:pt x="235" y="862"/>
                    <a:pt x="156" y="862"/>
                  </a:cubicBezTo>
                  <a:lnTo>
                    <a:pt x="156" y="862"/>
                  </a:lnTo>
                  <a:cubicBezTo>
                    <a:pt x="203" y="1576"/>
                    <a:pt x="1" y="2112"/>
                    <a:pt x="48" y="2826"/>
                  </a:cubicBezTo>
                  <a:cubicBezTo>
                    <a:pt x="1775" y="2826"/>
                    <a:pt x="2567" y="2337"/>
                    <a:pt x="2844" y="2337"/>
                  </a:cubicBezTo>
                  <a:cubicBezTo>
                    <a:pt x="2853" y="2337"/>
                    <a:pt x="2862" y="2337"/>
                    <a:pt x="2870" y="2338"/>
                  </a:cubicBezTo>
                  <a:cubicBezTo>
                    <a:pt x="4942" y="1969"/>
                    <a:pt x="7109" y="1814"/>
                    <a:pt x="9157" y="1731"/>
                  </a:cubicBezTo>
                  <a:cubicBezTo>
                    <a:pt x="10328" y="1684"/>
                    <a:pt x="11501" y="1663"/>
                    <a:pt x="12674" y="1663"/>
                  </a:cubicBezTo>
                  <a:cubicBezTo>
                    <a:pt x="15926" y="1663"/>
                    <a:pt x="19183" y="1821"/>
                    <a:pt x="22420" y="2005"/>
                  </a:cubicBezTo>
                  <a:cubicBezTo>
                    <a:pt x="24599" y="2136"/>
                    <a:pt x="26790" y="2279"/>
                    <a:pt x="28969" y="2422"/>
                  </a:cubicBezTo>
                  <a:cubicBezTo>
                    <a:pt x="29964" y="2405"/>
                    <a:pt x="30958" y="2397"/>
                    <a:pt x="31952" y="2397"/>
                  </a:cubicBezTo>
                  <a:cubicBezTo>
                    <a:pt x="37965" y="2397"/>
                    <a:pt x="43965" y="2673"/>
                    <a:pt x="49983" y="2826"/>
                  </a:cubicBezTo>
                  <a:cubicBezTo>
                    <a:pt x="50281" y="2791"/>
                    <a:pt x="50579" y="2755"/>
                    <a:pt x="50876" y="2707"/>
                  </a:cubicBezTo>
                  <a:cubicBezTo>
                    <a:pt x="50888" y="2100"/>
                    <a:pt x="50888" y="1493"/>
                    <a:pt x="50900" y="886"/>
                  </a:cubicBezTo>
                  <a:cubicBezTo>
                    <a:pt x="46959" y="767"/>
                    <a:pt x="43018" y="838"/>
                    <a:pt x="39065" y="779"/>
                  </a:cubicBezTo>
                  <a:cubicBezTo>
                    <a:pt x="34338" y="707"/>
                    <a:pt x="29659" y="267"/>
                    <a:pt x="24944" y="64"/>
                  </a:cubicBezTo>
                  <a:cubicBezTo>
                    <a:pt x="23955" y="20"/>
                    <a:pt x="22939" y="0"/>
                    <a:pt x="219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4"/>
            <p:cNvSpPr/>
            <p:nvPr/>
          </p:nvSpPr>
          <p:spPr>
            <a:xfrm flipH="1">
              <a:off x="648038" y="2063363"/>
              <a:ext cx="448600" cy="12900"/>
            </a:xfrm>
            <a:custGeom>
              <a:avLst/>
              <a:gdLst/>
              <a:ahLst/>
              <a:cxnLst/>
              <a:rect l="l" t="t" r="r" b="b"/>
              <a:pathLst>
                <a:path w="17944" h="516" extrusionOk="0">
                  <a:moveTo>
                    <a:pt x="17944" y="0"/>
                  </a:moveTo>
                  <a:cubicBezTo>
                    <a:pt x="17491" y="12"/>
                    <a:pt x="17039" y="12"/>
                    <a:pt x="16586" y="12"/>
                  </a:cubicBezTo>
                  <a:cubicBezTo>
                    <a:pt x="11050" y="72"/>
                    <a:pt x="5525" y="179"/>
                    <a:pt x="1" y="298"/>
                  </a:cubicBezTo>
                  <a:cubicBezTo>
                    <a:pt x="2439" y="442"/>
                    <a:pt x="4886" y="516"/>
                    <a:pt x="7334" y="516"/>
                  </a:cubicBezTo>
                  <a:cubicBezTo>
                    <a:pt x="8950" y="516"/>
                    <a:pt x="10566" y="483"/>
                    <a:pt x="12181" y="417"/>
                  </a:cubicBezTo>
                  <a:cubicBezTo>
                    <a:pt x="14098" y="334"/>
                    <a:pt x="16027" y="203"/>
                    <a:pt x="179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4"/>
            <p:cNvSpPr/>
            <p:nvPr/>
          </p:nvSpPr>
          <p:spPr>
            <a:xfrm flipH="1">
              <a:off x="27113" y="1686688"/>
              <a:ext cx="491475" cy="19700"/>
            </a:xfrm>
            <a:custGeom>
              <a:avLst/>
              <a:gdLst/>
              <a:ahLst/>
              <a:cxnLst/>
              <a:rect l="l" t="t" r="r" b="b"/>
              <a:pathLst>
                <a:path w="19659" h="788" extrusionOk="0">
                  <a:moveTo>
                    <a:pt x="9470" y="0"/>
                  </a:moveTo>
                  <a:cubicBezTo>
                    <a:pt x="6310" y="0"/>
                    <a:pt x="3147" y="109"/>
                    <a:pt x="1" y="351"/>
                  </a:cubicBezTo>
                  <a:cubicBezTo>
                    <a:pt x="3537" y="542"/>
                    <a:pt x="7073" y="744"/>
                    <a:pt x="10621" y="780"/>
                  </a:cubicBezTo>
                  <a:cubicBezTo>
                    <a:pt x="11034" y="785"/>
                    <a:pt x="11446" y="788"/>
                    <a:pt x="11859" y="788"/>
                  </a:cubicBezTo>
                  <a:cubicBezTo>
                    <a:pt x="14464" y="788"/>
                    <a:pt x="17079" y="682"/>
                    <a:pt x="19658" y="363"/>
                  </a:cubicBezTo>
                  <a:cubicBezTo>
                    <a:pt x="19003" y="316"/>
                    <a:pt x="18348" y="268"/>
                    <a:pt x="17694" y="232"/>
                  </a:cubicBezTo>
                  <a:cubicBezTo>
                    <a:pt x="14963" y="83"/>
                    <a:pt x="12218" y="0"/>
                    <a:pt x="9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4"/>
            <p:cNvSpPr/>
            <p:nvPr/>
          </p:nvSpPr>
          <p:spPr>
            <a:xfrm flipH="1">
              <a:off x="6888" y="2094613"/>
              <a:ext cx="1261775" cy="39225"/>
            </a:xfrm>
            <a:custGeom>
              <a:avLst/>
              <a:gdLst/>
              <a:ahLst/>
              <a:cxnLst/>
              <a:rect l="l" t="t" r="r" b="b"/>
              <a:pathLst>
                <a:path w="50471" h="1569" extrusionOk="0">
                  <a:moveTo>
                    <a:pt x="25459" y="1"/>
                  </a:moveTo>
                  <a:cubicBezTo>
                    <a:pt x="24508" y="1"/>
                    <a:pt x="23558" y="15"/>
                    <a:pt x="22610" y="48"/>
                  </a:cubicBezTo>
                  <a:cubicBezTo>
                    <a:pt x="19176" y="174"/>
                    <a:pt x="15810" y="388"/>
                    <a:pt x="12410" y="388"/>
                  </a:cubicBezTo>
                  <a:cubicBezTo>
                    <a:pt x="11306" y="388"/>
                    <a:pt x="10199" y="366"/>
                    <a:pt x="9085" y="310"/>
                  </a:cubicBezTo>
                  <a:cubicBezTo>
                    <a:pt x="7132" y="215"/>
                    <a:pt x="5179" y="108"/>
                    <a:pt x="3227" y="108"/>
                  </a:cubicBezTo>
                  <a:cubicBezTo>
                    <a:pt x="2822" y="108"/>
                    <a:pt x="941" y="513"/>
                    <a:pt x="143" y="548"/>
                  </a:cubicBezTo>
                  <a:cubicBezTo>
                    <a:pt x="167" y="906"/>
                    <a:pt x="0" y="1084"/>
                    <a:pt x="24" y="1441"/>
                  </a:cubicBezTo>
                  <a:cubicBezTo>
                    <a:pt x="214" y="1443"/>
                    <a:pt x="407" y="1444"/>
                    <a:pt x="604" y="1444"/>
                  </a:cubicBezTo>
                  <a:cubicBezTo>
                    <a:pt x="3891" y="1444"/>
                    <a:pt x="8119" y="1178"/>
                    <a:pt x="11275" y="1156"/>
                  </a:cubicBezTo>
                  <a:cubicBezTo>
                    <a:pt x="13002" y="1145"/>
                    <a:pt x="14729" y="1136"/>
                    <a:pt x="16454" y="1136"/>
                  </a:cubicBezTo>
                  <a:cubicBezTo>
                    <a:pt x="18453" y="1136"/>
                    <a:pt x="20450" y="1147"/>
                    <a:pt x="22443" y="1179"/>
                  </a:cubicBezTo>
                  <a:cubicBezTo>
                    <a:pt x="26122" y="1239"/>
                    <a:pt x="29790" y="1370"/>
                    <a:pt x="33469" y="1441"/>
                  </a:cubicBezTo>
                  <a:cubicBezTo>
                    <a:pt x="36518" y="1512"/>
                    <a:pt x="39571" y="1569"/>
                    <a:pt x="42621" y="1569"/>
                  </a:cubicBezTo>
                  <a:cubicBezTo>
                    <a:pt x="45229" y="1569"/>
                    <a:pt x="47834" y="1527"/>
                    <a:pt x="50435" y="1417"/>
                  </a:cubicBezTo>
                  <a:cubicBezTo>
                    <a:pt x="50411" y="1120"/>
                    <a:pt x="50471" y="798"/>
                    <a:pt x="50435" y="501"/>
                  </a:cubicBezTo>
                  <a:lnTo>
                    <a:pt x="50435" y="501"/>
                  </a:lnTo>
                  <a:cubicBezTo>
                    <a:pt x="48674" y="629"/>
                    <a:pt x="46903" y="679"/>
                    <a:pt x="45126" y="679"/>
                  </a:cubicBezTo>
                  <a:cubicBezTo>
                    <a:pt x="38600" y="679"/>
                    <a:pt x="31987" y="1"/>
                    <a:pt x="254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4"/>
            <p:cNvSpPr/>
            <p:nvPr/>
          </p:nvSpPr>
          <p:spPr>
            <a:xfrm flipH="1">
              <a:off x="6888" y="2140438"/>
              <a:ext cx="1262375" cy="53100"/>
            </a:xfrm>
            <a:custGeom>
              <a:avLst/>
              <a:gdLst/>
              <a:ahLst/>
              <a:cxnLst/>
              <a:rect l="l" t="t" r="r" b="b"/>
              <a:pathLst>
                <a:path w="50495" h="2124" extrusionOk="0">
                  <a:moveTo>
                    <a:pt x="18395" y="0"/>
                  </a:moveTo>
                  <a:cubicBezTo>
                    <a:pt x="11536" y="0"/>
                    <a:pt x="1746" y="205"/>
                    <a:pt x="0" y="299"/>
                  </a:cubicBezTo>
                  <a:cubicBezTo>
                    <a:pt x="36" y="894"/>
                    <a:pt x="596" y="1323"/>
                    <a:pt x="619" y="1918"/>
                  </a:cubicBezTo>
                  <a:cubicBezTo>
                    <a:pt x="1325" y="2071"/>
                    <a:pt x="2138" y="2124"/>
                    <a:pt x="3001" y="2124"/>
                  </a:cubicBezTo>
                  <a:cubicBezTo>
                    <a:pt x="4935" y="2124"/>
                    <a:pt x="7120" y="1858"/>
                    <a:pt x="8909" y="1858"/>
                  </a:cubicBezTo>
                  <a:cubicBezTo>
                    <a:pt x="8936" y="1858"/>
                    <a:pt x="8963" y="1858"/>
                    <a:pt x="8990" y="1859"/>
                  </a:cubicBezTo>
                  <a:cubicBezTo>
                    <a:pt x="13621" y="1882"/>
                    <a:pt x="18241" y="1882"/>
                    <a:pt x="22872" y="1882"/>
                  </a:cubicBezTo>
                  <a:cubicBezTo>
                    <a:pt x="26396" y="1882"/>
                    <a:pt x="29885" y="1716"/>
                    <a:pt x="33397" y="1537"/>
                  </a:cubicBezTo>
                  <a:cubicBezTo>
                    <a:pt x="36099" y="1396"/>
                    <a:pt x="38808" y="1274"/>
                    <a:pt x="41518" y="1274"/>
                  </a:cubicBezTo>
                  <a:cubicBezTo>
                    <a:pt x="42462" y="1274"/>
                    <a:pt x="43407" y="1289"/>
                    <a:pt x="44351" y="1323"/>
                  </a:cubicBezTo>
                  <a:cubicBezTo>
                    <a:pt x="46399" y="1394"/>
                    <a:pt x="48483" y="1549"/>
                    <a:pt x="50483" y="1918"/>
                  </a:cubicBezTo>
                  <a:cubicBezTo>
                    <a:pt x="50447" y="1370"/>
                    <a:pt x="50495" y="811"/>
                    <a:pt x="50447" y="263"/>
                  </a:cubicBezTo>
                  <a:cubicBezTo>
                    <a:pt x="48030" y="358"/>
                    <a:pt x="45518" y="430"/>
                    <a:pt x="43089" y="430"/>
                  </a:cubicBezTo>
                  <a:cubicBezTo>
                    <a:pt x="39422" y="430"/>
                    <a:pt x="35767" y="358"/>
                    <a:pt x="32100" y="275"/>
                  </a:cubicBezTo>
                  <a:cubicBezTo>
                    <a:pt x="28421" y="192"/>
                    <a:pt x="24730" y="61"/>
                    <a:pt x="21051" y="13"/>
                  </a:cubicBezTo>
                  <a:cubicBezTo>
                    <a:pt x="20241" y="4"/>
                    <a:pt x="19346" y="0"/>
                    <a:pt x="183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4"/>
            <p:cNvSpPr/>
            <p:nvPr/>
          </p:nvSpPr>
          <p:spPr>
            <a:xfrm flipH="1">
              <a:off x="7188" y="2226238"/>
              <a:ext cx="1290350" cy="78950"/>
            </a:xfrm>
            <a:custGeom>
              <a:avLst/>
              <a:gdLst/>
              <a:ahLst/>
              <a:cxnLst/>
              <a:rect l="l" t="t" r="r" b="b"/>
              <a:pathLst>
                <a:path w="51614" h="3158" extrusionOk="0">
                  <a:moveTo>
                    <a:pt x="20070" y="1"/>
                  </a:moveTo>
                  <a:cubicBezTo>
                    <a:pt x="13726" y="1"/>
                    <a:pt x="6715" y="401"/>
                    <a:pt x="988" y="1010"/>
                  </a:cubicBezTo>
                  <a:cubicBezTo>
                    <a:pt x="1000" y="1856"/>
                    <a:pt x="0" y="1498"/>
                    <a:pt x="0" y="2344"/>
                  </a:cubicBezTo>
                  <a:cubicBezTo>
                    <a:pt x="12" y="2439"/>
                    <a:pt x="1524" y="2844"/>
                    <a:pt x="1548" y="2939"/>
                  </a:cubicBezTo>
                  <a:cubicBezTo>
                    <a:pt x="2120" y="2999"/>
                    <a:pt x="2672" y="3022"/>
                    <a:pt x="3207" y="3022"/>
                  </a:cubicBezTo>
                  <a:cubicBezTo>
                    <a:pt x="4967" y="3022"/>
                    <a:pt x="6543" y="2772"/>
                    <a:pt x="8041" y="2772"/>
                  </a:cubicBezTo>
                  <a:cubicBezTo>
                    <a:pt x="8067" y="2772"/>
                    <a:pt x="8094" y="2772"/>
                    <a:pt x="8120" y="2772"/>
                  </a:cubicBezTo>
                  <a:cubicBezTo>
                    <a:pt x="10025" y="2772"/>
                    <a:pt x="11942" y="2772"/>
                    <a:pt x="13847" y="2760"/>
                  </a:cubicBezTo>
                  <a:cubicBezTo>
                    <a:pt x="14153" y="2759"/>
                    <a:pt x="14458" y="2758"/>
                    <a:pt x="14764" y="2758"/>
                  </a:cubicBezTo>
                  <a:cubicBezTo>
                    <a:pt x="15540" y="2758"/>
                    <a:pt x="16317" y="2762"/>
                    <a:pt x="17094" y="2762"/>
                  </a:cubicBezTo>
                  <a:cubicBezTo>
                    <a:pt x="17922" y="2762"/>
                    <a:pt x="18749" y="2757"/>
                    <a:pt x="19574" y="2737"/>
                  </a:cubicBezTo>
                  <a:cubicBezTo>
                    <a:pt x="21114" y="2690"/>
                    <a:pt x="22657" y="2669"/>
                    <a:pt x="24200" y="2669"/>
                  </a:cubicBezTo>
                  <a:cubicBezTo>
                    <a:pt x="26617" y="2669"/>
                    <a:pt x="29037" y="2721"/>
                    <a:pt x="31457" y="2808"/>
                  </a:cubicBezTo>
                  <a:cubicBezTo>
                    <a:pt x="33433" y="2879"/>
                    <a:pt x="35398" y="2999"/>
                    <a:pt x="37362" y="3106"/>
                  </a:cubicBezTo>
                  <a:cubicBezTo>
                    <a:pt x="37988" y="3143"/>
                    <a:pt x="38618" y="3157"/>
                    <a:pt x="39248" y="3157"/>
                  </a:cubicBezTo>
                  <a:cubicBezTo>
                    <a:pt x="40418" y="3157"/>
                    <a:pt x="41591" y="3109"/>
                    <a:pt x="42744" y="3070"/>
                  </a:cubicBezTo>
                  <a:cubicBezTo>
                    <a:pt x="44876" y="3001"/>
                    <a:pt x="47022" y="2901"/>
                    <a:pt x="49157" y="2901"/>
                  </a:cubicBezTo>
                  <a:cubicBezTo>
                    <a:pt x="49966" y="2901"/>
                    <a:pt x="50773" y="2915"/>
                    <a:pt x="51578" y="2951"/>
                  </a:cubicBezTo>
                  <a:cubicBezTo>
                    <a:pt x="51566" y="2284"/>
                    <a:pt x="51614" y="1594"/>
                    <a:pt x="51578" y="927"/>
                  </a:cubicBezTo>
                  <a:lnTo>
                    <a:pt x="51578" y="927"/>
                  </a:lnTo>
                  <a:cubicBezTo>
                    <a:pt x="50127" y="1064"/>
                    <a:pt x="48618" y="1118"/>
                    <a:pt x="47120" y="1118"/>
                  </a:cubicBezTo>
                  <a:cubicBezTo>
                    <a:pt x="46147" y="1118"/>
                    <a:pt x="45178" y="1095"/>
                    <a:pt x="44232" y="1058"/>
                  </a:cubicBezTo>
                  <a:cubicBezTo>
                    <a:pt x="40910" y="927"/>
                    <a:pt x="37600" y="629"/>
                    <a:pt x="34290" y="427"/>
                  </a:cubicBezTo>
                  <a:cubicBezTo>
                    <a:pt x="30742" y="201"/>
                    <a:pt x="27170" y="129"/>
                    <a:pt x="23622" y="46"/>
                  </a:cubicBezTo>
                  <a:cubicBezTo>
                    <a:pt x="22472" y="15"/>
                    <a:pt x="21283" y="1"/>
                    <a:pt x="200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4"/>
            <p:cNvSpPr/>
            <p:nvPr/>
          </p:nvSpPr>
          <p:spPr>
            <a:xfrm flipH="1">
              <a:off x="7188" y="2319288"/>
              <a:ext cx="1290050" cy="106825"/>
            </a:xfrm>
            <a:custGeom>
              <a:avLst/>
              <a:gdLst/>
              <a:ahLst/>
              <a:cxnLst/>
              <a:rect l="l" t="t" r="r" b="b"/>
              <a:pathLst>
                <a:path w="51602" h="4273" extrusionOk="0">
                  <a:moveTo>
                    <a:pt x="24508" y="1"/>
                  </a:moveTo>
                  <a:cubicBezTo>
                    <a:pt x="24252" y="1"/>
                    <a:pt x="23997" y="1"/>
                    <a:pt x="23741" y="3"/>
                  </a:cubicBezTo>
                  <a:cubicBezTo>
                    <a:pt x="21789" y="3"/>
                    <a:pt x="19848" y="74"/>
                    <a:pt x="17907" y="74"/>
                  </a:cubicBezTo>
                  <a:cubicBezTo>
                    <a:pt x="13549" y="84"/>
                    <a:pt x="8254" y="293"/>
                    <a:pt x="3585" y="293"/>
                  </a:cubicBezTo>
                  <a:cubicBezTo>
                    <a:pt x="2655" y="293"/>
                    <a:pt x="1749" y="285"/>
                    <a:pt x="881" y="265"/>
                  </a:cubicBezTo>
                  <a:lnTo>
                    <a:pt x="881" y="265"/>
                  </a:lnTo>
                  <a:cubicBezTo>
                    <a:pt x="1024" y="1360"/>
                    <a:pt x="0" y="1932"/>
                    <a:pt x="36" y="3039"/>
                  </a:cubicBezTo>
                  <a:cubicBezTo>
                    <a:pt x="48" y="3170"/>
                    <a:pt x="1417" y="4099"/>
                    <a:pt x="1417" y="4230"/>
                  </a:cubicBezTo>
                  <a:cubicBezTo>
                    <a:pt x="1816" y="4259"/>
                    <a:pt x="2230" y="4273"/>
                    <a:pt x="2656" y="4273"/>
                  </a:cubicBezTo>
                  <a:cubicBezTo>
                    <a:pt x="5822" y="4273"/>
                    <a:pt x="9643" y="3546"/>
                    <a:pt x="12711" y="3546"/>
                  </a:cubicBezTo>
                  <a:cubicBezTo>
                    <a:pt x="12853" y="3546"/>
                    <a:pt x="12994" y="3548"/>
                    <a:pt x="13133" y="3551"/>
                  </a:cubicBezTo>
                  <a:cubicBezTo>
                    <a:pt x="16752" y="3646"/>
                    <a:pt x="20360" y="3825"/>
                    <a:pt x="23979" y="3884"/>
                  </a:cubicBezTo>
                  <a:cubicBezTo>
                    <a:pt x="24819" y="3901"/>
                    <a:pt x="25659" y="3910"/>
                    <a:pt x="26499" y="3910"/>
                  </a:cubicBezTo>
                  <a:cubicBezTo>
                    <a:pt x="27469" y="3910"/>
                    <a:pt x="28439" y="3898"/>
                    <a:pt x="29409" y="3872"/>
                  </a:cubicBezTo>
                  <a:cubicBezTo>
                    <a:pt x="31147" y="3825"/>
                    <a:pt x="32885" y="3729"/>
                    <a:pt x="34624" y="3670"/>
                  </a:cubicBezTo>
                  <a:cubicBezTo>
                    <a:pt x="36287" y="3613"/>
                    <a:pt x="37962" y="3570"/>
                    <a:pt x="39635" y="3570"/>
                  </a:cubicBezTo>
                  <a:cubicBezTo>
                    <a:pt x="41471" y="3570"/>
                    <a:pt x="43306" y="3622"/>
                    <a:pt x="45125" y="3765"/>
                  </a:cubicBezTo>
                  <a:cubicBezTo>
                    <a:pt x="47256" y="3944"/>
                    <a:pt x="49411" y="4206"/>
                    <a:pt x="51566" y="4230"/>
                  </a:cubicBezTo>
                  <a:cubicBezTo>
                    <a:pt x="51566" y="2920"/>
                    <a:pt x="51602" y="1598"/>
                    <a:pt x="51566" y="277"/>
                  </a:cubicBezTo>
                  <a:cubicBezTo>
                    <a:pt x="50778" y="239"/>
                    <a:pt x="49986" y="224"/>
                    <a:pt x="49191" y="224"/>
                  </a:cubicBezTo>
                  <a:cubicBezTo>
                    <a:pt x="46479" y="224"/>
                    <a:pt x="43739" y="400"/>
                    <a:pt x="41041" y="455"/>
                  </a:cubicBezTo>
                  <a:cubicBezTo>
                    <a:pt x="40640" y="464"/>
                    <a:pt x="40239" y="468"/>
                    <a:pt x="39838" y="468"/>
                  </a:cubicBezTo>
                  <a:cubicBezTo>
                    <a:pt x="36455" y="468"/>
                    <a:pt x="33079" y="182"/>
                    <a:pt x="29694" y="86"/>
                  </a:cubicBezTo>
                  <a:cubicBezTo>
                    <a:pt x="27963" y="34"/>
                    <a:pt x="26231" y="1"/>
                    <a:pt x="245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4"/>
            <p:cNvSpPr/>
            <p:nvPr/>
          </p:nvSpPr>
          <p:spPr>
            <a:xfrm flipH="1">
              <a:off x="8063" y="2436213"/>
              <a:ext cx="1258225" cy="65500"/>
            </a:xfrm>
            <a:custGeom>
              <a:avLst/>
              <a:gdLst/>
              <a:ahLst/>
              <a:cxnLst/>
              <a:rect l="l" t="t" r="r" b="b"/>
              <a:pathLst>
                <a:path w="50329" h="2620" extrusionOk="0">
                  <a:moveTo>
                    <a:pt x="38390" y="0"/>
                  </a:moveTo>
                  <a:cubicBezTo>
                    <a:pt x="36335" y="0"/>
                    <a:pt x="34277" y="76"/>
                    <a:pt x="32243" y="160"/>
                  </a:cubicBezTo>
                  <a:cubicBezTo>
                    <a:pt x="30480" y="219"/>
                    <a:pt x="28730" y="315"/>
                    <a:pt x="26968" y="338"/>
                  </a:cubicBezTo>
                  <a:cubicBezTo>
                    <a:pt x="26365" y="346"/>
                    <a:pt x="25762" y="350"/>
                    <a:pt x="25158" y="350"/>
                  </a:cubicBezTo>
                  <a:cubicBezTo>
                    <a:pt x="23952" y="350"/>
                    <a:pt x="22745" y="334"/>
                    <a:pt x="21539" y="303"/>
                  </a:cubicBezTo>
                  <a:cubicBezTo>
                    <a:pt x="20649" y="281"/>
                    <a:pt x="19738" y="271"/>
                    <a:pt x="18811" y="271"/>
                  </a:cubicBezTo>
                  <a:cubicBezTo>
                    <a:pt x="12721" y="271"/>
                    <a:pt x="5953" y="684"/>
                    <a:pt x="0" y="684"/>
                  </a:cubicBezTo>
                  <a:cubicBezTo>
                    <a:pt x="12" y="1255"/>
                    <a:pt x="262" y="2041"/>
                    <a:pt x="262" y="2601"/>
                  </a:cubicBezTo>
                  <a:cubicBezTo>
                    <a:pt x="790" y="2613"/>
                    <a:pt x="1319" y="2619"/>
                    <a:pt x="1850" y="2619"/>
                  </a:cubicBezTo>
                  <a:cubicBezTo>
                    <a:pt x="8427" y="2619"/>
                    <a:pt x="15212" y="1717"/>
                    <a:pt x="21584" y="1717"/>
                  </a:cubicBezTo>
                  <a:cubicBezTo>
                    <a:pt x="22414" y="1717"/>
                    <a:pt x="23237" y="1733"/>
                    <a:pt x="24051" y="1767"/>
                  </a:cubicBezTo>
                  <a:cubicBezTo>
                    <a:pt x="29266" y="1981"/>
                    <a:pt x="34433" y="2470"/>
                    <a:pt x="39660" y="2505"/>
                  </a:cubicBezTo>
                  <a:cubicBezTo>
                    <a:pt x="43208" y="2541"/>
                    <a:pt x="46768" y="2505"/>
                    <a:pt x="50328" y="2601"/>
                  </a:cubicBezTo>
                  <a:cubicBezTo>
                    <a:pt x="50328" y="1958"/>
                    <a:pt x="50328" y="1315"/>
                    <a:pt x="50328" y="684"/>
                  </a:cubicBezTo>
                  <a:cubicBezTo>
                    <a:pt x="47792" y="648"/>
                    <a:pt x="45232" y="303"/>
                    <a:pt x="42708" y="136"/>
                  </a:cubicBezTo>
                  <a:cubicBezTo>
                    <a:pt x="41278" y="38"/>
                    <a:pt x="39835" y="0"/>
                    <a:pt x="383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4"/>
            <p:cNvSpPr/>
            <p:nvPr/>
          </p:nvSpPr>
          <p:spPr>
            <a:xfrm flipH="1">
              <a:off x="8063" y="2512513"/>
              <a:ext cx="1272525" cy="70875"/>
            </a:xfrm>
            <a:custGeom>
              <a:avLst/>
              <a:gdLst/>
              <a:ahLst/>
              <a:cxnLst/>
              <a:rect l="l" t="t" r="r" b="b"/>
              <a:pathLst>
                <a:path w="50901" h="2835" extrusionOk="0">
                  <a:moveTo>
                    <a:pt x="21976" y="0"/>
                  </a:moveTo>
                  <a:cubicBezTo>
                    <a:pt x="15017" y="0"/>
                    <a:pt x="7136" y="870"/>
                    <a:pt x="277" y="870"/>
                  </a:cubicBezTo>
                  <a:cubicBezTo>
                    <a:pt x="237" y="870"/>
                    <a:pt x="196" y="870"/>
                    <a:pt x="156" y="870"/>
                  </a:cubicBezTo>
                  <a:lnTo>
                    <a:pt x="156" y="870"/>
                  </a:lnTo>
                  <a:cubicBezTo>
                    <a:pt x="203" y="1585"/>
                    <a:pt x="1" y="2120"/>
                    <a:pt x="49" y="2835"/>
                  </a:cubicBezTo>
                  <a:cubicBezTo>
                    <a:pt x="1795" y="2835"/>
                    <a:pt x="2585" y="2334"/>
                    <a:pt x="2864" y="2334"/>
                  </a:cubicBezTo>
                  <a:cubicBezTo>
                    <a:pt x="2870" y="2334"/>
                    <a:pt x="2876" y="2334"/>
                    <a:pt x="2882" y="2335"/>
                  </a:cubicBezTo>
                  <a:cubicBezTo>
                    <a:pt x="4942" y="1977"/>
                    <a:pt x="7121" y="1823"/>
                    <a:pt x="9169" y="1739"/>
                  </a:cubicBezTo>
                  <a:cubicBezTo>
                    <a:pt x="10340" y="1692"/>
                    <a:pt x="11512" y="1671"/>
                    <a:pt x="12684" y="1671"/>
                  </a:cubicBezTo>
                  <a:cubicBezTo>
                    <a:pt x="15933" y="1671"/>
                    <a:pt x="19183" y="1829"/>
                    <a:pt x="22420" y="2013"/>
                  </a:cubicBezTo>
                  <a:cubicBezTo>
                    <a:pt x="24611" y="2132"/>
                    <a:pt x="26790" y="2275"/>
                    <a:pt x="28969" y="2418"/>
                  </a:cubicBezTo>
                  <a:cubicBezTo>
                    <a:pt x="29937" y="2401"/>
                    <a:pt x="30906" y="2394"/>
                    <a:pt x="31874" y="2394"/>
                  </a:cubicBezTo>
                  <a:cubicBezTo>
                    <a:pt x="37915" y="2394"/>
                    <a:pt x="43949" y="2681"/>
                    <a:pt x="49983" y="2835"/>
                  </a:cubicBezTo>
                  <a:cubicBezTo>
                    <a:pt x="50281" y="2799"/>
                    <a:pt x="50579" y="2763"/>
                    <a:pt x="50876" y="2716"/>
                  </a:cubicBezTo>
                  <a:cubicBezTo>
                    <a:pt x="50888" y="2108"/>
                    <a:pt x="50900" y="1501"/>
                    <a:pt x="50900" y="894"/>
                  </a:cubicBezTo>
                  <a:cubicBezTo>
                    <a:pt x="46959" y="775"/>
                    <a:pt x="43018" y="846"/>
                    <a:pt x="39065" y="787"/>
                  </a:cubicBezTo>
                  <a:cubicBezTo>
                    <a:pt x="34350" y="715"/>
                    <a:pt x="29659" y="275"/>
                    <a:pt x="24944" y="61"/>
                  </a:cubicBezTo>
                  <a:cubicBezTo>
                    <a:pt x="23978" y="18"/>
                    <a:pt x="22987" y="0"/>
                    <a:pt x="219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4"/>
            <p:cNvSpPr/>
            <p:nvPr/>
          </p:nvSpPr>
          <p:spPr>
            <a:xfrm flipH="1">
              <a:off x="648038" y="2576813"/>
              <a:ext cx="448875" cy="12850"/>
            </a:xfrm>
            <a:custGeom>
              <a:avLst/>
              <a:gdLst/>
              <a:ahLst/>
              <a:cxnLst/>
              <a:rect l="l" t="t" r="r" b="b"/>
              <a:pathLst>
                <a:path w="17955" h="514" extrusionOk="0">
                  <a:moveTo>
                    <a:pt x="17955" y="1"/>
                  </a:moveTo>
                  <a:cubicBezTo>
                    <a:pt x="17490" y="1"/>
                    <a:pt x="17038" y="1"/>
                    <a:pt x="16585" y="13"/>
                  </a:cubicBezTo>
                  <a:cubicBezTo>
                    <a:pt x="11049" y="60"/>
                    <a:pt x="5525" y="167"/>
                    <a:pt x="0" y="298"/>
                  </a:cubicBezTo>
                  <a:cubicBezTo>
                    <a:pt x="2397" y="439"/>
                    <a:pt x="4802" y="514"/>
                    <a:pt x="7209" y="514"/>
                  </a:cubicBezTo>
                  <a:cubicBezTo>
                    <a:pt x="8866" y="514"/>
                    <a:pt x="10524" y="478"/>
                    <a:pt x="12180" y="406"/>
                  </a:cubicBezTo>
                  <a:cubicBezTo>
                    <a:pt x="14097" y="322"/>
                    <a:pt x="16026" y="191"/>
                    <a:pt x="179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4"/>
            <p:cNvSpPr/>
            <p:nvPr/>
          </p:nvSpPr>
          <p:spPr>
            <a:xfrm flipH="1">
              <a:off x="27113" y="2200138"/>
              <a:ext cx="491775" cy="19400"/>
            </a:xfrm>
            <a:custGeom>
              <a:avLst/>
              <a:gdLst/>
              <a:ahLst/>
              <a:cxnLst/>
              <a:rect l="l" t="t" r="r" b="b"/>
              <a:pathLst>
                <a:path w="19671" h="776" extrusionOk="0">
                  <a:moveTo>
                    <a:pt x="9470" y="0"/>
                  </a:moveTo>
                  <a:cubicBezTo>
                    <a:pt x="6310" y="0"/>
                    <a:pt x="3147" y="110"/>
                    <a:pt x="1" y="352"/>
                  </a:cubicBezTo>
                  <a:cubicBezTo>
                    <a:pt x="3537" y="530"/>
                    <a:pt x="7073" y="733"/>
                    <a:pt x="10621" y="768"/>
                  </a:cubicBezTo>
                  <a:cubicBezTo>
                    <a:pt x="11036" y="773"/>
                    <a:pt x="11451" y="776"/>
                    <a:pt x="11867" y="776"/>
                  </a:cubicBezTo>
                  <a:cubicBezTo>
                    <a:pt x="14469" y="776"/>
                    <a:pt x="17083" y="672"/>
                    <a:pt x="19670" y="364"/>
                  </a:cubicBezTo>
                  <a:cubicBezTo>
                    <a:pt x="19003" y="316"/>
                    <a:pt x="18349" y="268"/>
                    <a:pt x="17694" y="233"/>
                  </a:cubicBezTo>
                  <a:cubicBezTo>
                    <a:pt x="14963" y="83"/>
                    <a:pt x="12218" y="0"/>
                    <a:pt x="9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4"/>
            <p:cNvSpPr/>
            <p:nvPr/>
          </p:nvSpPr>
          <p:spPr>
            <a:xfrm flipH="1">
              <a:off x="7188" y="2608013"/>
              <a:ext cx="1261775" cy="39175"/>
            </a:xfrm>
            <a:custGeom>
              <a:avLst/>
              <a:gdLst/>
              <a:ahLst/>
              <a:cxnLst/>
              <a:rect l="l" t="t" r="r" b="b"/>
              <a:pathLst>
                <a:path w="50471" h="1567" extrusionOk="0">
                  <a:moveTo>
                    <a:pt x="25534" y="0"/>
                  </a:moveTo>
                  <a:cubicBezTo>
                    <a:pt x="24557" y="0"/>
                    <a:pt x="23582" y="15"/>
                    <a:pt x="22610" y="51"/>
                  </a:cubicBezTo>
                  <a:cubicBezTo>
                    <a:pt x="19176" y="176"/>
                    <a:pt x="15811" y="390"/>
                    <a:pt x="12410" y="390"/>
                  </a:cubicBezTo>
                  <a:cubicBezTo>
                    <a:pt x="11306" y="390"/>
                    <a:pt x="10199" y="368"/>
                    <a:pt x="9085" y="312"/>
                  </a:cubicBezTo>
                  <a:cubicBezTo>
                    <a:pt x="7132" y="205"/>
                    <a:pt x="5179" y="110"/>
                    <a:pt x="3227" y="110"/>
                  </a:cubicBezTo>
                  <a:cubicBezTo>
                    <a:pt x="2822" y="110"/>
                    <a:pt x="941" y="515"/>
                    <a:pt x="143" y="539"/>
                  </a:cubicBezTo>
                  <a:cubicBezTo>
                    <a:pt x="167" y="896"/>
                    <a:pt x="0" y="1086"/>
                    <a:pt x="24" y="1444"/>
                  </a:cubicBezTo>
                  <a:cubicBezTo>
                    <a:pt x="207" y="1445"/>
                    <a:pt x="393" y="1446"/>
                    <a:pt x="583" y="1446"/>
                  </a:cubicBezTo>
                  <a:cubicBezTo>
                    <a:pt x="3874" y="1446"/>
                    <a:pt x="8112" y="1169"/>
                    <a:pt x="11275" y="1158"/>
                  </a:cubicBezTo>
                  <a:cubicBezTo>
                    <a:pt x="13139" y="1146"/>
                    <a:pt x="15002" y="1134"/>
                    <a:pt x="16864" y="1134"/>
                  </a:cubicBezTo>
                  <a:cubicBezTo>
                    <a:pt x="18726" y="1134"/>
                    <a:pt x="20586" y="1146"/>
                    <a:pt x="22444" y="1182"/>
                  </a:cubicBezTo>
                  <a:cubicBezTo>
                    <a:pt x="26123" y="1241"/>
                    <a:pt x="29790" y="1360"/>
                    <a:pt x="33469" y="1444"/>
                  </a:cubicBezTo>
                  <a:cubicBezTo>
                    <a:pt x="36568" y="1509"/>
                    <a:pt x="39671" y="1567"/>
                    <a:pt x="42771" y="1567"/>
                  </a:cubicBezTo>
                  <a:cubicBezTo>
                    <a:pt x="45328" y="1567"/>
                    <a:pt x="47884" y="1527"/>
                    <a:pt x="50435" y="1420"/>
                  </a:cubicBezTo>
                  <a:cubicBezTo>
                    <a:pt x="50411" y="1122"/>
                    <a:pt x="50471" y="801"/>
                    <a:pt x="50435" y="503"/>
                  </a:cubicBezTo>
                  <a:lnTo>
                    <a:pt x="50435" y="503"/>
                  </a:lnTo>
                  <a:cubicBezTo>
                    <a:pt x="48685" y="630"/>
                    <a:pt x="46925" y="680"/>
                    <a:pt x="45159" y="680"/>
                  </a:cubicBezTo>
                  <a:cubicBezTo>
                    <a:pt x="38648" y="680"/>
                    <a:pt x="32048" y="0"/>
                    <a:pt x="255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4"/>
            <p:cNvSpPr/>
            <p:nvPr/>
          </p:nvSpPr>
          <p:spPr>
            <a:xfrm flipH="1">
              <a:off x="7188" y="2653888"/>
              <a:ext cx="1262075" cy="53100"/>
            </a:xfrm>
            <a:custGeom>
              <a:avLst/>
              <a:gdLst/>
              <a:ahLst/>
              <a:cxnLst/>
              <a:rect l="l" t="t" r="r" b="b"/>
              <a:pathLst>
                <a:path w="50483" h="2124" extrusionOk="0">
                  <a:moveTo>
                    <a:pt x="18274" y="0"/>
                  </a:moveTo>
                  <a:cubicBezTo>
                    <a:pt x="11421" y="0"/>
                    <a:pt x="1727" y="195"/>
                    <a:pt x="0" y="299"/>
                  </a:cubicBezTo>
                  <a:cubicBezTo>
                    <a:pt x="24" y="894"/>
                    <a:pt x="584" y="1323"/>
                    <a:pt x="608" y="1918"/>
                  </a:cubicBezTo>
                  <a:cubicBezTo>
                    <a:pt x="1313" y="2071"/>
                    <a:pt x="2127" y="2124"/>
                    <a:pt x="2991" y="2124"/>
                  </a:cubicBezTo>
                  <a:cubicBezTo>
                    <a:pt x="4929" y="2124"/>
                    <a:pt x="7120" y="1859"/>
                    <a:pt x="8909" y="1859"/>
                  </a:cubicBezTo>
                  <a:cubicBezTo>
                    <a:pt x="8936" y="1859"/>
                    <a:pt x="8963" y="1859"/>
                    <a:pt x="8990" y="1859"/>
                  </a:cubicBezTo>
                  <a:cubicBezTo>
                    <a:pt x="13609" y="1871"/>
                    <a:pt x="18241" y="1883"/>
                    <a:pt x="22860" y="1883"/>
                  </a:cubicBezTo>
                  <a:cubicBezTo>
                    <a:pt x="26385" y="1883"/>
                    <a:pt x="29873" y="1716"/>
                    <a:pt x="33385" y="1537"/>
                  </a:cubicBezTo>
                  <a:cubicBezTo>
                    <a:pt x="36143" y="1393"/>
                    <a:pt x="38908" y="1269"/>
                    <a:pt x="41674" y="1269"/>
                  </a:cubicBezTo>
                  <a:cubicBezTo>
                    <a:pt x="42562" y="1269"/>
                    <a:pt x="43451" y="1282"/>
                    <a:pt x="44339" y="1311"/>
                  </a:cubicBezTo>
                  <a:cubicBezTo>
                    <a:pt x="46387" y="1383"/>
                    <a:pt x="48471" y="1549"/>
                    <a:pt x="50471" y="1918"/>
                  </a:cubicBezTo>
                  <a:cubicBezTo>
                    <a:pt x="50435" y="1371"/>
                    <a:pt x="50483" y="811"/>
                    <a:pt x="50447" y="263"/>
                  </a:cubicBezTo>
                  <a:lnTo>
                    <a:pt x="50447" y="263"/>
                  </a:lnTo>
                  <a:cubicBezTo>
                    <a:pt x="48018" y="359"/>
                    <a:pt x="45506" y="418"/>
                    <a:pt x="43077" y="430"/>
                  </a:cubicBezTo>
                  <a:cubicBezTo>
                    <a:pt x="39422" y="430"/>
                    <a:pt x="35755" y="359"/>
                    <a:pt x="32088" y="275"/>
                  </a:cubicBezTo>
                  <a:cubicBezTo>
                    <a:pt x="28409" y="192"/>
                    <a:pt x="24730" y="61"/>
                    <a:pt x="21039" y="13"/>
                  </a:cubicBezTo>
                  <a:cubicBezTo>
                    <a:pt x="20199" y="4"/>
                    <a:pt x="19266" y="0"/>
                    <a:pt x="18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4"/>
            <p:cNvSpPr/>
            <p:nvPr/>
          </p:nvSpPr>
          <p:spPr>
            <a:xfrm flipH="1">
              <a:off x="7488" y="2739513"/>
              <a:ext cx="1290350" cy="79000"/>
            </a:xfrm>
            <a:custGeom>
              <a:avLst/>
              <a:gdLst/>
              <a:ahLst/>
              <a:cxnLst/>
              <a:rect l="l" t="t" r="r" b="b"/>
              <a:pathLst>
                <a:path w="51614" h="3160" extrusionOk="0">
                  <a:moveTo>
                    <a:pt x="20240" y="1"/>
                  </a:moveTo>
                  <a:cubicBezTo>
                    <a:pt x="13852" y="1"/>
                    <a:pt x="6767" y="402"/>
                    <a:pt x="989" y="1017"/>
                  </a:cubicBezTo>
                  <a:cubicBezTo>
                    <a:pt x="1000" y="1863"/>
                    <a:pt x="0" y="1506"/>
                    <a:pt x="0" y="2351"/>
                  </a:cubicBezTo>
                  <a:cubicBezTo>
                    <a:pt x="12" y="2446"/>
                    <a:pt x="1536" y="2851"/>
                    <a:pt x="1548" y="2946"/>
                  </a:cubicBezTo>
                  <a:cubicBezTo>
                    <a:pt x="2118" y="3006"/>
                    <a:pt x="2669" y="3029"/>
                    <a:pt x="3202" y="3029"/>
                  </a:cubicBezTo>
                  <a:cubicBezTo>
                    <a:pt x="4996" y="3029"/>
                    <a:pt x="6597" y="2768"/>
                    <a:pt x="8120" y="2768"/>
                  </a:cubicBezTo>
                  <a:cubicBezTo>
                    <a:pt x="8682" y="2771"/>
                    <a:pt x="9242" y="2773"/>
                    <a:pt x="9802" y="2773"/>
                  </a:cubicBezTo>
                  <a:cubicBezTo>
                    <a:pt x="11153" y="2773"/>
                    <a:pt x="12500" y="2764"/>
                    <a:pt x="13847" y="2756"/>
                  </a:cubicBezTo>
                  <a:cubicBezTo>
                    <a:pt x="14886" y="2756"/>
                    <a:pt x="15929" y="2766"/>
                    <a:pt x="16971" y="2766"/>
                  </a:cubicBezTo>
                  <a:cubicBezTo>
                    <a:pt x="17840" y="2766"/>
                    <a:pt x="18708" y="2759"/>
                    <a:pt x="19574" y="2732"/>
                  </a:cubicBezTo>
                  <a:cubicBezTo>
                    <a:pt x="21106" y="2690"/>
                    <a:pt x="22641" y="2670"/>
                    <a:pt x="24178" y="2670"/>
                  </a:cubicBezTo>
                  <a:cubicBezTo>
                    <a:pt x="26606" y="2670"/>
                    <a:pt x="29036" y="2720"/>
                    <a:pt x="31457" y="2815"/>
                  </a:cubicBezTo>
                  <a:cubicBezTo>
                    <a:pt x="33433" y="2887"/>
                    <a:pt x="35398" y="3006"/>
                    <a:pt x="37362" y="3113"/>
                  </a:cubicBezTo>
                  <a:cubicBezTo>
                    <a:pt x="37991" y="3146"/>
                    <a:pt x="38624" y="3159"/>
                    <a:pt x="39259" y="3159"/>
                  </a:cubicBezTo>
                  <a:cubicBezTo>
                    <a:pt x="40427" y="3159"/>
                    <a:pt x="41599" y="3116"/>
                    <a:pt x="42756" y="3077"/>
                  </a:cubicBezTo>
                  <a:cubicBezTo>
                    <a:pt x="44880" y="3008"/>
                    <a:pt x="47023" y="2908"/>
                    <a:pt x="49162" y="2908"/>
                  </a:cubicBezTo>
                  <a:cubicBezTo>
                    <a:pt x="49972" y="2908"/>
                    <a:pt x="50782" y="2922"/>
                    <a:pt x="51590" y="2958"/>
                  </a:cubicBezTo>
                  <a:cubicBezTo>
                    <a:pt x="51566" y="2291"/>
                    <a:pt x="51614" y="1601"/>
                    <a:pt x="51590" y="934"/>
                  </a:cubicBezTo>
                  <a:lnTo>
                    <a:pt x="51590" y="934"/>
                  </a:lnTo>
                  <a:cubicBezTo>
                    <a:pt x="50132" y="1071"/>
                    <a:pt x="48620" y="1125"/>
                    <a:pt x="47120" y="1125"/>
                  </a:cubicBezTo>
                  <a:cubicBezTo>
                    <a:pt x="46147" y="1125"/>
                    <a:pt x="45179" y="1103"/>
                    <a:pt x="44232" y="1065"/>
                  </a:cubicBezTo>
                  <a:cubicBezTo>
                    <a:pt x="40910" y="934"/>
                    <a:pt x="37612" y="636"/>
                    <a:pt x="34290" y="434"/>
                  </a:cubicBezTo>
                  <a:cubicBezTo>
                    <a:pt x="30742" y="208"/>
                    <a:pt x="27182" y="136"/>
                    <a:pt x="23622" y="41"/>
                  </a:cubicBezTo>
                  <a:cubicBezTo>
                    <a:pt x="22525" y="14"/>
                    <a:pt x="21394" y="1"/>
                    <a:pt x="202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4"/>
            <p:cNvSpPr/>
            <p:nvPr/>
          </p:nvSpPr>
          <p:spPr>
            <a:xfrm flipH="1">
              <a:off x="7188" y="2832738"/>
              <a:ext cx="1290050" cy="106825"/>
            </a:xfrm>
            <a:custGeom>
              <a:avLst/>
              <a:gdLst/>
              <a:ahLst/>
              <a:cxnLst/>
              <a:rect l="l" t="t" r="r" b="b"/>
              <a:pathLst>
                <a:path w="51602" h="4273" extrusionOk="0">
                  <a:moveTo>
                    <a:pt x="24500" y="1"/>
                  </a:moveTo>
                  <a:cubicBezTo>
                    <a:pt x="24243" y="1"/>
                    <a:pt x="23986" y="2"/>
                    <a:pt x="23729" y="3"/>
                  </a:cubicBezTo>
                  <a:cubicBezTo>
                    <a:pt x="21789" y="3"/>
                    <a:pt x="19848" y="75"/>
                    <a:pt x="17895" y="75"/>
                  </a:cubicBezTo>
                  <a:cubicBezTo>
                    <a:pt x="13547" y="84"/>
                    <a:pt x="8246" y="293"/>
                    <a:pt x="3574" y="293"/>
                  </a:cubicBezTo>
                  <a:cubicBezTo>
                    <a:pt x="2643" y="293"/>
                    <a:pt x="1738" y="285"/>
                    <a:pt x="869" y="265"/>
                  </a:cubicBezTo>
                  <a:lnTo>
                    <a:pt x="869" y="265"/>
                  </a:lnTo>
                  <a:cubicBezTo>
                    <a:pt x="1012" y="1360"/>
                    <a:pt x="0" y="1932"/>
                    <a:pt x="36" y="3039"/>
                  </a:cubicBezTo>
                  <a:cubicBezTo>
                    <a:pt x="36" y="3158"/>
                    <a:pt x="1405" y="4099"/>
                    <a:pt x="1405" y="4230"/>
                  </a:cubicBezTo>
                  <a:cubicBezTo>
                    <a:pt x="1804" y="4260"/>
                    <a:pt x="2218" y="4273"/>
                    <a:pt x="2644" y="4273"/>
                  </a:cubicBezTo>
                  <a:cubicBezTo>
                    <a:pt x="5810" y="4273"/>
                    <a:pt x="9631" y="3546"/>
                    <a:pt x="12699" y="3546"/>
                  </a:cubicBezTo>
                  <a:cubicBezTo>
                    <a:pt x="12841" y="3546"/>
                    <a:pt x="12982" y="3548"/>
                    <a:pt x="13121" y="3551"/>
                  </a:cubicBezTo>
                  <a:cubicBezTo>
                    <a:pt x="16740" y="3646"/>
                    <a:pt x="20348" y="3825"/>
                    <a:pt x="23979" y="3885"/>
                  </a:cubicBezTo>
                  <a:cubicBezTo>
                    <a:pt x="24814" y="3901"/>
                    <a:pt x="25651" y="3910"/>
                    <a:pt x="26489" y="3910"/>
                  </a:cubicBezTo>
                  <a:cubicBezTo>
                    <a:pt x="27457" y="3910"/>
                    <a:pt x="28427" y="3898"/>
                    <a:pt x="29397" y="3873"/>
                  </a:cubicBezTo>
                  <a:cubicBezTo>
                    <a:pt x="31135" y="3825"/>
                    <a:pt x="32873" y="3718"/>
                    <a:pt x="34612" y="3658"/>
                  </a:cubicBezTo>
                  <a:cubicBezTo>
                    <a:pt x="36250" y="3608"/>
                    <a:pt x="37893" y="3568"/>
                    <a:pt x="39534" y="3568"/>
                  </a:cubicBezTo>
                  <a:cubicBezTo>
                    <a:pt x="41400" y="3568"/>
                    <a:pt x="43263" y="3620"/>
                    <a:pt x="45113" y="3765"/>
                  </a:cubicBezTo>
                  <a:cubicBezTo>
                    <a:pt x="47244" y="3944"/>
                    <a:pt x="49411" y="4194"/>
                    <a:pt x="51566" y="4230"/>
                  </a:cubicBezTo>
                  <a:cubicBezTo>
                    <a:pt x="51554" y="2908"/>
                    <a:pt x="51602" y="1587"/>
                    <a:pt x="51566" y="277"/>
                  </a:cubicBezTo>
                  <a:cubicBezTo>
                    <a:pt x="50778" y="239"/>
                    <a:pt x="49985" y="224"/>
                    <a:pt x="49189" y="224"/>
                  </a:cubicBezTo>
                  <a:cubicBezTo>
                    <a:pt x="46475" y="224"/>
                    <a:pt x="43729" y="400"/>
                    <a:pt x="41041" y="456"/>
                  </a:cubicBezTo>
                  <a:cubicBezTo>
                    <a:pt x="40639" y="464"/>
                    <a:pt x="40236" y="468"/>
                    <a:pt x="39834" y="468"/>
                  </a:cubicBezTo>
                  <a:cubicBezTo>
                    <a:pt x="36443" y="468"/>
                    <a:pt x="33067" y="182"/>
                    <a:pt x="29682" y="86"/>
                  </a:cubicBezTo>
                  <a:cubicBezTo>
                    <a:pt x="27961" y="35"/>
                    <a:pt x="26231" y="1"/>
                    <a:pt x="245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4"/>
            <p:cNvSpPr/>
            <p:nvPr/>
          </p:nvSpPr>
          <p:spPr>
            <a:xfrm flipH="1">
              <a:off x="8063" y="2949588"/>
              <a:ext cx="1258225" cy="65575"/>
            </a:xfrm>
            <a:custGeom>
              <a:avLst/>
              <a:gdLst/>
              <a:ahLst/>
              <a:cxnLst/>
              <a:rect l="l" t="t" r="r" b="b"/>
              <a:pathLst>
                <a:path w="50329" h="2623" extrusionOk="0">
                  <a:moveTo>
                    <a:pt x="38434" y="0"/>
                  </a:moveTo>
                  <a:cubicBezTo>
                    <a:pt x="36364" y="0"/>
                    <a:pt x="34289" y="74"/>
                    <a:pt x="32231" y="151"/>
                  </a:cubicBezTo>
                  <a:cubicBezTo>
                    <a:pt x="30468" y="223"/>
                    <a:pt x="28718" y="318"/>
                    <a:pt x="26956" y="342"/>
                  </a:cubicBezTo>
                  <a:cubicBezTo>
                    <a:pt x="26451" y="348"/>
                    <a:pt x="25945" y="351"/>
                    <a:pt x="25440" y="351"/>
                  </a:cubicBezTo>
                  <a:cubicBezTo>
                    <a:pt x="24136" y="351"/>
                    <a:pt x="22831" y="332"/>
                    <a:pt x="21527" y="306"/>
                  </a:cubicBezTo>
                  <a:cubicBezTo>
                    <a:pt x="20637" y="284"/>
                    <a:pt x="19726" y="274"/>
                    <a:pt x="18800" y="274"/>
                  </a:cubicBezTo>
                  <a:cubicBezTo>
                    <a:pt x="12712" y="274"/>
                    <a:pt x="5953" y="687"/>
                    <a:pt x="0" y="687"/>
                  </a:cubicBezTo>
                  <a:cubicBezTo>
                    <a:pt x="12" y="1246"/>
                    <a:pt x="250" y="2032"/>
                    <a:pt x="250" y="2604"/>
                  </a:cubicBezTo>
                  <a:cubicBezTo>
                    <a:pt x="778" y="2616"/>
                    <a:pt x="1307" y="2622"/>
                    <a:pt x="1838" y="2622"/>
                  </a:cubicBezTo>
                  <a:cubicBezTo>
                    <a:pt x="8443" y="2622"/>
                    <a:pt x="15260" y="1712"/>
                    <a:pt x="21664" y="1712"/>
                  </a:cubicBezTo>
                  <a:cubicBezTo>
                    <a:pt x="22467" y="1712"/>
                    <a:pt x="23263" y="1726"/>
                    <a:pt x="24051" y="1758"/>
                  </a:cubicBezTo>
                  <a:cubicBezTo>
                    <a:pt x="29254" y="1973"/>
                    <a:pt x="34421" y="2461"/>
                    <a:pt x="39648" y="2509"/>
                  </a:cubicBezTo>
                  <a:cubicBezTo>
                    <a:pt x="43208" y="2544"/>
                    <a:pt x="46756" y="2497"/>
                    <a:pt x="50316" y="2604"/>
                  </a:cubicBezTo>
                  <a:cubicBezTo>
                    <a:pt x="50316" y="1961"/>
                    <a:pt x="50316" y="1318"/>
                    <a:pt x="50328" y="675"/>
                  </a:cubicBezTo>
                  <a:cubicBezTo>
                    <a:pt x="47780" y="651"/>
                    <a:pt x="45220" y="294"/>
                    <a:pt x="42696" y="127"/>
                  </a:cubicBezTo>
                  <a:cubicBezTo>
                    <a:pt x="41283" y="35"/>
                    <a:pt x="39860" y="0"/>
                    <a:pt x="384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4"/>
            <p:cNvSpPr/>
            <p:nvPr/>
          </p:nvSpPr>
          <p:spPr>
            <a:xfrm flipH="1">
              <a:off x="8363" y="3025963"/>
              <a:ext cx="1272525" cy="70575"/>
            </a:xfrm>
            <a:custGeom>
              <a:avLst/>
              <a:gdLst/>
              <a:ahLst/>
              <a:cxnLst/>
              <a:rect l="l" t="t" r="r" b="b"/>
              <a:pathLst>
                <a:path w="50901" h="2823" extrusionOk="0">
                  <a:moveTo>
                    <a:pt x="21976" y="0"/>
                  </a:moveTo>
                  <a:cubicBezTo>
                    <a:pt x="15017" y="0"/>
                    <a:pt x="7136" y="870"/>
                    <a:pt x="277" y="870"/>
                  </a:cubicBezTo>
                  <a:cubicBezTo>
                    <a:pt x="237" y="870"/>
                    <a:pt x="196" y="870"/>
                    <a:pt x="156" y="870"/>
                  </a:cubicBezTo>
                  <a:lnTo>
                    <a:pt x="156" y="870"/>
                  </a:lnTo>
                  <a:cubicBezTo>
                    <a:pt x="203" y="1573"/>
                    <a:pt x="1" y="2121"/>
                    <a:pt x="49" y="2823"/>
                  </a:cubicBezTo>
                  <a:cubicBezTo>
                    <a:pt x="1794" y="2823"/>
                    <a:pt x="2584" y="2334"/>
                    <a:pt x="2864" y="2334"/>
                  </a:cubicBezTo>
                  <a:cubicBezTo>
                    <a:pt x="2870" y="2334"/>
                    <a:pt x="2876" y="2334"/>
                    <a:pt x="2882" y="2335"/>
                  </a:cubicBezTo>
                  <a:cubicBezTo>
                    <a:pt x="4942" y="1966"/>
                    <a:pt x="7121" y="1823"/>
                    <a:pt x="9169" y="1740"/>
                  </a:cubicBezTo>
                  <a:cubicBezTo>
                    <a:pt x="10340" y="1692"/>
                    <a:pt x="11512" y="1672"/>
                    <a:pt x="12684" y="1672"/>
                  </a:cubicBezTo>
                  <a:cubicBezTo>
                    <a:pt x="15933" y="1672"/>
                    <a:pt x="19183" y="1830"/>
                    <a:pt x="22420" y="2013"/>
                  </a:cubicBezTo>
                  <a:cubicBezTo>
                    <a:pt x="24611" y="2132"/>
                    <a:pt x="26790" y="2275"/>
                    <a:pt x="28969" y="2418"/>
                  </a:cubicBezTo>
                  <a:cubicBezTo>
                    <a:pt x="29940" y="2402"/>
                    <a:pt x="30910" y="2394"/>
                    <a:pt x="31880" y="2394"/>
                  </a:cubicBezTo>
                  <a:cubicBezTo>
                    <a:pt x="37920" y="2394"/>
                    <a:pt x="43952" y="2679"/>
                    <a:pt x="49983" y="2823"/>
                  </a:cubicBezTo>
                  <a:cubicBezTo>
                    <a:pt x="50281" y="2787"/>
                    <a:pt x="50579" y="2752"/>
                    <a:pt x="50876" y="2716"/>
                  </a:cubicBezTo>
                  <a:cubicBezTo>
                    <a:pt x="50888" y="2109"/>
                    <a:pt x="50900" y="1489"/>
                    <a:pt x="50900" y="882"/>
                  </a:cubicBezTo>
                  <a:cubicBezTo>
                    <a:pt x="46959" y="775"/>
                    <a:pt x="43018" y="847"/>
                    <a:pt x="39077" y="787"/>
                  </a:cubicBezTo>
                  <a:cubicBezTo>
                    <a:pt x="34351" y="704"/>
                    <a:pt x="29659" y="263"/>
                    <a:pt x="24945" y="61"/>
                  </a:cubicBezTo>
                  <a:cubicBezTo>
                    <a:pt x="23978" y="19"/>
                    <a:pt x="22987" y="0"/>
                    <a:pt x="219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4"/>
            <p:cNvSpPr/>
            <p:nvPr/>
          </p:nvSpPr>
          <p:spPr>
            <a:xfrm flipH="1">
              <a:off x="648338" y="3090263"/>
              <a:ext cx="448875" cy="12700"/>
            </a:xfrm>
            <a:custGeom>
              <a:avLst/>
              <a:gdLst/>
              <a:ahLst/>
              <a:cxnLst/>
              <a:rect l="l" t="t" r="r" b="b"/>
              <a:pathLst>
                <a:path w="17955" h="508" extrusionOk="0">
                  <a:moveTo>
                    <a:pt x="16586" y="1"/>
                  </a:moveTo>
                  <a:cubicBezTo>
                    <a:pt x="11061" y="60"/>
                    <a:pt x="5525" y="168"/>
                    <a:pt x="0" y="287"/>
                  </a:cubicBezTo>
                  <a:cubicBezTo>
                    <a:pt x="2408" y="435"/>
                    <a:pt x="4816" y="508"/>
                    <a:pt x="7224" y="508"/>
                  </a:cubicBezTo>
                  <a:cubicBezTo>
                    <a:pt x="8876" y="508"/>
                    <a:pt x="10528" y="474"/>
                    <a:pt x="12180" y="406"/>
                  </a:cubicBezTo>
                  <a:cubicBezTo>
                    <a:pt x="14109" y="322"/>
                    <a:pt x="16026" y="191"/>
                    <a:pt x="179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4"/>
            <p:cNvSpPr/>
            <p:nvPr/>
          </p:nvSpPr>
          <p:spPr>
            <a:xfrm flipH="1">
              <a:off x="27413" y="2713563"/>
              <a:ext cx="491750" cy="19450"/>
            </a:xfrm>
            <a:custGeom>
              <a:avLst/>
              <a:gdLst/>
              <a:ahLst/>
              <a:cxnLst/>
              <a:rect l="l" t="t" r="r" b="b"/>
              <a:pathLst>
                <a:path w="19670" h="778" extrusionOk="0">
                  <a:moveTo>
                    <a:pt x="9408" y="1"/>
                  </a:moveTo>
                  <a:cubicBezTo>
                    <a:pt x="6268" y="1"/>
                    <a:pt x="3126" y="107"/>
                    <a:pt x="0" y="341"/>
                  </a:cubicBezTo>
                  <a:cubicBezTo>
                    <a:pt x="3536" y="531"/>
                    <a:pt x="7084" y="734"/>
                    <a:pt x="10632" y="770"/>
                  </a:cubicBezTo>
                  <a:cubicBezTo>
                    <a:pt x="11043" y="774"/>
                    <a:pt x="11454" y="777"/>
                    <a:pt x="11866" y="777"/>
                  </a:cubicBezTo>
                  <a:cubicBezTo>
                    <a:pt x="14463" y="777"/>
                    <a:pt x="17080" y="671"/>
                    <a:pt x="19669" y="353"/>
                  </a:cubicBezTo>
                  <a:cubicBezTo>
                    <a:pt x="19014" y="305"/>
                    <a:pt x="18348" y="270"/>
                    <a:pt x="17693" y="234"/>
                  </a:cubicBezTo>
                  <a:cubicBezTo>
                    <a:pt x="14942" y="83"/>
                    <a:pt x="12176" y="1"/>
                    <a:pt x="94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4"/>
            <p:cNvSpPr/>
            <p:nvPr/>
          </p:nvSpPr>
          <p:spPr>
            <a:xfrm flipH="1">
              <a:off x="7488" y="3121438"/>
              <a:ext cx="1261475" cy="39100"/>
            </a:xfrm>
            <a:custGeom>
              <a:avLst/>
              <a:gdLst/>
              <a:ahLst/>
              <a:cxnLst/>
              <a:rect l="l" t="t" r="r" b="b"/>
              <a:pathLst>
                <a:path w="50459" h="1564" extrusionOk="0">
                  <a:moveTo>
                    <a:pt x="25545" y="1"/>
                  </a:moveTo>
                  <a:cubicBezTo>
                    <a:pt x="24561" y="1"/>
                    <a:pt x="23578" y="16"/>
                    <a:pt x="22598" y="52"/>
                  </a:cubicBezTo>
                  <a:cubicBezTo>
                    <a:pt x="19169" y="168"/>
                    <a:pt x="15807" y="380"/>
                    <a:pt x="12411" y="380"/>
                  </a:cubicBezTo>
                  <a:cubicBezTo>
                    <a:pt x="11303" y="380"/>
                    <a:pt x="10192" y="357"/>
                    <a:pt x="9073" y="302"/>
                  </a:cubicBezTo>
                  <a:cubicBezTo>
                    <a:pt x="7120" y="207"/>
                    <a:pt x="5168" y="111"/>
                    <a:pt x="3215" y="99"/>
                  </a:cubicBezTo>
                  <a:cubicBezTo>
                    <a:pt x="2822" y="99"/>
                    <a:pt x="941" y="516"/>
                    <a:pt x="131" y="540"/>
                  </a:cubicBezTo>
                  <a:cubicBezTo>
                    <a:pt x="155" y="897"/>
                    <a:pt x="0" y="1088"/>
                    <a:pt x="24" y="1433"/>
                  </a:cubicBezTo>
                  <a:cubicBezTo>
                    <a:pt x="213" y="1435"/>
                    <a:pt x="406" y="1436"/>
                    <a:pt x="602" y="1436"/>
                  </a:cubicBezTo>
                  <a:cubicBezTo>
                    <a:pt x="3880" y="1436"/>
                    <a:pt x="8107" y="1170"/>
                    <a:pt x="11264" y="1147"/>
                  </a:cubicBezTo>
                  <a:lnTo>
                    <a:pt x="11275" y="1147"/>
                  </a:lnTo>
                  <a:cubicBezTo>
                    <a:pt x="13133" y="1141"/>
                    <a:pt x="14993" y="1132"/>
                    <a:pt x="16854" y="1132"/>
                  </a:cubicBezTo>
                  <a:cubicBezTo>
                    <a:pt x="18714" y="1132"/>
                    <a:pt x="20574" y="1141"/>
                    <a:pt x="22432" y="1171"/>
                  </a:cubicBezTo>
                  <a:cubicBezTo>
                    <a:pt x="26111" y="1230"/>
                    <a:pt x="29790" y="1361"/>
                    <a:pt x="33457" y="1445"/>
                  </a:cubicBezTo>
                  <a:cubicBezTo>
                    <a:pt x="36520" y="1509"/>
                    <a:pt x="39588" y="1563"/>
                    <a:pt x="42653" y="1563"/>
                  </a:cubicBezTo>
                  <a:cubicBezTo>
                    <a:pt x="45246" y="1563"/>
                    <a:pt x="47837" y="1525"/>
                    <a:pt x="50423" y="1421"/>
                  </a:cubicBezTo>
                  <a:cubicBezTo>
                    <a:pt x="50399" y="1111"/>
                    <a:pt x="50459" y="802"/>
                    <a:pt x="50423" y="492"/>
                  </a:cubicBezTo>
                  <a:lnTo>
                    <a:pt x="50423" y="492"/>
                  </a:lnTo>
                  <a:cubicBezTo>
                    <a:pt x="48661" y="620"/>
                    <a:pt x="46889" y="671"/>
                    <a:pt x="45110" y="671"/>
                  </a:cubicBezTo>
                  <a:cubicBezTo>
                    <a:pt x="38618" y="671"/>
                    <a:pt x="32039" y="1"/>
                    <a:pt x="255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4"/>
            <p:cNvSpPr/>
            <p:nvPr/>
          </p:nvSpPr>
          <p:spPr>
            <a:xfrm flipH="1">
              <a:off x="7488" y="3167238"/>
              <a:ext cx="1262075" cy="53025"/>
            </a:xfrm>
            <a:custGeom>
              <a:avLst/>
              <a:gdLst/>
              <a:ahLst/>
              <a:cxnLst/>
              <a:rect l="l" t="t" r="r" b="b"/>
              <a:pathLst>
                <a:path w="50483" h="2121" extrusionOk="0">
                  <a:moveTo>
                    <a:pt x="17998" y="1"/>
                  </a:moveTo>
                  <a:cubicBezTo>
                    <a:pt x="11171" y="1"/>
                    <a:pt x="1714" y="201"/>
                    <a:pt x="0" y="303"/>
                  </a:cubicBezTo>
                  <a:cubicBezTo>
                    <a:pt x="36" y="899"/>
                    <a:pt x="584" y="1327"/>
                    <a:pt x="608" y="1923"/>
                  </a:cubicBezTo>
                  <a:cubicBezTo>
                    <a:pt x="1301" y="2069"/>
                    <a:pt x="2100" y="2120"/>
                    <a:pt x="2948" y="2120"/>
                  </a:cubicBezTo>
                  <a:cubicBezTo>
                    <a:pt x="4896" y="2120"/>
                    <a:pt x="7107" y="1851"/>
                    <a:pt x="8909" y="1851"/>
                  </a:cubicBezTo>
                  <a:cubicBezTo>
                    <a:pt x="8936" y="1851"/>
                    <a:pt x="8963" y="1851"/>
                    <a:pt x="8990" y="1851"/>
                  </a:cubicBezTo>
                  <a:cubicBezTo>
                    <a:pt x="13609" y="1875"/>
                    <a:pt x="18241" y="1875"/>
                    <a:pt x="22860" y="1875"/>
                  </a:cubicBezTo>
                  <a:cubicBezTo>
                    <a:pt x="26385" y="1875"/>
                    <a:pt x="29885" y="1720"/>
                    <a:pt x="33386" y="1542"/>
                  </a:cubicBezTo>
                  <a:cubicBezTo>
                    <a:pt x="36143" y="1397"/>
                    <a:pt x="38908" y="1274"/>
                    <a:pt x="41674" y="1274"/>
                  </a:cubicBezTo>
                  <a:cubicBezTo>
                    <a:pt x="42562" y="1274"/>
                    <a:pt x="43451" y="1286"/>
                    <a:pt x="44339" y="1315"/>
                  </a:cubicBezTo>
                  <a:cubicBezTo>
                    <a:pt x="46387" y="1387"/>
                    <a:pt x="48471" y="1553"/>
                    <a:pt x="50471" y="1923"/>
                  </a:cubicBezTo>
                  <a:cubicBezTo>
                    <a:pt x="50435" y="1375"/>
                    <a:pt x="50483" y="803"/>
                    <a:pt x="50447" y="256"/>
                  </a:cubicBezTo>
                  <a:lnTo>
                    <a:pt x="50447" y="256"/>
                  </a:lnTo>
                  <a:cubicBezTo>
                    <a:pt x="48030" y="363"/>
                    <a:pt x="45506" y="422"/>
                    <a:pt x="43089" y="422"/>
                  </a:cubicBezTo>
                  <a:cubicBezTo>
                    <a:pt x="42852" y="423"/>
                    <a:pt x="42615" y="424"/>
                    <a:pt x="42379" y="424"/>
                  </a:cubicBezTo>
                  <a:cubicBezTo>
                    <a:pt x="38948" y="424"/>
                    <a:pt x="35518" y="346"/>
                    <a:pt x="32088" y="268"/>
                  </a:cubicBezTo>
                  <a:cubicBezTo>
                    <a:pt x="28409" y="184"/>
                    <a:pt x="24730" y="53"/>
                    <a:pt x="21039" y="18"/>
                  </a:cubicBezTo>
                  <a:cubicBezTo>
                    <a:pt x="20121" y="6"/>
                    <a:pt x="19093" y="1"/>
                    <a:pt x="17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4"/>
            <p:cNvSpPr/>
            <p:nvPr/>
          </p:nvSpPr>
          <p:spPr>
            <a:xfrm flipH="1">
              <a:off x="7788" y="3252963"/>
              <a:ext cx="1290350" cy="79000"/>
            </a:xfrm>
            <a:custGeom>
              <a:avLst/>
              <a:gdLst/>
              <a:ahLst/>
              <a:cxnLst/>
              <a:rect l="l" t="t" r="r" b="b"/>
              <a:pathLst>
                <a:path w="51614" h="3160" extrusionOk="0">
                  <a:moveTo>
                    <a:pt x="20244" y="1"/>
                  </a:moveTo>
                  <a:cubicBezTo>
                    <a:pt x="13861" y="1"/>
                    <a:pt x="6767" y="403"/>
                    <a:pt x="989" y="1018"/>
                  </a:cubicBezTo>
                  <a:cubicBezTo>
                    <a:pt x="1001" y="1863"/>
                    <a:pt x="0" y="1494"/>
                    <a:pt x="0" y="2339"/>
                  </a:cubicBezTo>
                  <a:cubicBezTo>
                    <a:pt x="12" y="2435"/>
                    <a:pt x="1536" y="2851"/>
                    <a:pt x="1548" y="2947"/>
                  </a:cubicBezTo>
                  <a:cubicBezTo>
                    <a:pt x="2121" y="3007"/>
                    <a:pt x="2673" y="3030"/>
                    <a:pt x="3207" y="3030"/>
                  </a:cubicBezTo>
                  <a:cubicBezTo>
                    <a:pt x="5003" y="3030"/>
                    <a:pt x="6600" y="2768"/>
                    <a:pt x="8132" y="2768"/>
                  </a:cubicBezTo>
                  <a:cubicBezTo>
                    <a:pt x="8690" y="2771"/>
                    <a:pt x="9248" y="2773"/>
                    <a:pt x="9806" y="2773"/>
                  </a:cubicBezTo>
                  <a:cubicBezTo>
                    <a:pt x="11153" y="2773"/>
                    <a:pt x="12500" y="2764"/>
                    <a:pt x="13847" y="2756"/>
                  </a:cubicBezTo>
                  <a:cubicBezTo>
                    <a:pt x="14076" y="2755"/>
                    <a:pt x="14306" y="2754"/>
                    <a:pt x="14535" y="2754"/>
                  </a:cubicBezTo>
                  <a:cubicBezTo>
                    <a:pt x="15439" y="2754"/>
                    <a:pt x="16345" y="2763"/>
                    <a:pt x="17250" y="2763"/>
                  </a:cubicBezTo>
                  <a:cubicBezTo>
                    <a:pt x="18026" y="2763"/>
                    <a:pt x="18801" y="2756"/>
                    <a:pt x="19574" y="2732"/>
                  </a:cubicBezTo>
                  <a:cubicBezTo>
                    <a:pt x="21094" y="2687"/>
                    <a:pt x="22614" y="2665"/>
                    <a:pt x="24134" y="2665"/>
                  </a:cubicBezTo>
                  <a:cubicBezTo>
                    <a:pt x="26577" y="2665"/>
                    <a:pt x="29019" y="2720"/>
                    <a:pt x="31457" y="2816"/>
                  </a:cubicBezTo>
                  <a:cubicBezTo>
                    <a:pt x="33433" y="2887"/>
                    <a:pt x="35398" y="3006"/>
                    <a:pt x="37362" y="3113"/>
                  </a:cubicBezTo>
                  <a:cubicBezTo>
                    <a:pt x="37991" y="3147"/>
                    <a:pt x="38624" y="3160"/>
                    <a:pt x="39259" y="3160"/>
                  </a:cubicBezTo>
                  <a:cubicBezTo>
                    <a:pt x="40427" y="3160"/>
                    <a:pt x="41599" y="3116"/>
                    <a:pt x="42756" y="3077"/>
                  </a:cubicBezTo>
                  <a:cubicBezTo>
                    <a:pt x="44858" y="3001"/>
                    <a:pt x="46967" y="2906"/>
                    <a:pt x="49073" y="2906"/>
                  </a:cubicBezTo>
                  <a:cubicBezTo>
                    <a:pt x="49913" y="2906"/>
                    <a:pt x="50752" y="2921"/>
                    <a:pt x="51590" y="2958"/>
                  </a:cubicBezTo>
                  <a:cubicBezTo>
                    <a:pt x="51566" y="2292"/>
                    <a:pt x="51614" y="1601"/>
                    <a:pt x="51590" y="934"/>
                  </a:cubicBezTo>
                  <a:lnTo>
                    <a:pt x="51590" y="934"/>
                  </a:lnTo>
                  <a:cubicBezTo>
                    <a:pt x="50143" y="1070"/>
                    <a:pt x="48648" y="1120"/>
                    <a:pt x="47161" y="1120"/>
                  </a:cubicBezTo>
                  <a:cubicBezTo>
                    <a:pt x="46176" y="1120"/>
                    <a:pt x="45195" y="1099"/>
                    <a:pt x="44232" y="1065"/>
                  </a:cubicBezTo>
                  <a:cubicBezTo>
                    <a:pt x="40910" y="934"/>
                    <a:pt x="37612" y="637"/>
                    <a:pt x="34302" y="422"/>
                  </a:cubicBezTo>
                  <a:cubicBezTo>
                    <a:pt x="30754" y="208"/>
                    <a:pt x="27182" y="137"/>
                    <a:pt x="23622" y="41"/>
                  </a:cubicBezTo>
                  <a:cubicBezTo>
                    <a:pt x="22527" y="14"/>
                    <a:pt x="21397" y="1"/>
                    <a:pt x="202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4"/>
            <p:cNvSpPr/>
            <p:nvPr/>
          </p:nvSpPr>
          <p:spPr>
            <a:xfrm flipH="1">
              <a:off x="7488" y="3345963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0"/>
                  </a:moveTo>
                  <a:cubicBezTo>
                    <a:pt x="21789" y="12"/>
                    <a:pt x="19848" y="72"/>
                    <a:pt x="17907" y="84"/>
                  </a:cubicBezTo>
                  <a:cubicBezTo>
                    <a:pt x="13620" y="94"/>
                    <a:pt x="8419" y="296"/>
                    <a:pt x="3803" y="296"/>
                  </a:cubicBezTo>
                  <a:cubicBezTo>
                    <a:pt x="2792" y="296"/>
                    <a:pt x="1809" y="286"/>
                    <a:pt x="869" y="262"/>
                  </a:cubicBezTo>
                  <a:lnTo>
                    <a:pt x="869" y="262"/>
                  </a:lnTo>
                  <a:cubicBezTo>
                    <a:pt x="1012" y="1370"/>
                    <a:pt x="0" y="1941"/>
                    <a:pt x="36" y="3048"/>
                  </a:cubicBezTo>
                  <a:cubicBezTo>
                    <a:pt x="36" y="3167"/>
                    <a:pt x="1405" y="4108"/>
                    <a:pt x="1405" y="4227"/>
                  </a:cubicBezTo>
                  <a:cubicBezTo>
                    <a:pt x="1804" y="4257"/>
                    <a:pt x="2219" y="4270"/>
                    <a:pt x="2645" y="4270"/>
                  </a:cubicBezTo>
                  <a:cubicBezTo>
                    <a:pt x="5791" y="4270"/>
                    <a:pt x="9583" y="3554"/>
                    <a:pt x="12640" y="3554"/>
                  </a:cubicBezTo>
                  <a:cubicBezTo>
                    <a:pt x="12802" y="3554"/>
                    <a:pt x="12963" y="3556"/>
                    <a:pt x="13121" y="3560"/>
                  </a:cubicBezTo>
                  <a:cubicBezTo>
                    <a:pt x="16740" y="3656"/>
                    <a:pt x="20360" y="3822"/>
                    <a:pt x="23979" y="3894"/>
                  </a:cubicBezTo>
                  <a:cubicBezTo>
                    <a:pt x="24818" y="3905"/>
                    <a:pt x="25656" y="3913"/>
                    <a:pt x="26494" y="3913"/>
                  </a:cubicBezTo>
                  <a:cubicBezTo>
                    <a:pt x="27464" y="3913"/>
                    <a:pt x="28432" y="3902"/>
                    <a:pt x="29397" y="3870"/>
                  </a:cubicBezTo>
                  <a:cubicBezTo>
                    <a:pt x="31147" y="3822"/>
                    <a:pt x="32873" y="3727"/>
                    <a:pt x="34624" y="3668"/>
                  </a:cubicBezTo>
                  <a:cubicBezTo>
                    <a:pt x="36263" y="3612"/>
                    <a:pt x="37910" y="3569"/>
                    <a:pt x="39557" y="3569"/>
                  </a:cubicBezTo>
                  <a:cubicBezTo>
                    <a:pt x="41414" y="3569"/>
                    <a:pt x="43270" y="3623"/>
                    <a:pt x="45113" y="3775"/>
                  </a:cubicBezTo>
                  <a:cubicBezTo>
                    <a:pt x="47244" y="3941"/>
                    <a:pt x="49411" y="4203"/>
                    <a:pt x="51566" y="4227"/>
                  </a:cubicBezTo>
                  <a:cubicBezTo>
                    <a:pt x="51554" y="2917"/>
                    <a:pt x="51602" y="1596"/>
                    <a:pt x="51566" y="286"/>
                  </a:cubicBezTo>
                  <a:cubicBezTo>
                    <a:pt x="50757" y="247"/>
                    <a:pt x="49942" y="232"/>
                    <a:pt x="49125" y="232"/>
                  </a:cubicBezTo>
                  <a:cubicBezTo>
                    <a:pt x="46431" y="232"/>
                    <a:pt x="43708" y="401"/>
                    <a:pt x="41041" y="465"/>
                  </a:cubicBezTo>
                  <a:lnTo>
                    <a:pt x="41041" y="453"/>
                  </a:lnTo>
                  <a:cubicBezTo>
                    <a:pt x="40590" y="464"/>
                    <a:pt x="40139" y="469"/>
                    <a:pt x="39689" y="469"/>
                  </a:cubicBezTo>
                  <a:cubicBezTo>
                    <a:pt x="36349" y="469"/>
                    <a:pt x="33031" y="189"/>
                    <a:pt x="29694" y="84"/>
                  </a:cubicBezTo>
                  <a:cubicBezTo>
                    <a:pt x="27706" y="24"/>
                    <a:pt x="25718" y="0"/>
                    <a:pt x="23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4"/>
            <p:cNvSpPr/>
            <p:nvPr/>
          </p:nvSpPr>
          <p:spPr>
            <a:xfrm flipH="1">
              <a:off x="8363" y="3463038"/>
              <a:ext cx="1258225" cy="65325"/>
            </a:xfrm>
            <a:custGeom>
              <a:avLst/>
              <a:gdLst/>
              <a:ahLst/>
              <a:cxnLst/>
              <a:rect l="l" t="t" r="r" b="b"/>
              <a:pathLst>
                <a:path w="50329" h="2613" extrusionOk="0">
                  <a:moveTo>
                    <a:pt x="38436" y="0"/>
                  </a:moveTo>
                  <a:cubicBezTo>
                    <a:pt x="36364" y="0"/>
                    <a:pt x="34289" y="74"/>
                    <a:pt x="32231" y="151"/>
                  </a:cubicBezTo>
                  <a:cubicBezTo>
                    <a:pt x="30480" y="223"/>
                    <a:pt x="28718" y="306"/>
                    <a:pt x="26956" y="342"/>
                  </a:cubicBezTo>
                  <a:cubicBezTo>
                    <a:pt x="26471" y="348"/>
                    <a:pt x="25986" y="351"/>
                    <a:pt x="25502" y="351"/>
                  </a:cubicBezTo>
                  <a:cubicBezTo>
                    <a:pt x="24177" y="351"/>
                    <a:pt x="22855" y="329"/>
                    <a:pt x="21539" y="294"/>
                  </a:cubicBezTo>
                  <a:cubicBezTo>
                    <a:pt x="20705" y="275"/>
                    <a:pt x="19852" y="267"/>
                    <a:pt x="18985" y="267"/>
                  </a:cubicBezTo>
                  <a:cubicBezTo>
                    <a:pt x="12850" y="267"/>
                    <a:pt x="6009" y="687"/>
                    <a:pt x="0" y="687"/>
                  </a:cubicBezTo>
                  <a:cubicBezTo>
                    <a:pt x="12" y="1247"/>
                    <a:pt x="251" y="2033"/>
                    <a:pt x="262" y="2592"/>
                  </a:cubicBezTo>
                  <a:cubicBezTo>
                    <a:pt x="816" y="2606"/>
                    <a:pt x="1371" y="2613"/>
                    <a:pt x="1927" y="2613"/>
                  </a:cubicBezTo>
                  <a:cubicBezTo>
                    <a:pt x="8478" y="2613"/>
                    <a:pt x="15249" y="1709"/>
                    <a:pt x="21603" y="1709"/>
                  </a:cubicBezTo>
                  <a:cubicBezTo>
                    <a:pt x="22426" y="1709"/>
                    <a:pt x="23243" y="1724"/>
                    <a:pt x="24051" y="1759"/>
                  </a:cubicBezTo>
                  <a:cubicBezTo>
                    <a:pt x="29254" y="1973"/>
                    <a:pt x="34421" y="2461"/>
                    <a:pt x="39648" y="2509"/>
                  </a:cubicBezTo>
                  <a:cubicBezTo>
                    <a:pt x="43208" y="2533"/>
                    <a:pt x="46768" y="2497"/>
                    <a:pt x="50316" y="2592"/>
                  </a:cubicBezTo>
                  <a:cubicBezTo>
                    <a:pt x="50316" y="1949"/>
                    <a:pt x="50328" y="1318"/>
                    <a:pt x="50328" y="675"/>
                  </a:cubicBezTo>
                  <a:cubicBezTo>
                    <a:pt x="47780" y="639"/>
                    <a:pt x="45220" y="294"/>
                    <a:pt x="42708" y="128"/>
                  </a:cubicBezTo>
                  <a:cubicBezTo>
                    <a:pt x="41290" y="35"/>
                    <a:pt x="39864" y="0"/>
                    <a:pt x="384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4"/>
            <p:cNvSpPr/>
            <p:nvPr/>
          </p:nvSpPr>
          <p:spPr>
            <a:xfrm flipH="1">
              <a:off x="8363" y="3539338"/>
              <a:ext cx="1272525" cy="70675"/>
            </a:xfrm>
            <a:custGeom>
              <a:avLst/>
              <a:gdLst/>
              <a:ahLst/>
              <a:cxnLst/>
              <a:rect l="l" t="t" r="r" b="b"/>
              <a:pathLst>
                <a:path w="50901" h="2827" extrusionOk="0">
                  <a:moveTo>
                    <a:pt x="21903" y="0"/>
                  </a:moveTo>
                  <a:cubicBezTo>
                    <a:pt x="14993" y="0"/>
                    <a:pt x="7192" y="862"/>
                    <a:pt x="383" y="862"/>
                  </a:cubicBezTo>
                  <a:cubicBezTo>
                    <a:pt x="303" y="862"/>
                    <a:pt x="224" y="862"/>
                    <a:pt x="144" y="862"/>
                  </a:cubicBezTo>
                  <a:lnTo>
                    <a:pt x="144" y="862"/>
                  </a:lnTo>
                  <a:cubicBezTo>
                    <a:pt x="203" y="1576"/>
                    <a:pt x="1" y="2112"/>
                    <a:pt x="37" y="2826"/>
                  </a:cubicBezTo>
                  <a:cubicBezTo>
                    <a:pt x="1764" y="2826"/>
                    <a:pt x="2556" y="2336"/>
                    <a:pt x="2843" y="2336"/>
                  </a:cubicBezTo>
                  <a:cubicBezTo>
                    <a:pt x="2853" y="2336"/>
                    <a:pt x="2862" y="2337"/>
                    <a:pt x="2870" y="2338"/>
                  </a:cubicBezTo>
                  <a:cubicBezTo>
                    <a:pt x="4942" y="1969"/>
                    <a:pt x="7109" y="1814"/>
                    <a:pt x="9157" y="1743"/>
                  </a:cubicBezTo>
                  <a:cubicBezTo>
                    <a:pt x="10364" y="1694"/>
                    <a:pt x="11573" y="1673"/>
                    <a:pt x="12782" y="1673"/>
                  </a:cubicBezTo>
                  <a:cubicBezTo>
                    <a:pt x="15998" y="1673"/>
                    <a:pt x="19216" y="1823"/>
                    <a:pt x="22409" y="2005"/>
                  </a:cubicBezTo>
                  <a:cubicBezTo>
                    <a:pt x="24599" y="2136"/>
                    <a:pt x="26778" y="2279"/>
                    <a:pt x="28957" y="2421"/>
                  </a:cubicBezTo>
                  <a:cubicBezTo>
                    <a:pt x="29954" y="2405"/>
                    <a:pt x="30950" y="2397"/>
                    <a:pt x="31945" y="2397"/>
                  </a:cubicBezTo>
                  <a:cubicBezTo>
                    <a:pt x="37965" y="2397"/>
                    <a:pt x="43966" y="2673"/>
                    <a:pt x="49983" y="2826"/>
                  </a:cubicBezTo>
                  <a:cubicBezTo>
                    <a:pt x="50281" y="2791"/>
                    <a:pt x="50567" y="2755"/>
                    <a:pt x="50864" y="2707"/>
                  </a:cubicBezTo>
                  <a:cubicBezTo>
                    <a:pt x="50876" y="2100"/>
                    <a:pt x="50888" y="1493"/>
                    <a:pt x="50900" y="886"/>
                  </a:cubicBezTo>
                  <a:cubicBezTo>
                    <a:pt x="46959" y="766"/>
                    <a:pt x="43006" y="850"/>
                    <a:pt x="39065" y="778"/>
                  </a:cubicBezTo>
                  <a:cubicBezTo>
                    <a:pt x="34339" y="707"/>
                    <a:pt x="29659" y="266"/>
                    <a:pt x="24945" y="64"/>
                  </a:cubicBezTo>
                  <a:cubicBezTo>
                    <a:pt x="23955" y="19"/>
                    <a:pt x="22939" y="0"/>
                    <a:pt x="219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4"/>
            <p:cNvSpPr/>
            <p:nvPr/>
          </p:nvSpPr>
          <p:spPr>
            <a:xfrm flipH="1">
              <a:off x="648638" y="3603738"/>
              <a:ext cx="448875" cy="12600"/>
            </a:xfrm>
            <a:custGeom>
              <a:avLst/>
              <a:gdLst/>
              <a:ahLst/>
              <a:cxnLst/>
              <a:rect l="l" t="t" r="r" b="b"/>
              <a:pathLst>
                <a:path w="17955" h="504" extrusionOk="0">
                  <a:moveTo>
                    <a:pt x="16586" y="0"/>
                  </a:moveTo>
                  <a:cubicBezTo>
                    <a:pt x="11061" y="60"/>
                    <a:pt x="5537" y="167"/>
                    <a:pt x="0" y="286"/>
                  </a:cubicBezTo>
                  <a:cubicBezTo>
                    <a:pt x="2446" y="429"/>
                    <a:pt x="4891" y="504"/>
                    <a:pt x="7337" y="504"/>
                  </a:cubicBezTo>
                  <a:cubicBezTo>
                    <a:pt x="8951" y="504"/>
                    <a:pt x="10566" y="471"/>
                    <a:pt x="12180" y="405"/>
                  </a:cubicBezTo>
                  <a:cubicBezTo>
                    <a:pt x="14109" y="322"/>
                    <a:pt x="16038" y="191"/>
                    <a:pt x="179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4"/>
            <p:cNvSpPr/>
            <p:nvPr/>
          </p:nvSpPr>
          <p:spPr>
            <a:xfrm flipH="1">
              <a:off x="27713" y="3226763"/>
              <a:ext cx="491750" cy="19700"/>
            </a:xfrm>
            <a:custGeom>
              <a:avLst/>
              <a:gdLst/>
              <a:ahLst/>
              <a:cxnLst/>
              <a:rect l="l" t="t" r="r" b="b"/>
              <a:pathLst>
                <a:path w="19670" h="788" extrusionOk="0">
                  <a:moveTo>
                    <a:pt x="9475" y="0"/>
                  </a:moveTo>
                  <a:cubicBezTo>
                    <a:pt x="6315" y="0"/>
                    <a:pt x="3152" y="109"/>
                    <a:pt x="0" y="351"/>
                  </a:cubicBezTo>
                  <a:cubicBezTo>
                    <a:pt x="3548" y="542"/>
                    <a:pt x="7084" y="744"/>
                    <a:pt x="10632" y="780"/>
                  </a:cubicBezTo>
                  <a:cubicBezTo>
                    <a:pt x="11043" y="785"/>
                    <a:pt x="11455" y="787"/>
                    <a:pt x="11866" y="787"/>
                  </a:cubicBezTo>
                  <a:cubicBezTo>
                    <a:pt x="14463" y="787"/>
                    <a:pt x="17080" y="682"/>
                    <a:pt x="19669" y="363"/>
                  </a:cubicBezTo>
                  <a:cubicBezTo>
                    <a:pt x="19014" y="315"/>
                    <a:pt x="18360" y="268"/>
                    <a:pt x="17705" y="232"/>
                  </a:cubicBezTo>
                  <a:cubicBezTo>
                    <a:pt x="14969" y="83"/>
                    <a:pt x="12223" y="0"/>
                    <a:pt x="94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4"/>
            <p:cNvSpPr/>
            <p:nvPr/>
          </p:nvSpPr>
          <p:spPr>
            <a:xfrm flipH="1">
              <a:off x="7788" y="3634688"/>
              <a:ext cx="1261475" cy="39225"/>
            </a:xfrm>
            <a:custGeom>
              <a:avLst/>
              <a:gdLst/>
              <a:ahLst/>
              <a:cxnLst/>
              <a:rect l="l" t="t" r="r" b="b"/>
              <a:pathLst>
                <a:path w="50459" h="1569" extrusionOk="0">
                  <a:moveTo>
                    <a:pt x="25457" y="1"/>
                  </a:moveTo>
                  <a:cubicBezTo>
                    <a:pt x="24506" y="1"/>
                    <a:pt x="23557" y="15"/>
                    <a:pt x="22610" y="48"/>
                  </a:cubicBezTo>
                  <a:cubicBezTo>
                    <a:pt x="19177" y="174"/>
                    <a:pt x="15804" y="388"/>
                    <a:pt x="12400" y="388"/>
                  </a:cubicBezTo>
                  <a:cubicBezTo>
                    <a:pt x="11295" y="388"/>
                    <a:pt x="10187" y="365"/>
                    <a:pt x="9073" y="310"/>
                  </a:cubicBezTo>
                  <a:cubicBezTo>
                    <a:pt x="7132" y="215"/>
                    <a:pt x="5180" y="108"/>
                    <a:pt x="3215" y="108"/>
                  </a:cubicBezTo>
                  <a:cubicBezTo>
                    <a:pt x="2822" y="108"/>
                    <a:pt x="941" y="512"/>
                    <a:pt x="131" y="548"/>
                  </a:cubicBezTo>
                  <a:cubicBezTo>
                    <a:pt x="167" y="905"/>
                    <a:pt x="0" y="1084"/>
                    <a:pt x="24" y="1441"/>
                  </a:cubicBezTo>
                  <a:cubicBezTo>
                    <a:pt x="213" y="1443"/>
                    <a:pt x="406" y="1444"/>
                    <a:pt x="602" y="1444"/>
                  </a:cubicBezTo>
                  <a:cubicBezTo>
                    <a:pt x="3880" y="1444"/>
                    <a:pt x="8108" y="1178"/>
                    <a:pt x="11276" y="1155"/>
                  </a:cubicBezTo>
                  <a:cubicBezTo>
                    <a:pt x="13002" y="1144"/>
                    <a:pt x="14726" y="1136"/>
                    <a:pt x="16450" y="1136"/>
                  </a:cubicBezTo>
                  <a:cubicBezTo>
                    <a:pt x="18447" y="1136"/>
                    <a:pt x="20444" y="1147"/>
                    <a:pt x="22444" y="1179"/>
                  </a:cubicBezTo>
                  <a:cubicBezTo>
                    <a:pt x="26111" y="1239"/>
                    <a:pt x="29790" y="1370"/>
                    <a:pt x="33469" y="1441"/>
                  </a:cubicBezTo>
                  <a:cubicBezTo>
                    <a:pt x="36512" y="1512"/>
                    <a:pt x="39562" y="1568"/>
                    <a:pt x="42613" y="1568"/>
                  </a:cubicBezTo>
                  <a:cubicBezTo>
                    <a:pt x="45220" y="1568"/>
                    <a:pt x="47829" y="1527"/>
                    <a:pt x="50435" y="1417"/>
                  </a:cubicBezTo>
                  <a:cubicBezTo>
                    <a:pt x="50399" y="1120"/>
                    <a:pt x="50459" y="798"/>
                    <a:pt x="50435" y="501"/>
                  </a:cubicBezTo>
                  <a:lnTo>
                    <a:pt x="50435" y="501"/>
                  </a:lnTo>
                  <a:cubicBezTo>
                    <a:pt x="48674" y="629"/>
                    <a:pt x="46903" y="679"/>
                    <a:pt x="45125" y="679"/>
                  </a:cubicBezTo>
                  <a:cubicBezTo>
                    <a:pt x="38597" y="679"/>
                    <a:pt x="31979" y="1"/>
                    <a:pt x="254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4"/>
            <p:cNvSpPr/>
            <p:nvPr/>
          </p:nvSpPr>
          <p:spPr>
            <a:xfrm flipH="1">
              <a:off x="7488" y="3680513"/>
              <a:ext cx="1262075" cy="53100"/>
            </a:xfrm>
            <a:custGeom>
              <a:avLst/>
              <a:gdLst/>
              <a:ahLst/>
              <a:cxnLst/>
              <a:rect l="l" t="t" r="r" b="b"/>
              <a:pathLst>
                <a:path w="50483" h="2124" extrusionOk="0">
                  <a:moveTo>
                    <a:pt x="18386" y="0"/>
                  </a:moveTo>
                  <a:cubicBezTo>
                    <a:pt x="11533" y="0"/>
                    <a:pt x="1736" y="205"/>
                    <a:pt x="0" y="299"/>
                  </a:cubicBezTo>
                  <a:cubicBezTo>
                    <a:pt x="36" y="894"/>
                    <a:pt x="584" y="1323"/>
                    <a:pt x="608" y="1918"/>
                  </a:cubicBezTo>
                  <a:cubicBezTo>
                    <a:pt x="1313" y="2071"/>
                    <a:pt x="2127" y="2123"/>
                    <a:pt x="2991" y="2123"/>
                  </a:cubicBezTo>
                  <a:cubicBezTo>
                    <a:pt x="4929" y="2123"/>
                    <a:pt x="7120" y="1858"/>
                    <a:pt x="8909" y="1858"/>
                  </a:cubicBezTo>
                  <a:cubicBezTo>
                    <a:pt x="8936" y="1858"/>
                    <a:pt x="8963" y="1858"/>
                    <a:pt x="8990" y="1858"/>
                  </a:cubicBezTo>
                  <a:cubicBezTo>
                    <a:pt x="13609" y="1882"/>
                    <a:pt x="18241" y="1882"/>
                    <a:pt x="22860" y="1882"/>
                  </a:cubicBezTo>
                  <a:cubicBezTo>
                    <a:pt x="26385" y="1882"/>
                    <a:pt x="29873" y="1716"/>
                    <a:pt x="33386" y="1537"/>
                  </a:cubicBezTo>
                  <a:cubicBezTo>
                    <a:pt x="36088" y="1396"/>
                    <a:pt x="38796" y="1274"/>
                    <a:pt x="41506" y="1274"/>
                  </a:cubicBezTo>
                  <a:cubicBezTo>
                    <a:pt x="42450" y="1274"/>
                    <a:pt x="43395" y="1289"/>
                    <a:pt x="44339" y="1323"/>
                  </a:cubicBezTo>
                  <a:cubicBezTo>
                    <a:pt x="46387" y="1394"/>
                    <a:pt x="48471" y="1549"/>
                    <a:pt x="50471" y="1918"/>
                  </a:cubicBezTo>
                  <a:cubicBezTo>
                    <a:pt x="50435" y="1370"/>
                    <a:pt x="50483" y="811"/>
                    <a:pt x="50447" y="263"/>
                  </a:cubicBezTo>
                  <a:lnTo>
                    <a:pt x="50447" y="263"/>
                  </a:lnTo>
                  <a:cubicBezTo>
                    <a:pt x="48018" y="358"/>
                    <a:pt x="45506" y="430"/>
                    <a:pt x="43077" y="430"/>
                  </a:cubicBezTo>
                  <a:cubicBezTo>
                    <a:pt x="39422" y="430"/>
                    <a:pt x="35755" y="358"/>
                    <a:pt x="32088" y="275"/>
                  </a:cubicBezTo>
                  <a:cubicBezTo>
                    <a:pt x="28409" y="192"/>
                    <a:pt x="24730" y="61"/>
                    <a:pt x="21039" y="13"/>
                  </a:cubicBezTo>
                  <a:cubicBezTo>
                    <a:pt x="20231" y="4"/>
                    <a:pt x="19337" y="0"/>
                    <a:pt x="183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4"/>
            <p:cNvSpPr/>
            <p:nvPr/>
          </p:nvSpPr>
          <p:spPr>
            <a:xfrm flipH="1">
              <a:off x="7788" y="3766313"/>
              <a:ext cx="1290350" cy="78950"/>
            </a:xfrm>
            <a:custGeom>
              <a:avLst/>
              <a:gdLst/>
              <a:ahLst/>
              <a:cxnLst/>
              <a:rect l="l" t="t" r="r" b="b"/>
              <a:pathLst>
                <a:path w="51614" h="3158" extrusionOk="0">
                  <a:moveTo>
                    <a:pt x="20062" y="0"/>
                  </a:moveTo>
                  <a:cubicBezTo>
                    <a:pt x="13723" y="0"/>
                    <a:pt x="6704" y="400"/>
                    <a:pt x="977" y="1010"/>
                  </a:cubicBezTo>
                  <a:cubicBezTo>
                    <a:pt x="1001" y="1855"/>
                    <a:pt x="0" y="1498"/>
                    <a:pt x="0" y="2344"/>
                  </a:cubicBezTo>
                  <a:cubicBezTo>
                    <a:pt x="12" y="2439"/>
                    <a:pt x="1524" y="2855"/>
                    <a:pt x="1536" y="2939"/>
                  </a:cubicBezTo>
                  <a:cubicBezTo>
                    <a:pt x="2111" y="2999"/>
                    <a:pt x="2665" y="3022"/>
                    <a:pt x="3202" y="3022"/>
                  </a:cubicBezTo>
                  <a:cubicBezTo>
                    <a:pt x="4967" y="3022"/>
                    <a:pt x="6543" y="2772"/>
                    <a:pt x="8041" y="2772"/>
                  </a:cubicBezTo>
                  <a:cubicBezTo>
                    <a:pt x="8068" y="2772"/>
                    <a:pt x="8094" y="2772"/>
                    <a:pt x="8120" y="2772"/>
                  </a:cubicBezTo>
                  <a:cubicBezTo>
                    <a:pt x="10025" y="2772"/>
                    <a:pt x="11930" y="2772"/>
                    <a:pt x="13835" y="2760"/>
                  </a:cubicBezTo>
                  <a:cubicBezTo>
                    <a:pt x="14141" y="2758"/>
                    <a:pt x="14447" y="2758"/>
                    <a:pt x="14753" y="2758"/>
                  </a:cubicBezTo>
                  <a:cubicBezTo>
                    <a:pt x="15529" y="2758"/>
                    <a:pt x="16306" y="2762"/>
                    <a:pt x="17083" y="2762"/>
                  </a:cubicBezTo>
                  <a:cubicBezTo>
                    <a:pt x="17910" y="2762"/>
                    <a:pt x="18737" y="2757"/>
                    <a:pt x="19562" y="2736"/>
                  </a:cubicBezTo>
                  <a:cubicBezTo>
                    <a:pt x="21107" y="2690"/>
                    <a:pt x="22652" y="2669"/>
                    <a:pt x="24197" y="2669"/>
                  </a:cubicBezTo>
                  <a:cubicBezTo>
                    <a:pt x="26617" y="2669"/>
                    <a:pt x="29037" y="2721"/>
                    <a:pt x="31457" y="2808"/>
                  </a:cubicBezTo>
                  <a:cubicBezTo>
                    <a:pt x="33421" y="2879"/>
                    <a:pt x="35386" y="2998"/>
                    <a:pt x="37362" y="3106"/>
                  </a:cubicBezTo>
                  <a:cubicBezTo>
                    <a:pt x="37984" y="3143"/>
                    <a:pt x="38611" y="3157"/>
                    <a:pt x="39240" y="3157"/>
                  </a:cubicBezTo>
                  <a:cubicBezTo>
                    <a:pt x="40408" y="3157"/>
                    <a:pt x="41583" y="3108"/>
                    <a:pt x="42744" y="3070"/>
                  </a:cubicBezTo>
                  <a:cubicBezTo>
                    <a:pt x="44877" y="3001"/>
                    <a:pt x="47016" y="2900"/>
                    <a:pt x="49152" y="2900"/>
                  </a:cubicBezTo>
                  <a:cubicBezTo>
                    <a:pt x="49961" y="2900"/>
                    <a:pt x="50770" y="2915"/>
                    <a:pt x="51578" y="2951"/>
                  </a:cubicBezTo>
                  <a:cubicBezTo>
                    <a:pt x="51554" y="2284"/>
                    <a:pt x="51614" y="1593"/>
                    <a:pt x="51578" y="927"/>
                  </a:cubicBezTo>
                  <a:lnTo>
                    <a:pt x="51578" y="927"/>
                  </a:lnTo>
                  <a:cubicBezTo>
                    <a:pt x="50120" y="1064"/>
                    <a:pt x="48613" y="1118"/>
                    <a:pt x="47116" y="1118"/>
                  </a:cubicBezTo>
                  <a:cubicBezTo>
                    <a:pt x="46145" y="1118"/>
                    <a:pt x="45179" y="1095"/>
                    <a:pt x="44232" y="1058"/>
                  </a:cubicBezTo>
                  <a:cubicBezTo>
                    <a:pt x="40898" y="927"/>
                    <a:pt x="37600" y="629"/>
                    <a:pt x="34290" y="427"/>
                  </a:cubicBezTo>
                  <a:cubicBezTo>
                    <a:pt x="30742" y="200"/>
                    <a:pt x="27170" y="129"/>
                    <a:pt x="23611" y="46"/>
                  </a:cubicBezTo>
                  <a:cubicBezTo>
                    <a:pt x="22462" y="15"/>
                    <a:pt x="21274" y="0"/>
                    <a:pt x="200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4"/>
            <p:cNvSpPr/>
            <p:nvPr/>
          </p:nvSpPr>
          <p:spPr>
            <a:xfrm flipH="1">
              <a:off x="7788" y="3859413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1"/>
                  </a:moveTo>
                  <a:cubicBezTo>
                    <a:pt x="21789" y="13"/>
                    <a:pt x="19848" y="72"/>
                    <a:pt x="17907" y="72"/>
                  </a:cubicBezTo>
                  <a:cubicBezTo>
                    <a:pt x="13549" y="82"/>
                    <a:pt x="8246" y="291"/>
                    <a:pt x="3581" y="291"/>
                  </a:cubicBezTo>
                  <a:cubicBezTo>
                    <a:pt x="2652" y="291"/>
                    <a:pt x="1748" y="282"/>
                    <a:pt x="881" y="263"/>
                  </a:cubicBezTo>
                  <a:lnTo>
                    <a:pt x="881" y="263"/>
                  </a:lnTo>
                  <a:cubicBezTo>
                    <a:pt x="1024" y="1358"/>
                    <a:pt x="0" y="1941"/>
                    <a:pt x="36" y="3037"/>
                  </a:cubicBezTo>
                  <a:cubicBezTo>
                    <a:pt x="48" y="3168"/>
                    <a:pt x="1405" y="4096"/>
                    <a:pt x="1417" y="4227"/>
                  </a:cubicBezTo>
                  <a:cubicBezTo>
                    <a:pt x="1815" y="4257"/>
                    <a:pt x="2228" y="4270"/>
                    <a:pt x="2654" y="4270"/>
                  </a:cubicBezTo>
                  <a:cubicBezTo>
                    <a:pt x="5793" y="4270"/>
                    <a:pt x="9593" y="3554"/>
                    <a:pt x="12642" y="3554"/>
                  </a:cubicBezTo>
                  <a:cubicBezTo>
                    <a:pt x="12804" y="3554"/>
                    <a:pt x="12963" y="3556"/>
                    <a:pt x="13121" y="3561"/>
                  </a:cubicBezTo>
                  <a:cubicBezTo>
                    <a:pt x="16741" y="3644"/>
                    <a:pt x="20360" y="3823"/>
                    <a:pt x="23980" y="3882"/>
                  </a:cubicBezTo>
                  <a:cubicBezTo>
                    <a:pt x="24819" y="3899"/>
                    <a:pt x="25659" y="3908"/>
                    <a:pt x="26499" y="3908"/>
                  </a:cubicBezTo>
                  <a:cubicBezTo>
                    <a:pt x="27469" y="3908"/>
                    <a:pt x="28439" y="3896"/>
                    <a:pt x="29409" y="3870"/>
                  </a:cubicBezTo>
                  <a:cubicBezTo>
                    <a:pt x="31147" y="3823"/>
                    <a:pt x="32885" y="3727"/>
                    <a:pt x="34624" y="3668"/>
                  </a:cubicBezTo>
                  <a:cubicBezTo>
                    <a:pt x="36263" y="3612"/>
                    <a:pt x="37913" y="3569"/>
                    <a:pt x="39562" y="3569"/>
                  </a:cubicBezTo>
                  <a:cubicBezTo>
                    <a:pt x="41423" y="3569"/>
                    <a:pt x="43282" y="3623"/>
                    <a:pt x="45125" y="3775"/>
                  </a:cubicBezTo>
                  <a:cubicBezTo>
                    <a:pt x="47256" y="3942"/>
                    <a:pt x="49411" y="4204"/>
                    <a:pt x="51566" y="4227"/>
                  </a:cubicBezTo>
                  <a:cubicBezTo>
                    <a:pt x="51566" y="2918"/>
                    <a:pt x="51602" y="1596"/>
                    <a:pt x="51566" y="286"/>
                  </a:cubicBezTo>
                  <a:cubicBezTo>
                    <a:pt x="50737" y="244"/>
                    <a:pt x="49902" y="227"/>
                    <a:pt x="49065" y="227"/>
                  </a:cubicBezTo>
                  <a:cubicBezTo>
                    <a:pt x="46391" y="227"/>
                    <a:pt x="43688" y="399"/>
                    <a:pt x="41041" y="453"/>
                  </a:cubicBezTo>
                  <a:cubicBezTo>
                    <a:pt x="40639" y="462"/>
                    <a:pt x="40237" y="466"/>
                    <a:pt x="39835" y="466"/>
                  </a:cubicBezTo>
                  <a:cubicBezTo>
                    <a:pt x="36446" y="466"/>
                    <a:pt x="33080" y="180"/>
                    <a:pt x="29695" y="84"/>
                  </a:cubicBezTo>
                  <a:cubicBezTo>
                    <a:pt x="27706" y="24"/>
                    <a:pt x="25718" y="1"/>
                    <a:pt x="237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4"/>
            <p:cNvSpPr/>
            <p:nvPr/>
          </p:nvSpPr>
          <p:spPr>
            <a:xfrm flipH="1">
              <a:off x="8663" y="3976288"/>
              <a:ext cx="1258225" cy="40900"/>
            </a:xfrm>
            <a:custGeom>
              <a:avLst/>
              <a:gdLst/>
              <a:ahLst/>
              <a:cxnLst/>
              <a:rect l="l" t="t" r="r" b="b"/>
              <a:pathLst>
                <a:path w="50329" h="1636" extrusionOk="0">
                  <a:moveTo>
                    <a:pt x="38389" y="0"/>
                  </a:moveTo>
                  <a:cubicBezTo>
                    <a:pt x="36334" y="0"/>
                    <a:pt x="34272" y="76"/>
                    <a:pt x="32231" y="160"/>
                  </a:cubicBezTo>
                  <a:cubicBezTo>
                    <a:pt x="30481" y="219"/>
                    <a:pt x="28718" y="314"/>
                    <a:pt x="26956" y="338"/>
                  </a:cubicBezTo>
                  <a:cubicBezTo>
                    <a:pt x="26353" y="346"/>
                    <a:pt x="25751" y="350"/>
                    <a:pt x="25150" y="350"/>
                  </a:cubicBezTo>
                  <a:cubicBezTo>
                    <a:pt x="23947" y="350"/>
                    <a:pt x="22745" y="334"/>
                    <a:pt x="21539" y="302"/>
                  </a:cubicBezTo>
                  <a:cubicBezTo>
                    <a:pt x="20649" y="280"/>
                    <a:pt x="19738" y="271"/>
                    <a:pt x="18811" y="271"/>
                  </a:cubicBezTo>
                  <a:cubicBezTo>
                    <a:pt x="12721" y="271"/>
                    <a:pt x="5953" y="683"/>
                    <a:pt x="1" y="683"/>
                  </a:cubicBezTo>
                  <a:cubicBezTo>
                    <a:pt x="12" y="969"/>
                    <a:pt x="72" y="1291"/>
                    <a:pt x="132" y="1624"/>
                  </a:cubicBezTo>
                  <a:lnTo>
                    <a:pt x="132" y="1636"/>
                  </a:lnTo>
                  <a:lnTo>
                    <a:pt x="50328" y="1636"/>
                  </a:lnTo>
                  <a:cubicBezTo>
                    <a:pt x="50328" y="1314"/>
                    <a:pt x="50328" y="993"/>
                    <a:pt x="50328" y="683"/>
                  </a:cubicBezTo>
                  <a:cubicBezTo>
                    <a:pt x="47780" y="648"/>
                    <a:pt x="45221" y="302"/>
                    <a:pt x="42708" y="136"/>
                  </a:cubicBezTo>
                  <a:cubicBezTo>
                    <a:pt x="41278" y="37"/>
                    <a:pt x="39835" y="0"/>
                    <a:pt x="383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4"/>
            <p:cNvSpPr/>
            <p:nvPr/>
          </p:nvSpPr>
          <p:spPr>
            <a:xfrm flipH="1">
              <a:off x="28013" y="3740213"/>
              <a:ext cx="491450" cy="19600"/>
            </a:xfrm>
            <a:custGeom>
              <a:avLst/>
              <a:gdLst/>
              <a:ahLst/>
              <a:cxnLst/>
              <a:rect l="l" t="t" r="r" b="b"/>
              <a:pathLst>
                <a:path w="19658" h="784" extrusionOk="0">
                  <a:moveTo>
                    <a:pt x="9469" y="0"/>
                  </a:moveTo>
                  <a:cubicBezTo>
                    <a:pt x="6309" y="0"/>
                    <a:pt x="3146" y="109"/>
                    <a:pt x="0" y="351"/>
                  </a:cubicBezTo>
                  <a:cubicBezTo>
                    <a:pt x="3536" y="530"/>
                    <a:pt x="7072" y="732"/>
                    <a:pt x="10621" y="780"/>
                  </a:cubicBezTo>
                  <a:cubicBezTo>
                    <a:pt x="10930" y="783"/>
                    <a:pt x="11241" y="784"/>
                    <a:pt x="11551" y="784"/>
                  </a:cubicBezTo>
                  <a:cubicBezTo>
                    <a:pt x="14257" y="784"/>
                    <a:pt x="16976" y="684"/>
                    <a:pt x="19657" y="363"/>
                  </a:cubicBezTo>
                  <a:cubicBezTo>
                    <a:pt x="19003" y="316"/>
                    <a:pt x="18348" y="268"/>
                    <a:pt x="17693" y="232"/>
                  </a:cubicBezTo>
                  <a:cubicBezTo>
                    <a:pt x="14963" y="83"/>
                    <a:pt x="12217" y="0"/>
                    <a:pt x="94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4"/>
            <p:cNvSpPr/>
            <p:nvPr/>
          </p:nvSpPr>
          <p:spPr>
            <a:xfrm flipH="1">
              <a:off x="-6650" y="4042088"/>
              <a:ext cx="1261475" cy="39100"/>
            </a:xfrm>
            <a:custGeom>
              <a:avLst/>
              <a:gdLst/>
              <a:ahLst/>
              <a:cxnLst/>
              <a:rect l="l" t="t" r="r" b="b"/>
              <a:pathLst>
                <a:path w="50459" h="1564" extrusionOk="0">
                  <a:moveTo>
                    <a:pt x="25545" y="1"/>
                  </a:moveTo>
                  <a:cubicBezTo>
                    <a:pt x="24561" y="1"/>
                    <a:pt x="23578" y="16"/>
                    <a:pt x="22598" y="52"/>
                  </a:cubicBezTo>
                  <a:cubicBezTo>
                    <a:pt x="19169" y="168"/>
                    <a:pt x="15807" y="380"/>
                    <a:pt x="12411" y="380"/>
                  </a:cubicBezTo>
                  <a:cubicBezTo>
                    <a:pt x="11303" y="380"/>
                    <a:pt x="10192" y="357"/>
                    <a:pt x="9073" y="302"/>
                  </a:cubicBezTo>
                  <a:cubicBezTo>
                    <a:pt x="7120" y="207"/>
                    <a:pt x="5168" y="111"/>
                    <a:pt x="3215" y="99"/>
                  </a:cubicBezTo>
                  <a:cubicBezTo>
                    <a:pt x="2822" y="99"/>
                    <a:pt x="941" y="516"/>
                    <a:pt x="131" y="540"/>
                  </a:cubicBezTo>
                  <a:cubicBezTo>
                    <a:pt x="155" y="897"/>
                    <a:pt x="0" y="1088"/>
                    <a:pt x="24" y="1433"/>
                  </a:cubicBezTo>
                  <a:cubicBezTo>
                    <a:pt x="213" y="1435"/>
                    <a:pt x="406" y="1436"/>
                    <a:pt x="602" y="1436"/>
                  </a:cubicBezTo>
                  <a:cubicBezTo>
                    <a:pt x="3880" y="1436"/>
                    <a:pt x="8107" y="1170"/>
                    <a:pt x="11264" y="1147"/>
                  </a:cubicBezTo>
                  <a:lnTo>
                    <a:pt x="11275" y="1147"/>
                  </a:lnTo>
                  <a:cubicBezTo>
                    <a:pt x="13133" y="1141"/>
                    <a:pt x="14993" y="1132"/>
                    <a:pt x="16854" y="1132"/>
                  </a:cubicBezTo>
                  <a:cubicBezTo>
                    <a:pt x="18714" y="1132"/>
                    <a:pt x="20574" y="1141"/>
                    <a:pt x="22432" y="1171"/>
                  </a:cubicBezTo>
                  <a:cubicBezTo>
                    <a:pt x="26111" y="1230"/>
                    <a:pt x="29790" y="1361"/>
                    <a:pt x="33457" y="1445"/>
                  </a:cubicBezTo>
                  <a:cubicBezTo>
                    <a:pt x="36520" y="1509"/>
                    <a:pt x="39588" y="1563"/>
                    <a:pt x="42653" y="1563"/>
                  </a:cubicBezTo>
                  <a:cubicBezTo>
                    <a:pt x="45246" y="1563"/>
                    <a:pt x="47837" y="1525"/>
                    <a:pt x="50423" y="1421"/>
                  </a:cubicBezTo>
                  <a:cubicBezTo>
                    <a:pt x="50399" y="1111"/>
                    <a:pt x="50459" y="802"/>
                    <a:pt x="50423" y="492"/>
                  </a:cubicBezTo>
                  <a:lnTo>
                    <a:pt x="50423" y="492"/>
                  </a:lnTo>
                  <a:cubicBezTo>
                    <a:pt x="48661" y="620"/>
                    <a:pt x="46889" y="671"/>
                    <a:pt x="45110" y="671"/>
                  </a:cubicBezTo>
                  <a:cubicBezTo>
                    <a:pt x="38618" y="671"/>
                    <a:pt x="32039" y="1"/>
                    <a:pt x="255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4"/>
            <p:cNvSpPr/>
            <p:nvPr/>
          </p:nvSpPr>
          <p:spPr>
            <a:xfrm flipH="1">
              <a:off x="-6650" y="4087888"/>
              <a:ext cx="1262075" cy="53025"/>
            </a:xfrm>
            <a:custGeom>
              <a:avLst/>
              <a:gdLst/>
              <a:ahLst/>
              <a:cxnLst/>
              <a:rect l="l" t="t" r="r" b="b"/>
              <a:pathLst>
                <a:path w="50483" h="2121" extrusionOk="0">
                  <a:moveTo>
                    <a:pt x="17998" y="1"/>
                  </a:moveTo>
                  <a:cubicBezTo>
                    <a:pt x="11171" y="1"/>
                    <a:pt x="1714" y="201"/>
                    <a:pt x="0" y="303"/>
                  </a:cubicBezTo>
                  <a:cubicBezTo>
                    <a:pt x="36" y="899"/>
                    <a:pt x="584" y="1327"/>
                    <a:pt x="608" y="1923"/>
                  </a:cubicBezTo>
                  <a:cubicBezTo>
                    <a:pt x="1301" y="2069"/>
                    <a:pt x="2100" y="2120"/>
                    <a:pt x="2948" y="2120"/>
                  </a:cubicBezTo>
                  <a:cubicBezTo>
                    <a:pt x="4896" y="2120"/>
                    <a:pt x="7107" y="1851"/>
                    <a:pt x="8909" y="1851"/>
                  </a:cubicBezTo>
                  <a:cubicBezTo>
                    <a:pt x="8936" y="1851"/>
                    <a:pt x="8963" y="1851"/>
                    <a:pt x="8990" y="1851"/>
                  </a:cubicBezTo>
                  <a:cubicBezTo>
                    <a:pt x="13609" y="1875"/>
                    <a:pt x="18241" y="1875"/>
                    <a:pt x="22860" y="1875"/>
                  </a:cubicBezTo>
                  <a:cubicBezTo>
                    <a:pt x="26385" y="1875"/>
                    <a:pt x="29885" y="1720"/>
                    <a:pt x="33386" y="1542"/>
                  </a:cubicBezTo>
                  <a:cubicBezTo>
                    <a:pt x="36143" y="1397"/>
                    <a:pt x="38908" y="1274"/>
                    <a:pt x="41674" y="1274"/>
                  </a:cubicBezTo>
                  <a:cubicBezTo>
                    <a:pt x="42562" y="1274"/>
                    <a:pt x="43451" y="1286"/>
                    <a:pt x="44339" y="1315"/>
                  </a:cubicBezTo>
                  <a:cubicBezTo>
                    <a:pt x="46387" y="1387"/>
                    <a:pt x="48471" y="1553"/>
                    <a:pt x="50471" y="1923"/>
                  </a:cubicBezTo>
                  <a:cubicBezTo>
                    <a:pt x="50435" y="1375"/>
                    <a:pt x="50483" y="803"/>
                    <a:pt x="50447" y="256"/>
                  </a:cubicBezTo>
                  <a:lnTo>
                    <a:pt x="50447" y="256"/>
                  </a:lnTo>
                  <a:cubicBezTo>
                    <a:pt x="48030" y="363"/>
                    <a:pt x="45506" y="422"/>
                    <a:pt x="43089" y="422"/>
                  </a:cubicBezTo>
                  <a:cubicBezTo>
                    <a:pt x="42852" y="423"/>
                    <a:pt x="42615" y="424"/>
                    <a:pt x="42379" y="424"/>
                  </a:cubicBezTo>
                  <a:cubicBezTo>
                    <a:pt x="38948" y="424"/>
                    <a:pt x="35518" y="346"/>
                    <a:pt x="32088" y="268"/>
                  </a:cubicBezTo>
                  <a:cubicBezTo>
                    <a:pt x="28409" y="184"/>
                    <a:pt x="24730" y="53"/>
                    <a:pt x="21039" y="18"/>
                  </a:cubicBezTo>
                  <a:cubicBezTo>
                    <a:pt x="20121" y="6"/>
                    <a:pt x="19093" y="1"/>
                    <a:pt x="17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4"/>
            <p:cNvSpPr/>
            <p:nvPr/>
          </p:nvSpPr>
          <p:spPr>
            <a:xfrm flipH="1">
              <a:off x="-6350" y="4173613"/>
              <a:ext cx="1290350" cy="79000"/>
            </a:xfrm>
            <a:custGeom>
              <a:avLst/>
              <a:gdLst/>
              <a:ahLst/>
              <a:cxnLst/>
              <a:rect l="l" t="t" r="r" b="b"/>
              <a:pathLst>
                <a:path w="51614" h="3160" extrusionOk="0">
                  <a:moveTo>
                    <a:pt x="20244" y="1"/>
                  </a:moveTo>
                  <a:cubicBezTo>
                    <a:pt x="13861" y="1"/>
                    <a:pt x="6767" y="403"/>
                    <a:pt x="989" y="1018"/>
                  </a:cubicBezTo>
                  <a:cubicBezTo>
                    <a:pt x="1001" y="1863"/>
                    <a:pt x="0" y="1494"/>
                    <a:pt x="0" y="2339"/>
                  </a:cubicBezTo>
                  <a:cubicBezTo>
                    <a:pt x="12" y="2435"/>
                    <a:pt x="1536" y="2851"/>
                    <a:pt x="1548" y="2947"/>
                  </a:cubicBezTo>
                  <a:cubicBezTo>
                    <a:pt x="2121" y="3007"/>
                    <a:pt x="2673" y="3030"/>
                    <a:pt x="3207" y="3030"/>
                  </a:cubicBezTo>
                  <a:cubicBezTo>
                    <a:pt x="5003" y="3030"/>
                    <a:pt x="6600" y="2768"/>
                    <a:pt x="8132" y="2768"/>
                  </a:cubicBezTo>
                  <a:cubicBezTo>
                    <a:pt x="8690" y="2771"/>
                    <a:pt x="9248" y="2773"/>
                    <a:pt x="9806" y="2773"/>
                  </a:cubicBezTo>
                  <a:cubicBezTo>
                    <a:pt x="11153" y="2773"/>
                    <a:pt x="12500" y="2764"/>
                    <a:pt x="13847" y="2756"/>
                  </a:cubicBezTo>
                  <a:cubicBezTo>
                    <a:pt x="14076" y="2755"/>
                    <a:pt x="14306" y="2754"/>
                    <a:pt x="14535" y="2754"/>
                  </a:cubicBezTo>
                  <a:cubicBezTo>
                    <a:pt x="15439" y="2754"/>
                    <a:pt x="16345" y="2763"/>
                    <a:pt x="17250" y="2763"/>
                  </a:cubicBezTo>
                  <a:cubicBezTo>
                    <a:pt x="18026" y="2763"/>
                    <a:pt x="18801" y="2756"/>
                    <a:pt x="19574" y="2732"/>
                  </a:cubicBezTo>
                  <a:cubicBezTo>
                    <a:pt x="21094" y="2687"/>
                    <a:pt x="22614" y="2665"/>
                    <a:pt x="24134" y="2665"/>
                  </a:cubicBezTo>
                  <a:cubicBezTo>
                    <a:pt x="26577" y="2665"/>
                    <a:pt x="29019" y="2720"/>
                    <a:pt x="31457" y="2816"/>
                  </a:cubicBezTo>
                  <a:cubicBezTo>
                    <a:pt x="33433" y="2887"/>
                    <a:pt x="35398" y="3006"/>
                    <a:pt x="37362" y="3113"/>
                  </a:cubicBezTo>
                  <a:cubicBezTo>
                    <a:pt x="37991" y="3147"/>
                    <a:pt x="38624" y="3160"/>
                    <a:pt x="39259" y="3160"/>
                  </a:cubicBezTo>
                  <a:cubicBezTo>
                    <a:pt x="40427" y="3160"/>
                    <a:pt x="41599" y="3116"/>
                    <a:pt x="42756" y="3077"/>
                  </a:cubicBezTo>
                  <a:cubicBezTo>
                    <a:pt x="44858" y="3001"/>
                    <a:pt x="46967" y="2906"/>
                    <a:pt x="49073" y="2906"/>
                  </a:cubicBezTo>
                  <a:cubicBezTo>
                    <a:pt x="49913" y="2906"/>
                    <a:pt x="50752" y="2921"/>
                    <a:pt x="51590" y="2958"/>
                  </a:cubicBezTo>
                  <a:cubicBezTo>
                    <a:pt x="51566" y="2292"/>
                    <a:pt x="51614" y="1601"/>
                    <a:pt x="51590" y="934"/>
                  </a:cubicBezTo>
                  <a:lnTo>
                    <a:pt x="51590" y="934"/>
                  </a:lnTo>
                  <a:cubicBezTo>
                    <a:pt x="50143" y="1070"/>
                    <a:pt x="48648" y="1120"/>
                    <a:pt x="47161" y="1120"/>
                  </a:cubicBezTo>
                  <a:cubicBezTo>
                    <a:pt x="46176" y="1120"/>
                    <a:pt x="45195" y="1099"/>
                    <a:pt x="44232" y="1065"/>
                  </a:cubicBezTo>
                  <a:cubicBezTo>
                    <a:pt x="40910" y="934"/>
                    <a:pt x="37612" y="637"/>
                    <a:pt x="34302" y="422"/>
                  </a:cubicBezTo>
                  <a:cubicBezTo>
                    <a:pt x="30754" y="208"/>
                    <a:pt x="27182" y="137"/>
                    <a:pt x="23622" y="41"/>
                  </a:cubicBezTo>
                  <a:cubicBezTo>
                    <a:pt x="22527" y="14"/>
                    <a:pt x="21397" y="1"/>
                    <a:pt x="202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4"/>
            <p:cNvSpPr/>
            <p:nvPr/>
          </p:nvSpPr>
          <p:spPr>
            <a:xfrm flipH="1">
              <a:off x="-6650" y="4266613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0"/>
                  </a:moveTo>
                  <a:cubicBezTo>
                    <a:pt x="21789" y="12"/>
                    <a:pt x="19848" y="72"/>
                    <a:pt x="17907" y="84"/>
                  </a:cubicBezTo>
                  <a:cubicBezTo>
                    <a:pt x="13620" y="94"/>
                    <a:pt x="8419" y="296"/>
                    <a:pt x="3803" y="296"/>
                  </a:cubicBezTo>
                  <a:cubicBezTo>
                    <a:pt x="2792" y="296"/>
                    <a:pt x="1809" y="286"/>
                    <a:pt x="869" y="262"/>
                  </a:cubicBezTo>
                  <a:lnTo>
                    <a:pt x="869" y="262"/>
                  </a:lnTo>
                  <a:cubicBezTo>
                    <a:pt x="1012" y="1370"/>
                    <a:pt x="0" y="1941"/>
                    <a:pt x="36" y="3048"/>
                  </a:cubicBezTo>
                  <a:cubicBezTo>
                    <a:pt x="36" y="3167"/>
                    <a:pt x="1405" y="4108"/>
                    <a:pt x="1405" y="4227"/>
                  </a:cubicBezTo>
                  <a:cubicBezTo>
                    <a:pt x="1804" y="4257"/>
                    <a:pt x="2219" y="4270"/>
                    <a:pt x="2645" y="4270"/>
                  </a:cubicBezTo>
                  <a:cubicBezTo>
                    <a:pt x="5791" y="4270"/>
                    <a:pt x="9583" y="3554"/>
                    <a:pt x="12640" y="3554"/>
                  </a:cubicBezTo>
                  <a:cubicBezTo>
                    <a:pt x="12802" y="3554"/>
                    <a:pt x="12963" y="3556"/>
                    <a:pt x="13121" y="3560"/>
                  </a:cubicBezTo>
                  <a:cubicBezTo>
                    <a:pt x="16740" y="3656"/>
                    <a:pt x="20360" y="3822"/>
                    <a:pt x="23979" y="3894"/>
                  </a:cubicBezTo>
                  <a:cubicBezTo>
                    <a:pt x="24818" y="3905"/>
                    <a:pt x="25656" y="3913"/>
                    <a:pt x="26494" y="3913"/>
                  </a:cubicBezTo>
                  <a:cubicBezTo>
                    <a:pt x="27464" y="3913"/>
                    <a:pt x="28432" y="3902"/>
                    <a:pt x="29397" y="3870"/>
                  </a:cubicBezTo>
                  <a:cubicBezTo>
                    <a:pt x="31147" y="3822"/>
                    <a:pt x="32873" y="3727"/>
                    <a:pt x="34624" y="3668"/>
                  </a:cubicBezTo>
                  <a:cubicBezTo>
                    <a:pt x="36263" y="3612"/>
                    <a:pt x="37910" y="3569"/>
                    <a:pt x="39557" y="3569"/>
                  </a:cubicBezTo>
                  <a:cubicBezTo>
                    <a:pt x="41414" y="3569"/>
                    <a:pt x="43270" y="3623"/>
                    <a:pt x="45113" y="3775"/>
                  </a:cubicBezTo>
                  <a:cubicBezTo>
                    <a:pt x="47244" y="3941"/>
                    <a:pt x="49411" y="4203"/>
                    <a:pt x="51566" y="4227"/>
                  </a:cubicBezTo>
                  <a:cubicBezTo>
                    <a:pt x="51554" y="2917"/>
                    <a:pt x="51602" y="1596"/>
                    <a:pt x="51566" y="286"/>
                  </a:cubicBezTo>
                  <a:cubicBezTo>
                    <a:pt x="50757" y="247"/>
                    <a:pt x="49942" y="232"/>
                    <a:pt x="49125" y="232"/>
                  </a:cubicBezTo>
                  <a:cubicBezTo>
                    <a:pt x="46431" y="232"/>
                    <a:pt x="43708" y="401"/>
                    <a:pt x="41041" y="465"/>
                  </a:cubicBezTo>
                  <a:lnTo>
                    <a:pt x="41041" y="453"/>
                  </a:lnTo>
                  <a:cubicBezTo>
                    <a:pt x="40590" y="464"/>
                    <a:pt x="40139" y="469"/>
                    <a:pt x="39689" y="469"/>
                  </a:cubicBezTo>
                  <a:cubicBezTo>
                    <a:pt x="36349" y="469"/>
                    <a:pt x="33031" y="189"/>
                    <a:pt x="29694" y="84"/>
                  </a:cubicBezTo>
                  <a:cubicBezTo>
                    <a:pt x="27706" y="24"/>
                    <a:pt x="25718" y="0"/>
                    <a:pt x="23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4"/>
            <p:cNvSpPr/>
            <p:nvPr/>
          </p:nvSpPr>
          <p:spPr>
            <a:xfrm flipH="1">
              <a:off x="-5775" y="4383688"/>
              <a:ext cx="1258225" cy="65325"/>
            </a:xfrm>
            <a:custGeom>
              <a:avLst/>
              <a:gdLst/>
              <a:ahLst/>
              <a:cxnLst/>
              <a:rect l="l" t="t" r="r" b="b"/>
              <a:pathLst>
                <a:path w="50329" h="2613" extrusionOk="0">
                  <a:moveTo>
                    <a:pt x="38436" y="0"/>
                  </a:moveTo>
                  <a:cubicBezTo>
                    <a:pt x="36364" y="0"/>
                    <a:pt x="34289" y="74"/>
                    <a:pt x="32231" y="151"/>
                  </a:cubicBezTo>
                  <a:cubicBezTo>
                    <a:pt x="30480" y="223"/>
                    <a:pt x="28718" y="306"/>
                    <a:pt x="26956" y="342"/>
                  </a:cubicBezTo>
                  <a:cubicBezTo>
                    <a:pt x="26471" y="348"/>
                    <a:pt x="25986" y="351"/>
                    <a:pt x="25502" y="351"/>
                  </a:cubicBezTo>
                  <a:cubicBezTo>
                    <a:pt x="24177" y="351"/>
                    <a:pt x="22855" y="329"/>
                    <a:pt x="21539" y="294"/>
                  </a:cubicBezTo>
                  <a:cubicBezTo>
                    <a:pt x="20705" y="275"/>
                    <a:pt x="19852" y="267"/>
                    <a:pt x="18985" y="267"/>
                  </a:cubicBezTo>
                  <a:cubicBezTo>
                    <a:pt x="12850" y="267"/>
                    <a:pt x="6009" y="687"/>
                    <a:pt x="0" y="687"/>
                  </a:cubicBezTo>
                  <a:cubicBezTo>
                    <a:pt x="12" y="1247"/>
                    <a:pt x="251" y="2033"/>
                    <a:pt x="262" y="2592"/>
                  </a:cubicBezTo>
                  <a:cubicBezTo>
                    <a:pt x="816" y="2606"/>
                    <a:pt x="1371" y="2613"/>
                    <a:pt x="1927" y="2613"/>
                  </a:cubicBezTo>
                  <a:cubicBezTo>
                    <a:pt x="8478" y="2613"/>
                    <a:pt x="15249" y="1709"/>
                    <a:pt x="21603" y="1709"/>
                  </a:cubicBezTo>
                  <a:cubicBezTo>
                    <a:pt x="22426" y="1709"/>
                    <a:pt x="23243" y="1724"/>
                    <a:pt x="24051" y="1759"/>
                  </a:cubicBezTo>
                  <a:cubicBezTo>
                    <a:pt x="29254" y="1973"/>
                    <a:pt x="34421" y="2461"/>
                    <a:pt x="39648" y="2509"/>
                  </a:cubicBezTo>
                  <a:cubicBezTo>
                    <a:pt x="43208" y="2533"/>
                    <a:pt x="46768" y="2497"/>
                    <a:pt x="50316" y="2592"/>
                  </a:cubicBezTo>
                  <a:cubicBezTo>
                    <a:pt x="50316" y="1949"/>
                    <a:pt x="50328" y="1318"/>
                    <a:pt x="50328" y="675"/>
                  </a:cubicBezTo>
                  <a:cubicBezTo>
                    <a:pt x="47780" y="639"/>
                    <a:pt x="45220" y="294"/>
                    <a:pt x="42708" y="128"/>
                  </a:cubicBezTo>
                  <a:cubicBezTo>
                    <a:pt x="41290" y="35"/>
                    <a:pt x="39864" y="0"/>
                    <a:pt x="384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4"/>
            <p:cNvSpPr/>
            <p:nvPr/>
          </p:nvSpPr>
          <p:spPr>
            <a:xfrm flipH="1">
              <a:off x="-5775" y="4459988"/>
              <a:ext cx="1272525" cy="70675"/>
            </a:xfrm>
            <a:custGeom>
              <a:avLst/>
              <a:gdLst/>
              <a:ahLst/>
              <a:cxnLst/>
              <a:rect l="l" t="t" r="r" b="b"/>
              <a:pathLst>
                <a:path w="50901" h="2827" extrusionOk="0">
                  <a:moveTo>
                    <a:pt x="21903" y="0"/>
                  </a:moveTo>
                  <a:cubicBezTo>
                    <a:pt x="14993" y="0"/>
                    <a:pt x="7192" y="862"/>
                    <a:pt x="383" y="862"/>
                  </a:cubicBezTo>
                  <a:cubicBezTo>
                    <a:pt x="303" y="862"/>
                    <a:pt x="224" y="862"/>
                    <a:pt x="144" y="862"/>
                  </a:cubicBezTo>
                  <a:lnTo>
                    <a:pt x="144" y="862"/>
                  </a:lnTo>
                  <a:cubicBezTo>
                    <a:pt x="203" y="1576"/>
                    <a:pt x="1" y="2112"/>
                    <a:pt x="37" y="2826"/>
                  </a:cubicBezTo>
                  <a:cubicBezTo>
                    <a:pt x="1764" y="2826"/>
                    <a:pt x="2556" y="2336"/>
                    <a:pt x="2843" y="2336"/>
                  </a:cubicBezTo>
                  <a:cubicBezTo>
                    <a:pt x="2853" y="2336"/>
                    <a:pt x="2862" y="2337"/>
                    <a:pt x="2870" y="2338"/>
                  </a:cubicBezTo>
                  <a:cubicBezTo>
                    <a:pt x="4942" y="1969"/>
                    <a:pt x="7109" y="1814"/>
                    <a:pt x="9157" y="1743"/>
                  </a:cubicBezTo>
                  <a:cubicBezTo>
                    <a:pt x="10364" y="1694"/>
                    <a:pt x="11573" y="1673"/>
                    <a:pt x="12782" y="1673"/>
                  </a:cubicBezTo>
                  <a:cubicBezTo>
                    <a:pt x="15998" y="1673"/>
                    <a:pt x="19216" y="1823"/>
                    <a:pt x="22409" y="2005"/>
                  </a:cubicBezTo>
                  <a:cubicBezTo>
                    <a:pt x="24599" y="2136"/>
                    <a:pt x="26778" y="2279"/>
                    <a:pt x="28957" y="2421"/>
                  </a:cubicBezTo>
                  <a:cubicBezTo>
                    <a:pt x="29954" y="2405"/>
                    <a:pt x="30950" y="2397"/>
                    <a:pt x="31945" y="2397"/>
                  </a:cubicBezTo>
                  <a:cubicBezTo>
                    <a:pt x="37965" y="2397"/>
                    <a:pt x="43966" y="2673"/>
                    <a:pt x="49983" y="2826"/>
                  </a:cubicBezTo>
                  <a:cubicBezTo>
                    <a:pt x="50281" y="2791"/>
                    <a:pt x="50567" y="2755"/>
                    <a:pt x="50864" y="2707"/>
                  </a:cubicBezTo>
                  <a:cubicBezTo>
                    <a:pt x="50876" y="2100"/>
                    <a:pt x="50888" y="1493"/>
                    <a:pt x="50900" y="886"/>
                  </a:cubicBezTo>
                  <a:cubicBezTo>
                    <a:pt x="46959" y="766"/>
                    <a:pt x="43006" y="850"/>
                    <a:pt x="39065" y="778"/>
                  </a:cubicBezTo>
                  <a:cubicBezTo>
                    <a:pt x="34339" y="707"/>
                    <a:pt x="29659" y="266"/>
                    <a:pt x="24945" y="64"/>
                  </a:cubicBezTo>
                  <a:cubicBezTo>
                    <a:pt x="23955" y="19"/>
                    <a:pt x="22939" y="0"/>
                    <a:pt x="219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4"/>
            <p:cNvSpPr/>
            <p:nvPr/>
          </p:nvSpPr>
          <p:spPr>
            <a:xfrm flipH="1">
              <a:off x="634500" y="4524388"/>
              <a:ext cx="448875" cy="12600"/>
            </a:xfrm>
            <a:custGeom>
              <a:avLst/>
              <a:gdLst/>
              <a:ahLst/>
              <a:cxnLst/>
              <a:rect l="l" t="t" r="r" b="b"/>
              <a:pathLst>
                <a:path w="17955" h="504" extrusionOk="0">
                  <a:moveTo>
                    <a:pt x="16586" y="0"/>
                  </a:moveTo>
                  <a:cubicBezTo>
                    <a:pt x="11061" y="60"/>
                    <a:pt x="5537" y="167"/>
                    <a:pt x="0" y="286"/>
                  </a:cubicBezTo>
                  <a:cubicBezTo>
                    <a:pt x="2446" y="429"/>
                    <a:pt x="4891" y="504"/>
                    <a:pt x="7337" y="504"/>
                  </a:cubicBezTo>
                  <a:cubicBezTo>
                    <a:pt x="8951" y="504"/>
                    <a:pt x="10566" y="471"/>
                    <a:pt x="12180" y="405"/>
                  </a:cubicBezTo>
                  <a:cubicBezTo>
                    <a:pt x="14109" y="322"/>
                    <a:pt x="16038" y="191"/>
                    <a:pt x="179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4"/>
            <p:cNvSpPr/>
            <p:nvPr/>
          </p:nvSpPr>
          <p:spPr>
            <a:xfrm flipH="1">
              <a:off x="13575" y="4147413"/>
              <a:ext cx="491750" cy="19700"/>
            </a:xfrm>
            <a:custGeom>
              <a:avLst/>
              <a:gdLst/>
              <a:ahLst/>
              <a:cxnLst/>
              <a:rect l="l" t="t" r="r" b="b"/>
              <a:pathLst>
                <a:path w="19670" h="788" extrusionOk="0">
                  <a:moveTo>
                    <a:pt x="9475" y="0"/>
                  </a:moveTo>
                  <a:cubicBezTo>
                    <a:pt x="6315" y="0"/>
                    <a:pt x="3152" y="109"/>
                    <a:pt x="0" y="351"/>
                  </a:cubicBezTo>
                  <a:cubicBezTo>
                    <a:pt x="3548" y="542"/>
                    <a:pt x="7084" y="744"/>
                    <a:pt x="10632" y="780"/>
                  </a:cubicBezTo>
                  <a:cubicBezTo>
                    <a:pt x="11043" y="785"/>
                    <a:pt x="11455" y="787"/>
                    <a:pt x="11866" y="787"/>
                  </a:cubicBezTo>
                  <a:cubicBezTo>
                    <a:pt x="14463" y="787"/>
                    <a:pt x="17080" y="682"/>
                    <a:pt x="19669" y="363"/>
                  </a:cubicBezTo>
                  <a:cubicBezTo>
                    <a:pt x="19014" y="315"/>
                    <a:pt x="18360" y="268"/>
                    <a:pt x="17705" y="232"/>
                  </a:cubicBezTo>
                  <a:cubicBezTo>
                    <a:pt x="14969" y="83"/>
                    <a:pt x="12223" y="0"/>
                    <a:pt x="94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4"/>
            <p:cNvSpPr/>
            <p:nvPr/>
          </p:nvSpPr>
          <p:spPr>
            <a:xfrm flipH="1">
              <a:off x="-6350" y="4555338"/>
              <a:ext cx="1261475" cy="39225"/>
            </a:xfrm>
            <a:custGeom>
              <a:avLst/>
              <a:gdLst/>
              <a:ahLst/>
              <a:cxnLst/>
              <a:rect l="l" t="t" r="r" b="b"/>
              <a:pathLst>
                <a:path w="50459" h="1569" extrusionOk="0">
                  <a:moveTo>
                    <a:pt x="25457" y="1"/>
                  </a:moveTo>
                  <a:cubicBezTo>
                    <a:pt x="24506" y="1"/>
                    <a:pt x="23557" y="15"/>
                    <a:pt x="22610" y="48"/>
                  </a:cubicBezTo>
                  <a:cubicBezTo>
                    <a:pt x="19177" y="174"/>
                    <a:pt x="15804" y="388"/>
                    <a:pt x="12400" y="388"/>
                  </a:cubicBezTo>
                  <a:cubicBezTo>
                    <a:pt x="11295" y="388"/>
                    <a:pt x="10187" y="365"/>
                    <a:pt x="9073" y="310"/>
                  </a:cubicBezTo>
                  <a:cubicBezTo>
                    <a:pt x="7132" y="215"/>
                    <a:pt x="5180" y="108"/>
                    <a:pt x="3215" y="108"/>
                  </a:cubicBezTo>
                  <a:cubicBezTo>
                    <a:pt x="2822" y="108"/>
                    <a:pt x="941" y="512"/>
                    <a:pt x="131" y="548"/>
                  </a:cubicBezTo>
                  <a:cubicBezTo>
                    <a:pt x="167" y="905"/>
                    <a:pt x="0" y="1084"/>
                    <a:pt x="24" y="1441"/>
                  </a:cubicBezTo>
                  <a:cubicBezTo>
                    <a:pt x="213" y="1443"/>
                    <a:pt x="406" y="1444"/>
                    <a:pt x="602" y="1444"/>
                  </a:cubicBezTo>
                  <a:cubicBezTo>
                    <a:pt x="3880" y="1444"/>
                    <a:pt x="8108" y="1178"/>
                    <a:pt x="11276" y="1155"/>
                  </a:cubicBezTo>
                  <a:cubicBezTo>
                    <a:pt x="13002" y="1144"/>
                    <a:pt x="14726" y="1136"/>
                    <a:pt x="16450" y="1136"/>
                  </a:cubicBezTo>
                  <a:cubicBezTo>
                    <a:pt x="18447" y="1136"/>
                    <a:pt x="20444" y="1147"/>
                    <a:pt x="22444" y="1179"/>
                  </a:cubicBezTo>
                  <a:cubicBezTo>
                    <a:pt x="26111" y="1239"/>
                    <a:pt x="29790" y="1370"/>
                    <a:pt x="33469" y="1441"/>
                  </a:cubicBezTo>
                  <a:cubicBezTo>
                    <a:pt x="36512" y="1512"/>
                    <a:pt x="39562" y="1568"/>
                    <a:pt x="42613" y="1568"/>
                  </a:cubicBezTo>
                  <a:cubicBezTo>
                    <a:pt x="45220" y="1568"/>
                    <a:pt x="47829" y="1527"/>
                    <a:pt x="50435" y="1417"/>
                  </a:cubicBezTo>
                  <a:cubicBezTo>
                    <a:pt x="50399" y="1120"/>
                    <a:pt x="50459" y="798"/>
                    <a:pt x="50435" y="501"/>
                  </a:cubicBezTo>
                  <a:lnTo>
                    <a:pt x="50435" y="501"/>
                  </a:lnTo>
                  <a:cubicBezTo>
                    <a:pt x="48674" y="629"/>
                    <a:pt x="46903" y="679"/>
                    <a:pt x="45125" y="679"/>
                  </a:cubicBezTo>
                  <a:cubicBezTo>
                    <a:pt x="38597" y="679"/>
                    <a:pt x="31979" y="1"/>
                    <a:pt x="254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4"/>
            <p:cNvSpPr/>
            <p:nvPr/>
          </p:nvSpPr>
          <p:spPr>
            <a:xfrm flipH="1">
              <a:off x="-6650" y="4601163"/>
              <a:ext cx="1262075" cy="53100"/>
            </a:xfrm>
            <a:custGeom>
              <a:avLst/>
              <a:gdLst/>
              <a:ahLst/>
              <a:cxnLst/>
              <a:rect l="l" t="t" r="r" b="b"/>
              <a:pathLst>
                <a:path w="50483" h="2124" extrusionOk="0">
                  <a:moveTo>
                    <a:pt x="18386" y="0"/>
                  </a:moveTo>
                  <a:cubicBezTo>
                    <a:pt x="11533" y="0"/>
                    <a:pt x="1736" y="205"/>
                    <a:pt x="0" y="299"/>
                  </a:cubicBezTo>
                  <a:cubicBezTo>
                    <a:pt x="36" y="894"/>
                    <a:pt x="584" y="1323"/>
                    <a:pt x="608" y="1918"/>
                  </a:cubicBezTo>
                  <a:cubicBezTo>
                    <a:pt x="1313" y="2071"/>
                    <a:pt x="2127" y="2123"/>
                    <a:pt x="2991" y="2123"/>
                  </a:cubicBezTo>
                  <a:cubicBezTo>
                    <a:pt x="4929" y="2123"/>
                    <a:pt x="7120" y="1858"/>
                    <a:pt x="8909" y="1858"/>
                  </a:cubicBezTo>
                  <a:cubicBezTo>
                    <a:pt x="8936" y="1858"/>
                    <a:pt x="8963" y="1858"/>
                    <a:pt x="8990" y="1858"/>
                  </a:cubicBezTo>
                  <a:cubicBezTo>
                    <a:pt x="13609" y="1882"/>
                    <a:pt x="18241" y="1882"/>
                    <a:pt x="22860" y="1882"/>
                  </a:cubicBezTo>
                  <a:cubicBezTo>
                    <a:pt x="26385" y="1882"/>
                    <a:pt x="29873" y="1716"/>
                    <a:pt x="33386" y="1537"/>
                  </a:cubicBezTo>
                  <a:cubicBezTo>
                    <a:pt x="36088" y="1396"/>
                    <a:pt x="38796" y="1274"/>
                    <a:pt x="41506" y="1274"/>
                  </a:cubicBezTo>
                  <a:cubicBezTo>
                    <a:pt x="42450" y="1274"/>
                    <a:pt x="43395" y="1289"/>
                    <a:pt x="44339" y="1323"/>
                  </a:cubicBezTo>
                  <a:cubicBezTo>
                    <a:pt x="46387" y="1394"/>
                    <a:pt x="48471" y="1549"/>
                    <a:pt x="50471" y="1918"/>
                  </a:cubicBezTo>
                  <a:cubicBezTo>
                    <a:pt x="50435" y="1370"/>
                    <a:pt x="50483" y="811"/>
                    <a:pt x="50447" y="263"/>
                  </a:cubicBezTo>
                  <a:lnTo>
                    <a:pt x="50447" y="263"/>
                  </a:lnTo>
                  <a:cubicBezTo>
                    <a:pt x="48018" y="358"/>
                    <a:pt x="45506" y="430"/>
                    <a:pt x="43077" y="430"/>
                  </a:cubicBezTo>
                  <a:cubicBezTo>
                    <a:pt x="39422" y="430"/>
                    <a:pt x="35755" y="358"/>
                    <a:pt x="32088" y="275"/>
                  </a:cubicBezTo>
                  <a:cubicBezTo>
                    <a:pt x="28409" y="192"/>
                    <a:pt x="24730" y="61"/>
                    <a:pt x="21039" y="13"/>
                  </a:cubicBezTo>
                  <a:cubicBezTo>
                    <a:pt x="20231" y="4"/>
                    <a:pt x="19337" y="0"/>
                    <a:pt x="183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4"/>
            <p:cNvSpPr/>
            <p:nvPr/>
          </p:nvSpPr>
          <p:spPr>
            <a:xfrm flipH="1">
              <a:off x="-6350" y="4686963"/>
              <a:ext cx="1290350" cy="78950"/>
            </a:xfrm>
            <a:custGeom>
              <a:avLst/>
              <a:gdLst/>
              <a:ahLst/>
              <a:cxnLst/>
              <a:rect l="l" t="t" r="r" b="b"/>
              <a:pathLst>
                <a:path w="51614" h="3158" extrusionOk="0">
                  <a:moveTo>
                    <a:pt x="20062" y="0"/>
                  </a:moveTo>
                  <a:cubicBezTo>
                    <a:pt x="13723" y="0"/>
                    <a:pt x="6704" y="400"/>
                    <a:pt x="977" y="1010"/>
                  </a:cubicBezTo>
                  <a:cubicBezTo>
                    <a:pt x="1001" y="1855"/>
                    <a:pt x="0" y="1498"/>
                    <a:pt x="0" y="2344"/>
                  </a:cubicBezTo>
                  <a:cubicBezTo>
                    <a:pt x="12" y="2439"/>
                    <a:pt x="1524" y="2855"/>
                    <a:pt x="1536" y="2939"/>
                  </a:cubicBezTo>
                  <a:cubicBezTo>
                    <a:pt x="2111" y="2999"/>
                    <a:pt x="2665" y="3022"/>
                    <a:pt x="3202" y="3022"/>
                  </a:cubicBezTo>
                  <a:cubicBezTo>
                    <a:pt x="4967" y="3022"/>
                    <a:pt x="6543" y="2772"/>
                    <a:pt x="8041" y="2772"/>
                  </a:cubicBezTo>
                  <a:cubicBezTo>
                    <a:pt x="8068" y="2772"/>
                    <a:pt x="8094" y="2772"/>
                    <a:pt x="8120" y="2772"/>
                  </a:cubicBezTo>
                  <a:cubicBezTo>
                    <a:pt x="10025" y="2772"/>
                    <a:pt x="11930" y="2772"/>
                    <a:pt x="13835" y="2760"/>
                  </a:cubicBezTo>
                  <a:cubicBezTo>
                    <a:pt x="14141" y="2758"/>
                    <a:pt x="14447" y="2758"/>
                    <a:pt x="14753" y="2758"/>
                  </a:cubicBezTo>
                  <a:cubicBezTo>
                    <a:pt x="15529" y="2758"/>
                    <a:pt x="16306" y="2762"/>
                    <a:pt x="17083" y="2762"/>
                  </a:cubicBezTo>
                  <a:cubicBezTo>
                    <a:pt x="17910" y="2762"/>
                    <a:pt x="18737" y="2757"/>
                    <a:pt x="19562" y="2736"/>
                  </a:cubicBezTo>
                  <a:cubicBezTo>
                    <a:pt x="21107" y="2690"/>
                    <a:pt x="22652" y="2669"/>
                    <a:pt x="24197" y="2669"/>
                  </a:cubicBezTo>
                  <a:cubicBezTo>
                    <a:pt x="26617" y="2669"/>
                    <a:pt x="29037" y="2721"/>
                    <a:pt x="31457" y="2808"/>
                  </a:cubicBezTo>
                  <a:cubicBezTo>
                    <a:pt x="33421" y="2879"/>
                    <a:pt x="35386" y="2998"/>
                    <a:pt x="37362" y="3106"/>
                  </a:cubicBezTo>
                  <a:cubicBezTo>
                    <a:pt x="37984" y="3143"/>
                    <a:pt x="38611" y="3157"/>
                    <a:pt x="39240" y="3157"/>
                  </a:cubicBezTo>
                  <a:cubicBezTo>
                    <a:pt x="40408" y="3157"/>
                    <a:pt x="41583" y="3108"/>
                    <a:pt x="42744" y="3070"/>
                  </a:cubicBezTo>
                  <a:cubicBezTo>
                    <a:pt x="44877" y="3001"/>
                    <a:pt x="47016" y="2900"/>
                    <a:pt x="49152" y="2900"/>
                  </a:cubicBezTo>
                  <a:cubicBezTo>
                    <a:pt x="49961" y="2900"/>
                    <a:pt x="50770" y="2915"/>
                    <a:pt x="51578" y="2951"/>
                  </a:cubicBezTo>
                  <a:cubicBezTo>
                    <a:pt x="51554" y="2284"/>
                    <a:pt x="51614" y="1593"/>
                    <a:pt x="51578" y="927"/>
                  </a:cubicBezTo>
                  <a:lnTo>
                    <a:pt x="51578" y="927"/>
                  </a:lnTo>
                  <a:cubicBezTo>
                    <a:pt x="50120" y="1064"/>
                    <a:pt x="48613" y="1118"/>
                    <a:pt x="47116" y="1118"/>
                  </a:cubicBezTo>
                  <a:cubicBezTo>
                    <a:pt x="46145" y="1118"/>
                    <a:pt x="45179" y="1095"/>
                    <a:pt x="44232" y="1058"/>
                  </a:cubicBezTo>
                  <a:cubicBezTo>
                    <a:pt x="40898" y="927"/>
                    <a:pt x="37600" y="629"/>
                    <a:pt x="34290" y="427"/>
                  </a:cubicBezTo>
                  <a:cubicBezTo>
                    <a:pt x="30742" y="200"/>
                    <a:pt x="27170" y="129"/>
                    <a:pt x="23611" y="46"/>
                  </a:cubicBezTo>
                  <a:cubicBezTo>
                    <a:pt x="22462" y="15"/>
                    <a:pt x="21274" y="0"/>
                    <a:pt x="200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4"/>
            <p:cNvSpPr/>
            <p:nvPr/>
          </p:nvSpPr>
          <p:spPr>
            <a:xfrm flipH="1">
              <a:off x="-6350" y="4780063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1"/>
                  </a:moveTo>
                  <a:cubicBezTo>
                    <a:pt x="21789" y="13"/>
                    <a:pt x="19848" y="72"/>
                    <a:pt x="17907" y="72"/>
                  </a:cubicBezTo>
                  <a:cubicBezTo>
                    <a:pt x="13549" y="82"/>
                    <a:pt x="8246" y="291"/>
                    <a:pt x="3581" y="291"/>
                  </a:cubicBezTo>
                  <a:cubicBezTo>
                    <a:pt x="2652" y="291"/>
                    <a:pt x="1748" y="282"/>
                    <a:pt x="881" y="263"/>
                  </a:cubicBezTo>
                  <a:lnTo>
                    <a:pt x="881" y="263"/>
                  </a:lnTo>
                  <a:cubicBezTo>
                    <a:pt x="1024" y="1358"/>
                    <a:pt x="0" y="1941"/>
                    <a:pt x="36" y="3037"/>
                  </a:cubicBezTo>
                  <a:cubicBezTo>
                    <a:pt x="48" y="3168"/>
                    <a:pt x="1405" y="4096"/>
                    <a:pt x="1417" y="4227"/>
                  </a:cubicBezTo>
                  <a:cubicBezTo>
                    <a:pt x="1815" y="4257"/>
                    <a:pt x="2228" y="4270"/>
                    <a:pt x="2654" y="4270"/>
                  </a:cubicBezTo>
                  <a:cubicBezTo>
                    <a:pt x="5793" y="4270"/>
                    <a:pt x="9593" y="3554"/>
                    <a:pt x="12642" y="3554"/>
                  </a:cubicBezTo>
                  <a:cubicBezTo>
                    <a:pt x="12804" y="3554"/>
                    <a:pt x="12963" y="3556"/>
                    <a:pt x="13121" y="3561"/>
                  </a:cubicBezTo>
                  <a:cubicBezTo>
                    <a:pt x="16741" y="3644"/>
                    <a:pt x="20360" y="3823"/>
                    <a:pt x="23980" y="3882"/>
                  </a:cubicBezTo>
                  <a:cubicBezTo>
                    <a:pt x="24819" y="3899"/>
                    <a:pt x="25659" y="3908"/>
                    <a:pt x="26499" y="3908"/>
                  </a:cubicBezTo>
                  <a:cubicBezTo>
                    <a:pt x="27469" y="3908"/>
                    <a:pt x="28439" y="3896"/>
                    <a:pt x="29409" y="3870"/>
                  </a:cubicBezTo>
                  <a:cubicBezTo>
                    <a:pt x="31147" y="3823"/>
                    <a:pt x="32885" y="3727"/>
                    <a:pt x="34624" y="3668"/>
                  </a:cubicBezTo>
                  <a:cubicBezTo>
                    <a:pt x="36263" y="3612"/>
                    <a:pt x="37913" y="3569"/>
                    <a:pt x="39562" y="3569"/>
                  </a:cubicBezTo>
                  <a:cubicBezTo>
                    <a:pt x="41423" y="3569"/>
                    <a:pt x="43282" y="3623"/>
                    <a:pt x="45125" y="3775"/>
                  </a:cubicBezTo>
                  <a:cubicBezTo>
                    <a:pt x="47256" y="3942"/>
                    <a:pt x="49411" y="4204"/>
                    <a:pt x="51566" y="4227"/>
                  </a:cubicBezTo>
                  <a:cubicBezTo>
                    <a:pt x="51566" y="2918"/>
                    <a:pt x="51602" y="1596"/>
                    <a:pt x="51566" y="286"/>
                  </a:cubicBezTo>
                  <a:cubicBezTo>
                    <a:pt x="50737" y="244"/>
                    <a:pt x="49902" y="227"/>
                    <a:pt x="49065" y="227"/>
                  </a:cubicBezTo>
                  <a:cubicBezTo>
                    <a:pt x="46391" y="227"/>
                    <a:pt x="43688" y="399"/>
                    <a:pt x="41041" y="453"/>
                  </a:cubicBezTo>
                  <a:cubicBezTo>
                    <a:pt x="40639" y="462"/>
                    <a:pt x="40237" y="466"/>
                    <a:pt x="39835" y="466"/>
                  </a:cubicBezTo>
                  <a:cubicBezTo>
                    <a:pt x="36446" y="466"/>
                    <a:pt x="33080" y="180"/>
                    <a:pt x="29695" y="84"/>
                  </a:cubicBezTo>
                  <a:cubicBezTo>
                    <a:pt x="27706" y="24"/>
                    <a:pt x="25718" y="1"/>
                    <a:pt x="237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4"/>
            <p:cNvSpPr/>
            <p:nvPr/>
          </p:nvSpPr>
          <p:spPr>
            <a:xfrm flipH="1">
              <a:off x="-5475" y="4896938"/>
              <a:ext cx="1258225" cy="40900"/>
            </a:xfrm>
            <a:custGeom>
              <a:avLst/>
              <a:gdLst/>
              <a:ahLst/>
              <a:cxnLst/>
              <a:rect l="l" t="t" r="r" b="b"/>
              <a:pathLst>
                <a:path w="50329" h="1636" extrusionOk="0">
                  <a:moveTo>
                    <a:pt x="38389" y="0"/>
                  </a:moveTo>
                  <a:cubicBezTo>
                    <a:pt x="36334" y="0"/>
                    <a:pt x="34272" y="76"/>
                    <a:pt x="32231" y="160"/>
                  </a:cubicBezTo>
                  <a:cubicBezTo>
                    <a:pt x="30481" y="219"/>
                    <a:pt x="28718" y="314"/>
                    <a:pt x="26956" y="338"/>
                  </a:cubicBezTo>
                  <a:cubicBezTo>
                    <a:pt x="26353" y="346"/>
                    <a:pt x="25751" y="350"/>
                    <a:pt x="25150" y="350"/>
                  </a:cubicBezTo>
                  <a:cubicBezTo>
                    <a:pt x="23947" y="350"/>
                    <a:pt x="22745" y="334"/>
                    <a:pt x="21539" y="302"/>
                  </a:cubicBezTo>
                  <a:cubicBezTo>
                    <a:pt x="20649" y="280"/>
                    <a:pt x="19738" y="271"/>
                    <a:pt x="18811" y="271"/>
                  </a:cubicBezTo>
                  <a:cubicBezTo>
                    <a:pt x="12721" y="271"/>
                    <a:pt x="5953" y="683"/>
                    <a:pt x="1" y="683"/>
                  </a:cubicBezTo>
                  <a:cubicBezTo>
                    <a:pt x="12" y="969"/>
                    <a:pt x="72" y="1291"/>
                    <a:pt x="132" y="1624"/>
                  </a:cubicBezTo>
                  <a:lnTo>
                    <a:pt x="132" y="1636"/>
                  </a:lnTo>
                  <a:lnTo>
                    <a:pt x="50328" y="1636"/>
                  </a:lnTo>
                  <a:cubicBezTo>
                    <a:pt x="50328" y="1314"/>
                    <a:pt x="50328" y="993"/>
                    <a:pt x="50328" y="683"/>
                  </a:cubicBezTo>
                  <a:cubicBezTo>
                    <a:pt x="47780" y="648"/>
                    <a:pt x="45221" y="302"/>
                    <a:pt x="42708" y="136"/>
                  </a:cubicBezTo>
                  <a:cubicBezTo>
                    <a:pt x="41278" y="37"/>
                    <a:pt x="39835" y="0"/>
                    <a:pt x="383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4"/>
            <p:cNvSpPr/>
            <p:nvPr/>
          </p:nvSpPr>
          <p:spPr>
            <a:xfrm flipH="1">
              <a:off x="13875" y="4660863"/>
              <a:ext cx="491450" cy="19600"/>
            </a:xfrm>
            <a:custGeom>
              <a:avLst/>
              <a:gdLst/>
              <a:ahLst/>
              <a:cxnLst/>
              <a:rect l="l" t="t" r="r" b="b"/>
              <a:pathLst>
                <a:path w="19658" h="784" extrusionOk="0">
                  <a:moveTo>
                    <a:pt x="9469" y="0"/>
                  </a:moveTo>
                  <a:cubicBezTo>
                    <a:pt x="6309" y="0"/>
                    <a:pt x="3146" y="109"/>
                    <a:pt x="0" y="351"/>
                  </a:cubicBezTo>
                  <a:cubicBezTo>
                    <a:pt x="3536" y="530"/>
                    <a:pt x="7072" y="732"/>
                    <a:pt x="10621" y="780"/>
                  </a:cubicBezTo>
                  <a:cubicBezTo>
                    <a:pt x="10930" y="783"/>
                    <a:pt x="11241" y="784"/>
                    <a:pt x="11551" y="784"/>
                  </a:cubicBezTo>
                  <a:cubicBezTo>
                    <a:pt x="14257" y="784"/>
                    <a:pt x="16976" y="684"/>
                    <a:pt x="19657" y="363"/>
                  </a:cubicBezTo>
                  <a:cubicBezTo>
                    <a:pt x="19003" y="316"/>
                    <a:pt x="18348" y="268"/>
                    <a:pt x="17693" y="232"/>
                  </a:cubicBezTo>
                  <a:cubicBezTo>
                    <a:pt x="14963" y="83"/>
                    <a:pt x="12217" y="0"/>
                    <a:pt x="94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4"/>
            <p:cNvSpPr/>
            <p:nvPr/>
          </p:nvSpPr>
          <p:spPr>
            <a:xfrm flipH="1">
              <a:off x="-412" y="4951988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1"/>
                  </a:moveTo>
                  <a:cubicBezTo>
                    <a:pt x="21789" y="13"/>
                    <a:pt x="19848" y="72"/>
                    <a:pt x="17907" y="72"/>
                  </a:cubicBezTo>
                  <a:cubicBezTo>
                    <a:pt x="13549" y="82"/>
                    <a:pt x="8246" y="291"/>
                    <a:pt x="3581" y="291"/>
                  </a:cubicBezTo>
                  <a:cubicBezTo>
                    <a:pt x="2652" y="291"/>
                    <a:pt x="1748" y="282"/>
                    <a:pt x="881" y="263"/>
                  </a:cubicBezTo>
                  <a:lnTo>
                    <a:pt x="881" y="263"/>
                  </a:lnTo>
                  <a:cubicBezTo>
                    <a:pt x="1024" y="1358"/>
                    <a:pt x="0" y="1941"/>
                    <a:pt x="36" y="3037"/>
                  </a:cubicBezTo>
                  <a:cubicBezTo>
                    <a:pt x="48" y="3168"/>
                    <a:pt x="1405" y="4096"/>
                    <a:pt x="1417" y="4227"/>
                  </a:cubicBezTo>
                  <a:cubicBezTo>
                    <a:pt x="1815" y="4257"/>
                    <a:pt x="2228" y="4270"/>
                    <a:pt x="2654" y="4270"/>
                  </a:cubicBezTo>
                  <a:cubicBezTo>
                    <a:pt x="5793" y="4270"/>
                    <a:pt x="9593" y="3554"/>
                    <a:pt x="12642" y="3554"/>
                  </a:cubicBezTo>
                  <a:cubicBezTo>
                    <a:pt x="12804" y="3554"/>
                    <a:pt x="12963" y="3556"/>
                    <a:pt x="13121" y="3561"/>
                  </a:cubicBezTo>
                  <a:cubicBezTo>
                    <a:pt x="16741" y="3644"/>
                    <a:pt x="20360" y="3823"/>
                    <a:pt x="23980" y="3882"/>
                  </a:cubicBezTo>
                  <a:cubicBezTo>
                    <a:pt x="24819" y="3899"/>
                    <a:pt x="25659" y="3908"/>
                    <a:pt x="26499" y="3908"/>
                  </a:cubicBezTo>
                  <a:cubicBezTo>
                    <a:pt x="27469" y="3908"/>
                    <a:pt x="28439" y="3896"/>
                    <a:pt x="29409" y="3870"/>
                  </a:cubicBezTo>
                  <a:cubicBezTo>
                    <a:pt x="31147" y="3823"/>
                    <a:pt x="32885" y="3727"/>
                    <a:pt x="34624" y="3668"/>
                  </a:cubicBezTo>
                  <a:cubicBezTo>
                    <a:pt x="36263" y="3612"/>
                    <a:pt x="37913" y="3569"/>
                    <a:pt x="39562" y="3569"/>
                  </a:cubicBezTo>
                  <a:cubicBezTo>
                    <a:pt x="41423" y="3569"/>
                    <a:pt x="43282" y="3623"/>
                    <a:pt x="45125" y="3775"/>
                  </a:cubicBezTo>
                  <a:cubicBezTo>
                    <a:pt x="47256" y="3942"/>
                    <a:pt x="49411" y="4204"/>
                    <a:pt x="51566" y="4227"/>
                  </a:cubicBezTo>
                  <a:cubicBezTo>
                    <a:pt x="51566" y="2918"/>
                    <a:pt x="51602" y="1596"/>
                    <a:pt x="51566" y="286"/>
                  </a:cubicBezTo>
                  <a:cubicBezTo>
                    <a:pt x="50737" y="244"/>
                    <a:pt x="49902" y="227"/>
                    <a:pt x="49065" y="227"/>
                  </a:cubicBezTo>
                  <a:cubicBezTo>
                    <a:pt x="46391" y="227"/>
                    <a:pt x="43688" y="399"/>
                    <a:pt x="41041" y="453"/>
                  </a:cubicBezTo>
                  <a:cubicBezTo>
                    <a:pt x="40639" y="462"/>
                    <a:pt x="40237" y="466"/>
                    <a:pt x="39835" y="466"/>
                  </a:cubicBezTo>
                  <a:cubicBezTo>
                    <a:pt x="36446" y="466"/>
                    <a:pt x="33080" y="180"/>
                    <a:pt x="29695" y="84"/>
                  </a:cubicBezTo>
                  <a:cubicBezTo>
                    <a:pt x="27706" y="24"/>
                    <a:pt x="25718" y="1"/>
                    <a:pt x="237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3" name="Google Shape;753;p14"/>
          <p:cNvGrpSpPr/>
          <p:nvPr/>
        </p:nvGrpSpPr>
        <p:grpSpPr>
          <a:xfrm>
            <a:off x="7857067" y="13"/>
            <a:ext cx="1304788" cy="5134175"/>
            <a:chOff x="7845800" y="13"/>
            <a:chExt cx="1304788" cy="5134175"/>
          </a:xfrm>
        </p:grpSpPr>
        <p:sp>
          <p:nvSpPr>
            <p:cNvPr id="754" name="Google Shape;754;p14"/>
            <p:cNvSpPr/>
            <p:nvPr/>
          </p:nvSpPr>
          <p:spPr>
            <a:xfrm>
              <a:off x="7873475" y="13"/>
              <a:ext cx="1263575" cy="39225"/>
            </a:xfrm>
            <a:custGeom>
              <a:avLst/>
              <a:gdLst/>
              <a:ahLst/>
              <a:cxnLst/>
              <a:rect l="l" t="t" r="r" b="b"/>
              <a:pathLst>
                <a:path w="50543" h="1569" extrusionOk="0">
                  <a:moveTo>
                    <a:pt x="25459" y="1"/>
                  </a:moveTo>
                  <a:cubicBezTo>
                    <a:pt x="24507" y="1"/>
                    <a:pt x="23557" y="15"/>
                    <a:pt x="22611" y="48"/>
                  </a:cubicBezTo>
                  <a:cubicBezTo>
                    <a:pt x="19177" y="174"/>
                    <a:pt x="15804" y="388"/>
                    <a:pt x="12400" y="388"/>
                  </a:cubicBezTo>
                  <a:cubicBezTo>
                    <a:pt x="11296" y="388"/>
                    <a:pt x="10188" y="366"/>
                    <a:pt x="9073" y="310"/>
                  </a:cubicBezTo>
                  <a:cubicBezTo>
                    <a:pt x="7133" y="215"/>
                    <a:pt x="5180" y="108"/>
                    <a:pt x="3215" y="108"/>
                  </a:cubicBezTo>
                  <a:cubicBezTo>
                    <a:pt x="2822" y="108"/>
                    <a:pt x="941" y="513"/>
                    <a:pt x="132" y="548"/>
                  </a:cubicBezTo>
                  <a:cubicBezTo>
                    <a:pt x="167" y="893"/>
                    <a:pt x="1" y="1084"/>
                    <a:pt x="25" y="1441"/>
                  </a:cubicBezTo>
                  <a:cubicBezTo>
                    <a:pt x="213" y="1443"/>
                    <a:pt x="406" y="1444"/>
                    <a:pt x="602" y="1444"/>
                  </a:cubicBezTo>
                  <a:cubicBezTo>
                    <a:pt x="3880" y="1444"/>
                    <a:pt x="8108" y="1178"/>
                    <a:pt x="11276" y="1155"/>
                  </a:cubicBezTo>
                  <a:cubicBezTo>
                    <a:pt x="12997" y="1144"/>
                    <a:pt x="14721" y="1136"/>
                    <a:pt x="16446" y="1136"/>
                  </a:cubicBezTo>
                  <a:cubicBezTo>
                    <a:pt x="18444" y="1136"/>
                    <a:pt x="20444" y="1147"/>
                    <a:pt x="22444" y="1179"/>
                  </a:cubicBezTo>
                  <a:cubicBezTo>
                    <a:pt x="26111" y="1239"/>
                    <a:pt x="29790" y="1370"/>
                    <a:pt x="33457" y="1441"/>
                  </a:cubicBezTo>
                  <a:cubicBezTo>
                    <a:pt x="36507" y="1512"/>
                    <a:pt x="39584" y="1569"/>
                    <a:pt x="42657" y="1569"/>
                  </a:cubicBezTo>
                  <a:cubicBezTo>
                    <a:pt x="45283" y="1569"/>
                    <a:pt x="47906" y="1527"/>
                    <a:pt x="50507" y="1417"/>
                  </a:cubicBezTo>
                  <a:cubicBezTo>
                    <a:pt x="50519" y="1072"/>
                    <a:pt x="50543" y="798"/>
                    <a:pt x="50507" y="501"/>
                  </a:cubicBezTo>
                  <a:cubicBezTo>
                    <a:pt x="48746" y="629"/>
                    <a:pt x="46972" y="679"/>
                    <a:pt x="45190" y="679"/>
                  </a:cubicBezTo>
                  <a:cubicBezTo>
                    <a:pt x="38647" y="679"/>
                    <a:pt x="31990" y="1"/>
                    <a:pt x="254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4"/>
            <p:cNvSpPr/>
            <p:nvPr/>
          </p:nvSpPr>
          <p:spPr>
            <a:xfrm>
              <a:off x="7876150" y="55863"/>
              <a:ext cx="1260000" cy="53000"/>
            </a:xfrm>
            <a:custGeom>
              <a:avLst/>
              <a:gdLst/>
              <a:ahLst/>
              <a:cxnLst/>
              <a:rect l="l" t="t" r="r" b="b"/>
              <a:pathLst>
                <a:path w="50400" h="2120" extrusionOk="0">
                  <a:moveTo>
                    <a:pt x="18006" y="0"/>
                  </a:moveTo>
                  <a:cubicBezTo>
                    <a:pt x="11171" y="0"/>
                    <a:pt x="1714" y="200"/>
                    <a:pt x="1" y="303"/>
                  </a:cubicBezTo>
                  <a:cubicBezTo>
                    <a:pt x="37" y="898"/>
                    <a:pt x="596" y="1326"/>
                    <a:pt x="608" y="1922"/>
                  </a:cubicBezTo>
                  <a:cubicBezTo>
                    <a:pt x="1301" y="2068"/>
                    <a:pt x="2100" y="2119"/>
                    <a:pt x="2948" y="2119"/>
                  </a:cubicBezTo>
                  <a:cubicBezTo>
                    <a:pt x="4897" y="2119"/>
                    <a:pt x="7107" y="1850"/>
                    <a:pt x="8909" y="1850"/>
                  </a:cubicBezTo>
                  <a:cubicBezTo>
                    <a:pt x="8936" y="1850"/>
                    <a:pt x="8963" y="1850"/>
                    <a:pt x="8990" y="1850"/>
                  </a:cubicBezTo>
                  <a:cubicBezTo>
                    <a:pt x="13610" y="1874"/>
                    <a:pt x="18241" y="1874"/>
                    <a:pt x="22861" y="1874"/>
                  </a:cubicBezTo>
                  <a:cubicBezTo>
                    <a:pt x="26385" y="1874"/>
                    <a:pt x="29886" y="1719"/>
                    <a:pt x="33398" y="1529"/>
                  </a:cubicBezTo>
                  <a:cubicBezTo>
                    <a:pt x="36130" y="1395"/>
                    <a:pt x="38863" y="1268"/>
                    <a:pt x="41600" y="1268"/>
                  </a:cubicBezTo>
                  <a:cubicBezTo>
                    <a:pt x="42513" y="1268"/>
                    <a:pt x="43426" y="1282"/>
                    <a:pt x="44340" y="1315"/>
                  </a:cubicBezTo>
                  <a:cubicBezTo>
                    <a:pt x="46388" y="1386"/>
                    <a:pt x="48400" y="1541"/>
                    <a:pt x="50400" y="1910"/>
                  </a:cubicBezTo>
                  <a:lnTo>
                    <a:pt x="50400" y="255"/>
                  </a:lnTo>
                  <a:cubicBezTo>
                    <a:pt x="47983" y="362"/>
                    <a:pt x="45507" y="422"/>
                    <a:pt x="43090" y="422"/>
                  </a:cubicBezTo>
                  <a:cubicBezTo>
                    <a:pt x="42853" y="422"/>
                    <a:pt x="42616" y="423"/>
                    <a:pt x="42379" y="423"/>
                  </a:cubicBezTo>
                  <a:cubicBezTo>
                    <a:pt x="38949" y="423"/>
                    <a:pt x="35519" y="345"/>
                    <a:pt x="32100" y="267"/>
                  </a:cubicBezTo>
                  <a:cubicBezTo>
                    <a:pt x="28409" y="183"/>
                    <a:pt x="24730" y="53"/>
                    <a:pt x="21051" y="17"/>
                  </a:cubicBezTo>
                  <a:cubicBezTo>
                    <a:pt x="20132" y="5"/>
                    <a:pt x="19103" y="0"/>
                    <a:pt x="180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4"/>
            <p:cNvSpPr/>
            <p:nvPr/>
          </p:nvSpPr>
          <p:spPr>
            <a:xfrm>
              <a:off x="7854125" y="141588"/>
              <a:ext cx="1282925" cy="78975"/>
            </a:xfrm>
            <a:custGeom>
              <a:avLst/>
              <a:gdLst/>
              <a:ahLst/>
              <a:cxnLst/>
              <a:rect l="l" t="t" r="r" b="b"/>
              <a:pathLst>
                <a:path w="51317" h="3159" extrusionOk="0">
                  <a:moveTo>
                    <a:pt x="20240" y="0"/>
                  </a:moveTo>
                  <a:cubicBezTo>
                    <a:pt x="13849" y="0"/>
                    <a:pt x="6757" y="402"/>
                    <a:pt x="989" y="1017"/>
                  </a:cubicBezTo>
                  <a:cubicBezTo>
                    <a:pt x="1001" y="1862"/>
                    <a:pt x="1" y="1493"/>
                    <a:pt x="1" y="2339"/>
                  </a:cubicBezTo>
                  <a:cubicBezTo>
                    <a:pt x="13" y="2434"/>
                    <a:pt x="1525" y="2850"/>
                    <a:pt x="1537" y="2946"/>
                  </a:cubicBezTo>
                  <a:cubicBezTo>
                    <a:pt x="2100" y="3005"/>
                    <a:pt x="2643" y="3027"/>
                    <a:pt x="3169" y="3027"/>
                  </a:cubicBezTo>
                  <a:cubicBezTo>
                    <a:pt x="4949" y="3027"/>
                    <a:pt x="6535" y="2767"/>
                    <a:pt x="8043" y="2767"/>
                  </a:cubicBezTo>
                  <a:cubicBezTo>
                    <a:pt x="8069" y="2767"/>
                    <a:pt x="8095" y="2767"/>
                    <a:pt x="8121" y="2767"/>
                  </a:cubicBezTo>
                  <a:cubicBezTo>
                    <a:pt x="10026" y="2767"/>
                    <a:pt x="11931" y="2767"/>
                    <a:pt x="13848" y="2755"/>
                  </a:cubicBezTo>
                  <a:cubicBezTo>
                    <a:pt x="14077" y="2754"/>
                    <a:pt x="14306" y="2753"/>
                    <a:pt x="14535" y="2753"/>
                  </a:cubicBezTo>
                  <a:cubicBezTo>
                    <a:pt x="15439" y="2753"/>
                    <a:pt x="16345" y="2762"/>
                    <a:pt x="17248" y="2762"/>
                  </a:cubicBezTo>
                  <a:cubicBezTo>
                    <a:pt x="18022" y="2762"/>
                    <a:pt x="18794" y="2756"/>
                    <a:pt x="19563" y="2731"/>
                  </a:cubicBezTo>
                  <a:cubicBezTo>
                    <a:pt x="21108" y="2685"/>
                    <a:pt x="22653" y="2664"/>
                    <a:pt x="24198" y="2664"/>
                  </a:cubicBezTo>
                  <a:cubicBezTo>
                    <a:pt x="26618" y="2664"/>
                    <a:pt x="29037" y="2716"/>
                    <a:pt x="31457" y="2803"/>
                  </a:cubicBezTo>
                  <a:cubicBezTo>
                    <a:pt x="33422" y="2886"/>
                    <a:pt x="35398" y="2993"/>
                    <a:pt x="37363" y="3112"/>
                  </a:cubicBezTo>
                  <a:cubicBezTo>
                    <a:pt x="37992" y="3146"/>
                    <a:pt x="38623" y="3159"/>
                    <a:pt x="39256" y="3159"/>
                  </a:cubicBezTo>
                  <a:cubicBezTo>
                    <a:pt x="40420" y="3159"/>
                    <a:pt x="41587" y="3115"/>
                    <a:pt x="42744" y="3077"/>
                  </a:cubicBezTo>
                  <a:cubicBezTo>
                    <a:pt x="44884" y="2999"/>
                    <a:pt x="46872" y="2896"/>
                    <a:pt x="48929" y="2896"/>
                  </a:cubicBezTo>
                  <a:cubicBezTo>
                    <a:pt x="49700" y="2896"/>
                    <a:pt x="50480" y="2910"/>
                    <a:pt x="51281" y="2946"/>
                  </a:cubicBezTo>
                  <a:cubicBezTo>
                    <a:pt x="51257" y="2279"/>
                    <a:pt x="51317" y="1636"/>
                    <a:pt x="51281" y="969"/>
                  </a:cubicBezTo>
                  <a:lnTo>
                    <a:pt x="51281" y="969"/>
                  </a:lnTo>
                  <a:cubicBezTo>
                    <a:pt x="50035" y="1093"/>
                    <a:pt x="48834" y="1136"/>
                    <a:pt x="47631" y="1136"/>
                  </a:cubicBezTo>
                  <a:cubicBezTo>
                    <a:pt x="46512" y="1136"/>
                    <a:pt x="45391" y="1099"/>
                    <a:pt x="44233" y="1053"/>
                  </a:cubicBezTo>
                  <a:cubicBezTo>
                    <a:pt x="40911" y="934"/>
                    <a:pt x="37601" y="636"/>
                    <a:pt x="34291" y="422"/>
                  </a:cubicBezTo>
                  <a:cubicBezTo>
                    <a:pt x="30743" y="195"/>
                    <a:pt x="27171" y="136"/>
                    <a:pt x="23623" y="41"/>
                  </a:cubicBezTo>
                  <a:cubicBezTo>
                    <a:pt x="22526" y="13"/>
                    <a:pt x="21394" y="0"/>
                    <a:pt x="202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4"/>
            <p:cNvSpPr/>
            <p:nvPr/>
          </p:nvSpPr>
          <p:spPr>
            <a:xfrm>
              <a:off x="7856800" y="235463"/>
              <a:ext cx="1280250" cy="106775"/>
            </a:xfrm>
            <a:custGeom>
              <a:avLst/>
              <a:gdLst/>
              <a:ahLst/>
              <a:cxnLst/>
              <a:rect l="l" t="t" r="r" b="b"/>
              <a:pathLst>
                <a:path w="51210" h="4271" extrusionOk="0">
                  <a:moveTo>
                    <a:pt x="23730" y="0"/>
                  </a:moveTo>
                  <a:cubicBezTo>
                    <a:pt x="21789" y="12"/>
                    <a:pt x="19849" y="72"/>
                    <a:pt x="17908" y="72"/>
                  </a:cubicBezTo>
                  <a:cubicBezTo>
                    <a:pt x="13549" y="82"/>
                    <a:pt x="8247" y="290"/>
                    <a:pt x="3582" y="290"/>
                  </a:cubicBezTo>
                  <a:cubicBezTo>
                    <a:pt x="2652" y="290"/>
                    <a:pt x="1748" y="282"/>
                    <a:pt x="882" y="262"/>
                  </a:cubicBezTo>
                  <a:lnTo>
                    <a:pt x="882" y="262"/>
                  </a:lnTo>
                  <a:cubicBezTo>
                    <a:pt x="1025" y="1358"/>
                    <a:pt x="1" y="1941"/>
                    <a:pt x="37" y="3036"/>
                  </a:cubicBezTo>
                  <a:cubicBezTo>
                    <a:pt x="49" y="3167"/>
                    <a:pt x="1418" y="4096"/>
                    <a:pt x="1418" y="4227"/>
                  </a:cubicBezTo>
                  <a:cubicBezTo>
                    <a:pt x="1817" y="4257"/>
                    <a:pt x="2231" y="4270"/>
                    <a:pt x="2658" y="4270"/>
                  </a:cubicBezTo>
                  <a:cubicBezTo>
                    <a:pt x="5803" y="4270"/>
                    <a:pt x="9596" y="3554"/>
                    <a:pt x="12653" y="3554"/>
                  </a:cubicBezTo>
                  <a:cubicBezTo>
                    <a:pt x="12815" y="3554"/>
                    <a:pt x="12975" y="3556"/>
                    <a:pt x="13134" y="3560"/>
                  </a:cubicBezTo>
                  <a:cubicBezTo>
                    <a:pt x="16741" y="3644"/>
                    <a:pt x="20361" y="3822"/>
                    <a:pt x="23980" y="3882"/>
                  </a:cubicBezTo>
                  <a:cubicBezTo>
                    <a:pt x="24820" y="3898"/>
                    <a:pt x="25660" y="3907"/>
                    <a:pt x="26500" y="3907"/>
                  </a:cubicBezTo>
                  <a:cubicBezTo>
                    <a:pt x="27470" y="3907"/>
                    <a:pt x="28440" y="3895"/>
                    <a:pt x="29409" y="3870"/>
                  </a:cubicBezTo>
                  <a:cubicBezTo>
                    <a:pt x="31148" y="3822"/>
                    <a:pt x="32886" y="3727"/>
                    <a:pt x="34624" y="3667"/>
                  </a:cubicBezTo>
                  <a:cubicBezTo>
                    <a:pt x="36264" y="3612"/>
                    <a:pt x="37914" y="3569"/>
                    <a:pt x="39563" y="3569"/>
                  </a:cubicBezTo>
                  <a:cubicBezTo>
                    <a:pt x="41423" y="3569"/>
                    <a:pt x="43283" y="3623"/>
                    <a:pt x="45126" y="3775"/>
                  </a:cubicBezTo>
                  <a:cubicBezTo>
                    <a:pt x="47257" y="3941"/>
                    <a:pt x="49019" y="4191"/>
                    <a:pt x="51174" y="4215"/>
                  </a:cubicBezTo>
                  <a:cubicBezTo>
                    <a:pt x="51174" y="2905"/>
                    <a:pt x="51210" y="1584"/>
                    <a:pt x="51174" y="274"/>
                  </a:cubicBezTo>
                  <a:cubicBezTo>
                    <a:pt x="50386" y="236"/>
                    <a:pt x="49613" y="221"/>
                    <a:pt x="48849" y="221"/>
                  </a:cubicBezTo>
                  <a:cubicBezTo>
                    <a:pt x="46241" y="221"/>
                    <a:pt x="43730" y="398"/>
                    <a:pt x="41042" y="453"/>
                  </a:cubicBezTo>
                  <a:cubicBezTo>
                    <a:pt x="40641" y="462"/>
                    <a:pt x="40240" y="466"/>
                    <a:pt x="39839" y="466"/>
                  </a:cubicBezTo>
                  <a:cubicBezTo>
                    <a:pt x="36456" y="466"/>
                    <a:pt x="33080" y="180"/>
                    <a:pt x="29695" y="84"/>
                  </a:cubicBezTo>
                  <a:cubicBezTo>
                    <a:pt x="27707" y="24"/>
                    <a:pt x="25718" y="0"/>
                    <a:pt x="237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4"/>
            <p:cNvSpPr/>
            <p:nvPr/>
          </p:nvSpPr>
          <p:spPr>
            <a:xfrm>
              <a:off x="7878250" y="350738"/>
              <a:ext cx="1258200" cy="65350"/>
            </a:xfrm>
            <a:custGeom>
              <a:avLst/>
              <a:gdLst/>
              <a:ahLst/>
              <a:cxnLst/>
              <a:rect l="l" t="t" r="r" b="b"/>
              <a:pathLst>
                <a:path w="50328" h="2614" extrusionOk="0">
                  <a:moveTo>
                    <a:pt x="38442" y="1"/>
                  </a:moveTo>
                  <a:cubicBezTo>
                    <a:pt x="36370" y="1"/>
                    <a:pt x="34294" y="74"/>
                    <a:pt x="32242" y="152"/>
                  </a:cubicBezTo>
                  <a:cubicBezTo>
                    <a:pt x="30480" y="223"/>
                    <a:pt x="28730" y="307"/>
                    <a:pt x="26968" y="342"/>
                  </a:cubicBezTo>
                  <a:cubicBezTo>
                    <a:pt x="26483" y="349"/>
                    <a:pt x="25998" y="352"/>
                    <a:pt x="25513" y="352"/>
                  </a:cubicBezTo>
                  <a:cubicBezTo>
                    <a:pt x="24188" y="352"/>
                    <a:pt x="22863" y="330"/>
                    <a:pt x="21539" y="295"/>
                  </a:cubicBezTo>
                  <a:cubicBezTo>
                    <a:pt x="20704" y="276"/>
                    <a:pt x="19851" y="267"/>
                    <a:pt x="18985" y="267"/>
                  </a:cubicBezTo>
                  <a:cubicBezTo>
                    <a:pt x="12850" y="267"/>
                    <a:pt x="6009" y="688"/>
                    <a:pt x="0" y="688"/>
                  </a:cubicBezTo>
                  <a:cubicBezTo>
                    <a:pt x="12" y="1247"/>
                    <a:pt x="262" y="2033"/>
                    <a:pt x="262" y="2593"/>
                  </a:cubicBezTo>
                  <a:cubicBezTo>
                    <a:pt x="816" y="2607"/>
                    <a:pt x="1372" y="2613"/>
                    <a:pt x="1929" y="2613"/>
                  </a:cubicBezTo>
                  <a:cubicBezTo>
                    <a:pt x="8487" y="2613"/>
                    <a:pt x="15251" y="1710"/>
                    <a:pt x="21603" y="1710"/>
                  </a:cubicBezTo>
                  <a:cubicBezTo>
                    <a:pt x="22426" y="1710"/>
                    <a:pt x="23243" y="1725"/>
                    <a:pt x="24051" y="1759"/>
                  </a:cubicBezTo>
                  <a:cubicBezTo>
                    <a:pt x="29266" y="1973"/>
                    <a:pt x="34433" y="2462"/>
                    <a:pt x="39660" y="2509"/>
                  </a:cubicBezTo>
                  <a:cubicBezTo>
                    <a:pt x="43208" y="2533"/>
                    <a:pt x="46768" y="2497"/>
                    <a:pt x="50328" y="2593"/>
                  </a:cubicBezTo>
                  <a:cubicBezTo>
                    <a:pt x="50328" y="1950"/>
                    <a:pt x="50328" y="1319"/>
                    <a:pt x="50328" y="676"/>
                  </a:cubicBezTo>
                  <a:cubicBezTo>
                    <a:pt x="47792" y="640"/>
                    <a:pt x="45232" y="295"/>
                    <a:pt x="42708" y="128"/>
                  </a:cubicBezTo>
                  <a:cubicBezTo>
                    <a:pt x="41295" y="36"/>
                    <a:pt x="39869" y="1"/>
                    <a:pt x="384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4"/>
            <p:cNvSpPr/>
            <p:nvPr/>
          </p:nvSpPr>
          <p:spPr>
            <a:xfrm>
              <a:off x="7863650" y="427038"/>
              <a:ext cx="1272500" cy="70675"/>
            </a:xfrm>
            <a:custGeom>
              <a:avLst/>
              <a:gdLst/>
              <a:ahLst/>
              <a:cxnLst/>
              <a:rect l="l" t="t" r="r" b="b"/>
              <a:pathLst>
                <a:path w="50900" h="2827" extrusionOk="0">
                  <a:moveTo>
                    <a:pt x="21905" y="1"/>
                  </a:moveTo>
                  <a:cubicBezTo>
                    <a:pt x="14957" y="1"/>
                    <a:pt x="7113" y="874"/>
                    <a:pt x="276" y="874"/>
                  </a:cubicBezTo>
                  <a:cubicBezTo>
                    <a:pt x="236" y="874"/>
                    <a:pt x="196" y="874"/>
                    <a:pt x="156" y="874"/>
                  </a:cubicBezTo>
                  <a:lnTo>
                    <a:pt x="156" y="874"/>
                  </a:lnTo>
                  <a:cubicBezTo>
                    <a:pt x="203" y="1577"/>
                    <a:pt x="1" y="2112"/>
                    <a:pt x="48" y="2827"/>
                  </a:cubicBezTo>
                  <a:cubicBezTo>
                    <a:pt x="1794" y="2827"/>
                    <a:pt x="2584" y="2338"/>
                    <a:pt x="2852" y="2338"/>
                  </a:cubicBezTo>
                  <a:cubicBezTo>
                    <a:pt x="2859" y="2338"/>
                    <a:pt x="2865" y="2338"/>
                    <a:pt x="2870" y="2339"/>
                  </a:cubicBezTo>
                  <a:cubicBezTo>
                    <a:pt x="4942" y="1969"/>
                    <a:pt x="7109" y="1815"/>
                    <a:pt x="9157" y="1731"/>
                  </a:cubicBezTo>
                  <a:cubicBezTo>
                    <a:pt x="10314" y="1688"/>
                    <a:pt x="11472" y="1669"/>
                    <a:pt x="12631" y="1669"/>
                  </a:cubicBezTo>
                  <a:cubicBezTo>
                    <a:pt x="15898" y="1669"/>
                    <a:pt x="19169" y="1821"/>
                    <a:pt x="22420" y="2005"/>
                  </a:cubicBezTo>
                  <a:cubicBezTo>
                    <a:pt x="24599" y="2136"/>
                    <a:pt x="26790" y="2279"/>
                    <a:pt x="28969" y="2422"/>
                  </a:cubicBezTo>
                  <a:cubicBezTo>
                    <a:pt x="29964" y="2405"/>
                    <a:pt x="30958" y="2397"/>
                    <a:pt x="31952" y="2397"/>
                  </a:cubicBezTo>
                  <a:cubicBezTo>
                    <a:pt x="37965" y="2397"/>
                    <a:pt x="43965" y="2673"/>
                    <a:pt x="49983" y="2827"/>
                  </a:cubicBezTo>
                  <a:cubicBezTo>
                    <a:pt x="50281" y="2791"/>
                    <a:pt x="50579" y="2755"/>
                    <a:pt x="50876" y="2708"/>
                  </a:cubicBezTo>
                  <a:cubicBezTo>
                    <a:pt x="50888" y="2100"/>
                    <a:pt x="50888" y="1493"/>
                    <a:pt x="50900" y="886"/>
                  </a:cubicBezTo>
                  <a:cubicBezTo>
                    <a:pt x="46959" y="767"/>
                    <a:pt x="43018" y="838"/>
                    <a:pt x="39065" y="779"/>
                  </a:cubicBezTo>
                  <a:cubicBezTo>
                    <a:pt x="34338" y="707"/>
                    <a:pt x="29659" y="267"/>
                    <a:pt x="24944" y="64"/>
                  </a:cubicBezTo>
                  <a:cubicBezTo>
                    <a:pt x="23955" y="20"/>
                    <a:pt x="22940" y="1"/>
                    <a:pt x="219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4"/>
            <p:cNvSpPr/>
            <p:nvPr/>
          </p:nvSpPr>
          <p:spPr>
            <a:xfrm>
              <a:off x="8050875" y="492038"/>
              <a:ext cx="448900" cy="12900"/>
            </a:xfrm>
            <a:custGeom>
              <a:avLst/>
              <a:gdLst/>
              <a:ahLst/>
              <a:cxnLst/>
              <a:rect l="l" t="t" r="r" b="b"/>
              <a:pathLst>
                <a:path w="17956" h="516" extrusionOk="0">
                  <a:moveTo>
                    <a:pt x="17955" y="1"/>
                  </a:moveTo>
                  <a:lnTo>
                    <a:pt x="17955" y="1"/>
                  </a:lnTo>
                  <a:cubicBezTo>
                    <a:pt x="17491" y="12"/>
                    <a:pt x="17039" y="12"/>
                    <a:pt x="16586" y="12"/>
                  </a:cubicBezTo>
                  <a:cubicBezTo>
                    <a:pt x="11062" y="72"/>
                    <a:pt x="5525" y="179"/>
                    <a:pt x="1" y="298"/>
                  </a:cubicBezTo>
                  <a:cubicBezTo>
                    <a:pt x="2446" y="442"/>
                    <a:pt x="4892" y="516"/>
                    <a:pt x="7337" y="516"/>
                  </a:cubicBezTo>
                  <a:cubicBezTo>
                    <a:pt x="8952" y="516"/>
                    <a:pt x="10566" y="484"/>
                    <a:pt x="12181" y="417"/>
                  </a:cubicBezTo>
                  <a:cubicBezTo>
                    <a:pt x="14098" y="334"/>
                    <a:pt x="16027" y="203"/>
                    <a:pt x="179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4"/>
            <p:cNvSpPr/>
            <p:nvPr/>
          </p:nvSpPr>
          <p:spPr>
            <a:xfrm>
              <a:off x="8628925" y="115363"/>
              <a:ext cx="491750" cy="19625"/>
            </a:xfrm>
            <a:custGeom>
              <a:avLst/>
              <a:gdLst/>
              <a:ahLst/>
              <a:cxnLst/>
              <a:rect l="l" t="t" r="r" b="b"/>
              <a:pathLst>
                <a:path w="19670" h="785" extrusionOk="0">
                  <a:moveTo>
                    <a:pt x="9469" y="0"/>
                  </a:moveTo>
                  <a:cubicBezTo>
                    <a:pt x="6310" y="0"/>
                    <a:pt x="3147" y="109"/>
                    <a:pt x="1" y="351"/>
                  </a:cubicBezTo>
                  <a:cubicBezTo>
                    <a:pt x="3537" y="530"/>
                    <a:pt x="7085" y="744"/>
                    <a:pt x="10621" y="780"/>
                  </a:cubicBezTo>
                  <a:cubicBezTo>
                    <a:pt x="10958" y="783"/>
                    <a:pt x="11295" y="784"/>
                    <a:pt x="11632" y="784"/>
                  </a:cubicBezTo>
                  <a:cubicBezTo>
                    <a:pt x="14311" y="784"/>
                    <a:pt x="17005" y="691"/>
                    <a:pt x="19670" y="363"/>
                  </a:cubicBezTo>
                  <a:cubicBezTo>
                    <a:pt x="19015" y="316"/>
                    <a:pt x="18348" y="268"/>
                    <a:pt x="17693" y="232"/>
                  </a:cubicBezTo>
                  <a:cubicBezTo>
                    <a:pt x="14963" y="83"/>
                    <a:pt x="12217" y="0"/>
                    <a:pt x="94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4"/>
            <p:cNvSpPr/>
            <p:nvPr/>
          </p:nvSpPr>
          <p:spPr>
            <a:xfrm>
              <a:off x="7875275" y="523813"/>
              <a:ext cx="1261775" cy="39200"/>
            </a:xfrm>
            <a:custGeom>
              <a:avLst/>
              <a:gdLst/>
              <a:ahLst/>
              <a:cxnLst/>
              <a:rect l="l" t="t" r="r" b="b"/>
              <a:pathLst>
                <a:path w="50471" h="1568" extrusionOk="0">
                  <a:moveTo>
                    <a:pt x="25534" y="1"/>
                  </a:moveTo>
                  <a:cubicBezTo>
                    <a:pt x="24557" y="1"/>
                    <a:pt x="23582" y="16"/>
                    <a:pt x="22610" y="51"/>
                  </a:cubicBezTo>
                  <a:cubicBezTo>
                    <a:pt x="19181" y="168"/>
                    <a:pt x="15819" y="379"/>
                    <a:pt x="12423" y="379"/>
                  </a:cubicBezTo>
                  <a:cubicBezTo>
                    <a:pt x="11315" y="379"/>
                    <a:pt x="10203" y="357"/>
                    <a:pt x="9085" y="301"/>
                  </a:cubicBezTo>
                  <a:cubicBezTo>
                    <a:pt x="7132" y="206"/>
                    <a:pt x="5179" y="111"/>
                    <a:pt x="3227" y="111"/>
                  </a:cubicBezTo>
                  <a:cubicBezTo>
                    <a:pt x="2822" y="111"/>
                    <a:pt x="941" y="515"/>
                    <a:pt x="143" y="539"/>
                  </a:cubicBezTo>
                  <a:cubicBezTo>
                    <a:pt x="167" y="896"/>
                    <a:pt x="0" y="1087"/>
                    <a:pt x="24" y="1444"/>
                  </a:cubicBezTo>
                  <a:cubicBezTo>
                    <a:pt x="153" y="1445"/>
                    <a:pt x="284" y="1445"/>
                    <a:pt x="416" y="1445"/>
                  </a:cubicBezTo>
                  <a:cubicBezTo>
                    <a:pt x="3729" y="1445"/>
                    <a:pt x="8058" y="1170"/>
                    <a:pt x="11275" y="1158"/>
                  </a:cubicBezTo>
                  <a:cubicBezTo>
                    <a:pt x="13267" y="1146"/>
                    <a:pt x="15259" y="1133"/>
                    <a:pt x="17249" y="1133"/>
                  </a:cubicBezTo>
                  <a:cubicBezTo>
                    <a:pt x="18983" y="1133"/>
                    <a:pt x="20714" y="1143"/>
                    <a:pt x="22443" y="1170"/>
                  </a:cubicBezTo>
                  <a:cubicBezTo>
                    <a:pt x="26122" y="1230"/>
                    <a:pt x="29790" y="1361"/>
                    <a:pt x="33469" y="1444"/>
                  </a:cubicBezTo>
                  <a:cubicBezTo>
                    <a:pt x="36568" y="1509"/>
                    <a:pt x="39671" y="1567"/>
                    <a:pt x="42771" y="1567"/>
                  </a:cubicBezTo>
                  <a:cubicBezTo>
                    <a:pt x="45328" y="1567"/>
                    <a:pt x="47884" y="1528"/>
                    <a:pt x="50435" y="1420"/>
                  </a:cubicBezTo>
                  <a:cubicBezTo>
                    <a:pt x="50411" y="1111"/>
                    <a:pt x="50471" y="813"/>
                    <a:pt x="50435" y="504"/>
                  </a:cubicBezTo>
                  <a:lnTo>
                    <a:pt x="50435" y="504"/>
                  </a:lnTo>
                  <a:cubicBezTo>
                    <a:pt x="48685" y="631"/>
                    <a:pt x="46925" y="681"/>
                    <a:pt x="45159" y="681"/>
                  </a:cubicBezTo>
                  <a:cubicBezTo>
                    <a:pt x="38648" y="681"/>
                    <a:pt x="32048" y="1"/>
                    <a:pt x="255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4"/>
            <p:cNvSpPr/>
            <p:nvPr/>
          </p:nvSpPr>
          <p:spPr>
            <a:xfrm>
              <a:off x="7874975" y="579538"/>
              <a:ext cx="1261775" cy="53100"/>
            </a:xfrm>
            <a:custGeom>
              <a:avLst/>
              <a:gdLst/>
              <a:ahLst/>
              <a:cxnLst/>
              <a:rect l="l" t="t" r="r" b="b"/>
              <a:pathLst>
                <a:path w="50471" h="2124" extrusionOk="0">
                  <a:moveTo>
                    <a:pt x="18386" y="0"/>
                  </a:moveTo>
                  <a:cubicBezTo>
                    <a:pt x="11536" y="0"/>
                    <a:pt x="1746" y="205"/>
                    <a:pt x="0" y="299"/>
                  </a:cubicBezTo>
                  <a:cubicBezTo>
                    <a:pt x="36" y="894"/>
                    <a:pt x="584" y="1323"/>
                    <a:pt x="607" y="1918"/>
                  </a:cubicBezTo>
                  <a:cubicBezTo>
                    <a:pt x="1313" y="2071"/>
                    <a:pt x="2127" y="2123"/>
                    <a:pt x="2991" y="2123"/>
                  </a:cubicBezTo>
                  <a:cubicBezTo>
                    <a:pt x="4929" y="2123"/>
                    <a:pt x="7120" y="1858"/>
                    <a:pt x="8909" y="1858"/>
                  </a:cubicBezTo>
                  <a:cubicBezTo>
                    <a:pt x="8936" y="1858"/>
                    <a:pt x="8963" y="1858"/>
                    <a:pt x="8989" y="1858"/>
                  </a:cubicBezTo>
                  <a:cubicBezTo>
                    <a:pt x="13609" y="1882"/>
                    <a:pt x="18241" y="1882"/>
                    <a:pt x="22860" y="1882"/>
                  </a:cubicBezTo>
                  <a:cubicBezTo>
                    <a:pt x="26384" y="1882"/>
                    <a:pt x="29885" y="1715"/>
                    <a:pt x="33397" y="1537"/>
                  </a:cubicBezTo>
                  <a:cubicBezTo>
                    <a:pt x="36099" y="1396"/>
                    <a:pt x="38801" y="1274"/>
                    <a:pt x="41508" y="1274"/>
                  </a:cubicBezTo>
                  <a:cubicBezTo>
                    <a:pt x="42451" y="1274"/>
                    <a:pt x="43395" y="1289"/>
                    <a:pt x="44339" y="1323"/>
                  </a:cubicBezTo>
                  <a:cubicBezTo>
                    <a:pt x="46387" y="1394"/>
                    <a:pt x="48471" y="1549"/>
                    <a:pt x="50471" y="1918"/>
                  </a:cubicBezTo>
                  <a:cubicBezTo>
                    <a:pt x="50471" y="1323"/>
                    <a:pt x="50471" y="846"/>
                    <a:pt x="50447" y="251"/>
                  </a:cubicBezTo>
                  <a:cubicBezTo>
                    <a:pt x="48030" y="358"/>
                    <a:pt x="45506" y="418"/>
                    <a:pt x="43089" y="430"/>
                  </a:cubicBezTo>
                  <a:cubicBezTo>
                    <a:pt x="39422" y="430"/>
                    <a:pt x="35755" y="358"/>
                    <a:pt x="32088" y="275"/>
                  </a:cubicBezTo>
                  <a:cubicBezTo>
                    <a:pt x="28409" y="191"/>
                    <a:pt x="24730" y="60"/>
                    <a:pt x="21039" y="13"/>
                  </a:cubicBezTo>
                  <a:cubicBezTo>
                    <a:pt x="20231" y="4"/>
                    <a:pt x="19337" y="0"/>
                    <a:pt x="183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4"/>
            <p:cNvSpPr/>
            <p:nvPr/>
          </p:nvSpPr>
          <p:spPr>
            <a:xfrm>
              <a:off x="7848475" y="665338"/>
              <a:ext cx="1288275" cy="78950"/>
            </a:xfrm>
            <a:custGeom>
              <a:avLst/>
              <a:gdLst/>
              <a:ahLst/>
              <a:cxnLst/>
              <a:rect l="l" t="t" r="r" b="b"/>
              <a:pathLst>
                <a:path w="51531" h="3158" extrusionOk="0">
                  <a:moveTo>
                    <a:pt x="20070" y="0"/>
                  </a:moveTo>
                  <a:cubicBezTo>
                    <a:pt x="13727" y="0"/>
                    <a:pt x="6716" y="400"/>
                    <a:pt x="989" y="1010"/>
                  </a:cubicBezTo>
                  <a:cubicBezTo>
                    <a:pt x="1001" y="1855"/>
                    <a:pt x="1" y="1498"/>
                    <a:pt x="1" y="2343"/>
                  </a:cubicBezTo>
                  <a:cubicBezTo>
                    <a:pt x="12" y="2439"/>
                    <a:pt x="1536" y="2844"/>
                    <a:pt x="1548" y="2939"/>
                  </a:cubicBezTo>
                  <a:cubicBezTo>
                    <a:pt x="2120" y="2999"/>
                    <a:pt x="2672" y="3022"/>
                    <a:pt x="3207" y="3022"/>
                  </a:cubicBezTo>
                  <a:cubicBezTo>
                    <a:pt x="4968" y="3022"/>
                    <a:pt x="6543" y="2772"/>
                    <a:pt x="8041" y="2772"/>
                  </a:cubicBezTo>
                  <a:cubicBezTo>
                    <a:pt x="8068" y="2772"/>
                    <a:pt x="8094" y="2772"/>
                    <a:pt x="8121" y="2772"/>
                  </a:cubicBezTo>
                  <a:cubicBezTo>
                    <a:pt x="10038" y="2772"/>
                    <a:pt x="11943" y="2772"/>
                    <a:pt x="13848" y="2760"/>
                  </a:cubicBezTo>
                  <a:cubicBezTo>
                    <a:pt x="14153" y="2758"/>
                    <a:pt x="14459" y="2758"/>
                    <a:pt x="14765" y="2758"/>
                  </a:cubicBezTo>
                  <a:cubicBezTo>
                    <a:pt x="15541" y="2758"/>
                    <a:pt x="16318" y="2762"/>
                    <a:pt x="17095" y="2762"/>
                  </a:cubicBezTo>
                  <a:cubicBezTo>
                    <a:pt x="17922" y="2762"/>
                    <a:pt x="18749" y="2757"/>
                    <a:pt x="19574" y="2736"/>
                  </a:cubicBezTo>
                  <a:cubicBezTo>
                    <a:pt x="21115" y="2690"/>
                    <a:pt x="22659" y="2669"/>
                    <a:pt x="24204" y="2669"/>
                  </a:cubicBezTo>
                  <a:cubicBezTo>
                    <a:pt x="26623" y="2669"/>
                    <a:pt x="29044" y="2721"/>
                    <a:pt x="31457" y="2808"/>
                  </a:cubicBezTo>
                  <a:cubicBezTo>
                    <a:pt x="33433" y="2879"/>
                    <a:pt x="35398" y="2998"/>
                    <a:pt x="37362" y="3105"/>
                  </a:cubicBezTo>
                  <a:cubicBezTo>
                    <a:pt x="37988" y="3143"/>
                    <a:pt x="38618" y="3157"/>
                    <a:pt x="39249" y="3157"/>
                  </a:cubicBezTo>
                  <a:cubicBezTo>
                    <a:pt x="40420" y="3157"/>
                    <a:pt x="41596" y="3108"/>
                    <a:pt x="42756" y="3070"/>
                  </a:cubicBezTo>
                  <a:cubicBezTo>
                    <a:pt x="44880" y="3001"/>
                    <a:pt x="46979" y="2900"/>
                    <a:pt x="49094" y="2900"/>
                  </a:cubicBezTo>
                  <a:cubicBezTo>
                    <a:pt x="49895" y="2900"/>
                    <a:pt x="50699" y="2915"/>
                    <a:pt x="51507" y="2951"/>
                  </a:cubicBezTo>
                  <a:cubicBezTo>
                    <a:pt x="51483" y="2284"/>
                    <a:pt x="51531" y="1617"/>
                    <a:pt x="51507" y="950"/>
                  </a:cubicBezTo>
                  <a:lnTo>
                    <a:pt x="51507" y="950"/>
                  </a:lnTo>
                  <a:cubicBezTo>
                    <a:pt x="50143" y="1079"/>
                    <a:pt x="48759" y="1127"/>
                    <a:pt x="47378" y="1127"/>
                  </a:cubicBezTo>
                  <a:cubicBezTo>
                    <a:pt x="46325" y="1127"/>
                    <a:pt x="45273" y="1099"/>
                    <a:pt x="44232" y="1058"/>
                  </a:cubicBezTo>
                  <a:cubicBezTo>
                    <a:pt x="40910" y="927"/>
                    <a:pt x="37612" y="629"/>
                    <a:pt x="34291" y="427"/>
                  </a:cubicBezTo>
                  <a:cubicBezTo>
                    <a:pt x="30743" y="200"/>
                    <a:pt x="27183" y="129"/>
                    <a:pt x="23623" y="46"/>
                  </a:cubicBezTo>
                  <a:cubicBezTo>
                    <a:pt x="22472" y="15"/>
                    <a:pt x="21283" y="0"/>
                    <a:pt x="200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4"/>
            <p:cNvSpPr/>
            <p:nvPr/>
          </p:nvSpPr>
          <p:spPr>
            <a:xfrm>
              <a:off x="7847000" y="759288"/>
              <a:ext cx="1290050" cy="106825"/>
            </a:xfrm>
            <a:custGeom>
              <a:avLst/>
              <a:gdLst/>
              <a:ahLst/>
              <a:cxnLst/>
              <a:rect l="l" t="t" r="r" b="b"/>
              <a:pathLst>
                <a:path w="51602" h="4273" extrusionOk="0">
                  <a:moveTo>
                    <a:pt x="24500" y="0"/>
                  </a:moveTo>
                  <a:cubicBezTo>
                    <a:pt x="24243" y="0"/>
                    <a:pt x="23986" y="1"/>
                    <a:pt x="23729" y="2"/>
                  </a:cubicBezTo>
                  <a:cubicBezTo>
                    <a:pt x="21788" y="2"/>
                    <a:pt x="19848" y="74"/>
                    <a:pt x="17907" y="74"/>
                  </a:cubicBezTo>
                  <a:cubicBezTo>
                    <a:pt x="13548" y="84"/>
                    <a:pt x="8246" y="292"/>
                    <a:pt x="3581" y="292"/>
                  </a:cubicBezTo>
                  <a:cubicBezTo>
                    <a:pt x="2651" y="292"/>
                    <a:pt x="1747" y="284"/>
                    <a:pt x="881" y="264"/>
                  </a:cubicBezTo>
                  <a:lnTo>
                    <a:pt x="881" y="264"/>
                  </a:lnTo>
                  <a:cubicBezTo>
                    <a:pt x="1024" y="1360"/>
                    <a:pt x="0" y="1931"/>
                    <a:pt x="36" y="3038"/>
                  </a:cubicBezTo>
                  <a:cubicBezTo>
                    <a:pt x="48" y="3157"/>
                    <a:pt x="1405" y="4098"/>
                    <a:pt x="1417" y="4229"/>
                  </a:cubicBezTo>
                  <a:cubicBezTo>
                    <a:pt x="1814" y="4259"/>
                    <a:pt x="2227" y="4272"/>
                    <a:pt x="2653" y="4272"/>
                  </a:cubicBezTo>
                  <a:cubicBezTo>
                    <a:pt x="5813" y="4272"/>
                    <a:pt x="9641" y="3546"/>
                    <a:pt x="12700" y="3546"/>
                  </a:cubicBezTo>
                  <a:cubicBezTo>
                    <a:pt x="12842" y="3546"/>
                    <a:pt x="12982" y="3547"/>
                    <a:pt x="13121" y="3550"/>
                  </a:cubicBezTo>
                  <a:cubicBezTo>
                    <a:pt x="16740" y="3646"/>
                    <a:pt x="20360" y="3824"/>
                    <a:pt x="23979" y="3884"/>
                  </a:cubicBezTo>
                  <a:cubicBezTo>
                    <a:pt x="24819" y="3900"/>
                    <a:pt x="25659" y="3909"/>
                    <a:pt x="26499" y="3909"/>
                  </a:cubicBezTo>
                  <a:cubicBezTo>
                    <a:pt x="27469" y="3909"/>
                    <a:pt x="28439" y="3897"/>
                    <a:pt x="29408" y="3872"/>
                  </a:cubicBezTo>
                  <a:cubicBezTo>
                    <a:pt x="31147" y="3824"/>
                    <a:pt x="32885" y="3717"/>
                    <a:pt x="34623" y="3658"/>
                  </a:cubicBezTo>
                  <a:cubicBezTo>
                    <a:pt x="36256" y="3607"/>
                    <a:pt x="37899" y="3568"/>
                    <a:pt x="39541" y="3568"/>
                  </a:cubicBezTo>
                  <a:cubicBezTo>
                    <a:pt x="41409" y="3568"/>
                    <a:pt x="43275" y="3619"/>
                    <a:pt x="45125" y="3765"/>
                  </a:cubicBezTo>
                  <a:cubicBezTo>
                    <a:pt x="47256" y="3943"/>
                    <a:pt x="49411" y="4193"/>
                    <a:pt x="51566" y="4229"/>
                  </a:cubicBezTo>
                  <a:cubicBezTo>
                    <a:pt x="51566" y="2907"/>
                    <a:pt x="51602" y="1598"/>
                    <a:pt x="51566" y="276"/>
                  </a:cubicBezTo>
                  <a:cubicBezTo>
                    <a:pt x="50756" y="237"/>
                    <a:pt x="49942" y="222"/>
                    <a:pt x="49124" y="222"/>
                  </a:cubicBezTo>
                  <a:cubicBezTo>
                    <a:pt x="46431" y="222"/>
                    <a:pt x="43708" y="391"/>
                    <a:pt x="41041" y="455"/>
                  </a:cubicBezTo>
                  <a:cubicBezTo>
                    <a:pt x="40638" y="464"/>
                    <a:pt x="40236" y="468"/>
                    <a:pt x="39835" y="468"/>
                  </a:cubicBezTo>
                  <a:cubicBezTo>
                    <a:pt x="36445" y="468"/>
                    <a:pt x="33079" y="181"/>
                    <a:pt x="29694" y="86"/>
                  </a:cubicBezTo>
                  <a:cubicBezTo>
                    <a:pt x="27963" y="34"/>
                    <a:pt x="26231" y="0"/>
                    <a:pt x="245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4"/>
            <p:cNvSpPr/>
            <p:nvPr/>
          </p:nvSpPr>
          <p:spPr>
            <a:xfrm>
              <a:off x="7878550" y="875288"/>
              <a:ext cx="1258200" cy="65500"/>
            </a:xfrm>
            <a:custGeom>
              <a:avLst/>
              <a:gdLst/>
              <a:ahLst/>
              <a:cxnLst/>
              <a:rect l="l" t="t" r="r" b="b"/>
              <a:pathLst>
                <a:path w="50328" h="2620" extrusionOk="0">
                  <a:moveTo>
                    <a:pt x="38384" y="1"/>
                  </a:moveTo>
                  <a:cubicBezTo>
                    <a:pt x="36329" y="1"/>
                    <a:pt x="34271" y="77"/>
                    <a:pt x="32230" y="161"/>
                  </a:cubicBezTo>
                  <a:cubicBezTo>
                    <a:pt x="30480" y="220"/>
                    <a:pt x="28718" y="315"/>
                    <a:pt x="26956" y="339"/>
                  </a:cubicBezTo>
                  <a:cubicBezTo>
                    <a:pt x="26357" y="347"/>
                    <a:pt x="25756" y="351"/>
                    <a:pt x="25154" y="351"/>
                  </a:cubicBezTo>
                  <a:cubicBezTo>
                    <a:pt x="23952" y="351"/>
                    <a:pt x="22745" y="335"/>
                    <a:pt x="21539" y="303"/>
                  </a:cubicBezTo>
                  <a:cubicBezTo>
                    <a:pt x="20648" y="281"/>
                    <a:pt x="19737" y="272"/>
                    <a:pt x="18811" y="272"/>
                  </a:cubicBezTo>
                  <a:cubicBezTo>
                    <a:pt x="12721" y="272"/>
                    <a:pt x="5952" y="684"/>
                    <a:pt x="0" y="684"/>
                  </a:cubicBezTo>
                  <a:cubicBezTo>
                    <a:pt x="12" y="1244"/>
                    <a:pt x="250" y="2042"/>
                    <a:pt x="262" y="2601"/>
                  </a:cubicBezTo>
                  <a:cubicBezTo>
                    <a:pt x="789" y="2614"/>
                    <a:pt x="1317" y="2620"/>
                    <a:pt x="1847" y="2620"/>
                  </a:cubicBezTo>
                  <a:cubicBezTo>
                    <a:pt x="8445" y="2620"/>
                    <a:pt x="15269" y="1709"/>
                    <a:pt x="21667" y="1709"/>
                  </a:cubicBezTo>
                  <a:cubicBezTo>
                    <a:pt x="22469" y="1709"/>
                    <a:pt x="23264" y="1724"/>
                    <a:pt x="24051" y="1756"/>
                  </a:cubicBezTo>
                  <a:cubicBezTo>
                    <a:pt x="29254" y="1982"/>
                    <a:pt x="34433" y="2458"/>
                    <a:pt x="39648" y="2506"/>
                  </a:cubicBezTo>
                  <a:cubicBezTo>
                    <a:pt x="43208" y="2542"/>
                    <a:pt x="46768" y="2506"/>
                    <a:pt x="50316" y="2601"/>
                  </a:cubicBezTo>
                  <a:cubicBezTo>
                    <a:pt x="50328" y="1958"/>
                    <a:pt x="50328" y="1315"/>
                    <a:pt x="50328" y="672"/>
                  </a:cubicBezTo>
                  <a:cubicBezTo>
                    <a:pt x="47780" y="649"/>
                    <a:pt x="45220" y="303"/>
                    <a:pt x="42708" y="137"/>
                  </a:cubicBezTo>
                  <a:cubicBezTo>
                    <a:pt x="41272" y="38"/>
                    <a:pt x="39829" y="1"/>
                    <a:pt x="383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4"/>
            <p:cNvSpPr/>
            <p:nvPr/>
          </p:nvSpPr>
          <p:spPr>
            <a:xfrm>
              <a:off x="7864250" y="951588"/>
              <a:ext cx="1272500" cy="70600"/>
            </a:xfrm>
            <a:custGeom>
              <a:avLst/>
              <a:gdLst/>
              <a:ahLst/>
              <a:cxnLst/>
              <a:rect l="l" t="t" r="r" b="b"/>
              <a:pathLst>
                <a:path w="50900" h="2824" extrusionOk="0">
                  <a:moveTo>
                    <a:pt x="21971" y="1"/>
                  </a:moveTo>
                  <a:cubicBezTo>
                    <a:pt x="15005" y="1"/>
                    <a:pt x="7125" y="871"/>
                    <a:pt x="277" y="871"/>
                  </a:cubicBezTo>
                  <a:cubicBezTo>
                    <a:pt x="236" y="871"/>
                    <a:pt x="196" y="871"/>
                    <a:pt x="155" y="871"/>
                  </a:cubicBezTo>
                  <a:lnTo>
                    <a:pt x="155" y="871"/>
                  </a:lnTo>
                  <a:cubicBezTo>
                    <a:pt x="203" y="1585"/>
                    <a:pt x="1" y="2121"/>
                    <a:pt x="48" y="2824"/>
                  </a:cubicBezTo>
                  <a:cubicBezTo>
                    <a:pt x="1794" y="2824"/>
                    <a:pt x="2572" y="2335"/>
                    <a:pt x="2851" y="2335"/>
                  </a:cubicBezTo>
                  <a:cubicBezTo>
                    <a:pt x="2858" y="2335"/>
                    <a:pt x="2864" y="2335"/>
                    <a:pt x="2870" y="2335"/>
                  </a:cubicBezTo>
                  <a:cubicBezTo>
                    <a:pt x="4942" y="1966"/>
                    <a:pt x="7109" y="1823"/>
                    <a:pt x="9157" y="1740"/>
                  </a:cubicBezTo>
                  <a:cubicBezTo>
                    <a:pt x="10328" y="1693"/>
                    <a:pt x="11500" y="1672"/>
                    <a:pt x="12674" y="1672"/>
                  </a:cubicBezTo>
                  <a:cubicBezTo>
                    <a:pt x="15926" y="1672"/>
                    <a:pt x="19183" y="1830"/>
                    <a:pt x="22420" y="2014"/>
                  </a:cubicBezTo>
                  <a:cubicBezTo>
                    <a:pt x="24599" y="2133"/>
                    <a:pt x="26778" y="2276"/>
                    <a:pt x="28969" y="2419"/>
                  </a:cubicBezTo>
                  <a:cubicBezTo>
                    <a:pt x="29939" y="2402"/>
                    <a:pt x="30909" y="2395"/>
                    <a:pt x="31879" y="2395"/>
                  </a:cubicBezTo>
                  <a:cubicBezTo>
                    <a:pt x="37916" y="2395"/>
                    <a:pt x="43941" y="2680"/>
                    <a:pt x="49983" y="2824"/>
                  </a:cubicBezTo>
                  <a:cubicBezTo>
                    <a:pt x="50281" y="2788"/>
                    <a:pt x="50578" y="2752"/>
                    <a:pt x="50864" y="2716"/>
                  </a:cubicBezTo>
                  <a:cubicBezTo>
                    <a:pt x="50876" y="2109"/>
                    <a:pt x="50888" y="1502"/>
                    <a:pt x="50900" y="883"/>
                  </a:cubicBezTo>
                  <a:cubicBezTo>
                    <a:pt x="46959" y="776"/>
                    <a:pt x="43006" y="847"/>
                    <a:pt x="39065" y="788"/>
                  </a:cubicBezTo>
                  <a:cubicBezTo>
                    <a:pt x="34338" y="716"/>
                    <a:pt x="29659" y="276"/>
                    <a:pt x="24944" y="61"/>
                  </a:cubicBezTo>
                  <a:cubicBezTo>
                    <a:pt x="23976" y="19"/>
                    <a:pt x="22984" y="1"/>
                    <a:pt x="219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4"/>
            <p:cNvSpPr/>
            <p:nvPr/>
          </p:nvSpPr>
          <p:spPr>
            <a:xfrm>
              <a:off x="8049700" y="1015913"/>
              <a:ext cx="448875" cy="12850"/>
            </a:xfrm>
            <a:custGeom>
              <a:avLst/>
              <a:gdLst/>
              <a:ahLst/>
              <a:cxnLst/>
              <a:rect l="l" t="t" r="r" b="b"/>
              <a:pathLst>
                <a:path w="17955" h="514" extrusionOk="0">
                  <a:moveTo>
                    <a:pt x="17955" y="0"/>
                  </a:moveTo>
                  <a:cubicBezTo>
                    <a:pt x="17490" y="0"/>
                    <a:pt x="17038" y="0"/>
                    <a:pt x="16586" y="12"/>
                  </a:cubicBezTo>
                  <a:cubicBezTo>
                    <a:pt x="11049" y="60"/>
                    <a:pt x="5525" y="167"/>
                    <a:pt x="0" y="298"/>
                  </a:cubicBezTo>
                  <a:cubicBezTo>
                    <a:pt x="2397" y="439"/>
                    <a:pt x="4803" y="513"/>
                    <a:pt x="7209" y="513"/>
                  </a:cubicBezTo>
                  <a:cubicBezTo>
                    <a:pt x="8866" y="513"/>
                    <a:pt x="10524" y="478"/>
                    <a:pt x="12180" y="405"/>
                  </a:cubicBezTo>
                  <a:cubicBezTo>
                    <a:pt x="14097" y="322"/>
                    <a:pt x="16026" y="191"/>
                    <a:pt x="179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4"/>
            <p:cNvSpPr/>
            <p:nvPr/>
          </p:nvSpPr>
          <p:spPr>
            <a:xfrm>
              <a:off x="8627750" y="639238"/>
              <a:ext cx="491750" cy="19600"/>
            </a:xfrm>
            <a:custGeom>
              <a:avLst/>
              <a:gdLst/>
              <a:ahLst/>
              <a:cxnLst/>
              <a:rect l="l" t="t" r="r" b="b"/>
              <a:pathLst>
                <a:path w="19670" h="784" extrusionOk="0">
                  <a:moveTo>
                    <a:pt x="9469" y="0"/>
                  </a:moveTo>
                  <a:cubicBezTo>
                    <a:pt x="6309" y="0"/>
                    <a:pt x="3146" y="109"/>
                    <a:pt x="0" y="351"/>
                  </a:cubicBezTo>
                  <a:cubicBezTo>
                    <a:pt x="3536" y="530"/>
                    <a:pt x="7072" y="732"/>
                    <a:pt x="10621" y="780"/>
                  </a:cubicBezTo>
                  <a:cubicBezTo>
                    <a:pt x="10930" y="782"/>
                    <a:pt x="11241" y="784"/>
                    <a:pt x="11551" y="784"/>
                  </a:cubicBezTo>
                  <a:cubicBezTo>
                    <a:pt x="14257" y="784"/>
                    <a:pt x="16978" y="684"/>
                    <a:pt x="19669" y="363"/>
                  </a:cubicBezTo>
                  <a:cubicBezTo>
                    <a:pt x="19003" y="316"/>
                    <a:pt x="18348" y="268"/>
                    <a:pt x="17693" y="232"/>
                  </a:cubicBezTo>
                  <a:cubicBezTo>
                    <a:pt x="14963" y="83"/>
                    <a:pt x="12217" y="0"/>
                    <a:pt x="94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4"/>
            <p:cNvSpPr/>
            <p:nvPr/>
          </p:nvSpPr>
          <p:spPr>
            <a:xfrm>
              <a:off x="7875275" y="1047488"/>
              <a:ext cx="1260875" cy="39225"/>
            </a:xfrm>
            <a:custGeom>
              <a:avLst/>
              <a:gdLst/>
              <a:ahLst/>
              <a:cxnLst/>
              <a:rect l="l" t="t" r="r" b="b"/>
              <a:pathLst>
                <a:path w="50435" h="1569" extrusionOk="0">
                  <a:moveTo>
                    <a:pt x="25437" y="0"/>
                  </a:moveTo>
                  <a:cubicBezTo>
                    <a:pt x="24493" y="0"/>
                    <a:pt x="23550" y="14"/>
                    <a:pt x="22610" y="47"/>
                  </a:cubicBezTo>
                  <a:cubicBezTo>
                    <a:pt x="19176" y="173"/>
                    <a:pt x="15810" y="387"/>
                    <a:pt x="12410" y="387"/>
                  </a:cubicBezTo>
                  <a:cubicBezTo>
                    <a:pt x="11306" y="387"/>
                    <a:pt x="10199" y="365"/>
                    <a:pt x="9085" y="309"/>
                  </a:cubicBezTo>
                  <a:cubicBezTo>
                    <a:pt x="7132" y="214"/>
                    <a:pt x="5179" y="107"/>
                    <a:pt x="3227" y="107"/>
                  </a:cubicBezTo>
                  <a:cubicBezTo>
                    <a:pt x="2822" y="107"/>
                    <a:pt x="941" y="512"/>
                    <a:pt x="143" y="547"/>
                  </a:cubicBezTo>
                  <a:cubicBezTo>
                    <a:pt x="167" y="904"/>
                    <a:pt x="0" y="1083"/>
                    <a:pt x="24" y="1440"/>
                  </a:cubicBezTo>
                  <a:cubicBezTo>
                    <a:pt x="214" y="1442"/>
                    <a:pt x="407" y="1443"/>
                    <a:pt x="604" y="1443"/>
                  </a:cubicBezTo>
                  <a:cubicBezTo>
                    <a:pt x="3891" y="1443"/>
                    <a:pt x="8119" y="1177"/>
                    <a:pt x="11275" y="1154"/>
                  </a:cubicBezTo>
                  <a:cubicBezTo>
                    <a:pt x="13139" y="1148"/>
                    <a:pt x="15002" y="1140"/>
                    <a:pt x="16864" y="1140"/>
                  </a:cubicBezTo>
                  <a:cubicBezTo>
                    <a:pt x="18726" y="1140"/>
                    <a:pt x="20586" y="1148"/>
                    <a:pt x="22443" y="1178"/>
                  </a:cubicBezTo>
                  <a:cubicBezTo>
                    <a:pt x="26122" y="1238"/>
                    <a:pt x="29790" y="1369"/>
                    <a:pt x="33469" y="1452"/>
                  </a:cubicBezTo>
                  <a:cubicBezTo>
                    <a:pt x="36480" y="1515"/>
                    <a:pt x="39495" y="1569"/>
                    <a:pt x="42508" y="1569"/>
                  </a:cubicBezTo>
                  <a:cubicBezTo>
                    <a:pt x="45153" y="1569"/>
                    <a:pt x="47797" y="1528"/>
                    <a:pt x="50435" y="1416"/>
                  </a:cubicBezTo>
                  <a:lnTo>
                    <a:pt x="50435" y="512"/>
                  </a:lnTo>
                  <a:cubicBezTo>
                    <a:pt x="48687" y="639"/>
                    <a:pt x="46928" y="689"/>
                    <a:pt x="45163" y="689"/>
                  </a:cubicBezTo>
                  <a:cubicBezTo>
                    <a:pt x="38618" y="689"/>
                    <a:pt x="31984" y="0"/>
                    <a:pt x="254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4"/>
            <p:cNvSpPr/>
            <p:nvPr/>
          </p:nvSpPr>
          <p:spPr>
            <a:xfrm>
              <a:off x="7874375" y="1103388"/>
              <a:ext cx="1262075" cy="53125"/>
            </a:xfrm>
            <a:custGeom>
              <a:avLst/>
              <a:gdLst/>
              <a:ahLst/>
              <a:cxnLst/>
              <a:rect l="l" t="t" r="r" b="b"/>
              <a:pathLst>
                <a:path w="50483" h="2125" extrusionOk="0">
                  <a:moveTo>
                    <a:pt x="18278" y="1"/>
                  </a:moveTo>
                  <a:cubicBezTo>
                    <a:pt x="11430" y="1"/>
                    <a:pt x="1727" y="196"/>
                    <a:pt x="0" y="300"/>
                  </a:cubicBezTo>
                  <a:cubicBezTo>
                    <a:pt x="36" y="895"/>
                    <a:pt x="584" y="1324"/>
                    <a:pt x="608" y="1919"/>
                  </a:cubicBezTo>
                  <a:cubicBezTo>
                    <a:pt x="1313" y="2071"/>
                    <a:pt x="2127" y="2124"/>
                    <a:pt x="2991" y="2124"/>
                  </a:cubicBezTo>
                  <a:cubicBezTo>
                    <a:pt x="4929" y="2124"/>
                    <a:pt x="7120" y="1859"/>
                    <a:pt x="8909" y="1859"/>
                  </a:cubicBezTo>
                  <a:cubicBezTo>
                    <a:pt x="8936" y="1859"/>
                    <a:pt x="8963" y="1859"/>
                    <a:pt x="8990" y="1859"/>
                  </a:cubicBezTo>
                  <a:cubicBezTo>
                    <a:pt x="13609" y="1871"/>
                    <a:pt x="18241" y="1883"/>
                    <a:pt x="22860" y="1883"/>
                  </a:cubicBezTo>
                  <a:cubicBezTo>
                    <a:pt x="26385" y="1883"/>
                    <a:pt x="29873" y="1716"/>
                    <a:pt x="33386" y="1538"/>
                  </a:cubicBezTo>
                  <a:cubicBezTo>
                    <a:pt x="36143" y="1394"/>
                    <a:pt x="38908" y="1270"/>
                    <a:pt x="41674" y="1270"/>
                  </a:cubicBezTo>
                  <a:cubicBezTo>
                    <a:pt x="42562" y="1270"/>
                    <a:pt x="43451" y="1283"/>
                    <a:pt x="44339" y="1312"/>
                  </a:cubicBezTo>
                  <a:cubicBezTo>
                    <a:pt x="46387" y="1383"/>
                    <a:pt x="48471" y="1550"/>
                    <a:pt x="50471" y="1919"/>
                  </a:cubicBezTo>
                  <a:cubicBezTo>
                    <a:pt x="50471" y="1359"/>
                    <a:pt x="50483" y="847"/>
                    <a:pt x="50471" y="240"/>
                  </a:cubicBezTo>
                  <a:cubicBezTo>
                    <a:pt x="48054" y="335"/>
                    <a:pt x="45506" y="419"/>
                    <a:pt x="43077" y="431"/>
                  </a:cubicBezTo>
                  <a:cubicBezTo>
                    <a:pt x="39422" y="431"/>
                    <a:pt x="35755" y="359"/>
                    <a:pt x="32088" y="276"/>
                  </a:cubicBezTo>
                  <a:cubicBezTo>
                    <a:pt x="28409" y="192"/>
                    <a:pt x="24730" y="61"/>
                    <a:pt x="21039" y="14"/>
                  </a:cubicBezTo>
                  <a:cubicBezTo>
                    <a:pt x="20200" y="5"/>
                    <a:pt x="19269" y="1"/>
                    <a:pt x="182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4"/>
            <p:cNvSpPr/>
            <p:nvPr/>
          </p:nvSpPr>
          <p:spPr>
            <a:xfrm>
              <a:off x="7848775" y="1189038"/>
              <a:ext cx="1288275" cy="79125"/>
            </a:xfrm>
            <a:custGeom>
              <a:avLst/>
              <a:gdLst/>
              <a:ahLst/>
              <a:cxnLst/>
              <a:rect l="l" t="t" r="r" b="b"/>
              <a:pathLst>
                <a:path w="51531" h="3165" extrusionOk="0">
                  <a:moveTo>
                    <a:pt x="20239" y="0"/>
                  </a:moveTo>
                  <a:cubicBezTo>
                    <a:pt x="13849" y="0"/>
                    <a:pt x="6757" y="402"/>
                    <a:pt x="989" y="1017"/>
                  </a:cubicBezTo>
                  <a:cubicBezTo>
                    <a:pt x="1001" y="1862"/>
                    <a:pt x="0" y="1505"/>
                    <a:pt x="0" y="2350"/>
                  </a:cubicBezTo>
                  <a:cubicBezTo>
                    <a:pt x="12" y="2446"/>
                    <a:pt x="1524" y="2850"/>
                    <a:pt x="1536" y="2946"/>
                  </a:cubicBezTo>
                  <a:cubicBezTo>
                    <a:pt x="2109" y="3006"/>
                    <a:pt x="2662" y="3029"/>
                    <a:pt x="3197" y="3029"/>
                  </a:cubicBezTo>
                  <a:cubicBezTo>
                    <a:pt x="4996" y="3029"/>
                    <a:pt x="6597" y="2767"/>
                    <a:pt x="8121" y="2767"/>
                  </a:cubicBezTo>
                  <a:cubicBezTo>
                    <a:pt x="8756" y="2771"/>
                    <a:pt x="9391" y="2772"/>
                    <a:pt x="10026" y="2772"/>
                  </a:cubicBezTo>
                  <a:cubicBezTo>
                    <a:pt x="11297" y="2772"/>
                    <a:pt x="12570" y="2767"/>
                    <a:pt x="13847" y="2767"/>
                  </a:cubicBezTo>
                  <a:cubicBezTo>
                    <a:pt x="14165" y="2765"/>
                    <a:pt x="14483" y="2765"/>
                    <a:pt x="14801" y="2765"/>
                  </a:cubicBezTo>
                  <a:cubicBezTo>
                    <a:pt x="15437" y="2765"/>
                    <a:pt x="16073" y="2767"/>
                    <a:pt x="16709" y="2767"/>
                  </a:cubicBezTo>
                  <a:cubicBezTo>
                    <a:pt x="17663" y="2767"/>
                    <a:pt x="18616" y="2761"/>
                    <a:pt x="19562" y="2731"/>
                  </a:cubicBezTo>
                  <a:cubicBezTo>
                    <a:pt x="21099" y="2690"/>
                    <a:pt x="22635" y="2670"/>
                    <a:pt x="24172" y="2670"/>
                  </a:cubicBezTo>
                  <a:cubicBezTo>
                    <a:pt x="26600" y="2670"/>
                    <a:pt x="29028" y="2720"/>
                    <a:pt x="31457" y="2815"/>
                  </a:cubicBezTo>
                  <a:cubicBezTo>
                    <a:pt x="33421" y="2886"/>
                    <a:pt x="35398" y="3005"/>
                    <a:pt x="37362" y="3112"/>
                  </a:cubicBezTo>
                  <a:cubicBezTo>
                    <a:pt x="37988" y="3150"/>
                    <a:pt x="38616" y="3164"/>
                    <a:pt x="39246" y="3164"/>
                  </a:cubicBezTo>
                  <a:cubicBezTo>
                    <a:pt x="40413" y="3164"/>
                    <a:pt x="41584" y="3115"/>
                    <a:pt x="42744" y="3077"/>
                  </a:cubicBezTo>
                  <a:cubicBezTo>
                    <a:pt x="44877" y="3008"/>
                    <a:pt x="46972" y="2907"/>
                    <a:pt x="49084" y="2907"/>
                  </a:cubicBezTo>
                  <a:cubicBezTo>
                    <a:pt x="49884" y="2907"/>
                    <a:pt x="50687" y="2922"/>
                    <a:pt x="51495" y="2958"/>
                  </a:cubicBezTo>
                  <a:cubicBezTo>
                    <a:pt x="51471" y="2291"/>
                    <a:pt x="51531" y="1624"/>
                    <a:pt x="51507" y="957"/>
                  </a:cubicBezTo>
                  <a:lnTo>
                    <a:pt x="51507" y="957"/>
                  </a:lnTo>
                  <a:cubicBezTo>
                    <a:pt x="50142" y="1086"/>
                    <a:pt x="48759" y="1134"/>
                    <a:pt x="47378" y="1134"/>
                  </a:cubicBezTo>
                  <a:cubicBezTo>
                    <a:pt x="46325" y="1134"/>
                    <a:pt x="45273" y="1106"/>
                    <a:pt x="44232" y="1065"/>
                  </a:cubicBezTo>
                  <a:cubicBezTo>
                    <a:pt x="40910" y="934"/>
                    <a:pt x="37600" y="636"/>
                    <a:pt x="34290" y="434"/>
                  </a:cubicBezTo>
                  <a:cubicBezTo>
                    <a:pt x="30742" y="207"/>
                    <a:pt x="27171" y="136"/>
                    <a:pt x="23622" y="41"/>
                  </a:cubicBezTo>
                  <a:cubicBezTo>
                    <a:pt x="22526" y="13"/>
                    <a:pt x="21394" y="0"/>
                    <a:pt x="202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4"/>
            <p:cNvSpPr/>
            <p:nvPr/>
          </p:nvSpPr>
          <p:spPr>
            <a:xfrm>
              <a:off x="7848775" y="1282913"/>
              <a:ext cx="1288575" cy="106850"/>
            </a:xfrm>
            <a:custGeom>
              <a:avLst/>
              <a:gdLst/>
              <a:ahLst/>
              <a:cxnLst/>
              <a:rect l="l" t="t" r="r" b="b"/>
              <a:pathLst>
                <a:path w="51543" h="4274" extrusionOk="0">
                  <a:moveTo>
                    <a:pt x="23730" y="0"/>
                  </a:moveTo>
                  <a:cubicBezTo>
                    <a:pt x="21789" y="12"/>
                    <a:pt x="19848" y="72"/>
                    <a:pt x="17907" y="84"/>
                  </a:cubicBezTo>
                  <a:cubicBezTo>
                    <a:pt x="13620" y="93"/>
                    <a:pt x="8419" y="296"/>
                    <a:pt x="3809" y="296"/>
                  </a:cubicBezTo>
                  <a:cubicBezTo>
                    <a:pt x="2800" y="296"/>
                    <a:pt x="1819" y="286"/>
                    <a:pt x="882" y="262"/>
                  </a:cubicBezTo>
                  <a:lnTo>
                    <a:pt x="882" y="262"/>
                  </a:lnTo>
                  <a:cubicBezTo>
                    <a:pt x="1013" y="1370"/>
                    <a:pt x="0" y="1941"/>
                    <a:pt x="36" y="3048"/>
                  </a:cubicBezTo>
                  <a:cubicBezTo>
                    <a:pt x="36" y="3167"/>
                    <a:pt x="1405" y="4108"/>
                    <a:pt x="1405" y="4227"/>
                  </a:cubicBezTo>
                  <a:cubicBezTo>
                    <a:pt x="1816" y="4259"/>
                    <a:pt x="2243" y="4273"/>
                    <a:pt x="2683" y="4273"/>
                  </a:cubicBezTo>
                  <a:cubicBezTo>
                    <a:pt x="5823" y="4273"/>
                    <a:pt x="9600" y="3554"/>
                    <a:pt x="12646" y="3554"/>
                  </a:cubicBezTo>
                  <a:cubicBezTo>
                    <a:pt x="12806" y="3554"/>
                    <a:pt x="12965" y="3556"/>
                    <a:pt x="13121" y="3560"/>
                  </a:cubicBezTo>
                  <a:cubicBezTo>
                    <a:pt x="16741" y="3656"/>
                    <a:pt x="20360" y="3834"/>
                    <a:pt x="23980" y="3894"/>
                  </a:cubicBezTo>
                  <a:cubicBezTo>
                    <a:pt x="24818" y="3905"/>
                    <a:pt x="25657" y="3913"/>
                    <a:pt x="26495" y="3913"/>
                  </a:cubicBezTo>
                  <a:cubicBezTo>
                    <a:pt x="27466" y="3913"/>
                    <a:pt x="28438" y="3902"/>
                    <a:pt x="29409" y="3870"/>
                  </a:cubicBezTo>
                  <a:cubicBezTo>
                    <a:pt x="31147" y="3822"/>
                    <a:pt x="32886" y="3727"/>
                    <a:pt x="34624" y="3667"/>
                  </a:cubicBezTo>
                  <a:cubicBezTo>
                    <a:pt x="36263" y="3612"/>
                    <a:pt x="37911" y="3569"/>
                    <a:pt x="39558" y="3569"/>
                  </a:cubicBezTo>
                  <a:cubicBezTo>
                    <a:pt x="41417" y="3569"/>
                    <a:pt x="43276" y="3623"/>
                    <a:pt x="45125" y="3775"/>
                  </a:cubicBezTo>
                  <a:cubicBezTo>
                    <a:pt x="47244" y="3941"/>
                    <a:pt x="49340" y="4179"/>
                    <a:pt x="51495" y="4203"/>
                  </a:cubicBezTo>
                  <a:cubicBezTo>
                    <a:pt x="51495" y="2894"/>
                    <a:pt x="51543" y="1608"/>
                    <a:pt x="51507" y="298"/>
                  </a:cubicBezTo>
                  <a:cubicBezTo>
                    <a:pt x="50671" y="258"/>
                    <a:pt x="49833" y="242"/>
                    <a:pt x="48994" y="242"/>
                  </a:cubicBezTo>
                  <a:cubicBezTo>
                    <a:pt x="46343" y="242"/>
                    <a:pt x="43682" y="401"/>
                    <a:pt x="41041" y="465"/>
                  </a:cubicBezTo>
                  <a:cubicBezTo>
                    <a:pt x="40640" y="474"/>
                    <a:pt x="40238" y="478"/>
                    <a:pt x="39837" y="478"/>
                  </a:cubicBezTo>
                  <a:cubicBezTo>
                    <a:pt x="36447" y="478"/>
                    <a:pt x="33080" y="190"/>
                    <a:pt x="29695" y="84"/>
                  </a:cubicBezTo>
                  <a:cubicBezTo>
                    <a:pt x="27706" y="24"/>
                    <a:pt x="25718" y="0"/>
                    <a:pt x="237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4"/>
            <p:cNvSpPr/>
            <p:nvPr/>
          </p:nvSpPr>
          <p:spPr>
            <a:xfrm>
              <a:off x="7877950" y="1399088"/>
              <a:ext cx="1258200" cy="65575"/>
            </a:xfrm>
            <a:custGeom>
              <a:avLst/>
              <a:gdLst/>
              <a:ahLst/>
              <a:cxnLst/>
              <a:rect l="l" t="t" r="r" b="b"/>
              <a:pathLst>
                <a:path w="50328" h="2623" extrusionOk="0">
                  <a:moveTo>
                    <a:pt x="38442" y="1"/>
                  </a:moveTo>
                  <a:cubicBezTo>
                    <a:pt x="36370" y="1"/>
                    <a:pt x="34294" y="74"/>
                    <a:pt x="32242" y="152"/>
                  </a:cubicBezTo>
                  <a:cubicBezTo>
                    <a:pt x="30480" y="223"/>
                    <a:pt x="28730" y="318"/>
                    <a:pt x="26968" y="342"/>
                  </a:cubicBezTo>
                  <a:cubicBezTo>
                    <a:pt x="26463" y="349"/>
                    <a:pt x="25957" y="352"/>
                    <a:pt x="25452" y="352"/>
                  </a:cubicBezTo>
                  <a:cubicBezTo>
                    <a:pt x="24147" y="352"/>
                    <a:pt x="22843" y="332"/>
                    <a:pt x="21539" y="306"/>
                  </a:cubicBezTo>
                  <a:cubicBezTo>
                    <a:pt x="20649" y="284"/>
                    <a:pt x="19738" y="275"/>
                    <a:pt x="18811" y="275"/>
                  </a:cubicBezTo>
                  <a:cubicBezTo>
                    <a:pt x="12721" y="275"/>
                    <a:pt x="5953" y="687"/>
                    <a:pt x="0" y="687"/>
                  </a:cubicBezTo>
                  <a:cubicBezTo>
                    <a:pt x="12" y="1247"/>
                    <a:pt x="262" y="2033"/>
                    <a:pt x="262" y="2604"/>
                  </a:cubicBezTo>
                  <a:cubicBezTo>
                    <a:pt x="789" y="2617"/>
                    <a:pt x="1317" y="2623"/>
                    <a:pt x="1847" y="2623"/>
                  </a:cubicBezTo>
                  <a:cubicBezTo>
                    <a:pt x="8445" y="2623"/>
                    <a:pt x="15269" y="1712"/>
                    <a:pt x="21667" y="1712"/>
                  </a:cubicBezTo>
                  <a:cubicBezTo>
                    <a:pt x="22469" y="1712"/>
                    <a:pt x="23264" y="1727"/>
                    <a:pt x="24051" y="1759"/>
                  </a:cubicBezTo>
                  <a:cubicBezTo>
                    <a:pt x="29266" y="1973"/>
                    <a:pt x="34433" y="2461"/>
                    <a:pt x="39648" y="2509"/>
                  </a:cubicBezTo>
                  <a:cubicBezTo>
                    <a:pt x="43208" y="2545"/>
                    <a:pt x="46768" y="2497"/>
                    <a:pt x="50316" y="2604"/>
                  </a:cubicBezTo>
                  <a:cubicBezTo>
                    <a:pt x="50328" y="1961"/>
                    <a:pt x="50328" y="1318"/>
                    <a:pt x="50328" y="675"/>
                  </a:cubicBezTo>
                  <a:cubicBezTo>
                    <a:pt x="47780" y="652"/>
                    <a:pt x="45220" y="294"/>
                    <a:pt x="42708" y="128"/>
                  </a:cubicBezTo>
                  <a:cubicBezTo>
                    <a:pt x="41295" y="35"/>
                    <a:pt x="39870" y="1"/>
                    <a:pt x="384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4"/>
            <p:cNvSpPr/>
            <p:nvPr/>
          </p:nvSpPr>
          <p:spPr>
            <a:xfrm>
              <a:off x="7863650" y="1475463"/>
              <a:ext cx="1272500" cy="70600"/>
            </a:xfrm>
            <a:custGeom>
              <a:avLst/>
              <a:gdLst/>
              <a:ahLst/>
              <a:cxnLst/>
              <a:rect l="l" t="t" r="r" b="b"/>
              <a:pathLst>
                <a:path w="50900" h="2824" extrusionOk="0">
                  <a:moveTo>
                    <a:pt x="21972" y="1"/>
                  </a:moveTo>
                  <a:cubicBezTo>
                    <a:pt x="15007" y="1"/>
                    <a:pt x="7136" y="871"/>
                    <a:pt x="277" y="871"/>
                  </a:cubicBezTo>
                  <a:cubicBezTo>
                    <a:pt x="237" y="871"/>
                    <a:pt x="196" y="871"/>
                    <a:pt x="156" y="871"/>
                  </a:cubicBezTo>
                  <a:lnTo>
                    <a:pt x="156" y="871"/>
                  </a:lnTo>
                  <a:cubicBezTo>
                    <a:pt x="203" y="1573"/>
                    <a:pt x="1" y="2121"/>
                    <a:pt x="48" y="2823"/>
                  </a:cubicBezTo>
                  <a:cubicBezTo>
                    <a:pt x="1794" y="2823"/>
                    <a:pt x="2584" y="2335"/>
                    <a:pt x="2852" y="2335"/>
                  </a:cubicBezTo>
                  <a:cubicBezTo>
                    <a:pt x="2859" y="2335"/>
                    <a:pt x="2865" y="2335"/>
                    <a:pt x="2870" y="2335"/>
                  </a:cubicBezTo>
                  <a:cubicBezTo>
                    <a:pt x="4942" y="1966"/>
                    <a:pt x="7109" y="1823"/>
                    <a:pt x="9157" y="1740"/>
                  </a:cubicBezTo>
                  <a:cubicBezTo>
                    <a:pt x="10328" y="1693"/>
                    <a:pt x="11501" y="1672"/>
                    <a:pt x="12674" y="1672"/>
                  </a:cubicBezTo>
                  <a:cubicBezTo>
                    <a:pt x="15926" y="1672"/>
                    <a:pt x="19183" y="1830"/>
                    <a:pt x="22420" y="2014"/>
                  </a:cubicBezTo>
                  <a:cubicBezTo>
                    <a:pt x="24599" y="2133"/>
                    <a:pt x="26790" y="2276"/>
                    <a:pt x="28969" y="2419"/>
                  </a:cubicBezTo>
                  <a:cubicBezTo>
                    <a:pt x="29939" y="2402"/>
                    <a:pt x="30910" y="2395"/>
                    <a:pt x="31879" y="2395"/>
                  </a:cubicBezTo>
                  <a:cubicBezTo>
                    <a:pt x="37917" y="2395"/>
                    <a:pt x="43941" y="2680"/>
                    <a:pt x="49983" y="2823"/>
                  </a:cubicBezTo>
                  <a:cubicBezTo>
                    <a:pt x="50281" y="2788"/>
                    <a:pt x="50579" y="2752"/>
                    <a:pt x="50876" y="2716"/>
                  </a:cubicBezTo>
                  <a:cubicBezTo>
                    <a:pt x="50888" y="2109"/>
                    <a:pt x="50888" y="1490"/>
                    <a:pt x="50900" y="883"/>
                  </a:cubicBezTo>
                  <a:cubicBezTo>
                    <a:pt x="46959" y="776"/>
                    <a:pt x="43018" y="847"/>
                    <a:pt x="39065" y="788"/>
                  </a:cubicBezTo>
                  <a:cubicBezTo>
                    <a:pt x="34338" y="704"/>
                    <a:pt x="29659" y="264"/>
                    <a:pt x="24944" y="61"/>
                  </a:cubicBezTo>
                  <a:cubicBezTo>
                    <a:pt x="23977" y="19"/>
                    <a:pt x="22984" y="1"/>
                    <a:pt x="219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4"/>
            <p:cNvSpPr/>
            <p:nvPr/>
          </p:nvSpPr>
          <p:spPr>
            <a:xfrm>
              <a:off x="8048500" y="1539788"/>
              <a:ext cx="448600" cy="12825"/>
            </a:xfrm>
            <a:custGeom>
              <a:avLst/>
              <a:gdLst/>
              <a:ahLst/>
              <a:cxnLst/>
              <a:rect l="l" t="t" r="r" b="b"/>
              <a:pathLst>
                <a:path w="17944" h="513" extrusionOk="0">
                  <a:moveTo>
                    <a:pt x="16586" y="0"/>
                  </a:moveTo>
                  <a:cubicBezTo>
                    <a:pt x="11050" y="60"/>
                    <a:pt x="5525" y="167"/>
                    <a:pt x="1" y="286"/>
                  </a:cubicBezTo>
                  <a:cubicBezTo>
                    <a:pt x="2416" y="435"/>
                    <a:pt x="4840" y="513"/>
                    <a:pt x="7265" y="513"/>
                  </a:cubicBezTo>
                  <a:cubicBezTo>
                    <a:pt x="8904" y="513"/>
                    <a:pt x="10543" y="477"/>
                    <a:pt x="12181" y="405"/>
                  </a:cubicBezTo>
                  <a:cubicBezTo>
                    <a:pt x="14098" y="322"/>
                    <a:pt x="16026" y="191"/>
                    <a:pt x="179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4"/>
            <p:cNvSpPr/>
            <p:nvPr/>
          </p:nvSpPr>
          <p:spPr>
            <a:xfrm>
              <a:off x="8626550" y="1162963"/>
              <a:ext cx="491450" cy="19550"/>
            </a:xfrm>
            <a:custGeom>
              <a:avLst/>
              <a:gdLst/>
              <a:ahLst/>
              <a:cxnLst/>
              <a:rect l="l" t="t" r="r" b="b"/>
              <a:pathLst>
                <a:path w="19658" h="782" extrusionOk="0">
                  <a:moveTo>
                    <a:pt x="9468" y="0"/>
                  </a:moveTo>
                  <a:cubicBezTo>
                    <a:pt x="6308" y="0"/>
                    <a:pt x="3146" y="110"/>
                    <a:pt x="1" y="345"/>
                  </a:cubicBezTo>
                  <a:cubicBezTo>
                    <a:pt x="3537" y="536"/>
                    <a:pt x="7073" y="738"/>
                    <a:pt x="10621" y="774"/>
                  </a:cubicBezTo>
                  <a:cubicBezTo>
                    <a:pt x="11033" y="779"/>
                    <a:pt x="11446" y="782"/>
                    <a:pt x="11859" y="782"/>
                  </a:cubicBezTo>
                  <a:cubicBezTo>
                    <a:pt x="14463" y="782"/>
                    <a:pt x="17078" y="676"/>
                    <a:pt x="19658" y="357"/>
                  </a:cubicBezTo>
                  <a:cubicBezTo>
                    <a:pt x="19003" y="310"/>
                    <a:pt x="18348" y="274"/>
                    <a:pt x="17693" y="238"/>
                  </a:cubicBezTo>
                  <a:cubicBezTo>
                    <a:pt x="14962" y="83"/>
                    <a:pt x="12216" y="0"/>
                    <a:pt x="94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4"/>
            <p:cNvSpPr/>
            <p:nvPr/>
          </p:nvSpPr>
          <p:spPr>
            <a:xfrm>
              <a:off x="7875275" y="1571613"/>
              <a:ext cx="1261775" cy="39275"/>
            </a:xfrm>
            <a:custGeom>
              <a:avLst/>
              <a:gdLst/>
              <a:ahLst/>
              <a:cxnLst/>
              <a:rect l="l" t="t" r="r" b="b"/>
              <a:pathLst>
                <a:path w="50471" h="1571" extrusionOk="0">
                  <a:moveTo>
                    <a:pt x="25505" y="1"/>
                  </a:moveTo>
                  <a:cubicBezTo>
                    <a:pt x="24538" y="1"/>
                    <a:pt x="23573" y="15"/>
                    <a:pt x="22610" y="49"/>
                  </a:cubicBezTo>
                  <a:cubicBezTo>
                    <a:pt x="19176" y="175"/>
                    <a:pt x="15810" y="389"/>
                    <a:pt x="12410" y="389"/>
                  </a:cubicBezTo>
                  <a:cubicBezTo>
                    <a:pt x="11306" y="389"/>
                    <a:pt x="10199" y="366"/>
                    <a:pt x="9085" y="311"/>
                  </a:cubicBezTo>
                  <a:cubicBezTo>
                    <a:pt x="7132" y="216"/>
                    <a:pt x="5179" y="109"/>
                    <a:pt x="3227" y="109"/>
                  </a:cubicBezTo>
                  <a:cubicBezTo>
                    <a:pt x="2822" y="109"/>
                    <a:pt x="941" y="513"/>
                    <a:pt x="143" y="549"/>
                  </a:cubicBezTo>
                  <a:cubicBezTo>
                    <a:pt x="167" y="906"/>
                    <a:pt x="0" y="1085"/>
                    <a:pt x="24" y="1442"/>
                  </a:cubicBezTo>
                  <a:cubicBezTo>
                    <a:pt x="214" y="1444"/>
                    <a:pt x="407" y="1445"/>
                    <a:pt x="604" y="1445"/>
                  </a:cubicBezTo>
                  <a:cubicBezTo>
                    <a:pt x="3891" y="1445"/>
                    <a:pt x="8119" y="1179"/>
                    <a:pt x="11275" y="1156"/>
                  </a:cubicBezTo>
                  <a:cubicBezTo>
                    <a:pt x="13139" y="1150"/>
                    <a:pt x="15002" y="1141"/>
                    <a:pt x="16864" y="1141"/>
                  </a:cubicBezTo>
                  <a:cubicBezTo>
                    <a:pt x="18726" y="1141"/>
                    <a:pt x="20586" y="1150"/>
                    <a:pt x="22443" y="1180"/>
                  </a:cubicBezTo>
                  <a:cubicBezTo>
                    <a:pt x="26122" y="1240"/>
                    <a:pt x="29790" y="1371"/>
                    <a:pt x="33469" y="1454"/>
                  </a:cubicBezTo>
                  <a:cubicBezTo>
                    <a:pt x="36480" y="1517"/>
                    <a:pt x="39495" y="1571"/>
                    <a:pt x="42508" y="1571"/>
                  </a:cubicBezTo>
                  <a:cubicBezTo>
                    <a:pt x="45153" y="1571"/>
                    <a:pt x="47797" y="1530"/>
                    <a:pt x="50435" y="1418"/>
                  </a:cubicBezTo>
                  <a:cubicBezTo>
                    <a:pt x="50411" y="1121"/>
                    <a:pt x="50471" y="787"/>
                    <a:pt x="50435" y="478"/>
                  </a:cubicBezTo>
                  <a:lnTo>
                    <a:pt x="50435" y="478"/>
                  </a:lnTo>
                  <a:cubicBezTo>
                    <a:pt x="48649" y="608"/>
                    <a:pt x="46853" y="658"/>
                    <a:pt x="45050" y="658"/>
                  </a:cubicBezTo>
                  <a:cubicBezTo>
                    <a:pt x="38564" y="658"/>
                    <a:pt x="31992" y="1"/>
                    <a:pt x="25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4"/>
            <p:cNvSpPr/>
            <p:nvPr/>
          </p:nvSpPr>
          <p:spPr>
            <a:xfrm>
              <a:off x="7874975" y="1627188"/>
              <a:ext cx="1262375" cy="53000"/>
            </a:xfrm>
            <a:custGeom>
              <a:avLst/>
              <a:gdLst/>
              <a:ahLst/>
              <a:cxnLst/>
              <a:rect l="l" t="t" r="r" b="b"/>
              <a:pathLst>
                <a:path w="50495" h="2120" extrusionOk="0">
                  <a:moveTo>
                    <a:pt x="18005" y="0"/>
                  </a:moveTo>
                  <a:cubicBezTo>
                    <a:pt x="11171" y="0"/>
                    <a:pt x="1714" y="200"/>
                    <a:pt x="0" y="303"/>
                  </a:cubicBezTo>
                  <a:cubicBezTo>
                    <a:pt x="36" y="898"/>
                    <a:pt x="596" y="1326"/>
                    <a:pt x="607" y="1922"/>
                  </a:cubicBezTo>
                  <a:cubicBezTo>
                    <a:pt x="1304" y="2068"/>
                    <a:pt x="2104" y="2119"/>
                    <a:pt x="2953" y="2119"/>
                  </a:cubicBezTo>
                  <a:cubicBezTo>
                    <a:pt x="4902" y="2119"/>
                    <a:pt x="7107" y="1850"/>
                    <a:pt x="8909" y="1850"/>
                  </a:cubicBezTo>
                  <a:cubicBezTo>
                    <a:pt x="8936" y="1850"/>
                    <a:pt x="8963" y="1850"/>
                    <a:pt x="8989" y="1850"/>
                  </a:cubicBezTo>
                  <a:cubicBezTo>
                    <a:pt x="13609" y="1874"/>
                    <a:pt x="18241" y="1874"/>
                    <a:pt x="22860" y="1874"/>
                  </a:cubicBezTo>
                  <a:cubicBezTo>
                    <a:pt x="26384" y="1874"/>
                    <a:pt x="29885" y="1719"/>
                    <a:pt x="33397" y="1529"/>
                  </a:cubicBezTo>
                  <a:cubicBezTo>
                    <a:pt x="36130" y="1395"/>
                    <a:pt x="38869" y="1268"/>
                    <a:pt x="41605" y="1268"/>
                  </a:cubicBezTo>
                  <a:cubicBezTo>
                    <a:pt x="42517" y="1268"/>
                    <a:pt x="43428" y="1282"/>
                    <a:pt x="44339" y="1315"/>
                  </a:cubicBezTo>
                  <a:cubicBezTo>
                    <a:pt x="46387" y="1386"/>
                    <a:pt x="48471" y="1553"/>
                    <a:pt x="50471" y="1922"/>
                  </a:cubicBezTo>
                  <a:cubicBezTo>
                    <a:pt x="50435" y="1374"/>
                    <a:pt x="50495" y="803"/>
                    <a:pt x="50447" y="255"/>
                  </a:cubicBezTo>
                  <a:lnTo>
                    <a:pt x="50447" y="255"/>
                  </a:lnTo>
                  <a:cubicBezTo>
                    <a:pt x="48030" y="350"/>
                    <a:pt x="45506" y="422"/>
                    <a:pt x="43089" y="422"/>
                  </a:cubicBezTo>
                  <a:cubicBezTo>
                    <a:pt x="42852" y="422"/>
                    <a:pt x="42615" y="423"/>
                    <a:pt x="42378" y="423"/>
                  </a:cubicBezTo>
                  <a:cubicBezTo>
                    <a:pt x="38948" y="423"/>
                    <a:pt x="35519" y="345"/>
                    <a:pt x="32099" y="267"/>
                  </a:cubicBezTo>
                  <a:cubicBezTo>
                    <a:pt x="28409" y="183"/>
                    <a:pt x="24730" y="52"/>
                    <a:pt x="21050" y="17"/>
                  </a:cubicBezTo>
                  <a:cubicBezTo>
                    <a:pt x="20131" y="5"/>
                    <a:pt x="19102" y="0"/>
                    <a:pt x="180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4"/>
            <p:cNvSpPr/>
            <p:nvPr/>
          </p:nvSpPr>
          <p:spPr>
            <a:xfrm>
              <a:off x="7846700" y="1712913"/>
              <a:ext cx="1290350" cy="78975"/>
            </a:xfrm>
            <a:custGeom>
              <a:avLst/>
              <a:gdLst/>
              <a:ahLst/>
              <a:cxnLst/>
              <a:rect l="l" t="t" r="r" b="b"/>
              <a:pathLst>
                <a:path w="51614" h="3159" extrusionOk="0">
                  <a:moveTo>
                    <a:pt x="20232" y="0"/>
                  </a:moveTo>
                  <a:cubicBezTo>
                    <a:pt x="13848" y="0"/>
                    <a:pt x="6755" y="402"/>
                    <a:pt x="976" y="1017"/>
                  </a:cubicBezTo>
                  <a:cubicBezTo>
                    <a:pt x="1000" y="1862"/>
                    <a:pt x="0" y="1493"/>
                    <a:pt x="0" y="2338"/>
                  </a:cubicBezTo>
                  <a:cubicBezTo>
                    <a:pt x="12" y="2434"/>
                    <a:pt x="1524" y="2850"/>
                    <a:pt x="1536" y="2946"/>
                  </a:cubicBezTo>
                  <a:cubicBezTo>
                    <a:pt x="2109" y="3006"/>
                    <a:pt x="2661" y="3029"/>
                    <a:pt x="3196" y="3029"/>
                  </a:cubicBezTo>
                  <a:cubicBezTo>
                    <a:pt x="4995" y="3029"/>
                    <a:pt x="6597" y="2767"/>
                    <a:pt x="8120" y="2767"/>
                  </a:cubicBezTo>
                  <a:cubicBezTo>
                    <a:pt x="8678" y="2771"/>
                    <a:pt x="9236" y="2772"/>
                    <a:pt x="9794" y="2772"/>
                  </a:cubicBezTo>
                  <a:cubicBezTo>
                    <a:pt x="11142" y="2772"/>
                    <a:pt x="12492" y="2764"/>
                    <a:pt x="13847" y="2755"/>
                  </a:cubicBezTo>
                  <a:cubicBezTo>
                    <a:pt x="14075" y="2754"/>
                    <a:pt x="14303" y="2753"/>
                    <a:pt x="14531" y="2753"/>
                  </a:cubicBezTo>
                  <a:cubicBezTo>
                    <a:pt x="15430" y="2753"/>
                    <a:pt x="16334" y="2762"/>
                    <a:pt x="17239" y="2762"/>
                  </a:cubicBezTo>
                  <a:cubicBezTo>
                    <a:pt x="18013" y="2762"/>
                    <a:pt x="18789" y="2756"/>
                    <a:pt x="19562" y="2731"/>
                  </a:cubicBezTo>
                  <a:cubicBezTo>
                    <a:pt x="21082" y="2686"/>
                    <a:pt x="22602" y="2665"/>
                    <a:pt x="24122" y="2665"/>
                  </a:cubicBezTo>
                  <a:cubicBezTo>
                    <a:pt x="26567" y="2665"/>
                    <a:pt x="29012" y="2719"/>
                    <a:pt x="31456" y="2815"/>
                  </a:cubicBezTo>
                  <a:cubicBezTo>
                    <a:pt x="33421" y="2886"/>
                    <a:pt x="35386" y="2993"/>
                    <a:pt x="37362" y="3112"/>
                  </a:cubicBezTo>
                  <a:cubicBezTo>
                    <a:pt x="37991" y="3146"/>
                    <a:pt x="38623" y="3159"/>
                    <a:pt x="39255" y="3159"/>
                  </a:cubicBezTo>
                  <a:cubicBezTo>
                    <a:pt x="40420" y="3159"/>
                    <a:pt x="41587" y="3115"/>
                    <a:pt x="42744" y="3077"/>
                  </a:cubicBezTo>
                  <a:cubicBezTo>
                    <a:pt x="44846" y="3000"/>
                    <a:pt x="46955" y="2905"/>
                    <a:pt x="49061" y="2905"/>
                  </a:cubicBezTo>
                  <a:cubicBezTo>
                    <a:pt x="49900" y="2905"/>
                    <a:pt x="50740" y="2920"/>
                    <a:pt x="51578" y="2958"/>
                  </a:cubicBezTo>
                  <a:cubicBezTo>
                    <a:pt x="51554" y="2279"/>
                    <a:pt x="51614" y="1588"/>
                    <a:pt x="51578" y="934"/>
                  </a:cubicBezTo>
                  <a:lnTo>
                    <a:pt x="51578" y="934"/>
                  </a:lnTo>
                  <a:cubicBezTo>
                    <a:pt x="50131" y="1070"/>
                    <a:pt x="48636" y="1120"/>
                    <a:pt x="47151" y="1120"/>
                  </a:cubicBezTo>
                  <a:cubicBezTo>
                    <a:pt x="46168" y="1120"/>
                    <a:pt x="45190" y="1098"/>
                    <a:pt x="44232" y="1065"/>
                  </a:cubicBezTo>
                  <a:lnTo>
                    <a:pt x="44232" y="1053"/>
                  </a:lnTo>
                  <a:cubicBezTo>
                    <a:pt x="40910" y="934"/>
                    <a:pt x="37600" y="636"/>
                    <a:pt x="34290" y="422"/>
                  </a:cubicBezTo>
                  <a:cubicBezTo>
                    <a:pt x="30742" y="207"/>
                    <a:pt x="27170" y="136"/>
                    <a:pt x="23610" y="41"/>
                  </a:cubicBezTo>
                  <a:cubicBezTo>
                    <a:pt x="22515" y="13"/>
                    <a:pt x="21385" y="0"/>
                    <a:pt x="202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4"/>
            <p:cNvSpPr/>
            <p:nvPr/>
          </p:nvSpPr>
          <p:spPr>
            <a:xfrm>
              <a:off x="7847000" y="1805888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1"/>
                  </a:moveTo>
                  <a:cubicBezTo>
                    <a:pt x="21788" y="13"/>
                    <a:pt x="19848" y="72"/>
                    <a:pt x="17907" y="84"/>
                  </a:cubicBezTo>
                  <a:cubicBezTo>
                    <a:pt x="13593" y="84"/>
                    <a:pt x="8354" y="295"/>
                    <a:pt x="3723" y="295"/>
                  </a:cubicBezTo>
                  <a:cubicBezTo>
                    <a:pt x="2744" y="295"/>
                    <a:pt x="1792" y="285"/>
                    <a:pt x="881" y="263"/>
                  </a:cubicBezTo>
                  <a:lnTo>
                    <a:pt x="881" y="263"/>
                  </a:lnTo>
                  <a:cubicBezTo>
                    <a:pt x="1024" y="1358"/>
                    <a:pt x="0" y="1941"/>
                    <a:pt x="36" y="3049"/>
                  </a:cubicBezTo>
                  <a:cubicBezTo>
                    <a:pt x="48" y="3168"/>
                    <a:pt x="1405" y="4108"/>
                    <a:pt x="1417" y="4227"/>
                  </a:cubicBezTo>
                  <a:cubicBezTo>
                    <a:pt x="1815" y="4257"/>
                    <a:pt x="2228" y="4270"/>
                    <a:pt x="2653" y="4270"/>
                  </a:cubicBezTo>
                  <a:cubicBezTo>
                    <a:pt x="5793" y="4270"/>
                    <a:pt x="9593" y="3554"/>
                    <a:pt x="12641" y="3554"/>
                  </a:cubicBezTo>
                  <a:cubicBezTo>
                    <a:pt x="12803" y="3554"/>
                    <a:pt x="12963" y="3556"/>
                    <a:pt x="13121" y="3561"/>
                  </a:cubicBezTo>
                  <a:cubicBezTo>
                    <a:pt x="16740" y="3656"/>
                    <a:pt x="20360" y="3822"/>
                    <a:pt x="23979" y="3894"/>
                  </a:cubicBezTo>
                  <a:cubicBezTo>
                    <a:pt x="24818" y="3905"/>
                    <a:pt x="25656" y="3913"/>
                    <a:pt x="26495" y="3913"/>
                  </a:cubicBezTo>
                  <a:cubicBezTo>
                    <a:pt x="27466" y="3913"/>
                    <a:pt x="28437" y="3902"/>
                    <a:pt x="29408" y="3870"/>
                  </a:cubicBezTo>
                  <a:cubicBezTo>
                    <a:pt x="31147" y="3822"/>
                    <a:pt x="32885" y="3727"/>
                    <a:pt x="34623" y="3668"/>
                  </a:cubicBezTo>
                  <a:cubicBezTo>
                    <a:pt x="36263" y="3612"/>
                    <a:pt x="37913" y="3569"/>
                    <a:pt x="39562" y="3569"/>
                  </a:cubicBezTo>
                  <a:cubicBezTo>
                    <a:pt x="41422" y="3569"/>
                    <a:pt x="43282" y="3623"/>
                    <a:pt x="45125" y="3775"/>
                  </a:cubicBezTo>
                  <a:cubicBezTo>
                    <a:pt x="47256" y="3942"/>
                    <a:pt x="49411" y="4203"/>
                    <a:pt x="51566" y="4227"/>
                  </a:cubicBezTo>
                  <a:cubicBezTo>
                    <a:pt x="51566" y="2918"/>
                    <a:pt x="51602" y="1596"/>
                    <a:pt x="51566" y="286"/>
                  </a:cubicBezTo>
                  <a:cubicBezTo>
                    <a:pt x="50756" y="248"/>
                    <a:pt x="49942" y="232"/>
                    <a:pt x="49124" y="232"/>
                  </a:cubicBezTo>
                  <a:cubicBezTo>
                    <a:pt x="46431" y="232"/>
                    <a:pt x="43708" y="401"/>
                    <a:pt x="41041" y="465"/>
                  </a:cubicBezTo>
                  <a:lnTo>
                    <a:pt x="41041" y="453"/>
                  </a:lnTo>
                  <a:cubicBezTo>
                    <a:pt x="40590" y="464"/>
                    <a:pt x="40139" y="469"/>
                    <a:pt x="39689" y="469"/>
                  </a:cubicBezTo>
                  <a:cubicBezTo>
                    <a:pt x="36349" y="469"/>
                    <a:pt x="33031" y="189"/>
                    <a:pt x="29694" y="84"/>
                  </a:cubicBezTo>
                  <a:cubicBezTo>
                    <a:pt x="27706" y="24"/>
                    <a:pt x="25718" y="1"/>
                    <a:pt x="237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4"/>
            <p:cNvSpPr/>
            <p:nvPr/>
          </p:nvSpPr>
          <p:spPr>
            <a:xfrm>
              <a:off x="7877950" y="1922963"/>
              <a:ext cx="1258200" cy="65325"/>
            </a:xfrm>
            <a:custGeom>
              <a:avLst/>
              <a:gdLst/>
              <a:ahLst/>
              <a:cxnLst/>
              <a:rect l="l" t="t" r="r" b="b"/>
              <a:pathLst>
                <a:path w="50328" h="2613" extrusionOk="0">
                  <a:moveTo>
                    <a:pt x="38442" y="1"/>
                  </a:moveTo>
                  <a:cubicBezTo>
                    <a:pt x="36370" y="1"/>
                    <a:pt x="34294" y="74"/>
                    <a:pt x="32242" y="152"/>
                  </a:cubicBezTo>
                  <a:cubicBezTo>
                    <a:pt x="30480" y="223"/>
                    <a:pt x="28730" y="306"/>
                    <a:pt x="26968" y="342"/>
                  </a:cubicBezTo>
                  <a:cubicBezTo>
                    <a:pt x="26483" y="348"/>
                    <a:pt x="25998" y="351"/>
                    <a:pt x="25513" y="351"/>
                  </a:cubicBezTo>
                  <a:cubicBezTo>
                    <a:pt x="24188" y="351"/>
                    <a:pt x="22864" y="329"/>
                    <a:pt x="21539" y="294"/>
                  </a:cubicBezTo>
                  <a:cubicBezTo>
                    <a:pt x="20704" y="275"/>
                    <a:pt x="19852" y="267"/>
                    <a:pt x="18985" y="267"/>
                  </a:cubicBezTo>
                  <a:cubicBezTo>
                    <a:pt x="12850" y="267"/>
                    <a:pt x="6009" y="687"/>
                    <a:pt x="0" y="687"/>
                  </a:cubicBezTo>
                  <a:cubicBezTo>
                    <a:pt x="12" y="1247"/>
                    <a:pt x="262" y="2033"/>
                    <a:pt x="262" y="2592"/>
                  </a:cubicBezTo>
                  <a:cubicBezTo>
                    <a:pt x="815" y="2606"/>
                    <a:pt x="1371" y="2613"/>
                    <a:pt x="1927" y="2613"/>
                  </a:cubicBezTo>
                  <a:cubicBezTo>
                    <a:pt x="8478" y="2613"/>
                    <a:pt x="15249" y="1709"/>
                    <a:pt x="21602" y="1709"/>
                  </a:cubicBezTo>
                  <a:cubicBezTo>
                    <a:pt x="22426" y="1709"/>
                    <a:pt x="23243" y="1725"/>
                    <a:pt x="24051" y="1759"/>
                  </a:cubicBezTo>
                  <a:cubicBezTo>
                    <a:pt x="29266" y="1973"/>
                    <a:pt x="34433" y="2461"/>
                    <a:pt x="39648" y="2509"/>
                  </a:cubicBezTo>
                  <a:cubicBezTo>
                    <a:pt x="43208" y="2533"/>
                    <a:pt x="46768" y="2497"/>
                    <a:pt x="50316" y="2592"/>
                  </a:cubicBezTo>
                  <a:cubicBezTo>
                    <a:pt x="50328" y="1949"/>
                    <a:pt x="50328" y="1318"/>
                    <a:pt x="50328" y="675"/>
                  </a:cubicBezTo>
                  <a:cubicBezTo>
                    <a:pt x="47780" y="640"/>
                    <a:pt x="45220" y="294"/>
                    <a:pt x="42708" y="128"/>
                  </a:cubicBezTo>
                  <a:cubicBezTo>
                    <a:pt x="41295" y="35"/>
                    <a:pt x="39870" y="1"/>
                    <a:pt x="384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4"/>
            <p:cNvSpPr/>
            <p:nvPr/>
          </p:nvSpPr>
          <p:spPr>
            <a:xfrm>
              <a:off x="7863650" y="1999263"/>
              <a:ext cx="1272500" cy="70675"/>
            </a:xfrm>
            <a:custGeom>
              <a:avLst/>
              <a:gdLst/>
              <a:ahLst/>
              <a:cxnLst/>
              <a:rect l="l" t="t" r="r" b="b"/>
              <a:pathLst>
                <a:path w="50900" h="2827" extrusionOk="0">
                  <a:moveTo>
                    <a:pt x="21903" y="0"/>
                  </a:moveTo>
                  <a:cubicBezTo>
                    <a:pt x="14996" y="0"/>
                    <a:pt x="7204" y="862"/>
                    <a:pt x="395" y="862"/>
                  </a:cubicBezTo>
                  <a:cubicBezTo>
                    <a:pt x="315" y="862"/>
                    <a:pt x="235" y="862"/>
                    <a:pt x="156" y="862"/>
                  </a:cubicBezTo>
                  <a:lnTo>
                    <a:pt x="156" y="862"/>
                  </a:lnTo>
                  <a:cubicBezTo>
                    <a:pt x="203" y="1576"/>
                    <a:pt x="1" y="2112"/>
                    <a:pt x="48" y="2826"/>
                  </a:cubicBezTo>
                  <a:cubicBezTo>
                    <a:pt x="1775" y="2826"/>
                    <a:pt x="2567" y="2337"/>
                    <a:pt x="2844" y="2337"/>
                  </a:cubicBezTo>
                  <a:cubicBezTo>
                    <a:pt x="2853" y="2337"/>
                    <a:pt x="2862" y="2337"/>
                    <a:pt x="2870" y="2338"/>
                  </a:cubicBezTo>
                  <a:cubicBezTo>
                    <a:pt x="4942" y="1969"/>
                    <a:pt x="7109" y="1814"/>
                    <a:pt x="9157" y="1731"/>
                  </a:cubicBezTo>
                  <a:cubicBezTo>
                    <a:pt x="10328" y="1684"/>
                    <a:pt x="11501" y="1663"/>
                    <a:pt x="12674" y="1663"/>
                  </a:cubicBezTo>
                  <a:cubicBezTo>
                    <a:pt x="15926" y="1663"/>
                    <a:pt x="19183" y="1821"/>
                    <a:pt x="22420" y="2005"/>
                  </a:cubicBezTo>
                  <a:cubicBezTo>
                    <a:pt x="24599" y="2136"/>
                    <a:pt x="26790" y="2279"/>
                    <a:pt x="28969" y="2422"/>
                  </a:cubicBezTo>
                  <a:cubicBezTo>
                    <a:pt x="29964" y="2405"/>
                    <a:pt x="30958" y="2397"/>
                    <a:pt x="31952" y="2397"/>
                  </a:cubicBezTo>
                  <a:cubicBezTo>
                    <a:pt x="37965" y="2397"/>
                    <a:pt x="43965" y="2673"/>
                    <a:pt x="49983" y="2826"/>
                  </a:cubicBezTo>
                  <a:cubicBezTo>
                    <a:pt x="50281" y="2791"/>
                    <a:pt x="50579" y="2755"/>
                    <a:pt x="50876" y="2707"/>
                  </a:cubicBezTo>
                  <a:cubicBezTo>
                    <a:pt x="50888" y="2100"/>
                    <a:pt x="50888" y="1493"/>
                    <a:pt x="50900" y="886"/>
                  </a:cubicBezTo>
                  <a:cubicBezTo>
                    <a:pt x="46959" y="767"/>
                    <a:pt x="43018" y="838"/>
                    <a:pt x="39065" y="779"/>
                  </a:cubicBezTo>
                  <a:cubicBezTo>
                    <a:pt x="34338" y="707"/>
                    <a:pt x="29659" y="267"/>
                    <a:pt x="24944" y="64"/>
                  </a:cubicBezTo>
                  <a:cubicBezTo>
                    <a:pt x="23955" y="20"/>
                    <a:pt x="22939" y="0"/>
                    <a:pt x="219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4"/>
            <p:cNvSpPr/>
            <p:nvPr/>
          </p:nvSpPr>
          <p:spPr>
            <a:xfrm>
              <a:off x="8047300" y="2063363"/>
              <a:ext cx="448600" cy="12900"/>
            </a:xfrm>
            <a:custGeom>
              <a:avLst/>
              <a:gdLst/>
              <a:ahLst/>
              <a:cxnLst/>
              <a:rect l="l" t="t" r="r" b="b"/>
              <a:pathLst>
                <a:path w="17944" h="516" extrusionOk="0">
                  <a:moveTo>
                    <a:pt x="17944" y="0"/>
                  </a:moveTo>
                  <a:cubicBezTo>
                    <a:pt x="17491" y="12"/>
                    <a:pt x="17039" y="12"/>
                    <a:pt x="16586" y="12"/>
                  </a:cubicBezTo>
                  <a:cubicBezTo>
                    <a:pt x="11050" y="72"/>
                    <a:pt x="5525" y="179"/>
                    <a:pt x="1" y="298"/>
                  </a:cubicBezTo>
                  <a:cubicBezTo>
                    <a:pt x="2439" y="442"/>
                    <a:pt x="4886" y="516"/>
                    <a:pt x="7334" y="516"/>
                  </a:cubicBezTo>
                  <a:cubicBezTo>
                    <a:pt x="8950" y="516"/>
                    <a:pt x="10566" y="483"/>
                    <a:pt x="12181" y="417"/>
                  </a:cubicBezTo>
                  <a:cubicBezTo>
                    <a:pt x="14098" y="334"/>
                    <a:pt x="16027" y="203"/>
                    <a:pt x="179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4"/>
            <p:cNvSpPr/>
            <p:nvPr/>
          </p:nvSpPr>
          <p:spPr>
            <a:xfrm>
              <a:off x="8625350" y="1686688"/>
              <a:ext cx="491475" cy="19700"/>
            </a:xfrm>
            <a:custGeom>
              <a:avLst/>
              <a:gdLst/>
              <a:ahLst/>
              <a:cxnLst/>
              <a:rect l="l" t="t" r="r" b="b"/>
              <a:pathLst>
                <a:path w="19659" h="788" extrusionOk="0">
                  <a:moveTo>
                    <a:pt x="9470" y="0"/>
                  </a:moveTo>
                  <a:cubicBezTo>
                    <a:pt x="6310" y="0"/>
                    <a:pt x="3147" y="109"/>
                    <a:pt x="1" y="351"/>
                  </a:cubicBezTo>
                  <a:cubicBezTo>
                    <a:pt x="3537" y="542"/>
                    <a:pt x="7073" y="744"/>
                    <a:pt x="10621" y="780"/>
                  </a:cubicBezTo>
                  <a:cubicBezTo>
                    <a:pt x="11034" y="785"/>
                    <a:pt x="11446" y="788"/>
                    <a:pt x="11859" y="788"/>
                  </a:cubicBezTo>
                  <a:cubicBezTo>
                    <a:pt x="14464" y="788"/>
                    <a:pt x="17079" y="682"/>
                    <a:pt x="19658" y="363"/>
                  </a:cubicBezTo>
                  <a:cubicBezTo>
                    <a:pt x="19003" y="316"/>
                    <a:pt x="18348" y="268"/>
                    <a:pt x="17694" y="232"/>
                  </a:cubicBezTo>
                  <a:cubicBezTo>
                    <a:pt x="14963" y="83"/>
                    <a:pt x="12218" y="0"/>
                    <a:pt x="9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4"/>
            <p:cNvSpPr/>
            <p:nvPr/>
          </p:nvSpPr>
          <p:spPr>
            <a:xfrm>
              <a:off x="7875275" y="2094613"/>
              <a:ext cx="1261775" cy="39225"/>
            </a:xfrm>
            <a:custGeom>
              <a:avLst/>
              <a:gdLst/>
              <a:ahLst/>
              <a:cxnLst/>
              <a:rect l="l" t="t" r="r" b="b"/>
              <a:pathLst>
                <a:path w="50471" h="1569" extrusionOk="0">
                  <a:moveTo>
                    <a:pt x="25459" y="1"/>
                  </a:moveTo>
                  <a:cubicBezTo>
                    <a:pt x="24508" y="1"/>
                    <a:pt x="23558" y="15"/>
                    <a:pt x="22610" y="48"/>
                  </a:cubicBezTo>
                  <a:cubicBezTo>
                    <a:pt x="19176" y="174"/>
                    <a:pt x="15810" y="388"/>
                    <a:pt x="12410" y="388"/>
                  </a:cubicBezTo>
                  <a:cubicBezTo>
                    <a:pt x="11306" y="388"/>
                    <a:pt x="10199" y="366"/>
                    <a:pt x="9085" y="310"/>
                  </a:cubicBezTo>
                  <a:cubicBezTo>
                    <a:pt x="7132" y="215"/>
                    <a:pt x="5179" y="108"/>
                    <a:pt x="3227" y="108"/>
                  </a:cubicBezTo>
                  <a:cubicBezTo>
                    <a:pt x="2822" y="108"/>
                    <a:pt x="941" y="513"/>
                    <a:pt x="143" y="548"/>
                  </a:cubicBezTo>
                  <a:cubicBezTo>
                    <a:pt x="167" y="906"/>
                    <a:pt x="0" y="1084"/>
                    <a:pt x="24" y="1441"/>
                  </a:cubicBezTo>
                  <a:cubicBezTo>
                    <a:pt x="214" y="1443"/>
                    <a:pt x="407" y="1444"/>
                    <a:pt x="604" y="1444"/>
                  </a:cubicBezTo>
                  <a:cubicBezTo>
                    <a:pt x="3891" y="1444"/>
                    <a:pt x="8119" y="1178"/>
                    <a:pt x="11275" y="1156"/>
                  </a:cubicBezTo>
                  <a:cubicBezTo>
                    <a:pt x="13002" y="1145"/>
                    <a:pt x="14729" y="1136"/>
                    <a:pt x="16454" y="1136"/>
                  </a:cubicBezTo>
                  <a:cubicBezTo>
                    <a:pt x="18453" y="1136"/>
                    <a:pt x="20450" y="1147"/>
                    <a:pt x="22443" y="1179"/>
                  </a:cubicBezTo>
                  <a:cubicBezTo>
                    <a:pt x="26122" y="1239"/>
                    <a:pt x="29790" y="1370"/>
                    <a:pt x="33469" y="1441"/>
                  </a:cubicBezTo>
                  <a:cubicBezTo>
                    <a:pt x="36518" y="1512"/>
                    <a:pt x="39571" y="1569"/>
                    <a:pt x="42621" y="1569"/>
                  </a:cubicBezTo>
                  <a:cubicBezTo>
                    <a:pt x="45229" y="1569"/>
                    <a:pt x="47834" y="1527"/>
                    <a:pt x="50435" y="1417"/>
                  </a:cubicBezTo>
                  <a:cubicBezTo>
                    <a:pt x="50411" y="1120"/>
                    <a:pt x="50471" y="798"/>
                    <a:pt x="50435" y="501"/>
                  </a:cubicBezTo>
                  <a:lnTo>
                    <a:pt x="50435" y="501"/>
                  </a:lnTo>
                  <a:cubicBezTo>
                    <a:pt x="48674" y="629"/>
                    <a:pt x="46903" y="679"/>
                    <a:pt x="45126" y="679"/>
                  </a:cubicBezTo>
                  <a:cubicBezTo>
                    <a:pt x="38600" y="679"/>
                    <a:pt x="31987" y="1"/>
                    <a:pt x="254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4"/>
            <p:cNvSpPr/>
            <p:nvPr/>
          </p:nvSpPr>
          <p:spPr>
            <a:xfrm>
              <a:off x="7874675" y="2140438"/>
              <a:ext cx="1262375" cy="53100"/>
            </a:xfrm>
            <a:custGeom>
              <a:avLst/>
              <a:gdLst/>
              <a:ahLst/>
              <a:cxnLst/>
              <a:rect l="l" t="t" r="r" b="b"/>
              <a:pathLst>
                <a:path w="50495" h="2124" extrusionOk="0">
                  <a:moveTo>
                    <a:pt x="18395" y="0"/>
                  </a:moveTo>
                  <a:cubicBezTo>
                    <a:pt x="11536" y="0"/>
                    <a:pt x="1746" y="205"/>
                    <a:pt x="0" y="299"/>
                  </a:cubicBezTo>
                  <a:cubicBezTo>
                    <a:pt x="36" y="894"/>
                    <a:pt x="596" y="1323"/>
                    <a:pt x="619" y="1918"/>
                  </a:cubicBezTo>
                  <a:cubicBezTo>
                    <a:pt x="1325" y="2071"/>
                    <a:pt x="2138" y="2124"/>
                    <a:pt x="3001" y="2124"/>
                  </a:cubicBezTo>
                  <a:cubicBezTo>
                    <a:pt x="4935" y="2124"/>
                    <a:pt x="7120" y="1858"/>
                    <a:pt x="8909" y="1858"/>
                  </a:cubicBezTo>
                  <a:cubicBezTo>
                    <a:pt x="8936" y="1858"/>
                    <a:pt x="8963" y="1858"/>
                    <a:pt x="8990" y="1859"/>
                  </a:cubicBezTo>
                  <a:cubicBezTo>
                    <a:pt x="13621" y="1882"/>
                    <a:pt x="18241" y="1882"/>
                    <a:pt x="22872" y="1882"/>
                  </a:cubicBezTo>
                  <a:cubicBezTo>
                    <a:pt x="26396" y="1882"/>
                    <a:pt x="29885" y="1716"/>
                    <a:pt x="33397" y="1537"/>
                  </a:cubicBezTo>
                  <a:cubicBezTo>
                    <a:pt x="36099" y="1396"/>
                    <a:pt x="38808" y="1274"/>
                    <a:pt x="41518" y="1274"/>
                  </a:cubicBezTo>
                  <a:cubicBezTo>
                    <a:pt x="42462" y="1274"/>
                    <a:pt x="43407" y="1289"/>
                    <a:pt x="44351" y="1323"/>
                  </a:cubicBezTo>
                  <a:cubicBezTo>
                    <a:pt x="46399" y="1394"/>
                    <a:pt x="48483" y="1549"/>
                    <a:pt x="50483" y="1918"/>
                  </a:cubicBezTo>
                  <a:cubicBezTo>
                    <a:pt x="50447" y="1370"/>
                    <a:pt x="50495" y="811"/>
                    <a:pt x="50447" y="263"/>
                  </a:cubicBezTo>
                  <a:cubicBezTo>
                    <a:pt x="48030" y="358"/>
                    <a:pt x="45518" y="430"/>
                    <a:pt x="43089" y="430"/>
                  </a:cubicBezTo>
                  <a:cubicBezTo>
                    <a:pt x="39422" y="430"/>
                    <a:pt x="35767" y="358"/>
                    <a:pt x="32100" y="275"/>
                  </a:cubicBezTo>
                  <a:cubicBezTo>
                    <a:pt x="28421" y="192"/>
                    <a:pt x="24730" y="61"/>
                    <a:pt x="21051" y="13"/>
                  </a:cubicBezTo>
                  <a:cubicBezTo>
                    <a:pt x="20241" y="4"/>
                    <a:pt x="19346" y="0"/>
                    <a:pt x="183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4"/>
            <p:cNvSpPr/>
            <p:nvPr/>
          </p:nvSpPr>
          <p:spPr>
            <a:xfrm>
              <a:off x="7846400" y="2226238"/>
              <a:ext cx="1290350" cy="78950"/>
            </a:xfrm>
            <a:custGeom>
              <a:avLst/>
              <a:gdLst/>
              <a:ahLst/>
              <a:cxnLst/>
              <a:rect l="l" t="t" r="r" b="b"/>
              <a:pathLst>
                <a:path w="51614" h="3158" extrusionOk="0">
                  <a:moveTo>
                    <a:pt x="20070" y="1"/>
                  </a:moveTo>
                  <a:cubicBezTo>
                    <a:pt x="13726" y="1"/>
                    <a:pt x="6715" y="401"/>
                    <a:pt x="988" y="1010"/>
                  </a:cubicBezTo>
                  <a:cubicBezTo>
                    <a:pt x="1000" y="1856"/>
                    <a:pt x="0" y="1498"/>
                    <a:pt x="0" y="2344"/>
                  </a:cubicBezTo>
                  <a:cubicBezTo>
                    <a:pt x="12" y="2439"/>
                    <a:pt x="1524" y="2844"/>
                    <a:pt x="1548" y="2939"/>
                  </a:cubicBezTo>
                  <a:cubicBezTo>
                    <a:pt x="2120" y="2999"/>
                    <a:pt x="2672" y="3022"/>
                    <a:pt x="3207" y="3022"/>
                  </a:cubicBezTo>
                  <a:cubicBezTo>
                    <a:pt x="4967" y="3022"/>
                    <a:pt x="6543" y="2772"/>
                    <a:pt x="8041" y="2772"/>
                  </a:cubicBezTo>
                  <a:cubicBezTo>
                    <a:pt x="8067" y="2772"/>
                    <a:pt x="8094" y="2772"/>
                    <a:pt x="8120" y="2772"/>
                  </a:cubicBezTo>
                  <a:cubicBezTo>
                    <a:pt x="10025" y="2772"/>
                    <a:pt x="11942" y="2772"/>
                    <a:pt x="13847" y="2760"/>
                  </a:cubicBezTo>
                  <a:cubicBezTo>
                    <a:pt x="14153" y="2759"/>
                    <a:pt x="14458" y="2758"/>
                    <a:pt x="14764" y="2758"/>
                  </a:cubicBezTo>
                  <a:cubicBezTo>
                    <a:pt x="15540" y="2758"/>
                    <a:pt x="16317" y="2762"/>
                    <a:pt x="17094" y="2762"/>
                  </a:cubicBezTo>
                  <a:cubicBezTo>
                    <a:pt x="17922" y="2762"/>
                    <a:pt x="18749" y="2757"/>
                    <a:pt x="19574" y="2737"/>
                  </a:cubicBezTo>
                  <a:cubicBezTo>
                    <a:pt x="21114" y="2690"/>
                    <a:pt x="22657" y="2669"/>
                    <a:pt x="24200" y="2669"/>
                  </a:cubicBezTo>
                  <a:cubicBezTo>
                    <a:pt x="26617" y="2669"/>
                    <a:pt x="29037" y="2721"/>
                    <a:pt x="31457" y="2808"/>
                  </a:cubicBezTo>
                  <a:cubicBezTo>
                    <a:pt x="33433" y="2879"/>
                    <a:pt x="35398" y="2999"/>
                    <a:pt x="37362" y="3106"/>
                  </a:cubicBezTo>
                  <a:cubicBezTo>
                    <a:pt x="37988" y="3143"/>
                    <a:pt x="38618" y="3157"/>
                    <a:pt x="39248" y="3157"/>
                  </a:cubicBezTo>
                  <a:cubicBezTo>
                    <a:pt x="40418" y="3157"/>
                    <a:pt x="41591" y="3109"/>
                    <a:pt x="42744" y="3070"/>
                  </a:cubicBezTo>
                  <a:cubicBezTo>
                    <a:pt x="44876" y="3001"/>
                    <a:pt x="47022" y="2901"/>
                    <a:pt x="49157" y="2901"/>
                  </a:cubicBezTo>
                  <a:cubicBezTo>
                    <a:pt x="49966" y="2901"/>
                    <a:pt x="50773" y="2915"/>
                    <a:pt x="51578" y="2951"/>
                  </a:cubicBezTo>
                  <a:cubicBezTo>
                    <a:pt x="51566" y="2284"/>
                    <a:pt x="51614" y="1594"/>
                    <a:pt x="51578" y="927"/>
                  </a:cubicBezTo>
                  <a:lnTo>
                    <a:pt x="51578" y="927"/>
                  </a:lnTo>
                  <a:cubicBezTo>
                    <a:pt x="50127" y="1064"/>
                    <a:pt x="48618" y="1118"/>
                    <a:pt x="47120" y="1118"/>
                  </a:cubicBezTo>
                  <a:cubicBezTo>
                    <a:pt x="46147" y="1118"/>
                    <a:pt x="45178" y="1095"/>
                    <a:pt x="44232" y="1058"/>
                  </a:cubicBezTo>
                  <a:cubicBezTo>
                    <a:pt x="40910" y="927"/>
                    <a:pt x="37600" y="629"/>
                    <a:pt x="34290" y="427"/>
                  </a:cubicBezTo>
                  <a:cubicBezTo>
                    <a:pt x="30742" y="201"/>
                    <a:pt x="27170" y="129"/>
                    <a:pt x="23622" y="46"/>
                  </a:cubicBezTo>
                  <a:cubicBezTo>
                    <a:pt x="22472" y="15"/>
                    <a:pt x="21283" y="1"/>
                    <a:pt x="200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4"/>
            <p:cNvSpPr/>
            <p:nvPr/>
          </p:nvSpPr>
          <p:spPr>
            <a:xfrm>
              <a:off x="7846700" y="2319288"/>
              <a:ext cx="1290050" cy="106825"/>
            </a:xfrm>
            <a:custGeom>
              <a:avLst/>
              <a:gdLst/>
              <a:ahLst/>
              <a:cxnLst/>
              <a:rect l="l" t="t" r="r" b="b"/>
              <a:pathLst>
                <a:path w="51602" h="4273" extrusionOk="0">
                  <a:moveTo>
                    <a:pt x="24508" y="1"/>
                  </a:moveTo>
                  <a:cubicBezTo>
                    <a:pt x="24252" y="1"/>
                    <a:pt x="23997" y="1"/>
                    <a:pt x="23741" y="3"/>
                  </a:cubicBezTo>
                  <a:cubicBezTo>
                    <a:pt x="21789" y="3"/>
                    <a:pt x="19848" y="74"/>
                    <a:pt x="17907" y="74"/>
                  </a:cubicBezTo>
                  <a:cubicBezTo>
                    <a:pt x="13549" y="84"/>
                    <a:pt x="8254" y="293"/>
                    <a:pt x="3585" y="293"/>
                  </a:cubicBezTo>
                  <a:cubicBezTo>
                    <a:pt x="2655" y="293"/>
                    <a:pt x="1749" y="285"/>
                    <a:pt x="881" y="265"/>
                  </a:cubicBezTo>
                  <a:lnTo>
                    <a:pt x="881" y="265"/>
                  </a:lnTo>
                  <a:cubicBezTo>
                    <a:pt x="1024" y="1360"/>
                    <a:pt x="0" y="1932"/>
                    <a:pt x="36" y="3039"/>
                  </a:cubicBezTo>
                  <a:cubicBezTo>
                    <a:pt x="48" y="3170"/>
                    <a:pt x="1417" y="4099"/>
                    <a:pt x="1417" y="4230"/>
                  </a:cubicBezTo>
                  <a:cubicBezTo>
                    <a:pt x="1816" y="4259"/>
                    <a:pt x="2230" y="4273"/>
                    <a:pt x="2656" y="4273"/>
                  </a:cubicBezTo>
                  <a:cubicBezTo>
                    <a:pt x="5822" y="4273"/>
                    <a:pt x="9643" y="3546"/>
                    <a:pt x="12711" y="3546"/>
                  </a:cubicBezTo>
                  <a:cubicBezTo>
                    <a:pt x="12853" y="3546"/>
                    <a:pt x="12994" y="3548"/>
                    <a:pt x="13133" y="3551"/>
                  </a:cubicBezTo>
                  <a:cubicBezTo>
                    <a:pt x="16752" y="3646"/>
                    <a:pt x="20360" y="3825"/>
                    <a:pt x="23979" y="3884"/>
                  </a:cubicBezTo>
                  <a:cubicBezTo>
                    <a:pt x="24819" y="3901"/>
                    <a:pt x="25659" y="3910"/>
                    <a:pt x="26499" y="3910"/>
                  </a:cubicBezTo>
                  <a:cubicBezTo>
                    <a:pt x="27469" y="3910"/>
                    <a:pt x="28439" y="3898"/>
                    <a:pt x="29409" y="3872"/>
                  </a:cubicBezTo>
                  <a:cubicBezTo>
                    <a:pt x="31147" y="3825"/>
                    <a:pt x="32885" y="3729"/>
                    <a:pt x="34624" y="3670"/>
                  </a:cubicBezTo>
                  <a:cubicBezTo>
                    <a:pt x="36287" y="3613"/>
                    <a:pt x="37962" y="3570"/>
                    <a:pt x="39635" y="3570"/>
                  </a:cubicBezTo>
                  <a:cubicBezTo>
                    <a:pt x="41471" y="3570"/>
                    <a:pt x="43306" y="3622"/>
                    <a:pt x="45125" y="3765"/>
                  </a:cubicBezTo>
                  <a:cubicBezTo>
                    <a:pt x="47256" y="3944"/>
                    <a:pt x="49411" y="4206"/>
                    <a:pt x="51566" y="4230"/>
                  </a:cubicBezTo>
                  <a:cubicBezTo>
                    <a:pt x="51566" y="2920"/>
                    <a:pt x="51602" y="1598"/>
                    <a:pt x="51566" y="277"/>
                  </a:cubicBezTo>
                  <a:cubicBezTo>
                    <a:pt x="50778" y="239"/>
                    <a:pt x="49986" y="224"/>
                    <a:pt x="49191" y="224"/>
                  </a:cubicBezTo>
                  <a:cubicBezTo>
                    <a:pt x="46479" y="224"/>
                    <a:pt x="43739" y="400"/>
                    <a:pt x="41041" y="455"/>
                  </a:cubicBezTo>
                  <a:cubicBezTo>
                    <a:pt x="40640" y="464"/>
                    <a:pt x="40239" y="468"/>
                    <a:pt x="39838" y="468"/>
                  </a:cubicBezTo>
                  <a:cubicBezTo>
                    <a:pt x="36455" y="468"/>
                    <a:pt x="33079" y="182"/>
                    <a:pt x="29694" y="86"/>
                  </a:cubicBezTo>
                  <a:cubicBezTo>
                    <a:pt x="27963" y="34"/>
                    <a:pt x="26231" y="1"/>
                    <a:pt x="245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4"/>
            <p:cNvSpPr/>
            <p:nvPr/>
          </p:nvSpPr>
          <p:spPr>
            <a:xfrm>
              <a:off x="7877650" y="2436213"/>
              <a:ext cx="1258225" cy="65500"/>
            </a:xfrm>
            <a:custGeom>
              <a:avLst/>
              <a:gdLst/>
              <a:ahLst/>
              <a:cxnLst/>
              <a:rect l="l" t="t" r="r" b="b"/>
              <a:pathLst>
                <a:path w="50329" h="2620" extrusionOk="0">
                  <a:moveTo>
                    <a:pt x="38390" y="0"/>
                  </a:moveTo>
                  <a:cubicBezTo>
                    <a:pt x="36335" y="0"/>
                    <a:pt x="34277" y="76"/>
                    <a:pt x="32243" y="160"/>
                  </a:cubicBezTo>
                  <a:cubicBezTo>
                    <a:pt x="30480" y="219"/>
                    <a:pt x="28730" y="315"/>
                    <a:pt x="26968" y="338"/>
                  </a:cubicBezTo>
                  <a:cubicBezTo>
                    <a:pt x="26365" y="346"/>
                    <a:pt x="25762" y="350"/>
                    <a:pt x="25158" y="350"/>
                  </a:cubicBezTo>
                  <a:cubicBezTo>
                    <a:pt x="23952" y="350"/>
                    <a:pt x="22745" y="334"/>
                    <a:pt x="21539" y="303"/>
                  </a:cubicBezTo>
                  <a:cubicBezTo>
                    <a:pt x="20649" y="281"/>
                    <a:pt x="19738" y="271"/>
                    <a:pt x="18811" y="271"/>
                  </a:cubicBezTo>
                  <a:cubicBezTo>
                    <a:pt x="12721" y="271"/>
                    <a:pt x="5953" y="684"/>
                    <a:pt x="0" y="684"/>
                  </a:cubicBezTo>
                  <a:cubicBezTo>
                    <a:pt x="12" y="1255"/>
                    <a:pt x="262" y="2041"/>
                    <a:pt x="262" y="2601"/>
                  </a:cubicBezTo>
                  <a:cubicBezTo>
                    <a:pt x="790" y="2613"/>
                    <a:pt x="1319" y="2619"/>
                    <a:pt x="1850" y="2619"/>
                  </a:cubicBezTo>
                  <a:cubicBezTo>
                    <a:pt x="8427" y="2619"/>
                    <a:pt x="15212" y="1717"/>
                    <a:pt x="21584" y="1717"/>
                  </a:cubicBezTo>
                  <a:cubicBezTo>
                    <a:pt x="22414" y="1717"/>
                    <a:pt x="23237" y="1733"/>
                    <a:pt x="24051" y="1767"/>
                  </a:cubicBezTo>
                  <a:cubicBezTo>
                    <a:pt x="29266" y="1981"/>
                    <a:pt x="34433" y="2470"/>
                    <a:pt x="39660" y="2505"/>
                  </a:cubicBezTo>
                  <a:cubicBezTo>
                    <a:pt x="43208" y="2541"/>
                    <a:pt x="46768" y="2505"/>
                    <a:pt x="50328" y="2601"/>
                  </a:cubicBezTo>
                  <a:cubicBezTo>
                    <a:pt x="50328" y="1958"/>
                    <a:pt x="50328" y="1315"/>
                    <a:pt x="50328" y="684"/>
                  </a:cubicBezTo>
                  <a:cubicBezTo>
                    <a:pt x="47792" y="648"/>
                    <a:pt x="45232" y="303"/>
                    <a:pt x="42708" y="136"/>
                  </a:cubicBezTo>
                  <a:cubicBezTo>
                    <a:pt x="41278" y="38"/>
                    <a:pt x="39835" y="0"/>
                    <a:pt x="383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4"/>
            <p:cNvSpPr/>
            <p:nvPr/>
          </p:nvSpPr>
          <p:spPr>
            <a:xfrm>
              <a:off x="7863350" y="2512513"/>
              <a:ext cx="1272525" cy="70875"/>
            </a:xfrm>
            <a:custGeom>
              <a:avLst/>
              <a:gdLst/>
              <a:ahLst/>
              <a:cxnLst/>
              <a:rect l="l" t="t" r="r" b="b"/>
              <a:pathLst>
                <a:path w="50901" h="2835" extrusionOk="0">
                  <a:moveTo>
                    <a:pt x="21976" y="0"/>
                  </a:moveTo>
                  <a:cubicBezTo>
                    <a:pt x="15017" y="0"/>
                    <a:pt x="7136" y="870"/>
                    <a:pt x="277" y="870"/>
                  </a:cubicBezTo>
                  <a:cubicBezTo>
                    <a:pt x="237" y="870"/>
                    <a:pt x="196" y="870"/>
                    <a:pt x="156" y="870"/>
                  </a:cubicBezTo>
                  <a:lnTo>
                    <a:pt x="156" y="870"/>
                  </a:lnTo>
                  <a:cubicBezTo>
                    <a:pt x="203" y="1585"/>
                    <a:pt x="1" y="2120"/>
                    <a:pt x="49" y="2835"/>
                  </a:cubicBezTo>
                  <a:cubicBezTo>
                    <a:pt x="1795" y="2835"/>
                    <a:pt x="2585" y="2334"/>
                    <a:pt x="2864" y="2334"/>
                  </a:cubicBezTo>
                  <a:cubicBezTo>
                    <a:pt x="2870" y="2334"/>
                    <a:pt x="2876" y="2334"/>
                    <a:pt x="2882" y="2335"/>
                  </a:cubicBezTo>
                  <a:cubicBezTo>
                    <a:pt x="4942" y="1977"/>
                    <a:pt x="7121" y="1823"/>
                    <a:pt x="9169" y="1739"/>
                  </a:cubicBezTo>
                  <a:cubicBezTo>
                    <a:pt x="10340" y="1692"/>
                    <a:pt x="11512" y="1671"/>
                    <a:pt x="12684" y="1671"/>
                  </a:cubicBezTo>
                  <a:cubicBezTo>
                    <a:pt x="15933" y="1671"/>
                    <a:pt x="19183" y="1829"/>
                    <a:pt x="22420" y="2013"/>
                  </a:cubicBezTo>
                  <a:cubicBezTo>
                    <a:pt x="24611" y="2132"/>
                    <a:pt x="26790" y="2275"/>
                    <a:pt x="28969" y="2418"/>
                  </a:cubicBezTo>
                  <a:cubicBezTo>
                    <a:pt x="29937" y="2401"/>
                    <a:pt x="30906" y="2394"/>
                    <a:pt x="31874" y="2394"/>
                  </a:cubicBezTo>
                  <a:cubicBezTo>
                    <a:pt x="37915" y="2394"/>
                    <a:pt x="43949" y="2681"/>
                    <a:pt x="49983" y="2835"/>
                  </a:cubicBezTo>
                  <a:cubicBezTo>
                    <a:pt x="50281" y="2799"/>
                    <a:pt x="50579" y="2763"/>
                    <a:pt x="50876" y="2716"/>
                  </a:cubicBezTo>
                  <a:cubicBezTo>
                    <a:pt x="50888" y="2108"/>
                    <a:pt x="50900" y="1501"/>
                    <a:pt x="50900" y="894"/>
                  </a:cubicBezTo>
                  <a:cubicBezTo>
                    <a:pt x="46959" y="775"/>
                    <a:pt x="43018" y="846"/>
                    <a:pt x="39065" y="787"/>
                  </a:cubicBezTo>
                  <a:cubicBezTo>
                    <a:pt x="34350" y="715"/>
                    <a:pt x="29659" y="275"/>
                    <a:pt x="24944" y="61"/>
                  </a:cubicBezTo>
                  <a:cubicBezTo>
                    <a:pt x="23978" y="18"/>
                    <a:pt x="22987" y="0"/>
                    <a:pt x="219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4"/>
            <p:cNvSpPr/>
            <p:nvPr/>
          </p:nvSpPr>
          <p:spPr>
            <a:xfrm>
              <a:off x="8047025" y="2576813"/>
              <a:ext cx="448875" cy="12850"/>
            </a:xfrm>
            <a:custGeom>
              <a:avLst/>
              <a:gdLst/>
              <a:ahLst/>
              <a:cxnLst/>
              <a:rect l="l" t="t" r="r" b="b"/>
              <a:pathLst>
                <a:path w="17955" h="514" extrusionOk="0">
                  <a:moveTo>
                    <a:pt x="17955" y="1"/>
                  </a:moveTo>
                  <a:cubicBezTo>
                    <a:pt x="17490" y="1"/>
                    <a:pt x="17038" y="1"/>
                    <a:pt x="16585" y="13"/>
                  </a:cubicBezTo>
                  <a:cubicBezTo>
                    <a:pt x="11049" y="60"/>
                    <a:pt x="5525" y="167"/>
                    <a:pt x="0" y="298"/>
                  </a:cubicBezTo>
                  <a:cubicBezTo>
                    <a:pt x="2397" y="439"/>
                    <a:pt x="4802" y="514"/>
                    <a:pt x="7209" y="514"/>
                  </a:cubicBezTo>
                  <a:cubicBezTo>
                    <a:pt x="8866" y="514"/>
                    <a:pt x="10524" y="478"/>
                    <a:pt x="12180" y="406"/>
                  </a:cubicBezTo>
                  <a:cubicBezTo>
                    <a:pt x="14097" y="322"/>
                    <a:pt x="16026" y="191"/>
                    <a:pt x="179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4"/>
            <p:cNvSpPr/>
            <p:nvPr/>
          </p:nvSpPr>
          <p:spPr>
            <a:xfrm>
              <a:off x="8625050" y="2200138"/>
              <a:ext cx="491775" cy="19400"/>
            </a:xfrm>
            <a:custGeom>
              <a:avLst/>
              <a:gdLst/>
              <a:ahLst/>
              <a:cxnLst/>
              <a:rect l="l" t="t" r="r" b="b"/>
              <a:pathLst>
                <a:path w="19671" h="776" extrusionOk="0">
                  <a:moveTo>
                    <a:pt x="9470" y="0"/>
                  </a:moveTo>
                  <a:cubicBezTo>
                    <a:pt x="6310" y="0"/>
                    <a:pt x="3147" y="110"/>
                    <a:pt x="1" y="352"/>
                  </a:cubicBezTo>
                  <a:cubicBezTo>
                    <a:pt x="3537" y="530"/>
                    <a:pt x="7073" y="733"/>
                    <a:pt x="10621" y="768"/>
                  </a:cubicBezTo>
                  <a:cubicBezTo>
                    <a:pt x="11036" y="773"/>
                    <a:pt x="11451" y="776"/>
                    <a:pt x="11867" y="776"/>
                  </a:cubicBezTo>
                  <a:cubicBezTo>
                    <a:pt x="14469" y="776"/>
                    <a:pt x="17083" y="672"/>
                    <a:pt x="19670" y="364"/>
                  </a:cubicBezTo>
                  <a:cubicBezTo>
                    <a:pt x="19003" y="316"/>
                    <a:pt x="18349" y="268"/>
                    <a:pt x="17694" y="233"/>
                  </a:cubicBezTo>
                  <a:cubicBezTo>
                    <a:pt x="14963" y="83"/>
                    <a:pt x="12218" y="0"/>
                    <a:pt x="9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4"/>
            <p:cNvSpPr/>
            <p:nvPr/>
          </p:nvSpPr>
          <p:spPr>
            <a:xfrm>
              <a:off x="7874975" y="2608013"/>
              <a:ext cx="1261775" cy="39175"/>
            </a:xfrm>
            <a:custGeom>
              <a:avLst/>
              <a:gdLst/>
              <a:ahLst/>
              <a:cxnLst/>
              <a:rect l="l" t="t" r="r" b="b"/>
              <a:pathLst>
                <a:path w="50471" h="1567" extrusionOk="0">
                  <a:moveTo>
                    <a:pt x="25534" y="0"/>
                  </a:moveTo>
                  <a:cubicBezTo>
                    <a:pt x="24557" y="0"/>
                    <a:pt x="23582" y="15"/>
                    <a:pt x="22610" y="51"/>
                  </a:cubicBezTo>
                  <a:cubicBezTo>
                    <a:pt x="19176" y="176"/>
                    <a:pt x="15811" y="390"/>
                    <a:pt x="12410" y="390"/>
                  </a:cubicBezTo>
                  <a:cubicBezTo>
                    <a:pt x="11306" y="390"/>
                    <a:pt x="10199" y="368"/>
                    <a:pt x="9085" y="312"/>
                  </a:cubicBezTo>
                  <a:cubicBezTo>
                    <a:pt x="7132" y="205"/>
                    <a:pt x="5179" y="110"/>
                    <a:pt x="3227" y="110"/>
                  </a:cubicBezTo>
                  <a:cubicBezTo>
                    <a:pt x="2822" y="110"/>
                    <a:pt x="941" y="515"/>
                    <a:pt x="143" y="539"/>
                  </a:cubicBezTo>
                  <a:cubicBezTo>
                    <a:pt x="167" y="896"/>
                    <a:pt x="0" y="1086"/>
                    <a:pt x="24" y="1444"/>
                  </a:cubicBezTo>
                  <a:cubicBezTo>
                    <a:pt x="207" y="1445"/>
                    <a:pt x="393" y="1446"/>
                    <a:pt x="583" y="1446"/>
                  </a:cubicBezTo>
                  <a:cubicBezTo>
                    <a:pt x="3874" y="1446"/>
                    <a:pt x="8112" y="1169"/>
                    <a:pt x="11275" y="1158"/>
                  </a:cubicBezTo>
                  <a:cubicBezTo>
                    <a:pt x="13139" y="1146"/>
                    <a:pt x="15002" y="1134"/>
                    <a:pt x="16864" y="1134"/>
                  </a:cubicBezTo>
                  <a:cubicBezTo>
                    <a:pt x="18726" y="1134"/>
                    <a:pt x="20586" y="1146"/>
                    <a:pt x="22444" y="1182"/>
                  </a:cubicBezTo>
                  <a:cubicBezTo>
                    <a:pt x="26123" y="1241"/>
                    <a:pt x="29790" y="1360"/>
                    <a:pt x="33469" y="1444"/>
                  </a:cubicBezTo>
                  <a:cubicBezTo>
                    <a:pt x="36568" y="1509"/>
                    <a:pt x="39671" y="1567"/>
                    <a:pt x="42771" y="1567"/>
                  </a:cubicBezTo>
                  <a:cubicBezTo>
                    <a:pt x="45328" y="1567"/>
                    <a:pt x="47884" y="1527"/>
                    <a:pt x="50435" y="1420"/>
                  </a:cubicBezTo>
                  <a:cubicBezTo>
                    <a:pt x="50411" y="1122"/>
                    <a:pt x="50471" y="801"/>
                    <a:pt x="50435" y="503"/>
                  </a:cubicBezTo>
                  <a:lnTo>
                    <a:pt x="50435" y="503"/>
                  </a:lnTo>
                  <a:cubicBezTo>
                    <a:pt x="48685" y="630"/>
                    <a:pt x="46925" y="680"/>
                    <a:pt x="45159" y="680"/>
                  </a:cubicBezTo>
                  <a:cubicBezTo>
                    <a:pt x="38648" y="680"/>
                    <a:pt x="32048" y="0"/>
                    <a:pt x="255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4"/>
            <p:cNvSpPr/>
            <p:nvPr/>
          </p:nvSpPr>
          <p:spPr>
            <a:xfrm>
              <a:off x="7874675" y="2653888"/>
              <a:ext cx="1262075" cy="53100"/>
            </a:xfrm>
            <a:custGeom>
              <a:avLst/>
              <a:gdLst/>
              <a:ahLst/>
              <a:cxnLst/>
              <a:rect l="l" t="t" r="r" b="b"/>
              <a:pathLst>
                <a:path w="50483" h="2124" extrusionOk="0">
                  <a:moveTo>
                    <a:pt x="18274" y="0"/>
                  </a:moveTo>
                  <a:cubicBezTo>
                    <a:pt x="11421" y="0"/>
                    <a:pt x="1727" y="195"/>
                    <a:pt x="0" y="299"/>
                  </a:cubicBezTo>
                  <a:cubicBezTo>
                    <a:pt x="24" y="894"/>
                    <a:pt x="584" y="1323"/>
                    <a:pt x="608" y="1918"/>
                  </a:cubicBezTo>
                  <a:cubicBezTo>
                    <a:pt x="1313" y="2071"/>
                    <a:pt x="2127" y="2124"/>
                    <a:pt x="2991" y="2124"/>
                  </a:cubicBezTo>
                  <a:cubicBezTo>
                    <a:pt x="4929" y="2124"/>
                    <a:pt x="7120" y="1859"/>
                    <a:pt x="8909" y="1859"/>
                  </a:cubicBezTo>
                  <a:cubicBezTo>
                    <a:pt x="8936" y="1859"/>
                    <a:pt x="8963" y="1859"/>
                    <a:pt x="8990" y="1859"/>
                  </a:cubicBezTo>
                  <a:cubicBezTo>
                    <a:pt x="13609" y="1871"/>
                    <a:pt x="18241" y="1883"/>
                    <a:pt x="22860" y="1883"/>
                  </a:cubicBezTo>
                  <a:cubicBezTo>
                    <a:pt x="26385" y="1883"/>
                    <a:pt x="29873" y="1716"/>
                    <a:pt x="33385" y="1537"/>
                  </a:cubicBezTo>
                  <a:cubicBezTo>
                    <a:pt x="36143" y="1393"/>
                    <a:pt x="38908" y="1269"/>
                    <a:pt x="41674" y="1269"/>
                  </a:cubicBezTo>
                  <a:cubicBezTo>
                    <a:pt x="42562" y="1269"/>
                    <a:pt x="43451" y="1282"/>
                    <a:pt x="44339" y="1311"/>
                  </a:cubicBezTo>
                  <a:cubicBezTo>
                    <a:pt x="46387" y="1383"/>
                    <a:pt x="48471" y="1549"/>
                    <a:pt x="50471" y="1918"/>
                  </a:cubicBezTo>
                  <a:cubicBezTo>
                    <a:pt x="50435" y="1371"/>
                    <a:pt x="50483" y="811"/>
                    <a:pt x="50447" y="263"/>
                  </a:cubicBezTo>
                  <a:lnTo>
                    <a:pt x="50447" y="263"/>
                  </a:lnTo>
                  <a:cubicBezTo>
                    <a:pt x="48018" y="359"/>
                    <a:pt x="45506" y="418"/>
                    <a:pt x="43077" y="430"/>
                  </a:cubicBezTo>
                  <a:cubicBezTo>
                    <a:pt x="39422" y="430"/>
                    <a:pt x="35755" y="359"/>
                    <a:pt x="32088" y="275"/>
                  </a:cubicBezTo>
                  <a:cubicBezTo>
                    <a:pt x="28409" y="192"/>
                    <a:pt x="24730" y="61"/>
                    <a:pt x="21039" y="13"/>
                  </a:cubicBezTo>
                  <a:cubicBezTo>
                    <a:pt x="20199" y="4"/>
                    <a:pt x="19266" y="0"/>
                    <a:pt x="18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4"/>
            <p:cNvSpPr/>
            <p:nvPr/>
          </p:nvSpPr>
          <p:spPr>
            <a:xfrm>
              <a:off x="7846100" y="2739513"/>
              <a:ext cx="1290350" cy="79000"/>
            </a:xfrm>
            <a:custGeom>
              <a:avLst/>
              <a:gdLst/>
              <a:ahLst/>
              <a:cxnLst/>
              <a:rect l="l" t="t" r="r" b="b"/>
              <a:pathLst>
                <a:path w="51614" h="3160" extrusionOk="0">
                  <a:moveTo>
                    <a:pt x="20240" y="1"/>
                  </a:moveTo>
                  <a:cubicBezTo>
                    <a:pt x="13852" y="1"/>
                    <a:pt x="6767" y="402"/>
                    <a:pt x="989" y="1017"/>
                  </a:cubicBezTo>
                  <a:cubicBezTo>
                    <a:pt x="1000" y="1863"/>
                    <a:pt x="0" y="1506"/>
                    <a:pt x="0" y="2351"/>
                  </a:cubicBezTo>
                  <a:cubicBezTo>
                    <a:pt x="12" y="2446"/>
                    <a:pt x="1536" y="2851"/>
                    <a:pt x="1548" y="2946"/>
                  </a:cubicBezTo>
                  <a:cubicBezTo>
                    <a:pt x="2118" y="3006"/>
                    <a:pt x="2669" y="3029"/>
                    <a:pt x="3202" y="3029"/>
                  </a:cubicBezTo>
                  <a:cubicBezTo>
                    <a:pt x="4996" y="3029"/>
                    <a:pt x="6597" y="2768"/>
                    <a:pt x="8120" y="2768"/>
                  </a:cubicBezTo>
                  <a:cubicBezTo>
                    <a:pt x="8682" y="2771"/>
                    <a:pt x="9242" y="2773"/>
                    <a:pt x="9802" y="2773"/>
                  </a:cubicBezTo>
                  <a:cubicBezTo>
                    <a:pt x="11153" y="2773"/>
                    <a:pt x="12500" y="2764"/>
                    <a:pt x="13847" y="2756"/>
                  </a:cubicBezTo>
                  <a:cubicBezTo>
                    <a:pt x="14886" y="2756"/>
                    <a:pt x="15929" y="2766"/>
                    <a:pt x="16971" y="2766"/>
                  </a:cubicBezTo>
                  <a:cubicBezTo>
                    <a:pt x="17840" y="2766"/>
                    <a:pt x="18708" y="2759"/>
                    <a:pt x="19574" y="2732"/>
                  </a:cubicBezTo>
                  <a:cubicBezTo>
                    <a:pt x="21106" y="2690"/>
                    <a:pt x="22641" y="2670"/>
                    <a:pt x="24178" y="2670"/>
                  </a:cubicBezTo>
                  <a:cubicBezTo>
                    <a:pt x="26606" y="2670"/>
                    <a:pt x="29036" y="2720"/>
                    <a:pt x="31457" y="2815"/>
                  </a:cubicBezTo>
                  <a:cubicBezTo>
                    <a:pt x="33433" y="2887"/>
                    <a:pt x="35398" y="3006"/>
                    <a:pt x="37362" y="3113"/>
                  </a:cubicBezTo>
                  <a:cubicBezTo>
                    <a:pt x="37991" y="3146"/>
                    <a:pt x="38624" y="3159"/>
                    <a:pt x="39259" y="3159"/>
                  </a:cubicBezTo>
                  <a:cubicBezTo>
                    <a:pt x="40427" y="3159"/>
                    <a:pt x="41599" y="3116"/>
                    <a:pt x="42756" y="3077"/>
                  </a:cubicBezTo>
                  <a:cubicBezTo>
                    <a:pt x="44880" y="3008"/>
                    <a:pt x="47023" y="2908"/>
                    <a:pt x="49162" y="2908"/>
                  </a:cubicBezTo>
                  <a:cubicBezTo>
                    <a:pt x="49972" y="2908"/>
                    <a:pt x="50782" y="2922"/>
                    <a:pt x="51590" y="2958"/>
                  </a:cubicBezTo>
                  <a:cubicBezTo>
                    <a:pt x="51566" y="2291"/>
                    <a:pt x="51614" y="1601"/>
                    <a:pt x="51590" y="934"/>
                  </a:cubicBezTo>
                  <a:lnTo>
                    <a:pt x="51590" y="934"/>
                  </a:lnTo>
                  <a:cubicBezTo>
                    <a:pt x="50132" y="1071"/>
                    <a:pt x="48620" y="1125"/>
                    <a:pt x="47120" y="1125"/>
                  </a:cubicBezTo>
                  <a:cubicBezTo>
                    <a:pt x="46147" y="1125"/>
                    <a:pt x="45179" y="1103"/>
                    <a:pt x="44232" y="1065"/>
                  </a:cubicBezTo>
                  <a:cubicBezTo>
                    <a:pt x="40910" y="934"/>
                    <a:pt x="37612" y="636"/>
                    <a:pt x="34290" y="434"/>
                  </a:cubicBezTo>
                  <a:cubicBezTo>
                    <a:pt x="30742" y="208"/>
                    <a:pt x="27182" y="136"/>
                    <a:pt x="23622" y="41"/>
                  </a:cubicBezTo>
                  <a:cubicBezTo>
                    <a:pt x="22525" y="14"/>
                    <a:pt x="21394" y="1"/>
                    <a:pt x="202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4"/>
            <p:cNvSpPr/>
            <p:nvPr/>
          </p:nvSpPr>
          <p:spPr>
            <a:xfrm>
              <a:off x="7846700" y="2832738"/>
              <a:ext cx="1290050" cy="106825"/>
            </a:xfrm>
            <a:custGeom>
              <a:avLst/>
              <a:gdLst/>
              <a:ahLst/>
              <a:cxnLst/>
              <a:rect l="l" t="t" r="r" b="b"/>
              <a:pathLst>
                <a:path w="51602" h="4273" extrusionOk="0">
                  <a:moveTo>
                    <a:pt x="24500" y="1"/>
                  </a:moveTo>
                  <a:cubicBezTo>
                    <a:pt x="24243" y="1"/>
                    <a:pt x="23986" y="2"/>
                    <a:pt x="23729" y="3"/>
                  </a:cubicBezTo>
                  <a:cubicBezTo>
                    <a:pt x="21789" y="3"/>
                    <a:pt x="19848" y="75"/>
                    <a:pt x="17895" y="75"/>
                  </a:cubicBezTo>
                  <a:cubicBezTo>
                    <a:pt x="13547" y="84"/>
                    <a:pt x="8246" y="293"/>
                    <a:pt x="3574" y="293"/>
                  </a:cubicBezTo>
                  <a:cubicBezTo>
                    <a:pt x="2643" y="293"/>
                    <a:pt x="1738" y="285"/>
                    <a:pt x="869" y="265"/>
                  </a:cubicBezTo>
                  <a:lnTo>
                    <a:pt x="869" y="265"/>
                  </a:lnTo>
                  <a:cubicBezTo>
                    <a:pt x="1012" y="1360"/>
                    <a:pt x="0" y="1932"/>
                    <a:pt x="36" y="3039"/>
                  </a:cubicBezTo>
                  <a:cubicBezTo>
                    <a:pt x="36" y="3158"/>
                    <a:pt x="1405" y="4099"/>
                    <a:pt x="1405" y="4230"/>
                  </a:cubicBezTo>
                  <a:cubicBezTo>
                    <a:pt x="1804" y="4260"/>
                    <a:pt x="2218" y="4273"/>
                    <a:pt x="2644" y="4273"/>
                  </a:cubicBezTo>
                  <a:cubicBezTo>
                    <a:pt x="5810" y="4273"/>
                    <a:pt x="9631" y="3546"/>
                    <a:pt x="12699" y="3546"/>
                  </a:cubicBezTo>
                  <a:cubicBezTo>
                    <a:pt x="12841" y="3546"/>
                    <a:pt x="12982" y="3548"/>
                    <a:pt x="13121" y="3551"/>
                  </a:cubicBezTo>
                  <a:cubicBezTo>
                    <a:pt x="16740" y="3646"/>
                    <a:pt x="20348" y="3825"/>
                    <a:pt x="23979" y="3885"/>
                  </a:cubicBezTo>
                  <a:cubicBezTo>
                    <a:pt x="24814" y="3901"/>
                    <a:pt x="25651" y="3910"/>
                    <a:pt x="26489" y="3910"/>
                  </a:cubicBezTo>
                  <a:cubicBezTo>
                    <a:pt x="27457" y="3910"/>
                    <a:pt x="28427" y="3898"/>
                    <a:pt x="29397" y="3873"/>
                  </a:cubicBezTo>
                  <a:cubicBezTo>
                    <a:pt x="31135" y="3825"/>
                    <a:pt x="32873" y="3718"/>
                    <a:pt x="34612" y="3658"/>
                  </a:cubicBezTo>
                  <a:cubicBezTo>
                    <a:pt x="36250" y="3608"/>
                    <a:pt x="37893" y="3568"/>
                    <a:pt x="39534" y="3568"/>
                  </a:cubicBezTo>
                  <a:cubicBezTo>
                    <a:pt x="41400" y="3568"/>
                    <a:pt x="43263" y="3620"/>
                    <a:pt x="45113" y="3765"/>
                  </a:cubicBezTo>
                  <a:cubicBezTo>
                    <a:pt x="47244" y="3944"/>
                    <a:pt x="49411" y="4194"/>
                    <a:pt x="51566" y="4230"/>
                  </a:cubicBezTo>
                  <a:cubicBezTo>
                    <a:pt x="51554" y="2908"/>
                    <a:pt x="51602" y="1587"/>
                    <a:pt x="51566" y="277"/>
                  </a:cubicBezTo>
                  <a:cubicBezTo>
                    <a:pt x="50778" y="239"/>
                    <a:pt x="49985" y="224"/>
                    <a:pt x="49189" y="224"/>
                  </a:cubicBezTo>
                  <a:cubicBezTo>
                    <a:pt x="46475" y="224"/>
                    <a:pt x="43729" y="400"/>
                    <a:pt x="41041" y="456"/>
                  </a:cubicBezTo>
                  <a:cubicBezTo>
                    <a:pt x="40639" y="464"/>
                    <a:pt x="40236" y="468"/>
                    <a:pt x="39834" y="468"/>
                  </a:cubicBezTo>
                  <a:cubicBezTo>
                    <a:pt x="36443" y="468"/>
                    <a:pt x="33067" y="182"/>
                    <a:pt x="29682" y="86"/>
                  </a:cubicBezTo>
                  <a:cubicBezTo>
                    <a:pt x="27961" y="35"/>
                    <a:pt x="26231" y="1"/>
                    <a:pt x="245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4"/>
            <p:cNvSpPr/>
            <p:nvPr/>
          </p:nvSpPr>
          <p:spPr>
            <a:xfrm>
              <a:off x="7877650" y="2949588"/>
              <a:ext cx="1258225" cy="65575"/>
            </a:xfrm>
            <a:custGeom>
              <a:avLst/>
              <a:gdLst/>
              <a:ahLst/>
              <a:cxnLst/>
              <a:rect l="l" t="t" r="r" b="b"/>
              <a:pathLst>
                <a:path w="50329" h="2623" extrusionOk="0">
                  <a:moveTo>
                    <a:pt x="38434" y="0"/>
                  </a:moveTo>
                  <a:cubicBezTo>
                    <a:pt x="36364" y="0"/>
                    <a:pt x="34289" y="74"/>
                    <a:pt x="32231" y="151"/>
                  </a:cubicBezTo>
                  <a:cubicBezTo>
                    <a:pt x="30468" y="223"/>
                    <a:pt x="28718" y="318"/>
                    <a:pt x="26956" y="342"/>
                  </a:cubicBezTo>
                  <a:cubicBezTo>
                    <a:pt x="26451" y="348"/>
                    <a:pt x="25945" y="351"/>
                    <a:pt x="25440" y="351"/>
                  </a:cubicBezTo>
                  <a:cubicBezTo>
                    <a:pt x="24136" y="351"/>
                    <a:pt x="22831" y="332"/>
                    <a:pt x="21527" y="306"/>
                  </a:cubicBezTo>
                  <a:cubicBezTo>
                    <a:pt x="20637" y="284"/>
                    <a:pt x="19726" y="274"/>
                    <a:pt x="18800" y="274"/>
                  </a:cubicBezTo>
                  <a:cubicBezTo>
                    <a:pt x="12712" y="274"/>
                    <a:pt x="5953" y="687"/>
                    <a:pt x="0" y="687"/>
                  </a:cubicBezTo>
                  <a:cubicBezTo>
                    <a:pt x="12" y="1246"/>
                    <a:pt x="250" y="2032"/>
                    <a:pt x="250" y="2604"/>
                  </a:cubicBezTo>
                  <a:cubicBezTo>
                    <a:pt x="778" y="2616"/>
                    <a:pt x="1307" y="2622"/>
                    <a:pt x="1838" y="2622"/>
                  </a:cubicBezTo>
                  <a:cubicBezTo>
                    <a:pt x="8443" y="2622"/>
                    <a:pt x="15260" y="1712"/>
                    <a:pt x="21664" y="1712"/>
                  </a:cubicBezTo>
                  <a:cubicBezTo>
                    <a:pt x="22467" y="1712"/>
                    <a:pt x="23263" y="1726"/>
                    <a:pt x="24051" y="1758"/>
                  </a:cubicBezTo>
                  <a:cubicBezTo>
                    <a:pt x="29254" y="1973"/>
                    <a:pt x="34421" y="2461"/>
                    <a:pt x="39648" y="2509"/>
                  </a:cubicBezTo>
                  <a:cubicBezTo>
                    <a:pt x="43208" y="2544"/>
                    <a:pt x="46756" y="2497"/>
                    <a:pt x="50316" y="2604"/>
                  </a:cubicBezTo>
                  <a:cubicBezTo>
                    <a:pt x="50316" y="1961"/>
                    <a:pt x="50316" y="1318"/>
                    <a:pt x="50328" y="675"/>
                  </a:cubicBezTo>
                  <a:cubicBezTo>
                    <a:pt x="47780" y="651"/>
                    <a:pt x="45220" y="294"/>
                    <a:pt x="42696" y="127"/>
                  </a:cubicBezTo>
                  <a:cubicBezTo>
                    <a:pt x="41283" y="35"/>
                    <a:pt x="39860" y="0"/>
                    <a:pt x="384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4"/>
            <p:cNvSpPr/>
            <p:nvPr/>
          </p:nvSpPr>
          <p:spPr>
            <a:xfrm>
              <a:off x="7863050" y="3025963"/>
              <a:ext cx="1272525" cy="70575"/>
            </a:xfrm>
            <a:custGeom>
              <a:avLst/>
              <a:gdLst/>
              <a:ahLst/>
              <a:cxnLst/>
              <a:rect l="l" t="t" r="r" b="b"/>
              <a:pathLst>
                <a:path w="50901" h="2823" extrusionOk="0">
                  <a:moveTo>
                    <a:pt x="21976" y="0"/>
                  </a:moveTo>
                  <a:cubicBezTo>
                    <a:pt x="15017" y="0"/>
                    <a:pt x="7136" y="870"/>
                    <a:pt x="277" y="870"/>
                  </a:cubicBezTo>
                  <a:cubicBezTo>
                    <a:pt x="237" y="870"/>
                    <a:pt x="196" y="870"/>
                    <a:pt x="156" y="870"/>
                  </a:cubicBezTo>
                  <a:lnTo>
                    <a:pt x="156" y="870"/>
                  </a:lnTo>
                  <a:cubicBezTo>
                    <a:pt x="203" y="1573"/>
                    <a:pt x="1" y="2121"/>
                    <a:pt x="49" y="2823"/>
                  </a:cubicBezTo>
                  <a:cubicBezTo>
                    <a:pt x="1794" y="2823"/>
                    <a:pt x="2584" y="2334"/>
                    <a:pt x="2864" y="2334"/>
                  </a:cubicBezTo>
                  <a:cubicBezTo>
                    <a:pt x="2870" y="2334"/>
                    <a:pt x="2876" y="2334"/>
                    <a:pt x="2882" y="2335"/>
                  </a:cubicBezTo>
                  <a:cubicBezTo>
                    <a:pt x="4942" y="1966"/>
                    <a:pt x="7121" y="1823"/>
                    <a:pt x="9169" y="1740"/>
                  </a:cubicBezTo>
                  <a:cubicBezTo>
                    <a:pt x="10340" y="1692"/>
                    <a:pt x="11512" y="1672"/>
                    <a:pt x="12684" y="1672"/>
                  </a:cubicBezTo>
                  <a:cubicBezTo>
                    <a:pt x="15933" y="1672"/>
                    <a:pt x="19183" y="1830"/>
                    <a:pt x="22420" y="2013"/>
                  </a:cubicBezTo>
                  <a:cubicBezTo>
                    <a:pt x="24611" y="2132"/>
                    <a:pt x="26790" y="2275"/>
                    <a:pt x="28969" y="2418"/>
                  </a:cubicBezTo>
                  <a:cubicBezTo>
                    <a:pt x="29940" y="2402"/>
                    <a:pt x="30910" y="2394"/>
                    <a:pt x="31880" y="2394"/>
                  </a:cubicBezTo>
                  <a:cubicBezTo>
                    <a:pt x="37920" y="2394"/>
                    <a:pt x="43952" y="2679"/>
                    <a:pt x="49983" y="2823"/>
                  </a:cubicBezTo>
                  <a:cubicBezTo>
                    <a:pt x="50281" y="2787"/>
                    <a:pt x="50579" y="2752"/>
                    <a:pt x="50876" y="2716"/>
                  </a:cubicBezTo>
                  <a:cubicBezTo>
                    <a:pt x="50888" y="2109"/>
                    <a:pt x="50900" y="1489"/>
                    <a:pt x="50900" y="882"/>
                  </a:cubicBezTo>
                  <a:cubicBezTo>
                    <a:pt x="46959" y="775"/>
                    <a:pt x="43018" y="847"/>
                    <a:pt x="39077" y="787"/>
                  </a:cubicBezTo>
                  <a:cubicBezTo>
                    <a:pt x="34351" y="704"/>
                    <a:pt x="29659" y="263"/>
                    <a:pt x="24945" y="61"/>
                  </a:cubicBezTo>
                  <a:cubicBezTo>
                    <a:pt x="23978" y="19"/>
                    <a:pt x="22987" y="0"/>
                    <a:pt x="219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4"/>
            <p:cNvSpPr/>
            <p:nvPr/>
          </p:nvSpPr>
          <p:spPr>
            <a:xfrm>
              <a:off x="8046725" y="3090263"/>
              <a:ext cx="448875" cy="12700"/>
            </a:xfrm>
            <a:custGeom>
              <a:avLst/>
              <a:gdLst/>
              <a:ahLst/>
              <a:cxnLst/>
              <a:rect l="l" t="t" r="r" b="b"/>
              <a:pathLst>
                <a:path w="17955" h="508" extrusionOk="0">
                  <a:moveTo>
                    <a:pt x="16586" y="1"/>
                  </a:moveTo>
                  <a:cubicBezTo>
                    <a:pt x="11061" y="60"/>
                    <a:pt x="5525" y="168"/>
                    <a:pt x="0" y="287"/>
                  </a:cubicBezTo>
                  <a:cubicBezTo>
                    <a:pt x="2408" y="435"/>
                    <a:pt x="4816" y="508"/>
                    <a:pt x="7224" y="508"/>
                  </a:cubicBezTo>
                  <a:cubicBezTo>
                    <a:pt x="8876" y="508"/>
                    <a:pt x="10528" y="474"/>
                    <a:pt x="12180" y="406"/>
                  </a:cubicBezTo>
                  <a:cubicBezTo>
                    <a:pt x="14109" y="322"/>
                    <a:pt x="16026" y="191"/>
                    <a:pt x="179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4"/>
            <p:cNvSpPr/>
            <p:nvPr/>
          </p:nvSpPr>
          <p:spPr>
            <a:xfrm>
              <a:off x="8624775" y="2713563"/>
              <a:ext cx="491750" cy="19450"/>
            </a:xfrm>
            <a:custGeom>
              <a:avLst/>
              <a:gdLst/>
              <a:ahLst/>
              <a:cxnLst/>
              <a:rect l="l" t="t" r="r" b="b"/>
              <a:pathLst>
                <a:path w="19670" h="778" extrusionOk="0">
                  <a:moveTo>
                    <a:pt x="9408" y="1"/>
                  </a:moveTo>
                  <a:cubicBezTo>
                    <a:pt x="6268" y="1"/>
                    <a:pt x="3126" y="107"/>
                    <a:pt x="0" y="341"/>
                  </a:cubicBezTo>
                  <a:cubicBezTo>
                    <a:pt x="3536" y="531"/>
                    <a:pt x="7084" y="734"/>
                    <a:pt x="10632" y="770"/>
                  </a:cubicBezTo>
                  <a:cubicBezTo>
                    <a:pt x="11043" y="774"/>
                    <a:pt x="11454" y="777"/>
                    <a:pt x="11866" y="777"/>
                  </a:cubicBezTo>
                  <a:cubicBezTo>
                    <a:pt x="14463" y="777"/>
                    <a:pt x="17080" y="671"/>
                    <a:pt x="19669" y="353"/>
                  </a:cubicBezTo>
                  <a:cubicBezTo>
                    <a:pt x="19014" y="305"/>
                    <a:pt x="18348" y="270"/>
                    <a:pt x="17693" y="234"/>
                  </a:cubicBezTo>
                  <a:cubicBezTo>
                    <a:pt x="14942" y="83"/>
                    <a:pt x="12176" y="1"/>
                    <a:pt x="94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4"/>
            <p:cNvSpPr/>
            <p:nvPr/>
          </p:nvSpPr>
          <p:spPr>
            <a:xfrm>
              <a:off x="7874975" y="3121438"/>
              <a:ext cx="1261475" cy="39100"/>
            </a:xfrm>
            <a:custGeom>
              <a:avLst/>
              <a:gdLst/>
              <a:ahLst/>
              <a:cxnLst/>
              <a:rect l="l" t="t" r="r" b="b"/>
              <a:pathLst>
                <a:path w="50459" h="1564" extrusionOk="0">
                  <a:moveTo>
                    <a:pt x="25545" y="1"/>
                  </a:moveTo>
                  <a:cubicBezTo>
                    <a:pt x="24561" y="1"/>
                    <a:pt x="23578" y="16"/>
                    <a:pt x="22598" y="52"/>
                  </a:cubicBezTo>
                  <a:cubicBezTo>
                    <a:pt x="19169" y="168"/>
                    <a:pt x="15807" y="380"/>
                    <a:pt x="12411" y="380"/>
                  </a:cubicBezTo>
                  <a:cubicBezTo>
                    <a:pt x="11303" y="380"/>
                    <a:pt x="10192" y="357"/>
                    <a:pt x="9073" y="302"/>
                  </a:cubicBezTo>
                  <a:cubicBezTo>
                    <a:pt x="7120" y="207"/>
                    <a:pt x="5168" y="111"/>
                    <a:pt x="3215" y="99"/>
                  </a:cubicBezTo>
                  <a:cubicBezTo>
                    <a:pt x="2822" y="99"/>
                    <a:pt x="941" y="516"/>
                    <a:pt x="131" y="540"/>
                  </a:cubicBezTo>
                  <a:cubicBezTo>
                    <a:pt x="155" y="897"/>
                    <a:pt x="0" y="1088"/>
                    <a:pt x="24" y="1433"/>
                  </a:cubicBezTo>
                  <a:cubicBezTo>
                    <a:pt x="213" y="1435"/>
                    <a:pt x="406" y="1436"/>
                    <a:pt x="602" y="1436"/>
                  </a:cubicBezTo>
                  <a:cubicBezTo>
                    <a:pt x="3880" y="1436"/>
                    <a:pt x="8107" y="1170"/>
                    <a:pt x="11264" y="1147"/>
                  </a:cubicBezTo>
                  <a:lnTo>
                    <a:pt x="11275" y="1147"/>
                  </a:lnTo>
                  <a:cubicBezTo>
                    <a:pt x="13133" y="1141"/>
                    <a:pt x="14993" y="1132"/>
                    <a:pt x="16854" y="1132"/>
                  </a:cubicBezTo>
                  <a:cubicBezTo>
                    <a:pt x="18714" y="1132"/>
                    <a:pt x="20574" y="1141"/>
                    <a:pt x="22432" y="1171"/>
                  </a:cubicBezTo>
                  <a:cubicBezTo>
                    <a:pt x="26111" y="1230"/>
                    <a:pt x="29790" y="1361"/>
                    <a:pt x="33457" y="1445"/>
                  </a:cubicBezTo>
                  <a:cubicBezTo>
                    <a:pt x="36520" y="1509"/>
                    <a:pt x="39588" y="1563"/>
                    <a:pt x="42653" y="1563"/>
                  </a:cubicBezTo>
                  <a:cubicBezTo>
                    <a:pt x="45246" y="1563"/>
                    <a:pt x="47837" y="1525"/>
                    <a:pt x="50423" y="1421"/>
                  </a:cubicBezTo>
                  <a:cubicBezTo>
                    <a:pt x="50399" y="1111"/>
                    <a:pt x="50459" y="802"/>
                    <a:pt x="50423" y="492"/>
                  </a:cubicBezTo>
                  <a:lnTo>
                    <a:pt x="50423" y="492"/>
                  </a:lnTo>
                  <a:cubicBezTo>
                    <a:pt x="48661" y="620"/>
                    <a:pt x="46889" y="671"/>
                    <a:pt x="45110" y="671"/>
                  </a:cubicBezTo>
                  <a:cubicBezTo>
                    <a:pt x="38618" y="671"/>
                    <a:pt x="32039" y="1"/>
                    <a:pt x="255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4"/>
            <p:cNvSpPr/>
            <p:nvPr/>
          </p:nvSpPr>
          <p:spPr>
            <a:xfrm>
              <a:off x="7874375" y="3167238"/>
              <a:ext cx="1262075" cy="53025"/>
            </a:xfrm>
            <a:custGeom>
              <a:avLst/>
              <a:gdLst/>
              <a:ahLst/>
              <a:cxnLst/>
              <a:rect l="l" t="t" r="r" b="b"/>
              <a:pathLst>
                <a:path w="50483" h="2121" extrusionOk="0">
                  <a:moveTo>
                    <a:pt x="17998" y="1"/>
                  </a:moveTo>
                  <a:cubicBezTo>
                    <a:pt x="11171" y="1"/>
                    <a:pt x="1714" y="201"/>
                    <a:pt x="0" y="303"/>
                  </a:cubicBezTo>
                  <a:cubicBezTo>
                    <a:pt x="36" y="899"/>
                    <a:pt x="584" y="1327"/>
                    <a:pt x="608" y="1923"/>
                  </a:cubicBezTo>
                  <a:cubicBezTo>
                    <a:pt x="1301" y="2069"/>
                    <a:pt x="2100" y="2120"/>
                    <a:pt x="2948" y="2120"/>
                  </a:cubicBezTo>
                  <a:cubicBezTo>
                    <a:pt x="4896" y="2120"/>
                    <a:pt x="7107" y="1851"/>
                    <a:pt x="8909" y="1851"/>
                  </a:cubicBezTo>
                  <a:cubicBezTo>
                    <a:pt x="8936" y="1851"/>
                    <a:pt x="8963" y="1851"/>
                    <a:pt x="8990" y="1851"/>
                  </a:cubicBezTo>
                  <a:cubicBezTo>
                    <a:pt x="13609" y="1875"/>
                    <a:pt x="18241" y="1875"/>
                    <a:pt x="22860" y="1875"/>
                  </a:cubicBezTo>
                  <a:cubicBezTo>
                    <a:pt x="26385" y="1875"/>
                    <a:pt x="29885" y="1720"/>
                    <a:pt x="33386" y="1542"/>
                  </a:cubicBezTo>
                  <a:cubicBezTo>
                    <a:pt x="36143" y="1397"/>
                    <a:pt x="38908" y="1274"/>
                    <a:pt x="41674" y="1274"/>
                  </a:cubicBezTo>
                  <a:cubicBezTo>
                    <a:pt x="42562" y="1274"/>
                    <a:pt x="43451" y="1286"/>
                    <a:pt x="44339" y="1315"/>
                  </a:cubicBezTo>
                  <a:cubicBezTo>
                    <a:pt x="46387" y="1387"/>
                    <a:pt x="48471" y="1553"/>
                    <a:pt x="50471" y="1923"/>
                  </a:cubicBezTo>
                  <a:cubicBezTo>
                    <a:pt x="50435" y="1375"/>
                    <a:pt x="50483" y="803"/>
                    <a:pt x="50447" y="256"/>
                  </a:cubicBezTo>
                  <a:lnTo>
                    <a:pt x="50447" y="256"/>
                  </a:lnTo>
                  <a:cubicBezTo>
                    <a:pt x="48030" y="363"/>
                    <a:pt x="45506" y="422"/>
                    <a:pt x="43089" y="422"/>
                  </a:cubicBezTo>
                  <a:cubicBezTo>
                    <a:pt x="42852" y="423"/>
                    <a:pt x="42615" y="424"/>
                    <a:pt x="42379" y="424"/>
                  </a:cubicBezTo>
                  <a:cubicBezTo>
                    <a:pt x="38948" y="424"/>
                    <a:pt x="35518" y="346"/>
                    <a:pt x="32088" y="268"/>
                  </a:cubicBezTo>
                  <a:cubicBezTo>
                    <a:pt x="28409" y="184"/>
                    <a:pt x="24730" y="53"/>
                    <a:pt x="21039" y="18"/>
                  </a:cubicBezTo>
                  <a:cubicBezTo>
                    <a:pt x="20121" y="6"/>
                    <a:pt x="19093" y="1"/>
                    <a:pt x="17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4"/>
            <p:cNvSpPr/>
            <p:nvPr/>
          </p:nvSpPr>
          <p:spPr>
            <a:xfrm>
              <a:off x="7845800" y="3252963"/>
              <a:ext cx="1290350" cy="79000"/>
            </a:xfrm>
            <a:custGeom>
              <a:avLst/>
              <a:gdLst/>
              <a:ahLst/>
              <a:cxnLst/>
              <a:rect l="l" t="t" r="r" b="b"/>
              <a:pathLst>
                <a:path w="51614" h="3160" extrusionOk="0">
                  <a:moveTo>
                    <a:pt x="20244" y="1"/>
                  </a:moveTo>
                  <a:cubicBezTo>
                    <a:pt x="13861" y="1"/>
                    <a:pt x="6767" y="403"/>
                    <a:pt x="989" y="1018"/>
                  </a:cubicBezTo>
                  <a:cubicBezTo>
                    <a:pt x="1001" y="1863"/>
                    <a:pt x="0" y="1494"/>
                    <a:pt x="0" y="2339"/>
                  </a:cubicBezTo>
                  <a:cubicBezTo>
                    <a:pt x="12" y="2435"/>
                    <a:pt x="1536" y="2851"/>
                    <a:pt x="1548" y="2947"/>
                  </a:cubicBezTo>
                  <a:cubicBezTo>
                    <a:pt x="2121" y="3007"/>
                    <a:pt x="2673" y="3030"/>
                    <a:pt x="3207" y="3030"/>
                  </a:cubicBezTo>
                  <a:cubicBezTo>
                    <a:pt x="5003" y="3030"/>
                    <a:pt x="6600" y="2768"/>
                    <a:pt x="8132" y="2768"/>
                  </a:cubicBezTo>
                  <a:cubicBezTo>
                    <a:pt x="8690" y="2771"/>
                    <a:pt x="9248" y="2773"/>
                    <a:pt x="9806" y="2773"/>
                  </a:cubicBezTo>
                  <a:cubicBezTo>
                    <a:pt x="11153" y="2773"/>
                    <a:pt x="12500" y="2764"/>
                    <a:pt x="13847" y="2756"/>
                  </a:cubicBezTo>
                  <a:cubicBezTo>
                    <a:pt x="14076" y="2755"/>
                    <a:pt x="14306" y="2754"/>
                    <a:pt x="14535" y="2754"/>
                  </a:cubicBezTo>
                  <a:cubicBezTo>
                    <a:pt x="15439" y="2754"/>
                    <a:pt x="16345" y="2763"/>
                    <a:pt x="17250" y="2763"/>
                  </a:cubicBezTo>
                  <a:cubicBezTo>
                    <a:pt x="18026" y="2763"/>
                    <a:pt x="18801" y="2756"/>
                    <a:pt x="19574" y="2732"/>
                  </a:cubicBezTo>
                  <a:cubicBezTo>
                    <a:pt x="21094" y="2687"/>
                    <a:pt x="22614" y="2665"/>
                    <a:pt x="24134" y="2665"/>
                  </a:cubicBezTo>
                  <a:cubicBezTo>
                    <a:pt x="26577" y="2665"/>
                    <a:pt x="29019" y="2720"/>
                    <a:pt x="31457" y="2816"/>
                  </a:cubicBezTo>
                  <a:cubicBezTo>
                    <a:pt x="33433" y="2887"/>
                    <a:pt x="35398" y="3006"/>
                    <a:pt x="37362" y="3113"/>
                  </a:cubicBezTo>
                  <a:cubicBezTo>
                    <a:pt x="37991" y="3147"/>
                    <a:pt x="38624" y="3160"/>
                    <a:pt x="39259" y="3160"/>
                  </a:cubicBezTo>
                  <a:cubicBezTo>
                    <a:pt x="40427" y="3160"/>
                    <a:pt x="41599" y="3116"/>
                    <a:pt x="42756" y="3077"/>
                  </a:cubicBezTo>
                  <a:cubicBezTo>
                    <a:pt x="44858" y="3001"/>
                    <a:pt x="46967" y="2906"/>
                    <a:pt x="49073" y="2906"/>
                  </a:cubicBezTo>
                  <a:cubicBezTo>
                    <a:pt x="49913" y="2906"/>
                    <a:pt x="50752" y="2921"/>
                    <a:pt x="51590" y="2958"/>
                  </a:cubicBezTo>
                  <a:cubicBezTo>
                    <a:pt x="51566" y="2292"/>
                    <a:pt x="51614" y="1601"/>
                    <a:pt x="51590" y="934"/>
                  </a:cubicBezTo>
                  <a:lnTo>
                    <a:pt x="51590" y="934"/>
                  </a:lnTo>
                  <a:cubicBezTo>
                    <a:pt x="50143" y="1070"/>
                    <a:pt x="48648" y="1120"/>
                    <a:pt x="47161" y="1120"/>
                  </a:cubicBezTo>
                  <a:cubicBezTo>
                    <a:pt x="46176" y="1120"/>
                    <a:pt x="45195" y="1099"/>
                    <a:pt x="44232" y="1065"/>
                  </a:cubicBezTo>
                  <a:cubicBezTo>
                    <a:pt x="40910" y="934"/>
                    <a:pt x="37612" y="637"/>
                    <a:pt x="34302" y="422"/>
                  </a:cubicBezTo>
                  <a:cubicBezTo>
                    <a:pt x="30754" y="208"/>
                    <a:pt x="27182" y="137"/>
                    <a:pt x="23622" y="41"/>
                  </a:cubicBezTo>
                  <a:cubicBezTo>
                    <a:pt x="22527" y="14"/>
                    <a:pt x="21397" y="1"/>
                    <a:pt x="202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4"/>
            <p:cNvSpPr/>
            <p:nvPr/>
          </p:nvSpPr>
          <p:spPr>
            <a:xfrm>
              <a:off x="7846400" y="3345963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0"/>
                  </a:moveTo>
                  <a:cubicBezTo>
                    <a:pt x="21789" y="12"/>
                    <a:pt x="19848" y="72"/>
                    <a:pt x="17907" y="84"/>
                  </a:cubicBezTo>
                  <a:cubicBezTo>
                    <a:pt x="13620" y="94"/>
                    <a:pt x="8419" y="296"/>
                    <a:pt x="3803" y="296"/>
                  </a:cubicBezTo>
                  <a:cubicBezTo>
                    <a:pt x="2792" y="296"/>
                    <a:pt x="1809" y="286"/>
                    <a:pt x="869" y="262"/>
                  </a:cubicBezTo>
                  <a:lnTo>
                    <a:pt x="869" y="262"/>
                  </a:lnTo>
                  <a:cubicBezTo>
                    <a:pt x="1012" y="1370"/>
                    <a:pt x="0" y="1941"/>
                    <a:pt x="36" y="3048"/>
                  </a:cubicBezTo>
                  <a:cubicBezTo>
                    <a:pt x="36" y="3167"/>
                    <a:pt x="1405" y="4108"/>
                    <a:pt x="1405" y="4227"/>
                  </a:cubicBezTo>
                  <a:cubicBezTo>
                    <a:pt x="1804" y="4257"/>
                    <a:pt x="2219" y="4270"/>
                    <a:pt x="2645" y="4270"/>
                  </a:cubicBezTo>
                  <a:cubicBezTo>
                    <a:pt x="5791" y="4270"/>
                    <a:pt x="9583" y="3554"/>
                    <a:pt x="12640" y="3554"/>
                  </a:cubicBezTo>
                  <a:cubicBezTo>
                    <a:pt x="12802" y="3554"/>
                    <a:pt x="12963" y="3556"/>
                    <a:pt x="13121" y="3560"/>
                  </a:cubicBezTo>
                  <a:cubicBezTo>
                    <a:pt x="16740" y="3656"/>
                    <a:pt x="20360" y="3822"/>
                    <a:pt x="23979" y="3894"/>
                  </a:cubicBezTo>
                  <a:cubicBezTo>
                    <a:pt x="24818" y="3905"/>
                    <a:pt x="25656" y="3913"/>
                    <a:pt x="26494" y="3913"/>
                  </a:cubicBezTo>
                  <a:cubicBezTo>
                    <a:pt x="27464" y="3913"/>
                    <a:pt x="28432" y="3902"/>
                    <a:pt x="29397" y="3870"/>
                  </a:cubicBezTo>
                  <a:cubicBezTo>
                    <a:pt x="31147" y="3822"/>
                    <a:pt x="32873" y="3727"/>
                    <a:pt x="34624" y="3668"/>
                  </a:cubicBezTo>
                  <a:cubicBezTo>
                    <a:pt x="36263" y="3612"/>
                    <a:pt x="37910" y="3569"/>
                    <a:pt x="39557" y="3569"/>
                  </a:cubicBezTo>
                  <a:cubicBezTo>
                    <a:pt x="41414" y="3569"/>
                    <a:pt x="43270" y="3623"/>
                    <a:pt x="45113" y="3775"/>
                  </a:cubicBezTo>
                  <a:cubicBezTo>
                    <a:pt x="47244" y="3941"/>
                    <a:pt x="49411" y="4203"/>
                    <a:pt x="51566" y="4227"/>
                  </a:cubicBezTo>
                  <a:cubicBezTo>
                    <a:pt x="51554" y="2917"/>
                    <a:pt x="51602" y="1596"/>
                    <a:pt x="51566" y="286"/>
                  </a:cubicBezTo>
                  <a:cubicBezTo>
                    <a:pt x="50757" y="247"/>
                    <a:pt x="49942" y="232"/>
                    <a:pt x="49125" y="232"/>
                  </a:cubicBezTo>
                  <a:cubicBezTo>
                    <a:pt x="46431" y="232"/>
                    <a:pt x="43708" y="401"/>
                    <a:pt x="41041" y="465"/>
                  </a:cubicBezTo>
                  <a:lnTo>
                    <a:pt x="41041" y="453"/>
                  </a:lnTo>
                  <a:cubicBezTo>
                    <a:pt x="40590" y="464"/>
                    <a:pt x="40139" y="469"/>
                    <a:pt x="39689" y="469"/>
                  </a:cubicBezTo>
                  <a:cubicBezTo>
                    <a:pt x="36349" y="469"/>
                    <a:pt x="33031" y="189"/>
                    <a:pt x="29694" y="84"/>
                  </a:cubicBezTo>
                  <a:cubicBezTo>
                    <a:pt x="27706" y="24"/>
                    <a:pt x="25718" y="0"/>
                    <a:pt x="23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4"/>
            <p:cNvSpPr/>
            <p:nvPr/>
          </p:nvSpPr>
          <p:spPr>
            <a:xfrm>
              <a:off x="7877350" y="3463038"/>
              <a:ext cx="1258225" cy="65325"/>
            </a:xfrm>
            <a:custGeom>
              <a:avLst/>
              <a:gdLst/>
              <a:ahLst/>
              <a:cxnLst/>
              <a:rect l="l" t="t" r="r" b="b"/>
              <a:pathLst>
                <a:path w="50329" h="2613" extrusionOk="0">
                  <a:moveTo>
                    <a:pt x="38436" y="0"/>
                  </a:moveTo>
                  <a:cubicBezTo>
                    <a:pt x="36364" y="0"/>
                    <a:pt x="34289" y="74"/>
                    <a:pt x="32231" y="151"/>
                  </a:cubicBezTo>
                  <a:cubicBezTo>
                    <a:pt x="30480" y="223"/>
                    <a:pt x="28718" y="306"/>
                    <a:pt x="26956" y="342"/>
                  </a:cubicBezTo>
                  <a:cubicBezTo>
                    <a:pt x="26471" y="348"/>
                    <a:pt x="25986" y="351"/>
                    <a:pt x="25502" y="351"/>
                  </a:cubicBezTo>
                  <a:cubicBezTo>
                    <a:pt x="24177" y="351"/>
                    <a:pt x="22855" y="329"/>
                    <a:pt x="21539" y="294"/>
                  </a:cubicBezTo>
                  <a:cubicBezTo>
                    <a:pt x="20705" y="275"/>
                    <a:pt x="19852" y="267"/>
                    <a:pt x="18985" y="267"/>
                  </a:cubicBezTo>
                  <a:cubicBezTo>
                    <a:pt x="12850" y="267"/>
                    <a:pt x="6009" y="687"/>
                    <a:pt x="0" y="687"/>
                  </a:cubicBezTo>
                  <a:cubicBezTo>
                    <a:pt x="12" y="1247"/>
                    <a:pt x="251" y="2033"/>
                    <a:pt x="262" y="2592"/>
                  </a:cubicBezTo>
                  <a:cubicBezTo>
                    <a:pt x="816" y="2606"/>
                    <a:pt x="1371" y="2613"/>
                    <a:pt x="1927" y="2613"/>
                  </a:cubicBezTo>
                  <a:cubicBezTo>
                    <a:pt x="8478" y="2613"/>
                    <a:pt x="15249" y="1709"/>
                    <a:pt x="21603" y="1709"/>
                  </a:cubicBezTo>
                  <a:cubicBezTo>
                    <a:pt x="22426" y="1709"/>
                    <a:pt x="23243" y="1724"/>
                    <a:pt x="24051" y="1759"/>
                  </a:cubicBezTo>
                  <a:cubicBezTo>
                    <a:pt x="29254" y="1973"/>
                    <a:pt x="34421" y="2461"/>
                    <a:pt x="39648" y="2509"/>
                  </a:cubicBezTo>
                  <a:cubicBezTo>
                    <a:pt x="43208" y="2533"/>
                    <a:pt x="46768" y="2497"/>
                    <a:pt x="50316" y="2592"/>
                  </a:cubicBezTo>
                  <a:cubicBezTo>
                    <a:pt x="50316" y="1949"/>
                    <a:pt x="50328" y="1318"/>
                    <a:pt x="50328" y="675"/>
                  </a:cubicBezTo>
                  <a:cubicBezTo>
                    <a:pt x="47780" y="639"/>
                    <a:pt x="45220" y="294"/>
                    <a:pt x="42708" y="128"/>
                  </a:cubicBezTo>
                  <a:cubicBezTo>
                    <a:pt x="41290" y="35"/>
                    <a:pt x="39864" y="0"/>
                    <a:pt x="384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4"/>
            <p:cNvSpPr/>
            <p:nvPr/>
          </p:nvSpPr>
          <p:spPr>
            <a:xfrm>
              <a:off x="7863050" y="3539338"/>
              <a:ext cx="1272525" cy="70675"/>
            </a:xfrm>
            <a:custGeom>
              <a:avLst/>
              <a:gdLst/>
              <a:ahLst/>
              <a:cxnLst/>
              <a:rect l="l" t="t" r="r" b="b"/>
              <a:pathLst>
                <a:path w="50901" h="2827" extrusionOk="0">
                  <a:moveTo>
                    <a:pt x="21903" y="0"/>
                  </a:moveTo>
                  <a:cubicBezTo>
                    <a:pt x="14993" y="0"/>
                    <a:pt x="7192" y="862"/>
                    <a:pt x="383" y="862"/>
                  </a:cubicBezTo>
                  <a:cubicBezTo>
                    <a:pt x="303" y="862"/>
                    <a:pt x="224" y="862"/>
                    <a:pt x="144" y="862"/>
                  </a:cubicBezTo>
                  <a:lnTo>
                    <a:pt x="144" y="862"/>
                  </a:lnTo>
                  <a:cubicBezTo>
                    <a:pt x="203" y="1576"/>
                    <a:pt x="1" y="2112"/>
                    <a:pt x="37" y="2826"/>
                  </a:cubicBezTo>
                  <a:cubicBezTo>
                    <a:pt x="1764" y="2826"/>
                    <a:pt x="2556" y="2336"/>
                    <a:pt x="2843" y="2336"/>
                  </a:cubicBezTo>
                  <a:cubicBezTo>
                    <a:pt x="2853" y="2336"/>
                    <a:pt x="2862" y="2337"/>
                    <a:pt x="2870" y="2338"/>
                  </a:cubicBezTo>
                  <a:cubicBezTo>
                    <a:pt x="4942" y="1969"/>
                    <a:pt x="7109" y="1814"/>
                    <a:pt x="9157" y="1743"/>
                  </a:cubicBezTo>
                  <a:cubicBezTo>
                    <a:pt x="10364" y="1694"/>
                    <a:pt x="11573" y="1673"/>
                    <a:pt x="12782" y="1673"/>
                  </a:cubicBezTo>
                  <a:cubicBezTo>
                    <a:pt x="15998" y="1673"/>
                    <a:pt x="19216" y="1823"/>
                    <a:pt x="22409" y="2005"/>
                  </a:cubicBezTo>
                  <a:cubicBezTo>
                    <a:pt x="24599" y="2136"/>
                    <a:pt x="26778" y="2279"/>
                    <a:pt x="28957" y="2421"/>
                  </a:cubicBezTo>
                  <a:cubicBezTo>
                    <a:pt x="29954" y="2405"/>
                    <a:pt x="30950" y="2397"/>
                    <a:pt x="31945" y="2397"/>
                  </a:cubicBezTo>
                  <a:cubicBezTo>
                    <a:pt x="37965" y="2397"/>
                    <a:pt x="43966" y="2673"/>
                    <a:pt x="49983" y="2826"/>
                  </a:cubicBezTo>
                  <a:cubicBezTo>
                    <a:pt x="50281" y="2791"/>
                    <a:pt x="50567" y="2755"/>
                    <a:pt x="50864" y="2707"/>
                  </a:cubicBezTo>
                  <a:cubicBezTo>
                    <a:pt x="50876" y="2100"/>
                    <a:pt x="50888" y="1493"/>
                    <a:pt x="50900" y="886"/>
                  </a:cubicBezTo>
                  <a:cubicBezTo>
                    <a:pt x="46959" y="766"/>
                    <a:pt x="43006" y="850"/>
                    <a:pt x="39065" y="778"/>
                  </a:cubicBezTo>
                  <a:cubicBezTo>
                    <a:pt x="34339" y="707"/>
                    <a:pt x="29659" y="266"/>
                    <a:pt x="24945" y="64"/>
                  </a:cubicBezTo>
                  <a:cubicBezTo>
                    <a:pt x="23955" y="19"/>
                    <a:pt x="22939" y="0"/>
                    <a:pt x="219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4"/>
            <p:cNvSpPr/>
            <p:nvPr/>
          </p:nvSpPr>
          <p:spPr>
            <a:xfrm>
              <a:off x="8046425" y="3603738"/>
              <a:ext cx="448875" cy="12600"/>
            </a:xfrm>
            <a:custGeom>
              <a:avLst/>
              <a:gdLst/>
              <a:ahLst/>
              <a:cxnLst/>
              <a:rect l="l" t="t" r="r" b="b"/>
              <a:pathLst>
                <a:path w="17955" h="504" extrusionOk="0">
                  <a:moveTo>
                    <a:pt x="16586" y="0"/>
                  </a:moveTo>
                  <a:cubicBezTo>
                    <a:pt x="11061" y="60"/>
                    <a:pt x="5537" y="167"/>
                    <a:pt x="0" y="286"/>
                  </a:cubicBezTo>
                  <a:cubicBezTo>
                    <a:pt x="2446" y="429"/>
                    <a:pt x="4891" y="504"/>
                    <a:pt x="7337" y="504"/>
                  </a:cubicBezTo>
                  <a:cubicBezTo>
                    <a:pt x="8951" y="504"/>
                    <a:pt x="10566" y="471"/>
                    <a:pt x="12180" y="405"/>
                  </a:cubicBezTo>
                  <a:cubicBezTo>
                    <a:pt x="14109" y="322"/>
                    <a:pt x="16038" y="191"/>
                    <a:pt x="179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4"/>
            <p:cNvSpPr/>
            <p:nvPr/>
          </p:nvSpPr>
          <p:spPr>
            <a:xfrm>
              <a:off x="8624475" y="3226763"/>
              <a:ext cx="491750" cy="19700"/>
            </a:xfrm>
            <a:custGeom>
              <a:avLst/>
              <a:gdLst/>
              <a:ahLst/>
              <a:cxnLst/>
              <a:rect l="l" t="t" r="r" b="b"/>
              <a:pathLst>
                <a:path w="19670" h="788" extrusionOk="0">
                  <a:moveTo>
                    <a:pt x="9475" y="0"/>
                  </a:moveTo>
                  <a:cubicBezTo>
                    <a:pt x="6315" y="0"/>
                    <a:pt x="3152" y="109"/>
                    <a:pt x="0" y="351"/>
                  </a:cubicBezTo>
                  <a:cubicBezTo>
                    <a:pt x="3548" y="542"/>
                    <a:pt x="7084" y="744"/>
                    <a:pt x="10632" y="780"/>
                  </a:cubicBezTo>
                  <a:cubicBezTo>
                    <a:pt x="11043" y="785"/>
                    <a:pt x="11455" y="787"/>
                    <a:pt x="11866" y="787"/>
                  </a:cubicBezTo>
                  <a:cubicBezTo>
                    <a:pt x="14463" y="787"/>
                    <a:pt x="17080" y="682"/>
                    <a:pt x="19669" y="363"/>
                  </a:cubicBezTo>
                  <a:cubicBezTo>
                    <a:pt x="19014" y="315"/>
                    <a:pt x="18360" y="268"/>
                    <a:pt x="17705" y="232"/>
                  </a:cubicBezTo>
                  <a:cubicBezTo>
                    <a:pt x="14969" y="83"/>
                    <a:pt x="12223" y="0"/>
                    <a:pt x="94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4"/>
            <p:cNvSpPr/>
            <p:nvPr/>
          </p:nvSpPr>
          <p:spPr>
            <a:xfrm>
              <a:off x="7874675" y="3634688"/>
              <a:ext cx="1261475" cy="39225"/>
            </a:xfrm>
            <a:custGeom>
              <a:avLst/>
              <a:gdLst/>
              <a:ahLst/>
              <a:cxnLst/>
              <a:rect l="l" t="t" r="r" b="b"/>
              <a:pathLst>
                <a:path w="50459" h="1569" extrusionOk="0">
                  <a:moveTo>
                    <a:pt x="25457" y="1"/>
                  </a:moveTo>
                  <a:cubicBezTo>
                    <a:pt x="24506" y="1"/>
                    <a:pt x="23557" y="15"/>
                    <a:pt x="22610" y="48"/>
                  </a:cubicBezTo>
                  <a:cubicBezTo>
                    <a:pt x="19177" y="174"/>
                    <a:pt x="15804" y="388"/>
                    <a:pt x="12400" y="388"/>
                  </a:cubicBezTo>
                  <a:cubicBezTo>
                    <a:pt x="11295" y="388"/>
                    <a:pt x="10187" y="365"/>
                    <a:pt x="9073" y="310"/>
                  </a:cubicBezTo>
                  <a:cubicBezTo>
                    <a:pt x="7132" y="215"/>
                    <a:pt x="5180" y="108"/>
                    <a:pt x="3215" y="108"/>
                  </a:cubicBezTo>
                  <a:cubicBezTo>
                    <a:pt x="2822" y="108"/>
                    <a:pt x="941" y="512"/>
                    <a:pt x="131" y="548"/>
                  </a:cubicBezTo>
                  <a:cubicBezTo>
                    <a:pt x="167" y="905"/>
                    <a:pt x="0" y="1084"/>
                    <a:pt x="24" y="1441"/>
                  </a:cubicBezTo>
                  <a:cubicBezTo>
                    <a:pt x="213" y="1443"/>
                    <a:pt x="406" y="1444"/>
                    <a:pt x="602" y="1444"/>
                  </a:cubicBezTo>
                  <a:cubicBezTo>
                    <a:pt x="3880" y="1444"/>
                    <a:pt x="8108" y="1178"/>
                    <a:pt x="11276" y="1155"/>
                  </a:cubicBezTo>
                  <a:cubicBezTo>
                    <a:pt x="13002" y="1144"/>
                    <a:pt x="14726" y="1136"/>
                    <a:pt x="16450" y="1136"/>
                  </a:cubicBezTo>
                  <a:cubicBezTo>
                    <a:pt x="18447" y="1136"/>
                    <a:pt x="20444" y="1147"/>
                    <a:pt x="22444" y="1179"/>
                  </a:cubicBezTo>
                  <a:cubicBezTo>
                    <a:pt x="26111" y="1239"/>
                    <a:pt x="29790" y="1370"/>
                    <a:pt x="33469" y="1441"/>
                  </a:cubicBezTo>
                  <a:cubicBezTo>
                    <a:pt x="36512" y="1512"/>
                    <a:pt x="39562" y="1568"/>
                    <a:pt x="42613" y="1568"/>
                  </a:cubicBezTo>
                  <a:cubicBezTo>
                    <a:pt x="45220" y="1568"/>
                    <a:pt x="47829" y="1527"/>
                    <a:pt x="50435" y="1417"/>
                  </a:cubicBezTo>
                  <a:cubicBezTo>
                    <a:pt x="50399" y="1120"/>
                    <a:pt x="50459" y="798"/>
                    <a:pt x="50435" y="501"/>
                  </a:cubicBezTo>
                  <a:lnTo>
                    <a:pt x="50435" y="501"/>
                  </a:lnTo>
                  <a:cubicBezTo>
                    <a:pt x="48674" y="629"/>
                    <a:pt x="46903" y="679"/>
                    <a:pt x="45125" y="679"/>
                  </a:cubicBezTo>
                  <a:cubicBezTo>
                    <a:pt x="38597" y="679"/>
                    <a:pt x="31979" y="1"/>
                    <a:pt x="254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4"/>
            <p:cNvSpPr/>
            <p:nvPr/>
          </p:nvSpPr>
          <p:spPr>
            <a:xfrm>
              <a:off x="7874375" y="3680513"/>
              <a:ext cx="1262075" cy="53100"/>
            </a:xfrm>
            <a:custGeom>
              <a:avLst/>
              <a:gdLst/>
              <a:ahLst/>
              <a:cxnLst/>
              <a:rect l="l" t="t" r="r" b="b"/>
              <a:pathLst>
                <a:path w="50483" h="2124" extrusionOk="0">
                  <a:moveTo>
                    <a:pt x="18386" y="0"/>
                  </a:moveTo>
                  <a:cubicBezTo>
                    <a:pt x="11533" y="0"/>
                    <a:pt x="1736" y="205"/>
                    <a:pt x="0" y="299"/>
                  </a:cubicBezTo>
                  <a:cubicBezTo>
                    <a:pt x="36" y="894"/>
                    <a:pt x="584" y="1323"/>
                    <a:pt x="608" y="1918"/>
                  </a:cubicBezTo>
                  <a:cubicBezTo>
                    <a:pt x="1313" y="2071"/>
                    <a:pt x="2127" y="2123"/>
                    <a:pt x="2991" y="2123"/>
                  </a:cubicBezTo>
                  <a:cubicBezTo>
                    <a:pt x="4929" y="2123"/>
                    <a:pt x="7120" y="1858"/>
                    <a:pt x="8909" y="1858"/>
                  </a:cubicBezTo>
                  <a:cubicBezTo>
                    <a:pt x="8936" y="1858"/>
                    <a:pt x="8963" y="1858"/>
                    <a:pt x="8990" y="1858"/>
                  </a:cubicBezTo>
                  <a:cubicBezTo>
                    <a:pt x="13609" y="1882"/>
                    <a:pt x="18241" y="1882"/>
                    <a:pt x="22860" y="1882"/>
                  </a:cubicBezTo>
                  <a:cubicBezTo>
                    <a:pt x="26385" y="1882"/>
                    <a:pt x="29873" y="1716"/>
                    <a:pt x="33386" y="1537"/>
                  </a:cubicBezTo>
                  <a:cubicBezTo>
                    <a:pt x="36088" y="1396"/>
                    <a:pt x="38796" y="1274"/>
                    <a:pt x="41506" y="1274"/>
                  </a:cubicBezTo>
                  <a:cubicBezTo>
                    <a:pt x="42450" y="1274"/>
                    <a:pt x="43395" y="1289"/>
                    <a:pt x="44339" y="1323"/>
                  </a:cubicBezTo>
                  <a:cubicBezTo>
                    <a:pt x="46387" y="1394"/>
                    <a:pt x="48471" y="1549"/>
                    <a:pt x="50471" y="1918"/>
                  </a:cubicBezTo>
                  <a:cubicBezTo>
                    <a:pt x="50435" y="1370"/>
                    <a:pt x="50483" y="811"/>
                    <a:pt x="50447" y="263"/>
                  </a:cubicBezTo>
                  <a:lnTo>
                    <a:pt x="50447" y="263"/>
                  </a:lnTo>
                  <a:cubicBezTo>
                    <a:pt x="48018" y="358"/>
                    <a:pt x="45506" y="430"/>
                    <a:pt x="43077" y="430"/>
                  </a:cubicBezTo>
                  <a:cubicBezTo>
                    <a:pt x="39422" y="430"/>
                    <a:pt x="35755" y="358"/>
                    <a:pt x="32088" y="275"/>
                  </a:cubicBezTo>
                  <a:cubicBezTo>
                    <a:pt x="28409" y="192"/>
                    <a:pt x="24730" y="61"/>
                    <a:pt x="21039" y="13"/>
                  </a:cubicBezTo>
                  <a:cubicBezTo>
                    <a:pt x="20231" y="4"/>
                    <a:pt x="19337" y="0"/>
                    <a:pt x="183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4"/>
            <p:cNvSpPr/>
            <p:nvPr/>
          </p:nvSpPr>
          <p:spPr>
            <a:xfrm>
              <a:off x="7845800" y="3766313"/>
              <a:ext cx="1290350" cy="78950"/>
            </a:xfrm>
            <a:custGeom>
              <a:avLst/>
              <a:gdLst/>
              <a:ahLst/>
              <a:cxnLst/>
              <a:rect l="l" t="t" r="r" b="b"/>
              <a:pathLst>
                <a:path w="51614" h="3158" extrusionOk="0">
                  <a:moveTo>
                    <a:pt x="20062" y="0"/>
                  </a:moveTo>
                  <a:cubicBezTo>
                    <a:pt x="13723" y="0"/>
                    <a:pt x="6704" y="400"/>
                    <a:pt x="977" y="1010"/>
                  </a:cubicBezTo>
                  <a:cubicBezTo>
                    <a:pt x="1001" y="1855"/>
                    <a:pt x="0" y="1498"/>
                    <a:pt x="0" y="2344"/>
                  </a:cubicBezTo>
                  <a:cubicBezTo>
                    <a:pt x="12" y="2439"/>
                    <a:pt x="1524" y="2855"/>
                    <a:pt x="1536" y="2939"/>
                  </a:cubicBezTo>
                  <a:cubicBezTo>
                    <a:pt x="2111" y="2999"/>
                    <a:pt x="2665" y="3022"/>
                    <a:pt x="3202" y="3022"/>
                  </a:cubicBezTo>
                  <a:cubicBezTo>
                    <a:pt x="4967" y="3022"/>
                    <a:pt x="6543" y="2772"/>
                    <a:pt x="8041" y="2772"/>
                  </a:cubicBezTo>
                  <a:cubicBezTo>
                    <a:pt x="8068" y="2772"/>
                    <a:pt x="8094" y="2772"/>
                    <a:pt x="8120" y="2772"/>
                  </a:cubicBezTo>
                  <a:cubicBezTo>
                    <a:pt x="10025" y="2772"/>
                    <a:pt x="11930" y="2772"/>
                    <a:pt x="13835" y="2760"/>
                  </a:cubicBezTo>
                  <a:cubicBezTo>
                    <a:pt x="14141" y="2758"/>
                    <a:pt x="14447" y="2758"/>
                    <a:pt x="14753" y="2758"/>
                  </a:cubicBezTo>
                  <a:cubicBezTo>
                    <a:pt x="15529" y="2758"/>
                    <a:pt x="16306" y="2762"/>
                    <a:pt x="17083" y="2762"/>
                  </a:cubicBezTo>
                  <a:cubicBezTo>
                    <a:pt x="17910" y="2762"/>
                    <a:pt x="18737" y="2757"/>
                    <a:pt x="19562" y="2736"/>
                  </a:cubicBezTo>
                  <a:cubicBezTo>
                    <a:pt x="21107" y="2690"/>
                    <a:pt x="22652" y="2669"/>
                    <a:pt x="24197" y="2669"/>
                  </a:cubicBezTo>
                  <a:cubicBezTo>
                    <a:pt x="26617" y="2669"/>
                    <a:pt x="29037" y="2721"/>
                    <a:pt x="31457" y="2808"/>
                  </a:cubicBezTo>
                  <a:cubicBezTo>
                    <a:pt x="33421" y="2879"/>
                    <a:pt x="35386" y="2998"/>
                    <a:pt x="37362" y="3106"/>
                  </a:cubicBezTo>
                  <a:cubicBezTo>
                    <a:pt x="37984" y="3143"/>
                    <a:pt x="38611" y="3157"/>
                    <a:pt x="39240" y="3157"/>
                  </a:cubicBezTo>
                  <a:cubicBezTo>
                    <a:pt x="40408" y="3157"/>
                    <a:pt x="41583" y="3108"/>
                    <a:pt x="42744" y="3070"/>
                  </a:cubicBezTo>
                  <a:cubicBezTo>
                    <a:pt x="44877" y="3001"/>
                    <a:pt x="47016" y="2900"/>
                    <a:pt x="49152" y="2900"/>
                  </a:cubicBezTo>
                  <a:cubicBezTo>
                    <a:pt x="49961" y="2900"/>
                    <a:pt x="50770" y="2915"/>
                    <a:pt x="51578" y="2951"/>
                  </a:cubicBezTo>
                  <a:cubicBezTo>
                    <a:pt x="51554" y="2284"/>
                    <a:pt x="51614" y="1593"/>
                    <a:pt x="51578" y="927"/>
                  </a:cubicBezTo>
                  <a:lnTo>
                    <a:pt x="51578" y="927"/>
                  </a:lnTo>
                  <a:cubicBezTo>
                    <a:pt x="50120" y="1064"/>
                    <a:pt x="48613" y="1118"/>
                    <a:pt x="47116" y="1118"/>
                  </a:cubicBezTo>
                  <a:cubicBezTo>
                    <a:pt x="46145" y="1118"/>
                    <a:pt x="45179" y="1095"/>
                    <a:pt x="44232" y="1058"/>
                  </a:cubicBezTo>
                  <a:cubicBezTo>
                    <a:pt x="40898" y="927"/>
                    <a:pt x="37600" y="629"/>
                    <a:pt x="34290" y="427"/>
                  </a:cubicBezTo>
                  <a:cubicBezTo>
                    <a:pt x="30742" y="200"/>
                    <a:pt x="27170" y="129"/>
                    <a:pt x="23611" y="46"/>
                  </a:cubicBezTo>
                  <a:cubicBezTo>
                    <a:pt x="22462" y="15"/>
                    <a:pt x="21274" y="0"/>
                    <a:pt x="200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4"/>
            <p:cNvSpPr/>
            <p:nvPr/>
          </p:nvSpPr>
          <p:spPr>
            <a:xfrm>
              <a:off x="7846100" y="3859413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1"/>
                  </a:moveTo>
                  <a:cubicBezTo>
                    <a:pt x="21789" y="13"/>
                    <a:pt x="19848" y="72"/>
                    <a:pt x="17907" y="72"/>
                  </a:cubicBezTo>
                  <a:cubicBezTo>
                    <a:pt x="13549" y="82"/>
                    <a:pt x="8246" y="291"/>
                    <a:pt x="3581" y="291"/>
                  </a:cubicBezTo>
                  <a:cubicBezTo>
                    <a:pt x="2652" y="291"/>
                    <a:pt x="1748" y="282"/>
                    <a:pt x="881" y="263"/>
                  </a:cubicBezTo>
                  <a:lnTo>
                    <a:pt x="881" y="263"/>
                  </a:lnTo>
                  <a:cubicBezTo>
                    <a:pt x="1024" y="1358"/>
                    <a:pt x="0" y="1941"/>
                    <a:pt x="36" y="3037"/>
                  </a:cubicBezTo>
                  <a:cubicBezTo>
                    <a:pt x="48" y="3168"/>
                    <a:pt x="1405" y="4096"/>
                    <a:pt x="1417" y="4227"/>
                  </a:cubicBezTo>
                  <a:cubicBezTo>
                    <a:pt x="1815" y="4257"/>
                    <a:pt x="2228" y="4270"/>
                    <a:pt x="2654" y="4270"/>
                  </a:cubicBezTo>
                  <a:cubicBezTo>
                    <a:pt x="5793" y="4270"/>
                    <a:pt x="9593" y="3554"/>
                    <a:pt x="12642" y="3554"/>
                  </a:cubicBezTo>
                  <a:cubicBezTo>
                    <a:pt x="12804" y="3554"/>
                    <a:pt x="12963" y="3556"/>
                    <a:pt x="13121" y="3561"/>
                  </a:cubicBezTo>
                  <a:cubicBezTo>
                    <a:pt x="16741" y="3644"/>
                    <a:pt x="20360" y="3823"/>
                    <a:pt x="23980" y="3882"/>
                  </a:cubicBezTo>
                  <a:cubicBezTo>
                    <a:pt x="24819" y="3899"/>
                    <a:pt x="25659" y="3908"/>
                    <a:pt x="26499" y="3908"/>
                  </a:cubicBezTo>
                  <a:cubicBezTo>
                    <a:pt x="27469" y="3908"/>
                    <a:pt x="28439" y="3896"/>
                    <a:pt x="29409" y="3870"/>
                  </a:cubicBezTo>
                  <a:cubicBezTo>
                    <a:pt x="31147" y="3823"/>
                    <a:pt x="32885" y="3727"/>
                    <a:pt x="34624" y="3668"/>
                  </a:cubicBezTo>
                  <a:cubicBezTo>
                    <a:pt x="36263" y="3612"/>
                    <a:pt x="37913" y="3569"/>
                    <a:pt x="39562" y="3569"/>
                  </a:cubicBezTo>
                  <a:cubicBezTo>
                    <a:pt x="41423" y="3569"/>
                    <a:pt x="43282" y="3623"/>
                    <a:pt x="45125" y="3775"/>
                  </a:cubicBezTo>
                  <a:cubicBezTo>
                    <a:pt x="47256" y="3942"/>
                    <a:pt x="49411" y="4204"/>
                    <a:pt x="51566" y="4227"/>
                  </a:cubicBezTo>
                  <a:cubicBezTo>
                    <a:pt x="51566" y="2918"/>
                    <a:pt x="51602" y="1596"/>
                    <a:pt x="51566" y="286"/>
                  </a:cubicBezTo>
                  <a:cubicBezTo>
                    <a:pt x="50737" y="244"/>
                    <a:pt x="49902" y="227"/>
                    <a:pt x="49065" y="227"/>
                  </a:cubicBezTo>
                  <a:cubicBezTo>
                    <a:pt x="46391" y="227"/>
                    <a:pt x="43688" y="399"/>
                    <a:pt x="41041" y="453"/>
                  </a:cubicBezTo>
                  <a:cubicBezTo>
                    <a:pt x="40639" y="462"/>
                    <a:pt x="40237" y="466"/>
                    <a:pt x="39835" y="466"/>
                  </a:cubicBezTo>
                  <a:cubicBezTo>
                    <a:pt x="36446" y="466"/>
                    <a:pt x="33080" y="180"/>
                    <a:pt x="29695" y="84"/>
                  </a:cubicBezTo>
                  <a:cubicBezTo>
                    <a:pt x="27706" y="24"/>
                    <a:pt x="25718" y="1"/>
                    <a:pt x="237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4"/>
            <p:cNvSpPr/>
            <p:nvPr/>
          </p:nvSpPr>
          <p:spPr>
            <a:xfrm>
              <a:off x="7877050" y="3976288"/>
              <a:ext cx="1258225" cy="40900"/>
            </a:xfrm>
            <a:custGeom>
              <a:avLst/>
              <a:gdLst/>
              <a:ahLst/>
              <a:cxnLst/>
              <a:rect l="l" t="t" r="r" b="b"/>
              <a:pathLst>
                <a:path w="50329" h="1636" extrusionOk="0">
                  <a:moveTo>
                    <a:pt x="38389" y="0"/>
                  </a:moveTo>
                  <a:cubicBezTo>
                    <a:pt x="36334" y="0"/>
                    <a:pt x="34272" y="76"/>
                    <a:pt x="32231" y="160"/>
                  </a:cubicBezTo>
                  <a:cubicBezTo>
                    <a:pt x="30481" y="219"/>
                    <a:pt x="28718" y="314"/>
                    <a:pt x="26956" y="338"/>
                  </a:cubicBezTo>
                  <a:cubicBezTo>
                    <a:pt x="26353" y="346"/>
                    <a:pt x="25751" y="350"/>
                    <a:pt x="25150" y="350"/>
                  </a:cubicBezTo>
                  <a:cubicBezTo>
                    <a:pt x="23947" y="350"/>
                    <a:pt x="22745" y="334"/>
                    <a:pt x="21539" y="302"/>
                  </a:cubicBezTo>
                  <a:cubicBezTo>
                    <a:pt x="20649" y="280"/>
                    <a:pt x="19738" y="271"/>
                    <a:pt x="18811" y="271"/>
                  </a:cubicBezTo>
                  <a:cubicBezTo>
                    <a:pt x="12721" y="271"/>
                    <a:pt x="5953" y="683"/>
                    <a:pt x="1" y="683"/>
                  </a:cubicBezTo>
                  <a:cubicBezTo>
                    <a:pt x="12" y="969"/>
                    <a:pt x="72" y="1291"/>
                    <a:pt x="132" y="1624"/>
                  </a:cubicBezTo>
                  <a:lnTo>
                    <a:pt x="132" y="1636"/>
                  </a:lnTo>
                  <a:lnTo>
                    <a:pt x="50328" y="1636"/>
                  </a:lnTo>
                  <a:cubicBezTo>
                    <a:pt x="50328" y="1314"/>
                    <a:pt x="50328" y="993"/>
                    <a:pt x="50328" y="683"/>
                  </a:cubicBezTo>
                  <a:cubicBezTo>
                    <a:pt x="47780" y="648"/>
                    <a:pt x="45221" y="302"/>
                    <a:pt x="42708" y="136"/>
                  </a:cubicBezTo>
                  <a:cubicBezTo>
                    <a:pt x="41278" y="37"/>
                    <a:pt x="39835" y="0"/>
                    <a:pt x="383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4"/>
            <p:cNvSpPr/>
            <p:nvPr/>
          </p:nvSpPr>
          <p:spPr>
            <a:xfrm>
              <a:off x="8624475" y="3740213"/>
              <a:ext cx="491450" cy="19600"/>
            </a:xfrm>
            <a:custGeom>
              <a:avLst/>
              <a:gdLst/>
              <a:ahLst/>
              <a:cxnLst/>
              <a:rect l="l" t="t" r="r" b="b"/>
              <a:pathLst>
                <a:path w="19658" h="784" extrusionOk="0">
                  <a:moveTo>
                    <a:pt x="9469" y="0"/>
                  </a:moveTo>
                  <a:cubicBezTo>
                    <a:pt x="6309" y="0"/>
                    <a:pt x="3146" y="109"/>
                    <a:pt x="0" y="351"/>
                  </a:cubicBezTo>
                  <a:cubicBezTo>
                    <a:pt x="3536" y="530"/>
                    <a:pt x="7072" y="732"/>
                    <a:pt x="10621" y="780"/>
                  </a:cubicBezTo>
                  <a:cubicBezTo>
                    <a:pt x="10930" y="783"/>
                    <a:pt x="11241" y="784"/>
                    <a:pt x="11551" y="784"/>
                  </a:cubicBezTo>
                  <a:cubicBezTo>
                    <a:pt x="14257" y="784"/>
                    <a:pt x="16976" y="684"/>
                    <a:pt x="19657" y="363"/>
                  </a:cubicBezTo>
                  <a:cubicBezTo>
                    <a:pt x="19003" y="316"/>
                    <a:pt x="18348" y="268"/>
                    <a:pt x="17693" y="232"/>
                  </a:cubicBezTo>
                  <a:cubicBezTo>
                    <a:pt x="14963" y="83"/>
                    <a:pt x="12217" y="0"/>
                    <a:pt x="94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4"/>
            <p:cNvSpPr/>
            <p:nvPr/>
          </p:nvSpPr>
          <p:spPr>
            <a:xfrm>
              <a:off x="7889113" y="4042088"/>
              <a:ext cx="1261475" cy="39100"/>
            </a:xfrm>
            <a:custGeom>
              <a:avLst/>
              <a:gdLst/>
              <a:ahLst/>
              <a:cxnLst/>
              <a:rect l="l" t="t" r="r" b="b"/>
              <a:pathLst>
                <a:path w="50459" h="1564" extrusionOk="0">
                  <a:moveTo>
                    <a:pt x="25545" y="1"/>
                  </a:moveTo>
                  <a:cubicBezTo>
                    <a:pt x="24561" y="1"/>
                    <a:pt x="23578" y="16"/>
                    <a:pt x="22598" y="52"/>
                  </a:cubicBezTo>
                  <a:cubicBezTo>
                    <a:pt x="19169" y="168"/>
                    <a:pt x="15807" y="380"/>
                    <a:pt x="12411" y="380"/>
                  </a:cubicBezTo>
                  <a:cubicBezTo>
                    <a:pt x="11303" y="380"/>
                    <a:pt x="10192" y="357"/>
                    <a:pt x="9073" y="302"/>
                  </a:cubicBezTo>
                  <a:cubicBezTo>
                    <a:pt x="7120" y="207"/>
                    <a:pt x="5168" y="111"/>
                    <a:pt x="3215" y="99"/>
                  </a:cubicBezTo>
                  <a:cubicBezTo>
                    <a:pt x="2822" y="99"/>
                    <a:pt x="941" y="516"/>
                    <a:pt x="131" y="540"/>
                  </a:cubicBezTo>
                  <a:cubicBezTo>
                    <a:pt x="155" y="897"/>
                    <a:pt x="0" y="1088"/>
                    <a:pt x="24" y="1433"/>
                  </a:cubicBezTo>
                  <a:cubicBezTo>
                    <a:pt x="213" y="1435"/>
                    <a:pt x="406" y="1436"/>
                    <a:pt x="602" y="1436"/>
                  </a:cubicBezTo>
                  <a:cubicBezTo>
                    <a:pt x="3880" y="1436"/>
                    <a:pt x="8107" y="1170"/>
                    <a:pt x="11264" y="1147"/>
                  </a:cubicBezTo>
                  <a:lnTo>
                    <a:pt x="11275" y="1147"/>
                  </a:lnTo>
                  <a:cubicBezTo>
                    <a:pt x="13133" y="1141"/>
                    <a:pt x="14993" y="1132"/>
                    <a:pt x="16854" y="1132"/>
                  </a:cubicBezTo>
                  <a:cubicBezTo>
                    <a:pt x="18714" y="1132"/>
                    <a:pt x="20574" y="1141"/>
                    <a:pt x="22432" y="1171"/>
                  </a:cubicBezTo>
                  <a:cubicBezTo>
                    <a:pt x="26111" y="1230"/>
                    <a:pt x="29790" y="1361"/>
                    <a:pt x="33457" y="1445"/>
                  </a:cubicBezTo>
                  <a:cubicBezTo>
                    <a:pt x="36520" y="1509"/>
                    <a:pt x="39588" y="1563"/>
                    <a:pt x="42653" y="1563"/>
                  </a:cubicBezTo>
                  <a:cubicBezTo>
                    <a:pt x="45246" y="1563"/>
                    <a:pt x="47837" y="1525"/>
                    <a:pt x="50423" y="1421"/>
                  </a:cubicBezTo>
                  <a:cubicBezTo>
                    <a:pt x="50399" y="1111"/>
                    <a:pt x="50459" y="802"/>
                    <a:pt x="50423" y="492"/>
                  </a:cubicBezTo>
                  <a:lnTo>
                    <a:pt x="50423" y="492"/>
                  </a:lnTo>
                  <a:cubicBezTo>
                    <a:pt x="48661" y="620"/>
                    <a:pt x="46889" y="671"/>
                    <a:pt x="45110" y="671"/>
                  </a:cubicBezTo>
                  <a:cubicBezTo>
                    <a:pt x="38618" y="671"/>
                    <a:pt x="32039" y="1"/>
                    <a:pt x="255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4"/>
            <p:cNvSpPr/>
            <p:nvPr/>
          </p:nvSpPr>
          <p:spPr>
            <a:xfrm>
              <a:off x="7888513" y="4087888"/>
              <a:ext cx="1262075" cy="53025"/>
            </a:xfrm>
            <a:custGeom>
              <a:avLst/>
              <a:gdLst/>
              <a:ahLst/>
              <a:cxnLst/>
              <a:rect l="l" t="t" r="r" b="b"/>
              <a:pathLst>
                <a:path w="50483" h="2121" extrusionOk="0">
                  <a:moveTo>
                    <a:pt x="17998" y="1"/>
                  </a:moveTo>
                  <a:cubicBezTo>
                    <a:pt x="11171" y="1"/>
                    <a:pt x="1714" y="201"/>
                    <a:pt x="0" y="303"/>
                  </a:cubicBezTo>
                  <a:cubicBezTo>
                    <a:pt x="36" y="899"/>
                    <a:pt x="584" y="1327"/>
                    <a:pt x="608" y="1923"/>
                  </a:cubicBezTo>
                  <a:cubicBezTo>
                    <a:pt x="1301" y="2069"/>
                    <a:pt x="2100" y="2120"/>
                    <a:pt x="2948" y="2120"/>
                  </a:cubicBezTo>
                  <a:cubicBezTo>
                    <a:pt x="4896" y="2120"/>
                    <a:pt x="7107" y="1851"/>
                    <a:pt x="8909" y="1851"/>
                  </a:cubicBezTo>
                  <a:cubicBezTo>
                    <a:pt x="8936" y="1851"/>
                    <a:pt x="8963" y="1851"/>
                    <a:pt x="8990" y="1851"/>
                  </a:cubicBezTo>
                  <a:cubicBezTo>
                    <a:pt x="13609" y="1875"/>
                    <a:pt x="18241" y="1875"/>
                    <a:pt x="22860" y="1875"/>
                  </a:cubicBezTo>
                  <a:cubicBezTo>
                    <a:pt x="26385" y="1875"/>
                    <a:pt x="29885" y="1720"/>
                    <a:pt x="33386" y="1542"/>
                  </a:cubicBezTo>
                  <a:cubicBezTo>
                    <a:pt x="36143" y="1397"/>
                    <a:pt x="38908" y="1274"/>
                    <a:pt x="41674" y="1274"/>
                  </a:cubicBezTo>
                  <a:cubicBezTo>
                    <a:pt x="42562" y="1274"/>
                    <a:pt x="43451" y="1286"/>
                    <a:pt x="44339" y="1315"/>
                  </a:cubicBezTo>
                  <a:cubicBezTo>
                    <a:pt x="46387" y="1387"/>
                    <a:pt x="48471" y="1553"/>
                    <a:pt x="50471" y="1923"/>
                  </a:cubicBezTo>
                  <a:cubicBezTo>
                    <a:pt x="50435" y="1375"/>
                    <a:pt x="50483" y="803"/>
                    <a:pt x="50447" y="256"/>
                  </a:cubicBezTo>
                  <a:lnTo>
                    <a:pt x="50447" y="256"/>
                  </a:lnTo>
                  <a:cubicBezTo>
                    <a:pt x="48030" y="363"/>
                    <a:pt x="45506" y="422"/>
                    <a:pt x="43089" y="422"/>
                  </a:cubicBezTo>
                  <a:cubicBezTo>
                    <a:pt x="42852" y="423"/>
                    <a:pt x="42615" y="424"/>
                    <a:pt x="42379" y="424"/>
                  </a:cubicBezTo>
                  <a:cubicBezTo>
                    <a:pt x="38948" y="424"/>
                    <a:pt x="35518" y="346"/>
                    <a:pt x="32088" y="268"/>
                  </a:cubicBezTo>
                  <a:cubicBezTo>
                    <a:pt x="28409" y="184"/>
                    <a:pt x="24730" y="53"/>
                    <a:pt x="21039" y="18"/>
                  </a:cubicBezTo>
                  <a:cubicBezTo>
                    <a:pt x="20121" y="6"/>
                    <a:pt x="19093" y="1"/>
                    <a:pt x="17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4"/>
            <p:cNvSpPr/>
            <p:nvPr/>
          </p:nvSpPr>
          <p:spPr>
            <a:xfrm>
              <a:off x="7859938" y="4173613"/>
              <a:ext cx="1290350" cy="79000"/>
            </a:xfrm>
            <a:custGeom>
              <a:avLst/>
              <a:gdLst/>
              <a:ahLst/>
              <a:cxnLst/>
              <a:rect l="l" t="t" r="r" b="b"/>
              <a:pathLst>
                <a:path w="51614" h="3160" extrusionOk="0">
                  <a:moveTo>
                    <a:pt x="20244" y="1"/>
                  </a:moveTo>
                  <a:cubicBezTo>
                    <a:pt x="13861" y="1"/>
                    <a:pt x="6767" y="403"/>
                    <a:pt x="989" y="1018"/>
                  </a:cubicBezTo>
                  <a:cubicBezTo>
                    <a:pt x="1001" y="1863"/>
                    <a:pt x="0" y="1494"/>
                    <a:pt x="0" y="2339"/>
                  </a:cubicBezTo>
                  <a:cubicBezTo>
                    <a:pt x="12" y="2435"/>
                    <a:pt x="1536" y="2851"/>
                    <a:pt x="1548" y="2947"/>
                  </a:cubicBezTo>
                  <a:cubicBezTo>
                    <a:pt x="2121" y="3007"/>
                    <a:pt x="2673" y="3030"/>
                    <a:pt x="3207" y="3030"/>
                  </a:cubicBezTo>
                  <a:cubicBezTo>
                    <a:pt x="5003" y="3030"/>
                    <a:pt x="6600" y="2768"/>
                    <a:pt x="8132" y="2768"/>
                  </a:cubicBezTo>
                  <a:cubicBezTo>
                    <a:pt x="8690" y="2771"/>
                    <a:pt x="9248" y="2773"/>
                    <a:pt x="9806" y="2773"/>
                  </a:cubicBezTo>
                  <a:cubicBezTo>
                    <a:pt x="11153" y="2773"/>
                    <a:pt x="12500" y="2764"/>
                    <a:pt x="13847" y="2756"/>
                  </a:cubicBezTo>
                  <a:cubicBezTo>
                    <a:pt x="14076" y="2755"/>
                    <a:pt x="14306" y="2754"/>
                    <a:pt x="14535" y="2754"/>
                  </a:cubicBezTo>
                  <a:cubicBezTo>
                    <a:pt x="15439" y="2754"/>
                    <a:pt x="16345" y="2763"/>
                    <a:pt x="17250" y="2763"/>
                  </a:cubicBezTo>
                  <a:cubicBezTo>
                    <a:pt x="18026" y="2763"/>
                    <a:pt x="18801" y="2756"/>
                    <a:pt x="19574" y="2732"/>
                  </a:cubicBezTo>
                  <a:cubicBezTo>
                    <a:pt x="21094" y="2687"/>
                    <a:pt x="22614" y="2665"/>
                    <a:pt x="24134" y="2665"/>
                  </a:cubicBezTo>
                  <a:cubicBezTo>
                    <a:pt x="26577" y="2665"/>
                    <a:pt x="29019" y="2720"/>
                    <a:pt x="31457" y="2816"/>
                  </a:cubicBezTo>
                  <a:cubicBezTo>
                    <a:pt x="33433" y="2887"/>
                    <a:pt x="35398" y="3006"/>
                    <a:pt x="37362" y="3113"/>
                  </a:cubicBezTo>
                  <a:cubicBezTo>
                    <a:pt x="37991" y="3147"/>
                    <a:pt x="38624" y="3160"/>
                    <a:pt x="39259" y="3160"/>
                  </a:cubicBezTo>
                  <a:cubicBezTo>
                    <a:pt x="40427" y="3160"/>
                    <a:pt x="41599" y="3116"/>
                    <a:pt x="42756" y="3077"/>
                  </a:cubicBezTo>
                  <a:cubicBezTo>
                    <a:pt x="44858" y="3001"/>
                    <a:pt x="46967" y="2906"/>
                    <a:pt x="49073" y="2906"/>
                  </a:cubicBezTo>
                  <a:cubicBezTo>
                    <a:pt x="49913" y="2906"/>
                    <a:pt x="50752" y="2921"/>
                    <a:pt x="51590" y="2958"/>
                  </a:cubicBezTo>
                  <a:cubicBezTo>
                    <a:pt x="51566" y="2292"/>
                    <a:pt x="51614" y="1601"/>
                    <a:pt x="51590" y="934"/>
                  </a:cubicBezTo>
                  <a:lnTo>
                    <a:pt x="51590" y="934"/>
                  </a:lnTo>
                  <a:cubicBezTo>
                    <a:pt x="50143" y="1070"/>
                    <a:pt x="48648" y="1120"/>
                    <a:pt x="47161" y="1120"/>
                  </a:cubicBezTo>
                  <a:cubicBezTo>
                    <a:pt x="46176" y="1120"/>
                    <a:pt x="45195" y="1099"/>
                    <a:pt x="44232" y="1065"/>
                  </a:cubicBezTo>
                  <a:cubicBezTo>
                    <a:pt x="40910" y="934"/>
                    <a:pt x="37612" y="637"/>
                    <a:pt x="34302" y="422"/>
                  </a:cubicBezTo>
                  <a:cubicBezTo>
                    <a:pt x="30754" y="208"/>
                    <a:pt x="27182" y="137"/>
                    <a:pt x="23622" y="41"/>
                  </a:cubicBezTo>
                  <a:cubicBezTo>
                    <a:pt x="22527" y="14"/>
                    <a:pt x="21397" y="1"/>
                    <a:pt x="202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4"/>
            <p:cNvSpPr/>
            <p:nvPr/>
          </p:nvSpPr>
          <p:spPr>
            <a:xfrm>
              <a:off x="7860538" y="4266613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0"/>
                  </a:moveTo>
                  <a:cubicBezTo>
                    <a:pt x="21789" y="12"/>
                    <a:pt x="19848" y="72"/>
                    <a:pt x="17907" y="84"/>
                  </a:cubicBezTo>
                  <a:cubicBezTo>
                    <a:pt x="13620" y="94"/>
                    <a:pt x="8419" y="296"/>
                    <a:pt x="3803" y="296"/>
                  </a:cubicBezTo>
                  <a:cubicBezTo>
                    <a:pt x="2792" y="296"/>
                    <a:pt x="1809" y="286"/>
                    <a:pt x="869" y="262"/>
                  </a:cubicBezTo>
                  <a:lnTo>
                    <a:pt x="869" y="262"/>
                  </a:lnTo>
                  <a:cubicBezTo>
                    <a:pt x="1012" y="1370"/>
                    <a:pt x="0" y="1941"/>
                    <a:pt x="36" y="3048"/>
                  </a:cubicBezTo>
                  <a:cubicBezTo>
                    <a:pt x="36" y="3167"/>
                    <a:pt x="1405" y="4108"/>
                    <a:pt x="1405" y="4227"/>
                  </a:cubicBezTo>
                  <a:cubicBezTo>
                    <a:pt x="1804" y="4257"/>
                    <a:pt x="2219" y="4270"/>
                    <a:pt x="2645" y="4270"/>
                  </a:cubicBezTo>
                  <a:cubicBezTo>
                    <a:pt x="5791" y="4270"/>
                    <a:pt x="9583" y="3554"/>
                    <a:pt x="12640" y="3554"/>
                  </a:cubicBezTo>
                  <a:cubicBezTo>
                    <a:pt x="12802" y="3554"/>
                    <a:pt x="12963" y="3556"/>
                    <a:pt x="13121" y="3560"/>
                  </a:cubicBezTo>
                  <a:cubicBezTo>
                    <a:pt x="16740" y="3656"/>
                    <a:pt x="20360" y="3822"/>
                    <a:pt x="23979" y="3894"/>
                  </a:cubicBezTo>
                  <a:cubicBezTo>
                    <a:pt x="24818" y="3905"/>
                    <a:pt x="25656" y="3913"/>
                    <a:pt x="26494" y="3913"/>
                  </a:cubicBezTo>
                  <a:cubicBezTo>
                    <a:pt x="27464" y="3913"/>
                    <a:pt x="28432" y="3902"/>
                    <a:pt x="29397" y="3870"/>
                  </a:cubicBezTo>
                  <a:cubicBezTo>
                    <a:pt x="31147" y="3822"/>
                    <a:pt x="32873" y="3727"/>
                    <a:pt x="34624" y="3668"/>
                  </a:cubicBezTo>
                  <a:cubicBezTo>
                    <a:pt x="36263" y="3612"/>
                    <a:pt x="37910" y="3569"/>
                    <a:pt x="39557" y="3569"/>
                  </a:cubicBezTo>
                  <a:cubicBezTo>
                    <a:pt x="41414" y="3569"/>
                    <a:pt x="43270" y="3623"/>
                    <a:pt x="45113" y="3775"/>
                  </a:cubicBezTo>
                  <a:cubicBezTo>
                    <a:pt x="47244" y="3941"/>
                    <a:pt x="49411" y="4203"/>
                    <a:pt x="51566" y="4227"/>
                  </a:cubicBezTo>
                  <a:cubicBezTo>
                    <a:pt x="51554" y="2917"/>
                    <a:pt x="51602" y="1596"/>
                    <a:pt x="51566" y="286"/>
                  </a:cubicBezTo>
                  <a:cubicBezTo>
                    <a:pt x="50757" y="247"/>
                    <a:pt x="49942" y="232"/>
                    <a:pt x="49125" y="232"/>
                  </a:cubicBezTo>
                  <a:cubicBezTo>
                    <a:pt x="46431" y="232"/>
                    <a:pt x="43708" y="401"/>
                    <a:pt x="41041" y="465"/>
                  </a:cubicBezTo>
                  <a:lnTo>
                    <a:pt x="41041" y="453"/>
                  </a:lnTo>
                  <a:cubicBezTo>
                    <a:pt x="40590" y="464"/>
                    <a:pt x="40139" y="469"/>
                    <a:pt x="39689" y="469"/>
                  </a:cubicBezTo>
                  <a:cubicBezTo>
                    <a:pt x="36349" y="469"/>
                    <a:pt x="33031" y="189"/>
                    <a:pt x="29694" y="84"/>
                  </a:cubicBezTo>
                  <a:cubicBezTo>
                    <a:pt x="27706" y="24"/>
                    <a:pt x="25718" y="0"/>
                    <a:pt x="23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4"/>
            <p:cNvSpPr/>
            <p:nvPr/>
          </p:nvSpPr>
          <p:spPr>
            <a:xfrm>
              <a:off x="7891488" y="4383688"/>
              <a:ext cx="1258225" cy="65325"/>
            </a:xfrm>
            <a:custGeom>
              <a:avLst/>
              <a:gdLst/>
              <a:ahLst/>
              <a:cxnLst/>
              <a:rect l="l" t="t" r="r" b="b"/>
              <a:pathLst>
                <a:path w="50329" h="2613" extrusionOk="0">
                  <a:moveTo>
                    <a:pt x="38436" y="0"/>
                  </a:moveTo>
                  <a:cubicBezTo>
                    <a:pt x="36364" y="0"/>
                    <a:pt x="34289" y="74"/>
                    <a:pt x="32231" y="151"/>
                  </a:cubicBezTo>
                  <a:cubicBezTo>
                    <a:pt x="30480" y="223"/>
                    <a:pt x="28718" y="306"/>
                    <a:pt x="26956" y="342"/>
                  </a:cubicBezTo>
                  <a:cubicBezTo>
                    <a:pt x="26471" y="348"/>
                    <a:pt x="25986" y="351"/>
                    <a:pt x="25502" y="351"/>
                  </a:cubicBezTo>
                  <a:cubicBezTo>
                    <a:pt x="24177" y="351"/>
                    <a:pt x="22855" y="329"/>
                    <a:pt x="21539" y="294"/>
                  </a:cubicBezTo>
                  <a:cubicBezTo>
                    <a:pt x="20705" y="275"/>
                    <a:pt x="19852" y="267"/>
                    <a:pt x="18985" y="267"/>
                  </a:cubicBezTo>
                  <a:cubicBezTo>
                    <a:pt x="12850" y="267"/>
                    <a:pt x="6009" y="687"/>
                    <a:pt x="0" y="687"/>
                  </a:cubicBezTo>
                  <a:cubicBezTo>
                    <a:pt x="12" y="1247"/>
                    <a:pt x="251" y="2033"/>
                    <a:pt x="262" y="2592"/>
                  </a:cubicBezTo>
                  <a:cubicBezTo>
                    <a:pt x="816" y="2606"/>
                    <a:pt x="1371" y="2613"/>
                    <a:pt x="1927" y="2613"/>
                  </a:cubicBezTo>
                  <a:cubicBezTo>
                    <a:pt x="8478" y="2613"/>
                    <a:pt x="15249" y="1709"/>
                    <a:pt x="21603" y="1709"/>
                  </a:cubicBezTo>
                  <a:cubicBezTo>
                    <a:pt x="22426" y="1709"/>
                    <a:pt x="23243" y="1724"/>
                    <a:pt x="24051" y="1759"/>
                  </a:cubicBezTo>
                  <a:cubicBezTo>
                    <a:pt x="29254" y="1973"/>
                    <a:pt x="34421" y="2461"/>
                    <a:pt x="39648" y="2509"/>
                  </a:cubicBezTo>
                  <a:cubicBezTo>
                    <a:pt x="43208" y="2533"/>
                    <a:pt x="46768" y="2497"/>
                    <a:pt x="50316" y="2592"/>
                  </a:cubicBezTo>
                  <a:cubicBezTo>
                    <a:pt x="50316" y="1949"/>
                    <a:pt x="50328" y="1318"/>
                    <a:pt x="50328" y="675"/>
                  </a:cubicBezTo>
                  <a:cubicBezTo>
                    <a:pt x="47780" y="639"/>
                    <a:pt x="45220" y="294"/>
                    <a:pt x="42708" y="128"/>
                  </a:cubicBezTo>
                  <a:cubicBezTo>
                    <a:pt x="41290" y="35"/>
                    <a:pt x="39864" y="0"/>
                    <a:pt x="384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4"/>
            <p:cNvSpPr/>
            <p:nvPr/>
          </p:nvSpPr>
          <p:spPr>
            <a:xfrm>
              <a:off x="7877188" y="4459988"/>
              <a:ext cx="1272525" cy="70675"/>
            </a:xfrm>
            <a:custGeom>
              <a:avLst/>
              <a:gdLst/>
              <a:ahLst/>
              <a:cxnLst/>
              <a:rect l="l" t="t" r="r" b="b"/>
              <a:pathLst>
                <a:path w="50901" h="2827" extrusionOk="0">
                  <a:moveTo>
                    <a:pt x="21903" y="0"/>
                  </a:moveTo>
                  <a:cubicBezTo>
                    <a:pt x="14993" y="0"/>
                    <a:pt x="7192" y="862"/>
                    <a:pt x="383" y="862"/>
                  </a:cubicBezTo>
                  <a:cubicBezTo>
                    <a:pt x="303" y="862"/>
                    <a:pt x="224" y="862"/>
                    <a:pt x="144" y="862"/>
                  </a:cubicBezTo>
                  <a:lnTo>
                    <a:pt x="144" y="862"/>
                  </a:lnTo>
                  <a:cubicBezTo>
                    <a:pt x="203" y="1576"/>
                    <a:pt x="1" y="2112"/>
                    <a:pt x="37" y="2826"/>
                  </a:cubicBezTo>
                  <a:cubicBezTo>
                    <a:pt x="1764" y="2826"/>
                    <a:pt x="2556" y="2336"/>
                    <a:pt x="2843" y="2336"/>
                  </a:cubicBezTo>
                  <a:cubicBezTo>
                    <a:pt x="2853" y="2336"/>
                    <a:pt x="2862" y="2337"/>
                    <a:pt x="2870" y="2338"/>
                  </a:cubicBezTo>
                  <a:cubicBezTo>
                    <a:pt x="4942" y="1969"/>
                    <a:pt x="7109" y="1814"/>
                    <a:pt x="9157" y="1743"/>
                  </a:cubicBezTo>
                  <a:cubicBezTo>
                    <a:pt x="10364" y="1694"/>
                    <a:pt x="11573" y="1673"/>
                    <a:pt x="12782" y="1673"/>
                  </a:cubicBezTo>
                  <a:cubicBezTo>
                    <a:pt x="15998" y="1673"/>
                    <a:pt x="19216" y="1823"/>
                    <a:pt x="22409" y="2005"/>
                  </a:cubicBezTo>
                  <a:cubicBezTo>
                    <a:pt x="24599" y="2136"/>
                    <a:pt x="26778" y="2279"/>
                    <a:pt x="28957" y="2421"/>
                  </a:cubicBezTo>
                  <a:cubicBezTo>
                    <a:pt x="29954" y="2405"/>
                    <a:pt x="30950" y="2397"/>
                    <a:pt x="31945" y="2397"/>
                  </a:cubicBezTo>
                  <a:cubicBezTo>
                    <a:pt x="37965" y="2397"/>
                    <a:pt x="43966" y="2673"/>
                    <a:pt x="49983" y="2826"/>
                  </a:cubicBezTo>
                  <a:cubicBezTo>
                    <a:pt x="50281" y="2791"/>
                    <a:pt x="50567" y="2755"/>
                    <a:pt x="50864" y="2707"/>
                  </a:cubicBezTo>
                  <a:cubicBezTo>
                    <a:pt x="50876" y="2100"/>
                    <a:pt x="50888" y="1493"/>
                    <a:pt x="50900" y="886"/>
                  </a:cubicBezTo>
                  <a:cubicBezTo>
                    <a:pt x="46959" y="766"/>
                    <a:pt x="43006" y="850"/>
                    <a:pt x="39065" y="778"/>
                  </a:cubicBezTo>
                  <a:cubicBezTo>
                    <a:pt x="34339" y="707"/>
                    <a:pt x="29659" y="266"/>
                    <a:pt x="24945" y="64"/>
                  </a:cubicBezTo>
                  <a:cubicBezTo>
                    <a:pt x="23955" y="19"/>
                    <a:pt x="22939" y="0"/>
                    <a:pt x="219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4"/>
            <p:cNvSpPr/>
            <p:nvPr/>
          </p:nvSpPr>
          <p:spPr>
            <a:xfrm>
              <a:off x="8060563" y="4524388"/>
              <a:ext cx="448875" cy="12600"/>
            </a:xfrm>
            <a:custGeom>
              <a:avLst/>
              <a:gdLst/>
              <a:ahLst/>
              <a:cxnLst/>
              <a:rect l="l" t="t" r="r" b="b"/>
              <a:pathLst>
                <a:path w="17955" h="504" extrusionOk="0">
                  <a:moveTo>
                    <a:pt x="16586" y="0"/>
                  </a:moveTo>
                  <a:cubicBezTo>
                    <a:pt x="11061" y="60"/>
                    <a:pt x="5537" y="167"/>
                    <a:pt x="0" y="286"/>
                  </a:cubicBezTo>
                  <a:cubicBezTo>
                    <a:pt x="2446" y="429"/>
                    <a:pt x="4891" y="504"/>
                    <a:pt x="7337" y="504"/>
                  </a:cubicBezTo>
                  <a:cubicBezTo>
                    <a:pt x="8951" y="504"/>
                    <a:pt x="10566" y="471"/>
                    <a:pt x="12180" y="405"/>
                  </a:cubicBezTo>
                  <a:cubicBezTo>
                    <a:pt x="14109" y="322"/>
                    <a:pt x="16038" y="191"/>
                    <a:pt x="179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4"/>
            <p:cNvSpPr/>
            <p:nvPr/>
          </p:nvSpPr>
          <p:spPr>
            <a:xfrm>
              <a:off x="8638613" y="4147413"/>
              <a:ext cx="491750" cy="19700"/>
            </a:xfrm>
            <a:custGeom>
              <a:avLst/>
              <a:gdLst/>
              <a:ahLst/>
              <a:cxnLst/>
              <a:rect l="l" t="t" r="r" b="b"/>
              <a:pathLst>
                <a:path w="19670" h="788" extrusionOk="0">
                  <a:moveTo>
                    <a:pt x="9475" y="0"/>
                  </a:moveTo>
                  <a:cubicBezTo>
                    <a:pt x="6315" y="0"/>
                    <a:pt x="3152" y="109"/>
                    <a:pt x="0" y="351"/>
                  </a:cubicBezTo>
                  <a:cubicBezTo>
                    <a:pt x="3548" y="542"/>
                    <a:pt x="7084" y="744"/>
                    <a:pt x="10632" y="780"/>
                  </a:cubicBezTo>
                  <a:cubicBezTo>
                    <a:pt x="11043" y="785"/>
                    <a:pt x="11455" y="787"/>
                    <a:pt x="11866" y="787"/>
                  </a:cubicBezTo>
                  <a:cubicBezTo>
                    <a:pt x="14463" y="787"/>
                    <a:pt x="17080" y="682"/>
                    <a:pt x="19669" y="363"/>
                  </a:cubicBezTo>
                  <a:cubicBezTo>
                    <a:pt x="19014" y="315"/>
                    <a:pt x="18360" y="268"/>
                    <a:pt x="17705" y="232"/>
                  </a:cubicBezTo>
                  <a:cubicBezTo>
                    <a:pt x="14969" y="83"/>
                    <a:pt x="12223" y="0"/>
                    <a:pt x="94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4"/>
            <p:cNvSpPr/>
            <p:nvPr/>
          </p:nvSpPr>
          <p:spPr>
            <a:xfrm>
              <a:off x="7888813" y="4555338"/>
              <a:ext cx="1261475" cy="39225"/>
            </a:xfrm>
            <a:custGeom>
              <a:avLst/>
              <a:gdLst/>
              <a:ahLst/>
              <a:cxnLst/>
              <a:rect l="l" t="t" r="r" b="b"/>
              <a:pathLst>
                <a:path w="50459" h="1569" extrusionOk="0">
                  <a:moveTo>
                    <a:pt x="25457" y="1"/>
                  </a:moveTo>
                  <a:cubicBezTo>
                    <a:pt x="24506" y="1"/>
                    <a:pt x="23557" y="15"/>
                    <a:pt x="22610" y="48"/>
                  </a:cubicBezTo>
                  <a:cubicBezTo>
                    <a:pt x="19177" y="174"/>
                    <a:pt x="15804" y="388"/>
                    <a:pt x="12400" y="388"/>
                  </a:cubicBezTo>
                  <a:cubicBezTo>
                    <a:pt x="11295" y="388"/>
                    <a:pt x="10187" y="365"/>
                    <a:pt x="9073" y="310"/>
                  </a:cubicBezTo>
                  <a:cubicBezTo>
                    <a:pt x="7132" y="215"/>
                    <a:pt x="5180" y="108"/>
                    <a:pt x="3215" y="108"/>
                  </a:cubicBezTo>
                  <a:cubicBezTo>
                    <a:pt x="2822" y="108"/>
                    <a:pt x="941" y="512"/>
                    <a:pt x="131" y="548"/>
                  </a:cubicBezTo>
                  <a:cubicBezTo>
                    <a:pt x="167" y="905"/>
                    <a:pt x="0" y="1084"/>
                    <a:pt x="24" y="1441"/>
                  </a:cubicBezTo>
                  <a:cubicBezTo>
                    <a:pt x="213" y="1443"/>
                    <a:pt x="406" y="1444"/>
                    <a:pt x="602" y="1444"/>
                  </a:cubicBezTo>
                  <a:cubicBezTo>
                    <a:pt x="3880" y="1444"/>
                    <a:pt x="8108" y="1178"/>
                    <a:pt x="11276" y="1155"/>
                  </a:cubicBezTo>
                  <a:cubicBezTo>
                    <a:pt x="13002" y="1144"/>
                    <a:pt x="14726" y="1136"/>
                    <a:pt x="16450" y="1136"/>
                  </a:cubicBezTo>
                  <a:cubicBezTo>
                    <a:pt x="18447" y="1136"/>
                    <a:pt x="20444" y="1147"/>
                    <a:pt x="22444" y="1179"/>
                  </a:cubicBezTo>
                  <a:cubicBezTo>
                    <a:pt x="26111" y="1239"/>
                    <a:pt x="29790" y="1370"/>
                    <a:pt x="33469" y="1441"/>
                  </a:cubicBezTo>
                  <a:cubicBezTo>
                    <a:pt x="36512" y="1512"/>
                    <a:pt x="39562" y="1568"/>
                    <a:pt x="42613" y="1568"/>
                  </a:cubicBezTo>
                  <a:cubicBezTo>
                    <a:pt x="45220" y="1568"/>
                    <a:pt x="47829" y="1527"/>
                    <a:pt x="50435" y="1417"/>
                  </a:cubicBezTo>
                  <a:cubicBezTo>
                    <a:pt x="50399" y="1120"/>
                    <a:pt x="50459" y="798"/>
                    <a:pt x="50435" y="501"/>
                  </a:cubicBezTo>
                  <a:lnTo>
                    <a:pt x="50435" y="501"/>
                  </a:lnTo>
                  <a:cubicBezTo>
                    <a:pt x="48674" y="629"/>
                    <a:pt x="46903" y="679"/>
                    <a:pt x="45125" y="679"/>
                  </a:cubicBezTo>
                  <a:cubicBezTo>
                    <a:pt x="38597" y="679"/>
                    <a:pt x="31979" y="1"/>
                    <a:pt x="254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4"/>
            <p:cNvSpPr/>
            <p:nvPr/>
          </p:nvSpPr>
          <p:spPr>
            <a:xfrm>
              <a:off x="7888513" y="4601163"/>
              <a:ext cx="1262075" cy="53100"/>
            </a:xfrm>
            <a:custGeom>
              <a:avLst/>
              <a:gdLst/>
              <a:ahLst/>
              <a:cxnLst/>
              <a:rect l="l" t="t" r="r" b="b"/>
              <a:pathLst>
                <a:path w="50483" h="2124" extrusionOk="0">
                  <a:moveTo>
                    <a:pt x="18386" y="0"/>
                  </a:moveTo>
                  <a:cubicBezTo>
                    <a:pt x="11533" y="0"/>
                    <a:pt x="1736" y="205"/>
                    <a:pt x="0" y="299"/>
                  </a:cubicBezTo>
                  <a:cubicBezTo>
                    <a:pt x="36" y="894"/>
                    <a:pt x="584" y="1323"/>
                    <a:pt x="608" y="1918"/>
                  </a:cubicBezTo>
                  <a:cubicBezTo>
                    <a:pt x="1313" y="2071"/>
                    <a:pt x="2127" y="2123"/>
                    <a:pt x="2991" y="2123"/>
                  </a:cubicBezTo>
                  <a:cubicBezTo>
                    <a:pt x="4929" y="2123"/>
                    <a:pt x="7120" y="1858"/>
                    <a:pt x="8909" y="1858"/>
                  </a:cubicBezTo>
                  <a:cubicBezTo>
                    <a:pt x="8936" y="1858"/>
                    <a:pt x="8963" y="1858"/>
                    <a:pt x="8990" y="1858"/>
                  </a:cubicBezTo>
                  <a:cubicBezTo>
                    <a:pt x="13609" y="1882"/>
                    <a:pt x="18241" y="1882"/>
                    <a:pt x="22860" y="1882"/>
                  </a:cubicBezTo>
                  <a:cubicBezTo>
                    <a:pt x="26385" y="1882"/>
                    <a:pt x="29873" y="1716"/>
                    <a:pt x="33386" y="1537"/>
                  </a:cubicBezTo>
                  <a:cubicBezTo>
                    <a:pt x="36088" y="1396"/>
                    <a:pt x="38796" y="1274"/>
                    <a:pt x="41506" y="1274"/>
                  </a:cubicBezTo>
                  <a:cubicBezTo>
                    <a:pt x="42450" y="1274"/>
                    <a:pt x="43395" y="1289"/>
                    <a:pt x="44339" y="1323"/>
                  </a:cubicBezTo>
                  <a:cubicBezTo>
                    <a:pt x="46387" y="1394"/>
                    <a:pt x="48471" y="1549"/>
                    <a:pt x="50471" y="1918"/>
                  </a:cubicBezTo>
                  <a:cubicBezTo>
                    <a:pt x="50435" y="1370"/>
                    <a:pt x="50483" y="811"/>
                    <a:pt x="50447" y="263"/>
                  </a:cubicBezTo>
                  <a:lnTo>
                    <a:pt x="50447" y="263"/>
                  </a:lnTo>
                  <a:cubicBezTo>
                    <a:pt x="48018" y="358"/>
                    <a:pt x="45506" y="430"/>
                    <a:pt x="43077" y="430"/>
                  </a:cubicBezTo>
                  <a:cubicBezTo>
                    <a:pt x="39422" y="430"/>
                    <a:pt x="35755" y="358"/>
                    <a:pt x="32088" y="275"/>
                  </a:cubicBezTo>
                  <a:cubicBezTo>
                    <a:pt x="28409" y="192"/>
                    <a:pt x="24730" y="61"/>
                    <a:pt x="21039" y="13"/>
                  </a:cubicBezTo>
                  <a:cubicBezTo>
                    <a:pt x="20231" y="4"/>
                    <a:pt x="19337" y="0"/>
                    <a:pt x="183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4"/>
            <p:cNvSpPr/>
            <p:nvPr/>
          </p:nvSpPr>
          <p:spPr>
            <a:xfrm>
              <a:off x="7859938" y="4686963"/>
              <a:ext cx="1290350" cy="78950"/>
            </a:xfrm>
            <a:custGeom>
              <a:avLst/>
              <a:gdLst/>
              <a:ahLst/>
              <a:cxnLst/>
              <a:rect l="l" t="t" r="r" b="b"/>
              <a:pathLst>
                <a:path w="51614" h="3158" extrusionOk="0">
                  <a:moveTo>
                    <a:pt x="20062" y="0"/>
                  </a:moveTo>
                  <a:cubicBezTo>
                    <a:pt x="13723" y="0"/>
                    <a:pt x="6704" y="400"/>
                    <a:pt x="977" y="1010"/>
                  </a:cubicBezTo>
                  <a:cubicBezTo>
                    <a:pt x="1001" y="1855"/>
                    <a:pt x="0" y="1498"/>
                    <a:pt x="0" y="2344"/>
                  </a:cubicBezTo>
                  <a:cubicBezTo>
                    <a:pt x="12" y="2439"/>
                    <a:pt x="1524" y="2855"/>
                    <a:pt x="1536" y="2939"/>
                  </a:cubicBezTo>
                  <a:cubicBezTo>
                    <a:pt x="2111" y="2999"/>
                    <a:pt x="2665" y="3022"/>
                    <a:pt x="3202" y="3022"/>
                  </a:cubicBezTo>
                  <a:cubicBezTo>
                    <a:pt x="4967" y="3022"/>
                    <a:pt x="6543" y="2772"/>
                    <a:pt x="8041" y="2772"/>
                  </a:cubicBezTo>
                  <a:cubicBezTo>
                    <a:pt x="8068" y="2772"/>
                    <a:pt x="8094" y="2772"/>
                    <a:pt x="8120" y="2772"/>
                  </a:cubicBezTo>
                  <a:cubicBezTo>
                    <a:pt x="10025" y="2772"/>
                    <a:pt x="11930" y="2772"/>
                    <a:pt x="13835" y="2760"/>
                  </a:cubicBezTo>
                  <a:cubicBezTo>
                    <a:pt x="14141" y="2758"/>
                    <a:pt x="14447" y="2758"/>
                    <a:pt x="14753" y="2758"/>
                  </a:cubicBezTo>
                  <a:cubicBezTo>
                    <a:pt x="15529" y="2758"/>
                    <a:pt x="16306" y="2762"/>
                    <a:pt x="17083" y="2762"/>
                  </a:cubicBezTo>
                  <a:cubicBezTo>
                    <a:pt x="17910" y="2762"/>
                    <a:pt x="18737" y="2757"/>
                    <a:pt x="19562" y="2736"/>
                  </a:cubicBezTo>
                  <a:cubicBezTo>
                    <a:pt x="21107" y="2690"/>
                    <a:pt x="22652" y="2669"/>
                    <a:pt x="24197" y="2669"/>
                  </a:cubicBezTo>
                  <a:cubicBezTo>
                    <a:pt x="26617" y="2669"/>
                    <a:pt x="29037" y="2721"/>
                    <a:pt x="31457" y="2808"/>
                  </a:cubicBezTo>
                  <a:cubicBezTo>
                    <a:pt x="33421" y="2879"/>
                    <a:pt x="35386" y="2998"/>
                    <a:pt x="37362" y="3106"/>
                  </a:cubicBezTo>
                  <a:cubicBezTo>
                    <a:pt x="37984" y="3143"/>
                    <a:pt x="38611" y="3157"/>
                    <a:pt x="39240" y="3157"/>
                  </a:cubicBezTo>
                  <a:cubicBezTo>
                    <a:pt x="40408" y="3157"/>
                    <a:pt x="41583" y="3108"/>
                    <a:pt x="42744" y="3070"/>
                  </a:cubicBezTo>
                  <a:cubicBezTo>
                    <a:pt x="44877" y="3001"/>
                    <a:pt x="47016" y="2900"/>
                    <a:pt x="49152" y="2900"/>
                  </a:cubicBezTo>
                  <a:cubicBezTo>
                    <a:pt x="49961" y="2900"/>
                    <a:pt x="50770" y="2915"/>
                    <a:pt x="51578" y="2951"/>
                  </a:cubicBezTo>
                  <a:cubicBezTo>
                    <a:pt x="51554" y="2284"/>
                    <a:pt x="51614" y="1593"/>
                    <a:pt x="51578" y="927"/>
                  </a:cubicBezTo>
                  <a:lnTo>
                    <a:pt x="51578" y="927"/>
                  </a:lnTo>
                  <a:cubicBezTo>
                    <a:pt x="50120" y="1064"/>
                    <a:pt x="48613" y="1118"/>
                    <a:pt x="47116" y="1118"/>
                  </a:cubicBezTo>
                  <a:cubicBezTo>
                    <a:pt x="46145" y="1118"/>
                    <a:pt x="45179" y="1095"/>
                    <a:pt x="44232" y="1058"/>
                  </a:cubicBezTo>
                  <a:cubicBezTo>
                    <a:pt x="40898" y="927"/>
                    <a:pt x="37600" y="629"/>
                    <a:pt x="34290" y="427"/>
                  </a:cubicBezTo>
                  <a:cubicBezTo>
                    <a:pt x="30742" y="200"/>
                    <a:pt x="27170" y="129"/>
                    <a:pt x="23611" y="46"/>
                  </a:cubicBezTo>
                  <a:cubicBezTo>
                    <a:pt x="22462" y="15"/>
                    <a:pt x="21274" y="0"/>
                    <a:pt x="200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4"/>
            <p:cNvSpPr/>
            <p:nvPr/>
          </p:nvSpPr>
          <p:spPr>
            <a:xfrm>
              <a:off x="7860238" y="4780063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1"/>
                  </a:moveTo>
                  <a:cubicBezTo>
                    <a:pt x="21789" y="13"/>
                    <a:pt x="19848" y="72"/>
                    <a:pt x="17907" y="72"/>
                  </a:cubicBezTo>
                  <a:cubicBezTo>
                    <a:pt x="13549" y="82"/>
                    <a:pt x="8246" y="291"/>
                    <a:pt x="3581" y="291"/>
                  </a:cubicBezTo>
                  <a:cubicBezTo>
                    <a:pt x="2652" y="291"/>
                    <a:pt x="1748" y="282"/>
                    <a:pt x="881" y="263"/>
                  </a:cubicBezTo>
                  <a:lnTo>
                    <a:pt x="881" y="263"/>
                  </a:lnTo>
                  <a:cubicBezTo>
                    <a:pt x="1024" y="1358"/>
                    <a:pt x="0" y="1941"/>
                    <a:pt x="36" y="3037"/>
                  </a:cubicBezTo>
                  <a:cubicBezTo>
                    <a:pt x="48" y="3168"/>
                    <a:pt x="1405" y="4096"/>
                    <a:pt x="1417" y="4227"/>
                  </a:cubicBezTo>
                  <a:cubicBezTo>
                    <a:pt x="1815" y="4257"/>
                    <a:pt x="2228" y="4270"/>
                    <a:pt x="2654" y="4270"/>
                  </a:cubicBezTo>
                  <a:cubicBezTo>
                    <a:pt x="5793" y="4270"/>
                    <a:pt x="9593" y="3554"/>
                    <a:pt x="12642" y="3554"/>
                  </a:cubicBezTo>
                  <a:cubicBezTo>
                    <a:pt x="12804" y="3554"/>
                    <a:pt x="12963" y="3556"/>
                    <a:pt x="13121" y="3561"/>
                  </a:cubicBezTo>
                  <a:cubicBezTo>
                    <a:pt x="16741" y="3644"/>
                    <a:pt x="20360" y="3823"/>
                    <a:pt x="23980" y="3882"/>
                  </a:cubicBezTo>
                  <a:cubicBezTo>
                    <a:pt x="24819" y="3899"/>
                    <a:pt x="25659" y="3908"/>
                    <a:pt x="26499" y="3908"/>
                  </a:cubicBezTo>
                  <a:cubicBezTo>
                    <a:pt x="27469" y="3908"/>
                    <a:pt x="28439" y="3896"/>
                    <a:pt x="29409" y="3870"/>
                  </a:cubicBezTo>
                  <a:cubicBezTo>
                    <a:pt x="31147" y="3823"/>
                    <a:pt x="32885" y="3727"/>
                    <a:pt x="34624" y="3668"/>
                  </a:cubicBezTo>
                  <a:cubicBezTo>
                    <a:pt x="36263" y="3612"/>
                    <a:pt x="37913" y="3569"/>
                    <a:pt x="39562" y="3569"/>
                  </a:cubicBezTo>
                  <a:cubicBezTo>
                    <a:pt x="41423" y="3569"/>
                    <a:pt x="43282" y="3623"/>
                    <a:pt x="45125" y="3775"/>
                  </a:cubicBezTo>
                  <a:cubicBezTo>
                    <a:pt x="47256" y="3942"/>
                    <a:pt x="49411" y="4204"/>
                    <a:pt x="51566" y="4227"/>
                  </a:cubicBezTo>
                  <a:cubicBezTo>
                    <a:pt x="51566" y="2918"/>
                    <a:pt x="51602" y="1596"/>
                    <a:pt x="51566" y="286"/>
                  </a:cubicBezTo>
                  <a:cubicBezTo>
                    <a:pt x="50737" y="244"/>
                    <a:pt x="49902" y="227"/>
                    <a:pt x="49065" y="227"/>
                  </a:cubicBezTo>
                  <a:cubicBezTo>
                    <a:pt x="46391" y="227"/>
                    <a:pt x="43688" y="399"/>
                    <a:pt x="41041" y="453"/>
                  </a:cubicBezTo>
                  <a:cubicBezTo>
                    <a:pt x="40639" y="462"/>
                    <a:pt x="40237" y="466"/>
                    <a:pt x="39835" y="466"/>
                  </a:cubicBezTo>
                  <a:cubicBezTo>
                    <a:pt x="36446" y="466"/>
                    <a:pt x="33080" y="180"/>
                    <a:pt x="29695" y="84"/>
                  </a:cubicBezTo>
                  <a:cubicBezTo>
                    <a:pt x="27706" y="24"/>
                    <a:pt x="25718" y="1"/>
                    <a:pt x="237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4"/>
            <p:cNvSpPr/>
            <p:nvPr/>
          </p:nvSpPr>
          <p:spPr>
            <a:xfrm>
              <a:off x="7891188" y="4896938"/>
              <a:ext cx="1258225" cy="40900"/>
            </a:xfrm>
            <a:custGeom>
              <a:avLst/>
              <a:gdLst/>
              <a:ahLst/>
              <a:cxnLst/>
              <a:rect l="l" t="t" r="r" b="b"/>
              <a:pathLst>
                <a:path w="50329" h="1636" extrusionOk="0">
                  <a:moveTo>
                    <a:pt x="38389" y="0"/>
                  </a:moveTo>
                  <a:cubicBezTo>
                    <a:pt x="36334" y="0"/>
                    <a:pt x="34272" y="76"/>
                    <a:pt x="32231" y="160"/>
                  </a:cubicBezTo>
                  <a:cubicBezTo>
                    <a:pt x="30481" y="219"/>
                    <a:pt x="28718" y="314"/>
                    <a:pt x="26956" y="338"/>
                  </a:cubicBezTo>
                  <a:cubicBezTo>
                    <a:pt x="26353" y="346"/>
                    <a:pt x="25751" y="350"/>
                    <a:pt x="25150" y="350"/>
                  </a:cubicBezTo>
                  <a:cubicBezTo>
                    <a:pt x="23947" y="350"/>
                    <a:pt x="22745" y="334"/>
                    <a:pt x="21539" y="302"/>
                  </a:cubicBezTo>
                  <a:cubicBezTo>
                    <a:pt x="20649" y="280"/>
                    <a:pt x="19738" y="271"/>
                    <a:pt x="18811" y="271"/>
                  </a:cubicBezTo>
                  <a:cubicBezTo>
                    <a:pt x="12721" y="271"/>
                    <a:pt x="5953" y="683"/>
                    <a:pt x="1" y="683"/>
                  </a:cubicBezTo>
                  <a:cubicBezTo>
                    <a:pt x="12" y="969"/>
                    <a:pt x="72" y="1291"/>
                    <a:pt x="132" y="1624"/>
                  </a:cubicBezTo>
                  <a:lnTo>
                    <a:pt x="132" y="1636"/>
                  </a:lnTo>
                  <a:lnTo>
                    <a:pt x="50328" y="1636"/>
                  </a:lnTo>
                  <a:cubicBezTo>
                    <a:pt x="50328" y="1314"/>
                    <a:pt x="50328" y="993"/>
                    <a:pt x="50328" y="683"/>
                  </a:cubicBezTo>
                  <a:cubicBezTo>
                    <a:pt x="47780" y="648"/>
                    <a:pt x="45221" y="302"/>
                    <a:pt x="42708" y="136"/>
                  </a:cubicBezTo>
                  <a:cubicBezTo>
                    <a:pt x="41278" y="37"/>
                    <a:pt x="39835" y="0"/>
                    <a:pt x="383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4"/>
            <p:cNvSpPr/>
            <p:nvPr/>
          </p:nvSpPr>
          <p:spPr>
            <a:xfrm>
              <a:off x="8638613" y="4660863"/>
              <a:ext cx="491450" cy="19600"/>
            </a:xfrm>
            <a:custGeom>
              <a:avLst/>
              <a:gdLst/>
              <a:ahLst/>
              <a:cxnLst/>
              <a:rect l="l" t="t" r="r" b="b"/>
              <a:pathLst>
                <a:path w="19658" h="784" extrusionOk="0">
                  <a:moveTo>
                    <a:pt x="9469" y="0"/>
                  </a:moveTo>
                  <a:cubicBezTo>
                    <a:pt x="6309" y="0"/>
                    <a:pt x="3146" y="109"/>
                    <a:pt x="0" y="351"/>
                  </a:cubicBezTo>
                  <a:cubicBezTo>
                    <a:pt x="3536" y="530"/>
                    <a:pt x="7072" y="732"/>
                    <a:pt x="10621" y="780"/>
                  </a:cubicBezTo>
                  <a:cubicBezTo>
                    <a:pt x="10930" y="783"/>
                    <a:pt x="11241" y="784"/>
                    <a:pt x="11551" y="784"/>
                  </a:cubicBezTo>
                  <a:cubicBezTo>
                    <a:pt x="14257" y="784"/>
                    <a:pt x="16976" y="684"/>
                    <a:pt x="19657" y="363"/>
                  </a:cubicBezTo>
                  <a:cubicBezTo>
                    <a:pt x="19003" y="316"/>
                    <a:pt x="18348" y="268"/>
                    <a:pt x="17693" y="232"/>
                  </a:cubicBezTo>
                  <a:cubicBezTo>
                    <a:pt x="14963" y="83"/>
                    <a:pt x="12217" y="0"/>
                    <a:pt x="94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4"/>
            <p:cNvSpPr/>
            <p:nvPr/>
          </p:nvSpPr>
          <p:spPr>
            <a:xfrm>
              <a:off x="7854300" y="4951988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1"/>
                  </a:moveTo>
                  <a:cubicBezTo>
                    <a:pt x="21789" y="13"/>
                    <a:pt x="19848" y="72"/>
                    <a:pt x="17907" y="72"/>
                  </a:cubicBezTo>
                  <a:cubicBezTo>
                    <a:pt x="13549" y="82"/>
                    <a:pt x="8246" y="291"/>
                    <a:pt x="3581" y="291"/>
                  </a:cubicBezTo>
                  <a:cubicBezTo>
                    <a:pt x="2652" y="291"/>
                    <a:pt x="1748" y="282"/>
                    <a:pt x="881" y="263"/>
                  </a:cubicBezTo>
                  <a:lnTo>
                    <a:pt x="881" y="263"/>
                  </a:lnTo>
                  <a:cubicBezTo>
                    <a:pt x="1024" y="1358"/>
                    <a:pt x="0" y="1941"/>
                    <a:pt x="36" y="3037"/>
                  </a:cubicBezTo>
                  <a:cubicBezTo>
                    <a:pt x="48" y="3168"/>
                    <a:pt x="1405" y="4096"/>
                    <a:pt x="1417" y="4227"/>
                  </a:cubicBezTo>
                  <a:cubicBezTo>
                    <a:pt x="1815" y="4257"/>
                    <a:pt x="2228" y="4270"/>
                    <a:pt x="2654" y="4270"/>
                  </a:cubicBezTo>
                  <a:cubicBezTo>
                    <a:pt x="5793" y="4270"/>
                    <a:pt x="9593" y="3554"/>
                    <a:pt x="12642" y="3554"/>
                  </a:cubicBezTo>
                  <a:cubicBezTo>
                    <a:pt x="12804" y="3554"/>
                    <a:pt x="12963" y="3556"/>
                    <a:pt x="13121" y="3561"/>
                  </a:cubicBezTo>
                  <a:cubicBezTo>
                    <a:pt x="16741" y="3644"/>
                    <a:pt x="20360" y="3823"/>
                    <a:pt x="23980" y="3882"/>
                  </a:cubicBezTo>
                  <a:cubicBezTo>
                    <a:pt x="24819" y="3899"/>
                    <a:pt x="25659" y="3908"/>
                    <a:pt x="26499" y="3908"/>
                  </a:cubicBezTo>
                  <a:cubicBezTo>
                    <a:pt x="27469" y="3908"/>
                    <a:pt x="28439" y="3896"/>
                    <a:pt x="29409" y="3870"/>
                  </a:cubicBezTo>
                  <a:cubicBezTo>
                    <a:pt x="31147" y="3823"/>
                    <a:pt x="32885" y="3727"/>
                    <a:pt x="34624" y="3668"/>
                  </a:cubicBezTo>
                  <a:cubicBezTo>
                    <a:pt x="36263" y="3612"/>
                    <a:pt x="37913" y="3569"/>
                    <a:pt x="39562" y="3569"/>
                  </a:cubicBezTo>
                  <a:cubicBezTo>
                    <a:pt x="41423" y="3569"/>
                    <a:pt x="43282" y="3623"/>
                    <a:pt x="45125" y="3775"/>
                  </a:cubicBezTo>
                  <a:cubicBezTo>
                    <a:pt x="47256" y="3942"/>
                    <a:pt x="49411" y="4204"/>
                    <a:pt x="51566" y="4227"/>
                  </a:cubicBezTo>
                  <a:cubicBezTo>
                    <a:pt x="51566" y="2918"/>
                    <a:pt x="51602" y="1596"/>
                    <a:pt x="51566" y="286"/>
                  </a:cubicBezTo>
                  <a:cubicBezTo>
                    <a:pt x="50737" y="244"/>
                    <a:pt x="49902" y="227"/>
                    <a:pt x="49065" y="227"/>
                  </a:cubicBezTo>
                  <a:cubicBezTo>
                    <a:pt x="46391" y="227"/>
                    <a:pt x="43688" y="399"/>
                    <a:pt x="41041" y="453"/>
                  </a:cubicBezTo>
                  <a:cubicBezTo>
                    <a:pt x="40639" y="462"/>
                    <a:pt x="40237" y="466"/>
                    <a:pt x="39835" y="466"/>
                  </a:cubicBezTo>
                  <a:cubicBezTo>
                    <a:pt x="36446" y="466"/>
                    <a:pt x="33080" y="180"/>
                    <a:pt x="29695" y="84"/>
                  </a:cubicBezTo>
                  <a:cubicBezTo>
                    <a:pt x="27706" y="24"/>
                    <a:pt x="25718" y="1"/>
                    <a:pt x="237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4"/>
            <p:cNvSpPr/>
            <p:nvPr/>
          </p:nvSpPr>
          <p:spPr>
            <a:xfrm>
              <a:off x="7884350" y="5068863"/>
              <a:ext cx="1258225" cy="65325"/>
            </a:xfrm>
            <a:custGeom>
              <a:avLst/>
              <a:gdLst/>
              <a:ahLst/>
              <a:cxnLst/>
              <a:rect l="l" t="t" r="r" b="b"/>
              <a:pathLst>
                <a:path w="50329" h="2613" extrusionOk="0">
                  <a:moveTo>
                    <a:pt x="38436" y="0"/>
                  </a:moveTo>
                  <a:cubicBezTo>
                    <a:pt x="36364" y="0"/>
                    <a:pt x="34289" y="74"/>
                    <a:pt x="32231" y="151"/>
                  </a:cubicBezTo>
                  <a:cubicBezTo>
                    <a:pt x="30480" y="223"/>
                    <a:pt x="28718" y="306"/>
                    <a:pt x="26956" y="342"/>
                  </a:cubicBezTo>
                  <a:cubicBezTo>
                    <a:pt x="26471" y="348"/>
                    <a:pt x="25986" y="351"/>
                    <a:pt x="25502" y="351"/>
                  </a:cubicBezTo>
                  <a:cubicBezTo>
                    <a:pt x="24177" y="351"/>
                    <a:pt x="22855" y="329"/>
                    <a:pt x="21539" y="294"/>
                  </a:cubicBezTo>
                  <a:cubicBezTo>
                    <a:pt x="20705" y="275"/>
                    <a:pt x="19852" y="267"/>
                    <a:pt x="18985" y="267"/>
                  </a:cubicBezTo>
                  <a:cubicBezTo>
                    <a:pt x="12850" y="267"/>
                    <a:pt x="6009" y="687"/>
                    <a:pt x="0" y="687"/>
                  </a:cubicBezTo>
                  <a:cubicBezTo>
                    <a:pt x="12" y="1247"/>
                    <a:pt x="251" y="2033"/>
                    <a:pt x="262" y="2592"/>
                  </a:cubicBezTo>
                  <a:cubicBezTo>
                    <a:pt x="816" y="2606"/>
                    <a:pt x="1371" y="2613"/>
                    <a:pt x="1927" y="2613"/>
                  </a:cubicBezTo>
                  <a:cubicBezTo>
                    <a:pt x="8478" y="2613"/>
                    <a:pt x="15249" y="1709"/>
                    <a:pt x="21603" y="1709"/>
                  </a:cubicBezTo>
                  <a:cubicBezTo>
                    <a:pt x="22426" y="1709"/>
                    <a:pt x="23243" y="1724"/>
                    <a:pt x="24051" y="1759"/>
                  </a:cubicBezTo>
                  <a:cubicBezTo>
                    <a:pt x="29254" y="1973"/>
                    <a:pt x="34421" y="2461"/>
                    <a:pt x="39648" y="2509"/>
                  </a:cubicBezTo>
                  <a:cubicBezTo>
                    <a:pt x="43208" y="2533"/>
                    <a:pt x="46768" y="2497"/>
                    <a:pt x="50316" y="2592"/>
                  </a:cubicBezTo>
                  <a:cubicBezTo>
                    <a:pt x="50316" y="1949"/>
                    <a:pt x="50328" y="1318"/>
                    <a:pt x="50328" y="675"/>
                  </a:cubicBezTo>
                  <a:cubicBezTo>
                    <a:pt x="47780" y="639"/>
                    <a:pt x="45220" y="294"/>
                    <a:pt x="42708" y="128"/>
                  </a:cubicBezTo>
                  <a:cubicBezTo>
                    <a:pt x="41290" y="35"/>
                    <a:pt x="39864" y="0"/>
                    <a:pt x="384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4" name="Google Shape;1124;p19"/>
          <p:cNvGrpSpPr/>
          <p:nvPr/>
        </p:nvGrpSpPr>
        <p:grpSpPr>
          <a:xfrm rot="-5400000">
            <a:off x="-2313053" y="2250477"/>
            <a:ext cx="5303654" cy="685901"/>
            <a:chOff x="-14087" y="4621600"/>
            <a:chExt cx="9164772" cy="664375"/>
          </a:xfrm>
        </p:grpSpPr>
        <p:sp>
          <p:nvSpPr>
            <p:cNvPr id="1125" name="Google Shape;1125;p19"/>
            <p:cNvSpPr/>
            <p:nvPr/>
          </p:nvSpPr>
          <p:spPr>
            <a:xfrm rot="10800000" flipH="1">
              <a:off x="951926" y="5026250"/>
              <a:ext cx="262621" cy="4575"/>
            </a:xfrm>
            <a:custGeom>
              <a:avLst/>
              <a:gdLst/>
              <a:ahLst/>
              <a:cxnLst/>
              <a:rect l="l" t="t" r="r" b="b"/>
              <a:pathLst>
                <a:path w="8189" h="183" extrusionOk="0">
                  <a:moveTo>
                    <a:pt x="4669" y="1"/>
                  </a:moveTo>
                  <a:cubicBezTo>
                    <a:pt x="3113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8" y="181"/>
                    <a:pt x="595" y="183"/>
                    <a:pt x="1028" y="183"/>
                  </a:cubicBezTo>
                  <a:cubicBezTo>
                    <a:pt x="3436" y="183"/>
                    <a:pt x="8189" y="125"/>
                    <a:pt x="7622" y="125"/>
                  </a:cubicBezTo>
                  <a:cubicBezTo>
                    <a:pt x="7465" y="125"/>
                    <a:pt x="6900" y="129"/>
                    <a:pt x="5763" y="141"/>
                  </a:cubicBezTo>
                  <a:cubicBezTo>
                    <a:pt x="5311" y="141"/>
                    <a:pt x="6680" y="69"/>
                    <a:pt x="7145" y="34"/>
                  </a:cubicBezTo>
                  <a:cubicBezTo>
                    <a:pt x="6319" y="13"/>
                    <a:pt x="5494" y="1"/>
                    <a:pt x="46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19"/>
            <p:cNvSpPr/>
            <p:nvPr/>
          </p:nvSpPr>
          <p:spPr>
            <a:xfrm rot="10800000" flipH="1">
              <a:off x="716660" y="5015975"/>
              <a:ext cx="203612" cy="8375"/>
            </a:xfrm>
            <a:custGeom>
              <a:avLst/>
              <a:gdLst/>
              <a:ahLst/>
              <a:cxnLst/>
              <a:rect l="l" t="t" r="r" b="b"/>
              <a:pathLst>
                <a:path w="6349" h="335" extrusionOk="0">
                  <a:moveTo>
                    <a:pt x="6349" y="1"/>
                  </a:moveTo>
                  <a:cubicBezTo>
                    <a:pt x="5135" y="19"/>
                    <a:pt x="0" y="287"/>
                    <a:pt x="161" y="287"/>
                  </a:cubicBezTo>
                  <a:cubicBezTo>
                    <a:pt x="205" y="287"/>
                    <a:pt x="651" y="266"/>
                    <a:pt x="1693" y="215"/>
                  </a:cubicBezTo>
                  <a:cubicBezTo>
                    <a:pt x="1730" y="213"/>
                    <a:pt x="1752" y="212"/>
                    <a:pt x="1761" y="212"/>
                  </a:cubicBezTo>
                  <a:cubicBezTo>
                    <a:pt x="1852" y="212"/>
                    <a:pt x="919" y="302"/>
                    <a:pt x="586" y="334"/>
                  </a:cubicBezTo>
                  <a:cubicBezTo>
                    <a:pt x="2515" y="310"/>
                    <a:pt x="4432" y="227"/>
                    <a:pt x="6349" y="13"/>
                  </a:cubicBezTo>
                  <a:lnTo>
                    <a:pt x="63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19"/>
            <p:cNvSpPr/>
            <p:nvPr/>
          </p:nvSpPr>
          <p:spPr>
            <a:xfrm rot="10800000" flipH="1">
              <a:off x="2625146" y="5026250"/>
              <a:ext cx="262589" cy="4575"/>
            </a:xfrm>
            <a:custGeom>
              <a:avLst/>
              <a:gdLst/>
              <a:ahLst/>
              <a:cxnLst/>
              <a:rect l="l" t="t" r="r" b="b"/>
              <a:pathLst>
                <a:path w="8188" h="183" extrusionOk="0">
                  <a:moveTo>
                    <a:pt x="4668" y="1"/>
                  </a:moveTo>
                  <a:cubicBezTo>
                    <a:pt x="3112" y="1"/>
                    <a:pt x="1556" y="44"/>
                    <a:pt x="0" y="153"/>
                  </a:cubicBezTo>
                  <a:lnTo>
                    <a:pt x="0" y="176"/>
                  </a:lnTo>
                  <a:cubicBezTo>
                    <a:pt x="237" y="181"/>
                    <a:pt x="594" y="183"/>
                    <a:pt x="1027" y="183"/>
                  </a:cubicBezTo>
                  <a:cubicBezTo>
                    <a:pt x="3435" y="183"/>
                    <a:pt x="8188" y="125"/>
                    <a:pt x="7621" y="125"/>
                  </a:cubicBezTo>
                  <a:cubicBezTo>
                    <a:pt x="7464" y="125"/>
                    <a:pt x="6899" y="129"/>
                    <a:pt x="5763" y="141"/>
                  </a:cubicBezTo>
                  <a:cubicBezTo>
                    <a:pt x="5310" y="141"/>
                    <a:pt x="6679" y="69"/>
                    <a:pt x="7144" y="34"/>
                  </a:cubicBezTo>
                  <a:cubicBezTo>
                    <a:pt x="6318" y="13"/>
                    <a:pt x="5493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19"/>
            <p:cNvSpPr/>
            <p:nvPr/>
          </p:nvSpPr>
          <p:spPr>
            <a:xfrm rot="10800000" flipH="1">
              <a:off x="2389848" y="5015975"/>
              <a:ext cx="203612" cy="8375"/>
            </a:xfrm>
            <a:custGeom>
              <a:avLst/>
              <a:gdLst/>
              <a:ahLst/>
              <a:cxnLst/>
              <a:rect l="l" t="t" r="r" b="b"/>
              <a:pathLst>
                <a:path w="6349" h="335" extrusionOk="0">
                  <a:moveTo>
                    <a:pt x="6349" y="1"/>
                  </a:moveTo>
                  <a:cubicBezTo>
                    <a:pt x="5135" y="19"/>
                    <a:pt x="0" y="287"/>
                    <a:pt x="161" y="287"/>
                  </a:cubicBezTo>
                  <a:cubicBezTo>
                    <a:pt x="205" y="287"/>
                    <a:pt x="651" y="266"/>
                    <a:pt x="1693" y="215"/>
                  </a:cubicBezTo>
                  <a:cubicBezTo>
                    <a:pt x="1730" y="213"/>
                    <a:pt x="1752" y="212"/>
                    <a:pt x="1762" y="212"/>
                  </a:cubicBezTo>
                  <a:cubicBezTo>
                    <a:pt x="1852" y="212"/>
                    <a:pt x="919" y="302"/>
                    <a:pt x="586" y="334"/>
                  </a:cubicBezTo>
                  <a:cubicBezTo>
                    <a:pt x="2515" y="310"/>
                    <a:pt x="4432" y="227"/>
                    <a:pt x="6349" y="13"/>
                  </a:cubicBezTo>
                  <a:lnTo>
                    <a:pt x="63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19"/>
            <p:cNvSpPr/>
            <p:nvPr/>
          </p:nvSpPr>
          <p:spPr>
            <a:xfrm rot="10800000" flipH="1">
              <a:off x="4293748" y="5026250"/>
              <a:ext cx="262974" cy="4575"/>
            </a:xfrm>
            <a:custGeom>
              <a:avLst/>
              <a:gdLst/>
              <a:ahLst/>
              <a:cxnLst/>
              <a:rect l="l" t="t" r="r" b="b"/>
              <a:pathLst>
                <a:path w="8200" h="183" extrusionOk="0">
                  <a:moveTo>
                    <a:pt x="4668" y="1"/>
                  </a:moveTo>
                  <a:cubicBezTo>
                    <a:pt x="3112" y="1"/>
                    <a:pt x="1556" y="44"/>
                    <a:pt x="0" y="153"/>
                  </a:cubicBezTo>
                  <a:lnTo>
                    <a:pt x="0" y="176"/>
                  </a:lnTo>
                  <a:cubicBezTo>
                    <a:pt x="238" y="181"/>
                    <a:pt x="597" y="183"/>
                    <a:pt x="1031" y="183"/>
                  </a:cubicBezTo>
                  <a:cubicBezTo>
                    <a:pt x="3445" y="183"/>
                    <a:pt x="8200" y="125"/>
                    <a:pt x="7633" y="125"/>
                  </a:cubicBezTo>
                  <a:cubicBezTo>
                    <a:pt x="7477" y="125"/>
                    <a:pt x="6911" y="129"/>
                    <a:pt x="5775" y="141"/>
                  </a:cubicBezTo>
                  <a:cubicBezTo>
                    <a:pt x="5311" y="141"/>
                    <a:pt x="6692" y="69"/>
                    <a:pt x="7144" y="34"/>
                  </a:cubicBezTo>
                  <a:cubicBezTo>
                    <a:pt x="6319" y="13"/>
                    <a:pt x="5493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9"/>
            <p:cNvSpPr/>
            <p:nvPr/>
          </p:nvSpPr>
          <p:spPr>
            <a:xfrm rot="10800000" flipH="1">
              <a:off x="4058707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1" y="1"/>
                  </a:moveTo>
                  <a:cubicBezTo>
                    <a:pt x="5128" y="19"/>
                    <a:pt x="0" y="287"/>
                    <a:pt x="163" y="287"/>
                  </a:cubicBezTo>
                  <a:cubicBezTo>
                    <a:pt x="209" y="287"/>
                    <a:pt x="656" y="266"/>
                    <a:pt x="1698" y="215"/>
                  </a:cubicBezTo>
                  <a:cubicBezTo>
                    <a:pt x="1734" y="213"/>
                    <a:pt x="1756" y="212"/>
                    <a:pt x="1766" y="212"/>
                  </a:cubicBezTo>
                  <a:cubicBezTo>
                    <a:pt x="1856" y="212"/>
                    <a:pt x="923" y="302"/>
                    <a:pt x="590" y="334"/>
                  </a:cubicBezTo>
                  <a:cubicBezTo>
                    <a:pt x="2507" y="310"/>
                    <a:pt x="4424" y="227"/>
                    <a:pt x="6341" y="13"/>
                  </a:cubicBezTo>
                  <a:lnTo>
                    <a:pt x="63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9"/>
            <p:cNvSpPr/>
            <p:nvPr/>
          </p:nvSpPr>
          <p:spPr>
            <a:xfrm rot="10800000" flipH="1">
              <a:off x="5962350" y="5026250"/>
              <a:ext cx="262621" cy="4575"/>
            </a:xfrm>
            <a:custGeom>
              <a:avLst/>
              <a:gdLst/>
              <a:ahLst/>
              <a:cxnLst/>
              <a:rect l="l" t="t" r="r" b="b"/>
              <a:pathLst>
                <a:path w="8189" h="183" extrusionOk="0">
                  <a:moveTo>
                    <a:pt x="4668" y="1"/>
                  </a:moveTo>
                  <a:cubicBezTo>
                    <a:pt x="3112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7" y="181"/>
                    <a:pt x="595" y="183"/>
                    <a:pt x="1028" y="183"/>
                  </a:cubicBezTo>
                  <a:cubicBezTo>
                    <a:pt x="3435" y="183"/>
                    <a:pt x="8189" y="125"/>
                    <a:pt x="7622" y="125"/>
                  </a:cubicBezTo>
                  <a:cubicBezTo>
                    <a:pt x="7465" y="125"/>
                    <a:pt x="6900" y="129"/>
                    <a:pt x="5763" y="141"/>
                  </a:cubicBezTo>
                  <a:cubicBezTo>
                    <a:pt x="5311" y="141"/>
                    <a:pt x="6680" y="69"/>
                    <a:pt x="7144" y="34"/>
                  </a:cubicBezTo>
                  <a:cubicBezTo>
                    <a:pt x="6319" y="13"/>
                    <a:pt x="5494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19"/>
            <p:cNvSpPr/>
            <p:nvPr/>
          </p:nvSpPr>
          <p:spPr>
            <a:xfrm rot="10800000" flipH="1">
              <a:off x="5727309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1" y="1"/>
                  </a:moveTo>
                  <a:cubicBezTo>
                    <a:pt x="5128" y="19"/>
                    <a:pt x="0" y="287"/>
                    <a:pt x="158" y="287"/>
                  </a:cubicBezTo>
                  <a:cubicBezTo>
                    <a:pt x="202" y="287"/>
                    <a:pt x="647" y="266"/>
                    <a:pt x="1686" y="215"/>
                  </a:cubicBezTo>
                  <a:cubicBezTo>
                    <a:pt x="1724" y="213"/>
                    <a:pt x="1747" y="212"/>
                    <a:pt x="1757" y="212"/>
                  </a:cubicBezTo>
                  <a:cubicBezTo>
                    <a:pt x="1854" y="212"/>
                    <a:pt x="912" y="302"/>
                    <a:pt x="579" y="334"/>
                  </a:cubicBezTo>
                  <a:cubicBezTo>
                    <a:pt x="2508" y="310"/>
                    <a:pt x="4425" y="227"/>
                    <a:pt x="6341" y="13"/>
                  </a:cubicBezTo>
                  <a:lnTo>
                    <a:pt x="63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19"/>
            <p:cNvSpPr/>
            <p:nvPr/>
          </p:nvSpPr>
          <p:spPr>
            <a:xfrm rot="10800000" flipH="1">
              <a:off x="7631337" y="5026250"/>
              <a:ext cx="262878" cy="4575"/>
            </a:xfrm>
            <a:custGeom>
              <a:avLst/>
              <a:gdLst/>
              <a:ahLst/>
              <a:cxnLst/>
              <a:rect l="l" t="t" r="r" b="b"/>
              <a:pathLst>
                <a:path w="8197" h="183" extrusionOk="0">
                  <a:moveTo>
                    <a:pt x="4669" y="1"/>
                  </a:moveTo>
                  <a:cubicBezTo>
                    <a:pt x="3113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8" y="181"/>
                    <a:pt x="595" y="183"/>
                    <a:pt x="1028" y="183"/>
                  </a:cubicBezTo>
                  <a:cubicBezTo>
                    <a:pt x="3438" y="183"/>
                    <a:pt x="8196" y="125"/>
                    <a:pt x="7627" y="125"/>
                  </a:cubicBezTo>
                  <a:cubicBezTo>
                    <a:pt x="7469" y="125"/>
                    <a:pt x="6902" y="129"/>
                    <a:pt x="5763" y="141"/>
                  </a:cubicBezTo>
                  <a:cubicBezTo>
                    <a:pt x="5311" y="141"/>
                    <a:pt x="6692" y="69"/>
                    <a:pt x="7145" y="34"/>
                  </a:cubicBezTo>
                  <a:cubicBezTo>
                    <a:pt x="6319" y="13"/>
                    <a:pt x="5494" y="1"/>
                    <a:pt x="46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19"/>
            <p:cNvSpPr/>
            <p:nvPr/>
          </p:nvSpPr>
          <p:spPr>
            <a:xfrm rot="10800000" flipH="1">
              <a:off x="7396296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2" y="1"/>
                  </a:moveTo>
                  <a:cubicBezTo>
                    <a:pt x="5128" y="19"/>
                    <a:pt x="1" y="287"/>
                    <a:pt x="164" y="287"/>
                  </a:cubicBezTo>
                  <a:cubicBezTo>
                    <a:pt x="209" y="287"/>
                    <a:pt x="656" y="266"/>
                    <a:pt x="1698" y="215"/>
                  </a:cubicBezTo>
                  <a:cubicBezTo>
                    <a:pt x="1735" y="213"/>
                    <a:pt x="1757" y="212"/>
                    <a:pt x="1766" y="212"/>
                  </a:cubicBezTo>
                  <a:cubicBezTo>
                    <a:pt x="1857" y="212"/>
                    <a:pt x="924" y="302"/>
                    <a:pt x="591" y="334"/>
                  </a:cubicBezTo>
                  <a:cubicBezTo>
                    <a:pt x="2508" y="310"/>
                    <a:pt x="4425" y="227"/>
                    <a:pt x="6342" y="13"/>
                  </a:cubicBezTo>
                  <a:lnTo>
                    <a:pt x="634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9"/>
            <p:cNvSpPr/>
            <p:nvPr/>
          </p:nvSpPr>
          <p:spPr>
            <a:xfrm rot="10800000" flipH="1">
              <a:off x="-14087" y="5138425"/>
              <a:ext cx="9164387" cy="67650"/>
            </a:xfrm>
            <a:custGeom>
              <a:avLst/>
              <a:gdLst/>
              <a:ahLst/>
              <a:cxnLst/>
              <a:rect l="l" t="t" r="r" b="b"/>
              <a:pathLst>
                <a:path w="285762" h="2706" extrusionOk="0">
                  <a:moveTo>
                    <a:pt x="20295" y="1"/>
                  </a:moveTo>
                  <a:cubicBezTo>
                    <a:pt x="19958" y="1"/>
                    <a:pt x="19664" y="7"/>
                    <a:pt x="19419" y="19"/>
                  </a:cubicBezTo>
                  <a:cubicBezTo>
                    <a:pt x="12942" y="328"/>
                    <a:pt x="6429" y="269"/>
                    <a:pt x="0" y="1090"/>
                  </a:cubicBezTo>
                  <a:lnTo>
                    <a:pt x="0" y="2436"/>
                  </a:lnTo>
                  <a:cubicBezTo>
                    <a:pt x="1131" y="2351"/>
                    <a:pt x="2268" y="2339"/>
                    <a:pt x="3403" y="2339"/>
                  </a:cubicBezTo>
                  <a:cubicBezTo>
                    <a:pt x="3857" y="2339"/>
                    <a:pt x="4310" y="2341"/>
                    <a:pt x="4763" y="2341"/>
                  </a:cubicBezTo>
                  <a:cubicBezTo>
                    <a:pt x="5179" y="2257"/>
                    <a:pt x="5596" y="2174"/>
                    <a:pt x="6013" y="2102"/>
                  </a:cubicBezTo>
                  <a:cubicBezTo>
                    <a:pt x="7541" y="1812"/>
                    <a:pt x="9086" y="1738"/>
                    <a:pt x="10634" y="1738"/>
                  </a:cubicBezTo>
                  <a:cubicBezTo>
                    <a:pt x="12248" y="1738"/>
                    <a:pt x="13868" y="1819"/>
                    <a:pt x="15479" y="1819"/>
                  </a:cubicBezTo>
                  <a:cubicBezTo>
                    <a:pt x="16127" y="1819"/>
                    <a:pt x="16774" y="1806"/>
                    <a:pt x="17419" y="1769"/>
                  </a:cubicBezTo>
                  <a:cubicBezTo>
                    <a:pt x="17609" y="1757"/>
                    <a:pt x="17800" y="1757"/>
                    <a:pt x="17990" y="1745"/>
                  </a:cubicBezTo>
                  <a:cubicBezTo>
                    <a:pt x="18467" y="1650"/>
                    <a:pt x="18931" y="1567"/>
                    <a:pt x="19395" y="1495"/>
                  </a:cubicBezTo>
                  <a:cubicBezTo>
                    <a:pt x="19693" y="1444"/>
                    <a:pt x="20289" y="1409"/>
                    <a:pt x="21115" y="1409"/>
                  </a:cubicBezTo>
                  <a:cubicBezTo>
                    <a:pt x="22404" y="1409"/>
                    <a:pt x="24253" y="1494"/>
                    <a:pt x="26408" y="1733"/>
                  </a:cubicBezTo>
                  <a:cubicBezTo>
                    <a:pt x="32058" y="2362"/>
                    <a:pt x="39291" y="2627"/>
                    <a:pt x="40739" y="2627"/>
                  </a:cubicBezTo>
                  <a:cubicBezTo>
                    <a:pt x="40771" y="2627"/>
                    <a:pt x="40800" y="2627"/>
                    <a:pt x="40827" y="2626"/>
                  </a:cubicBezTo>
                  <a:cubicBezTo>
                    <a:pt x="41047" y="2624"/>
                    <a:pt x="41271" y="2623"/>
                    <a:pt x="41499" y="2623"/>
                  </a:cubicBezTo>
                  <a:cubicBezTo>
                    <a:pt x="43468" y="2623"/>
                    <a:pt x="45706" y="2702"/>
                    <a:pt x="47643" y="2702"/>
                  </a:cubicBezTo>
                  <a:cubicBezTo>
                    <a:pt x="48870" y="2702"/>
                    <a:pt x="49975" y="2670"/>
                    <a:pt x="50816" y="2567"/>
                  </a:cubicBezTo>
                  <a:lnTo>
                    <a:pt x="50816" y="2579"/>
                  </a:lnTo>
                  <a:cubicBezTo>
                    <a:pt x="52295" y="2380"/>
                    <a:pt x="53781" y="2344"/>
                    <a:pt x="55263" y="2344"/>
                  </a:cubicBezTo>
                  <a:cubicBezTo>
                    <a:pt x="55821" y="2344"/>
                    <a:pt x="56379" y="2349"/>
                    <a:pt x="56936" y="2352"/>
                  </a:cubicBezTo>
                  <a:cubicBezTo>
                    <a:pt x="57352" y="2257"/>
                    <a:pt x="57769" y="2174"/>
                    <a:pt x="58186" y="2102"/>
                  </a:cubicBezTo>
                  <a:cubicBezTo>
                    <a:pt x="59694" y="1815"/>
                    <a:pt x="61221" y="1742"/>
                    <a:pt x="62754" y="1742"/>
                  </a:cubicBezTo>
                  <a:cubicBezTo>
                    <a:pt x="64365" y="1742"/>
                    <a:pt x="65982" y="1823"/>
                    <a:pt x="67591" y="1823"/>
                  </a:cubicBezTo>
                  <a:cubicBezTo>
                    <a:pt x="68260" y="1823"/>
                    <a:pt x="68927" y="1809"/>
                    <a:pt x="69592" y="1769"/>
                  </a:cubicBezTo>
                  <a:cubicBezTo>
                    <a:pt x="69783" y="1757"/>
                    <a:pt x="69973" y="1757"/>
                    <a:pt x="70164" y="1745"/>
                  </a:cubicBezTo>
                  <a:cubicBezTo>
                    <a:pt x="70628" y="1662"/>
                    <a:pt x="71104" y="1579"/>
                    <a:pt x="71568" y="1495"/>
                  </a:cubicBezTo>
                  <a:cubicBezTo>
                    <a:pt x="71866" y="1444"/>
                    <a:pt x="72462" y="1409"/>
                    <a:pt x="73288" y="1409"/>
                  </a:cubicBezTo>
                  <a:cubicBezTo>
                    <a:pt x="74577" y="1409"/>
                    <a:pt x="76427" y="1494"/>
                    <a:pt x="78581" y="1733"/>
                  </a:cubicBezTo>
                  <a:cubicBezTo>
                    <a:pt x="84231" y="2362"/>
                    <a:pt x="91464" y="2627"/>
                    <a:pt x="92912" y="2627"/>
                  </a:cubicBezTo>
                  <a:cubicBezTo>
                    <a:pt x="92944" y="2627"/>
                    <a:pt x="92973" y="2627"/>
                    <a:pt x="93000" y="2626"/>
                  </a:cubicBezTo>
                  <a:cubicBezTo>
                    <a:pt x="93216" y="2624"/>
                    <a:pt x="93436" y="2623"/>
                    <a:pt x="93660" y="2623"/>
                  </a:cubicBezTo>
                  <a:cubicBezTo>
                    <a:pt x="95619" y="2623"/>
                    <a:pt x="97850" y="2701"/>
                    <a:pt x="99787" y="2701"/>
                  </a:cubicBezTo>
                  <a:cubicBezTo>
                    <a:pt x="101106" y="2701"/>
                    <a:pt x="102288" y="2665"/>
                    <a:pt x="103156" y="2543"/>
                  </a:cubicBezTo>
                  <a:cubicBezTo>
                    <a:pt x="104576" y="2376"/>
                    <a:pt x="106010" y="2345"/>
                    <a:pt x="107442" y="2345"/>
                  </a:cubicBezTo>
                  <a:cubicBezTo>
                    <a:pt x="107955" y="2345"/>
                    <a:pt x="108467" y="2349"/>
                    <a:pt x="108978" y="2352"/>
                  </a:cubicBezTo>
                  <a:cubicBezTo>
                    <a:pt x="109383" y="2269"/>
                    <a:pt x="109799" y="2174"/>
                    <a:pt x="110216" y="2102"/>
                  </a:cubicBezTo>
                  <a:cubicBezTo>
                    <a:pt x="111729" y="1815"/>
                    <a:pt x="113259" y="1742"/>
                    <a:pt x="114793" y="1742"/>
                  </a:cubicBezTo>
                  <a:cubicBezTo>
                    <a:pt x="116405" y="1742"/>
                    <a:pt x="118021" y="1823"/>
                    <a:pt x="119627" y="1823"/>
                  </a:cubicBezTo>
                  <a:cubicBezTo>
                    <a:pt x="120294" y="1823"/>
                    <a:pt x="120960" y="1809"/>
                    <a:pt x="121622" y="1769"/>
                  </a:cubicBezTo>
                  <a:cubicBezTo>
                    <a:pt x="121813" y="1769"/>
                    <a:pt x="122003" y="1757"/>
                    <a:pt x="122206" y="1745"/>
                  </a:cubicBezTo>
                  <a:cubicBezTo>
                    <a:pt x="122670" y="1662"/>
                    <a:pt x="123134" y="1579"/>
                    <a:pt x="123599" y="1495"/>
                  </a:cubicBezTo>
                  <a:cubicBezTo>
                    <a:pt x="123896" y="1444"/>
                    <a:pt x="124492" y="1409"/>
                    <a:pt x="125318" y="1409"/>
                  </a:cubicBezTo>
                  <a:cubicBezTo>
                    <a:pt x="126607" y="1409"/>
                    <a:pt x="128457" y="1494"/>
                    <a:pt x="130612" y="1733"/>
                  </a:cubicBezTo>
                  <a:cubicBezTo>
                    <a:pt x="136168" y="2351"/>
                    <a:pt x="143228" y="2628"/>
                    <a:pt x="144867" y="2628"/>
                  </a:cubicBezTo>
                  <a:cubicBezTo>
                    <a:pt x="144934" y="2628"/>
                    <a:pt x="144993" y="2627"/>
                    <a:pt x="145042" y="2626"/>
                  </a:cubicBezTo>
                  <a:cubicBezTo>
                    <a:pt x="145259" y="2624"/>
                    <a:pt x="145480" y="2623"/>
                    <a:pt x="145704" y="2623"/>
                  </a:cubicBezTo>
                  <a:cubicBezTo>
                    <a:pt x="147673" y="2623"/>
                    <a:pt x="149922" y="2701"/>
                    <a:pt x="151867" y="2701"/>
                  </a:cubicBezTo>
                  <a:cubicBezTo>
                    <a:pt x="153192" y="2701"/>
                    <a:pt x="154375" y="2665"/>
                    <a:pt x="155234" y="2543"/>
                  </a:cubicBezTo>
                  <a:cubicBezTo>
                    <a:pt x="156646" y="2376"/>
                    <a:pt x="158064" y="2345"/>
                    <a:pt x="159479" y="2345"/>
                  </a:cubicBezTo>
                  <a:cubicBezTo>
                    <a:pt x="159985" y="2345"/>
                    <a:pt x="160491" y="2349"/>
                    <a:pt x="160996" y="2352"/>
                  </a:cubicBezTo>
                  <a:cubicBezTo>
                    <a:pt x="161413" y="2269"/>
                    <a:pt x="161830" y="2186"/>
                    <a:pt x="162235" y="2102"/>
                  </a:cubicBezTo>
                  <a:cubicBezTo>
                    <a:pt x="163740" y="1817"/>
                    <a:pt x="165262" y="1742"/>
                    <a:pt x="166788" y="1742"/>
                  </a:cubicBezTo>
                  <a:cubicBezTo>
                    <a:pt x="168441" y="1742"/>
                    <a:pt x="170100" y="1830"/>
                    <a:pt x="171747" y="1830"/>
                  </a:cubicBezTo>
                  <a:cubicBezTo>
                    <a:pt x="172380" y="1830"/>
                    <a:pt x="173012" y="1817"/>
                    <a:pt x="173641" y="1781"/>
                  </a:cubicBezTo>
                  <a:cubicBezTo>
                    <a:pt x="173843" y="1769"/>
                    <a:pt x="174034" y="1757"/>
                    <a:pt x="174224" y="1745"/>
                  </a:cubicBezTo>
                  <a:cubicBezTo>
                    <a:pt x="174689" y="1662"/>
                    <a:pt x="175165" y="1579"/>
                    <a:pt x="175629" y="1495"/>
                  </a:cubicBezTo>
                  <a:cubicBezTo>
                    <a:pt x="175920" y="1445"/>
                    <a:pt x="176495" y="1413"/>
                    <a:pt x="177291" y="1413"/>
                  </a:cubicBezTo>
                  <a:cubicBezTo>
                    <a:pt x="178578" y="1413"/>
                    <a:pt x="180445" y="1498"/>
                    <a:pt x="182630" y="1733"/>
                  </a:cubicBezTo>
                  <a:cubicBezTo>
                    <a:pt x="188186" y="2351"/>
                    <a:pt x="195257" y="2628"/>
                    <a:pt x="196886" y="2628"/>
                  </a:cubicBezTo>
                  <a:cubicBezTo>
                    <a:pt x="196954" y="2628"/>
                    <a:pt x="197012" y="2627"/>
                    <a:pt x="197060" y="2626"/>
                  </a:cubicBezTo>
                  <a:cubicBezTo>
                    <a:pt x="197274" y="2624"/>
                    <a:pt x="197493" y="2623"/>
                    <a:pt x="197714" y="2623"/>
                  </a:cubicBezTo>
                  <a:cubicBezTo>
                    <a:pt x="199691" y="2623"/>
                    <a:pt x="201944" y="2704"/>
                    <a:pt x="203894" y="2704"/>
                  </a:cubicBezTo>
                  <a:cubicBezTo>
                    <a:pt x="205168" y="2704"/>
                    <a:pt x="206314" y="2669"/>
                    <a:pt x="207169" y="2555"/>
                  </a:cubicBezTo>
                  <a:cubicBezTo>
                    <a:pt x="208621" y="2378"/>
                    <a:pt x="210079" y="2346"/>
                    <a:pt x="211534" y="2346"/>
                  </a:cubicBezTo>
                  <a:cubicBezTo>
                    <a:pt x="212036" y="2346"/>
                    <a:pt x="212538" y="2349"/>
                    <a:pt x="213039" y="2352"/>
                  </a:cubicBezTo>
                  <a:cubicBezTo>
                    <a:pt x="213455" y="2269"/>
                    <a:pt x="213872" y="2186"/>
                    <a:pt x="214289" y="2102"/>
                  </a:cubicBezTo>
                  <a:cubicBezTo>
                    <a:pt x="215794" y="1817"/>
                    <a:pt x="217314" y="1742"/>
                    <a:pt x="218839" y="1742"/>
                  </a:cubicBezTo>
                  <a:cubicBezTo>
                    <a:pt x="220490" y="1742"/>
                    <a:pt x="222148" y="1830"/>
                    <a:pt x="223797" y="1830"/>
                  </a:cubicBezTo>
                  <a:cubicBezTo>
                    <a:pt x="224431" y="1830"/>
                    <a:pt x="225064" y="1817"/>
                    <a:pt x="225695" y="1781"/>
                  </a:cubicBezTo>
                  <a:cubicBezTo>
                    <a:pt x="225885" y="1769"/>
                    <a:pt x="226076" y="1757"/>
                    <a:pt x="226266" y="1745"/>
                  </a:cubicBezTo>
                  <a:cubicBezTo>
                    <a:pt x="226743" y="1662"/>
                    <a:pt x="227207" y="1579"/>
                    <a:pt x="227671" y="1495"/>
                  </a:cubicBezTo>
                  <a:cubicBezTo>
                    <a:pt x="227960" y="1446"/>
                    <a:pt x="228527" y="1413"/>
                    <a:pt x="229313" y="1413"/>
                  </a:cubicBezTo>
                  <a:cubicBezTo>
                    <a:pt x="230605" y="1413"/>
                    <a:pt x="232486" y="1501"/>
                    <a:pt x="234684" y="1745"/>
                  </a:cubicBezTo>
                  <a:cubicBezTo>
                    <a:pt x="240339" y="2363"/>
                    <a:pt x="247580" y="2639"/>
                    <a:pt x="249019" y="2639"/>
                  </a:cubicBezTo>
                  <a:cubicBezTo>
                    <a:pt x="249049" y="2639"/>
                    <a:pt x="249077" y="2638"/>
                    <a:pt x="249103" y="2638"/>
                  </a:cubicBezTo>
                  <a:cubicBezTo>
                    <a:pt x="249390" y="2634"/>
                    <a:pt x="249684" y="2632"/>
                    <a:pt x="249985" y="2632"/>
                  </a:cubicBezTo>
                  <a:cubicBezTo>
                    <a:pt x="251902" y="2632"/>
                    <a:pt x="254051" y="2706"/>
                    <a:pt x="255921" y="2706"/>
                  </a:cubicBezTo>
                  <a:cubicBezTo>
                    <a:pt x="257111" y="2706"/>
                    <a:pt x="258188" y="2676"/>
                    <a:pt x="259020" y="2579"/>
                  </a:cubicBezTo>
                  <a:lnTo>
                    <a:pt x="259020" y="2591"/>
                  </a:lnTo>
                  <a:cubicBezTo>
                    <a:pt x="260571" y="2382"/>
                    <a:pt x="262129" y="2346"/>
                    <a:pt x="263683" y="2346"/>
                  </a:cubicBezTo>
                  <a:cubicBezTo>
                    <a:pt x="264169" y="2346"/>
                    <a:pt x="264655" y="2350"/>
                    <a:pt x="265140" y="2352"/>
                  </a:cubicBezTo>
                  <a:cubicBezTo>
                    <a:pt x="265557" y="2269"/>
                    <a:pt x="265974" y="2186"/>
                    <a:pt x="266379" y="2102"/>
                  </a:cubicBezTo>
                  <a:cubicBezTo>
                    <a:pt x="267889" y="1820"/>
                    <a:pt x="269418" y="1748"/>
                    <a:pt x="270950" y="1748"/>
                  </a:cubicBezTo>
                  <a:cubicBezTo>
                    <a:pt x="272585" y="1748"/>
                    <a:pt x="274225" y="1830"/>
                    <a:pt x="275853" y="1830"/>
                  </a:cubicBezTo>
                  <a:cubicBezTo>
                    <a:pt x="276499" y="1830"/>
                    <a:pt x="277143" y="1817"/>
                    <a:pt x="277785" y="1781"/>
                  </a:cubicBezTo>
                  <a:cubicBezTo>
                    <a:pt x="277987" y="1769"/>
                    <a:pt x="278178" y="1757"/>
                    <a:pt x="278368" y="1745"/>
                  </a:cubicBezTo>
                  <a:cubicBezTo>
                    <a:pt x="278832" y="1662"/>
                    <a:pt x="279297" y="1579"/>
                    <a:pt x="279773" y="1495"/>
                  </a:cubicBezTo>
                  <a:cubicBezTo>
                    <a:pt x="280069" y="1449"/>
                    <a:pt x="280654" y="1416"/>
                    <a:pt x="281464" y="1416"/>
                  </a:cubicBezTo>
                  <a:cubicBezTo>
                    <a:pt x="282545" y="1416"/>
                    <a:pt x="284027" y="1475"/>
                    <a:pt x="285762" y="1638"/>
                  </a:cubicBezTo>
                  <a:lnTo>
                    <a:pt x="285762" y="197"/>
                  </a:lnTo>
                  <a:cubicBezTo>
                    <a:pt x="283635" y="82"/>
                    <a:pt x="281789" y="5"/>
                    <a:pt x="280562" y="5"/>
                  </a:cubicBezTo>
                  <a:cubicBezTo>
                    <a:pt x="280270" y="5"/>
                    <a:pt x="280014" y="10"/>
                    <a:pt x="279797" y="19"/>
                  </a:cubicBezTo>
                  <a:lnTo>
                    <a:pt x="279809" y="19"/>
                  </a:lnTo>
                  <a:cubicBezTo>
                    <a:pt x="272998" y="340"/>
                    <a:pt x="266152" y="269"/>
                    <a:pt x="259413" y="1221"/>
                  </a:cubicBezTo>
                  <a:lnTo>
                    <a:pt x="259413" y="1209"/>
                  </a:lnTo>
                  <a:cubicBezTo>
                    <a:pt x="258500" y="1355"/>
                    <a:pt x="257639" y="1405"/>
                    <a:pt x="256803" y="1405"/>
                  </a:cubicBezTo>
                  <a:cubicBezTo>
                    <a:pt x="254953" y="1405"/>
                    <a:pt x="253226" y="1159"/>
                    <a:pt x="251319" y="1159"/>
                  </a:cubicBezTo>
                  <a:cubicBezTo>
                    <a:pt x="251204" y="1159"/>
                    <a:pt x="251088" y="1160"/>
                    <a:pt x="250972" y="1162"/>
                  </a:cubicBezTo>
                  <a:cubicBezTo>
                    <a:pt x="250907" y="1163"/>
                    <a:pt x="250838" y="1163"/>
                    <a:pt x="250766" y="1163"/>
                  </a:cubicBezTo>
                  <a:cubicBezTo>
                    <a:pt x="246887" y="1163"/>
                    <a:pt x="233281" y="3"/>
                    <a:pt x="228532" y="3"/>
                  </a:cubicBezTo>
                  <a:cubicBezTo>
                    <a:pt x="228216" y="3"/>
                    <a:pt x="227939" y="8"/>
                    <a:pt x="227707" y="19"/>
                  </a:cubicBezTo>
                  <a:cubicBezTo>
                    <a:pt x="220754" y="352"/>
                    <a:pt x="213753" y="257"/>
                    <a:pt x="206871" y="1281"/>
                  </a:cubicBezTo>
                  <a:cubicBezTo>
                    <a:pt x="206131" y="1374"/>
                    <a:pt x="205425" y="1408"/>
                    <a:pt x="204736" y="1408"/>
                  </a:cubicBezTo>
                  <a:cubicBezTo>
                    <a:pt x="202875" y="1408"/>
                    <a:pt x="201139" y="1160"/>
                    <a:pt x="199211" y="1160"/>
                  </a:cubicBezTo>
                  <a:cubicBezTo>
                    <a:pt x="199118" y="1160"/>
                    <a:pt x="199024" y="1161"/>
                    <a:pt x="198930" y="1162"/>
                  </a:cubicBezTo>
                  <a:cubicBezTo>
                    <a:pt x="198864" y="1163"/>
                    <a:pt x="198796" y="1163"/>
                    <a:pt x="198724" y="1163"/>
                  </a:cubicBezTo>
                  <a:cubicBezTo>
                    <a:pt x="194844" y="1163"/>
                    <a:pt x="181228" y="3"/>
                    <a:pt x="176478" y="3"/>
                  </a:cubicBezTo>
                  <a:cubicBezTo>
                    <a:pt x="176162" y="3"/>
                    <a:pt x="175885" y="8"/>
                    <a:pt x="175653" y="19"/>
                  </a:cubicBezTo>
                  <a:cubicBezTo>
                    <a:pt x="168712" y="352"/>
                    <a:pt x="161711" y="257"/>
                    <a:pt x="154829" y="1281"/>
                  </a:cubicBezTo>
                  <a:cubicBezTo>
                    <a:pt x="154089" y="1374"/>
                    <a:pt x="153383" y="1408"/>
                    <a:pt x="152694" y="1408"/>
                  </a:cubicBezTo>
                  <a:cubicBezTo>
                    <a:pt x="150833" y="1408"/>
                    <a:pt x="149099" y="1160"/>
                    <a:pt x="147179" y="1160"/>
                  </a:cubicBezTo>
                  <a:cubicBezTo>
                    <a:pt x="147086" y="1160"/>
                    <a:pt x="146993" y="1161"/>
                    <a:pt x="146899" y="1162"/>
                  </a:cubicBezTo>
                  <a:cubicBezTo>
                    <a:pt x="146834" y="1163"/>
                    <a:pt x="146765" y="1163"/>
                    <a:pt x="146693" y="1163"/>
                  </a:cubicBezTo>
                  <a:cubicBezTo>
                    <a:pt x="142814" y="1163"/>
                    <a:pt x="129209" y="3"/>
                    <a:pt x="124459" y="3"/>
                  </a:cubicBezTo>
                  <a:cubicBezTo>
                    <a:pt x="124143" y="3"/>
                    <a:pt x="123867" y="8"/>
                    <a:pt x="123635" y="19"/>
                  </a:cubicBezTo>
                  <a:cubicBezTo>
                    <a:pt x="116681" y="352"/>
                    <a:pt x="109680" y="257"/>
                    <a:pt x="102810" y="1281"/>
                  </a:cubicBezTo>
                  <a:cubicBezTo>
                    <a:pt x="102068" y="1374"/>
                    <a:pt x="101359" y="1408"/>
                    <a:pt x="100668" y="1408"/>
                  </a:cubicBezTo>
                  <a:cubicBezTo>
                    <a:pt x="98803" y="1408"/>
                    <a:pt x="97069" y="1160"/>
                    <a:pt x="95149" y="1160"/>
                  </a:cubicBezTo>
                  <a:cubicBezTo>
                    <a:pt x="95056" y="1160"/>
                    <a:pt x="94963" y="1161"/>
                    <a:pt x="94869" y="1162"/>
                  </a:cubicBezTo>
                  <a:cubicBezTo>
                    <a:pt x="94804" y="1163"/>
                    <a:pt x="94735" y="1163"/>
                    <a:pt x="94663" y="1163"/>
                  </a:cubicBezTo>
                  <a:cubicBezTo>
                    <a:pt x="90784" y="1163"/>
                    <a:pt x="77168" y="3"/>
                    <a:pt x="72417" y="3"/>
                  </a:cubicBezTo>
                  <a:cubicBezTo>
                    <a:pt x="72101" y="3"/>
                    <a:pt x="71824" y="8"/>
                    <a:pt x="71592" y="19"/>
                  </a:cubicBezTo>
                  <a:cubicBezTo>
                    <a:pt x="64770" y="340"/>
                    <a:pt x="57900" y="269"/>
                    <a:pt x="51137" y="1233"/>
                  </a:cubicBezTo>
                  <a:lnTo>
                    <a:pt x="51137" y="1209"/>
                  </a:lnTo>
                  <a:cubicBezTo>
                    <a:pt x="50223" y="1355"/>
                    <a:pt x="49363" y="1405"/>
                    <a:pt x="48530" y="1405"/>
                  </a:cubicBezTo>
                  <a:cubicBezTo>
                    <a:pt x="46647" y="1405"/>
                    <a:pt x="44897" y="1148"/>
                    <a:pt x="42947" y="1148"/>
                  </a:cubicBezTo>
                  <a:cubicBezTo>
                    <a:pt x="42860" y="1148"/>
                    <a:pt x="42772" y="1149"/>
                    <a:pt x="42684" y="1150"/>
                  </a:cubicBezTo>
                  <a:cubicBezTo>
                    <a:pt x="42604" y="1151"/>
                    <a:pt x="42518" y="1152"/>
                    <a:pt x="42427" y="1152"/>
                  </a:cubicBezTo>
                  <a:cubicBezTo>
                    <a:pt x="38506" y="1152"/>
                    <a:pt x="25071" y="1"/>
                    <a:pt x="202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19"/>
            <p:cNvSpPr/>
            <p:nvPr/>
          </p:nvSpPr>
          <p:spPr>
            <a:xfrm rot="10800000" flipH="1">
              <a:off x="-13734" y="5193975"/>
              <a:ext cx="9164419" cy="92000"/>
            </a:xfrm>
            <a:custGeom>
              <a:avLst/>
              <a:gdLst/>
              <a:ahLst/>
              <a:cxnLst/>
              <a:rect l="l" t="t" r="r" b="b"/>
              <a:pathLst>
                <a:path w="285763" h="3680" extrusionOk="0">
                  <a:moveTo>
                    <a:pt x="31183" y="0"/>
                  </a:moveTo>
                  <a:cubicBezTo>
                    <a:pt x="29856" y="89"/>
                    <a:pt x="28529" y="117"/>
                    <a:pt x="27202" y="117"/>
                  </a:cubicBezTo>
                  <a:cubicBezTo>
                    <a:pt x="25170" y="117"/>
                    <a:pt x="23138" y="53"/>
                    <a:pt x="21106" y="53"/>
                  </a:cubicBezTo>
                  <a:cubicBezTo>
                    <a:pt x="20750" y="53"/>
                    <a:pt x="20395" y="55"/>
                    <a:pt x="20039" y="60"/>
                  </a:cubicBezTo>
                  <a:cubicBezTo>
                    <a:pt x="18075" y="95"/>
                    <a:pt x="16110" y="167"/>
                    <a:pt x="14146" y="345"/>
                  </a:cubicBezTo>
                  <a:cubicBezTo>
                    <a:pt x="12181" y="524"/>
                    <a:pt x="10228" y="846"/>
                    <a:pt x="8276" y="1203"/>
                  </a:cubicBezTo>
                  <a:cubicBezTo>
                    <a:pt x="5525" y="1703"/>
                    <a:pt x="2763" y="2215"/>
                    <a:pt x="1" y="2227"/>
                  </a:cubicBezTo>
                  <a:lnTo>
                    <a:pt x="1" y="3334"/>
                  </a:lnTo>
                  <a:cubicBezTo>
                    <a:pt x="3085" y="2893"/>
                    <a:pt x="6180" y="2477"/>
                    <a:pt x="9288" y="2131"/>
                  </a:cubicBezTo>
                  <a:cubicBezTo>
                    <a:pt x="13038" y="1703"/>
                    <a:pt x="16801" y="1393"/>
                    <a:pt x="20575" y="1250"/>
                  </a:cubicBezTo>
                  <a:cubicBezTo>
                    <a:pt x="21852" y="1202"/>
                    <a:pt x="23130" y="1184"/>
                    <a:pt x="24407" y="1184"/>
                  </a:cubicBezTo>
                  <a:cubicBezTo>
                    <a:pt x="26916" y="1184"/>
                    <a:pt x="29425" y="1255"/>
                    <a:pt x="31933" y="1310"/>
                  </a:cubicBezTo>
                  <a:cubicBezTo>
                    <a:pt x="37380" y="1425"/>
                    <a:pt x="43506" y="3679"/>
                    <a:pt x="48643" y="3679"/>
                  </a:cubicBezTo>
                  <a:cubicBezTo>
                    <a:pt x="49356" y="3679"/>
                    <a:pt x="50051" y="3635"/>
                    <a:pt x="50722" y="3536"/>
                  </a:cubicBezTo>
                  <a:lnTo>
                    <a:pt x="50722" y="3548"/>
                  </a:lnTo>
                  <a:cubicBezTo>
                    <a:pt x="54293" y="3024"/>
                    <a:pt x="57865" y="2524"/>
                    <a:pt x="61461" y="2131"/>
                  </a:cubicBezTo>
                  <a:cubicBezTo>
                    <a:pt x="65211" y="1715"/>
                    <a:pt x="68974" y="1393"/>
                    <a:pt x="72748" y="1250"/>
                  </a:cubicBezTo>
                  <a:cubicBezTo>
                    <a:pt x="73980" y="1204"/>
                    <a:pt x="75211" y="1186"/>
                    <a:pt x="76443" y="1186"/>
                  </a:cubicBezTo>
                  <a:cubicBezTo>
                    <a:pt x="78997" y="1186"/>
                    <a:pt x="81552" y="1262"/>
                    <a:pt x="84107" y="1310"/>
                  </a:cubicBezTo>
                  <a:cubicBezTo>
                    <a:pt x="89549" y="1423"/>
                    <a:pt x="95673" y="3679"/>
                    <a:pt x="100814" y="3679"/>
                  </a:cubicBezTo>
                  <a:cubicBezTo>
                    <a:pt x="101634" y="3679"/>
                    <a:pt x="102429" y="3621"/>
                    <a:pt x="103192" y="3489"/>
                  </a:cubicBezTo>
                  <a:cubicBezTo>
                    <a:pt x="106609" y="2977"/>
                    <a:pt x="110050" y="2512"/>
                    <a:pt x="113491" y="2131"/>
                  </a:cubicBezTo>
                  <a:cubicBezTo>
                    <a:pt x="117242" y="1715"/>
                    <a:pt x="121004" y="1393"/>
                    <a:pt x="124778" y="1250"/>
                  </a:cubicBezTo>
                  <a:cubicBezTo>
                    <a:pt x="126014" y="1204"/>
                    <a:pt x="127247" y="1186"/>
                    <a:pt x="128478" y="1186"/>
                  </a:cubicBezTo>
                  <a:cubicBezTo>
                    <a:pt x="131033" y="1186"/>
                    <a:pt x="133582" y="1262"/>
                    <a:pt x="136137" y="1310"/>
                  </a:cubicBezTo>
                  <a:cubicBezTo>
                    <a:pt x="141589" y="1423"/>
                    <a:pt x="147706" y="3679"/>
                    <a:pt x="152845" y="3679"/>
                  </a:cubicBezTo>
                  <a:cubicBezTo>
                    <a:pt x="153664" y="3679"/>
                    <a:pt x="154459" y="3621"/>
                    <a:pt x="155223" y="3489"/>
                  </a:cubicBezTo>
                  <a:cubicBezTo>
                    <a:pt x="158652" y="2977"/>
                    <a:pt x="162081" y="2512"/>
                    <a:pt x="165522" y="2131"/>
                  </a:cubicBezTo>
                  <a:cubicBezTo>
                    <a:pt x="169272" y="1715"/>
                    <a:pt x="173034" y="1393"/>
                    <a:pt x="176809" y="1250"/>
                  </a:cubicBezTo>
                  <a:cubicBezTo>
                    <a:pt x="178040" y="1204"/>
                    <a:pt x="179272" y="1186"/>
                    <a:pt x="180503" y="1186"/>
                  </a:cubicBezTo>
                  <a:cubicBezTo>
                    <a:pt x="183058" y="1186"/>
                    <a:pt x="185613" y="1262"/>
                    <a:pt x="188167" y="1310"/>
                  </a:cubicBezTo>
                  <a:cubicBezTo>
                    <a:pt x="193609" y="1423"/>
                    <a:pt x="199733" y="3679"/>
                    <a:pt x="204874" y="3679"/>
                  </a:cubicBezTo>
                  <a:cubicBezTo>
                    <a:pt x="205695" y="3679"/>
                    <a:pt x="206490" y="3621"/>
                    <a:pt x="207253" y="3489"/>
                  </a:cubicBezTo>
                  <a:cubicBezTo>
                    <a:pt x="210682" y="2989"/>
                    <a:pt x="214111" y="2512"/>
                    <a:pt x="217564" y="2131"/>
                  </a:cubicBezTo>
                  <a:cubicBezTo>
                    <a:pt x="221314" y="1715"/>
                    <a:pt x="225077" y="1393"/>
                    <a:pt x="228851" y="1250"/>
                  </a:cubicBezTo>
                  <a:cubicBezTo>
                    <a:pt x="230086" y="1204"/>
                    <a:pt x="231319" y="1186"/>
                    <a:pt x="232551" y="1186"/>
                  </a:cubicBezTo>
                  <a:cubicBezTo>
                    <a:pt x="235106" y="1186"/>
                    <a:pt x="237655" y="1262"/>
                    <a:pt x="240210" y="1310"/>
                  </a:cubicBezTo>
                  <a:cubicBezTo>
                    <a:pt x="245659" y="1425"/>
                    <a:pt x="251785" y="3680"/>
                    <a:pt x="256921" y="3680"/>
                  </a:cubicBezTo>
                  <a:cubicBezTo>
                    <a:pt x="257608" y="3680"/>
                    <a:pt x="258278" y="3640"/>
                    <a:pt x="258926" y="3548"/>
                  </a:cubicBezTo>
                  <a:cubicBezTo>
                    <a:pt x="262498" y="3024"/>
                    <a:pt x="266082" y="2524"/>
                    <a:pt x="269666" y="2131"/>
                  </a:cubicBezTo>
                  <a:cubicBezTo>
                    <a:pt x="273416" y="1715"/>
                    <a:pt x="277178" y="1393"/>
                    <a:pt x="280953" y="1250"/>
                  </a:cubicBezTo>
                  <a:cubicBezTo>
                    <a:pt x="282199" y="1204"/>
                    <a:pt x="283445" y="1187"/>
                    <a:pt x="284685" y="1187"/>
                  </a:cubicBezTo>
                  <a:cubicBezTo>
                    <a:pt x="285045" y="1187"/>
                    <a:pt x="285404" y="1188"/>
                    <a:pt x="285763" y="1191"/>
                  </a:cubicBezTo>
                  <a:lnTo>
                    <a:pt x="285763" y="107"/>
                  </a:lnTo>
                  <a:cubicBezTo>
                    <a:pt x="284401" y="89"/>
                    <a:pt x="283032" y="64"/>
                    <a:pt x="281662" y="64"/>
                  </a:cubicBezTo>
                  <a:cubicBezTo>
                    <a:pt x="281247" y="64"/>
                    <a:pt x="280832" y="66"/>
                    <a:pt x="280417" y="72"/>
                  </a:cubicBezTo>
                  <a:lnTo>
                    <a:pt x="280405" y="60"/>
                  </a:lnTo>
                  <a:cubicBezTo>
                    <a:pt x="278440" y="95"/>
                    <a:pt x="276476" y="167"/>
                    <a:pt x="274511" y="345"/>
                  </a:cubicBezTo>
                  <a:cubicBezTo>
                    <a:pt x="272547" y="524"/>
                    <a:pt x="270594" y="846"/>
                    <a:pt x="268654" y="1203"/>
                  </a:cubicBezTo>
                  <a:cubicBezTo>
                    <a:pt x="265882" y="1707"/>
                    <a:pt x="263092" y="2220"/>
                    <a:pt x="260307" y="2220"/>
                  </a:cubicBezTo>
                  <a:cubicBezTo>
                    <a:pt x="259934" y="2220"/>
                    <a:pt x="259561" y="2211"/>
                    <a:pt x="259188" y="2191"/>
                  </a:cubicBezTo>
                  <a:cubicBezTo>
                    <a:pt x="255747" y="2000"/>
                    <a:pt x="251890" y="750"/>
                    <a:pt x="248258" y="584"/>
                  </a:cubicBezTo>
                  <a:cubicBezTo>
                    <a:pt x="245317" y="465"/>
                    <a:pt x="242388" y="214"/>
                    <a:pt x="239448" y="0"/>
                  </a:cubicBezTo>
                  <a:cubicBezTo>
                    <a:pt x="238125" y="89"/>
                    <a:pt x="236799" y="117"/>
                    <a:pt x="235472" y="117"/>
                  </a:cubicBezTo>
                  <a:cubicBezTo>
                    <a:pt x="233440" y="117"/>
                    <a:pt x="231407" y="53"/>
                    <a:pt x="229379" y="53"/>
                  </a:cubicBezTo>
                  <a:cubicBezTo>
                    <a:pt x="229024" y="53"/>
                    <a:pt x="228670" y="55"/>
                    <a:pt x="228315" y="60"/>
                  </a:cubicBezTo>
                  <a:cubicBezTo>
                    <a:pt x="226351" y="95"/>
                    <a:pt x="224374" y="167"/>
                    <a:pt x="222410" y="345"/>
                  </a:cubicBezTo>
                  <a:cubicBezTo>
                    <a:pt x="220457" y="524"/>
                    <a:pt x="218504" y="846"/>
                    <a:pt x="216552" y="1203"/>
                  </a:cubicBezTo>
                  <a:cubicBezTo>
                    <a:pt x="213785" y="1710"/>
                    <a:pt x="210999" y="2217"/>
                    <a:pt x="208211" y="2217"/>
                  </a:cubicBezTo>
                  <a:cubicBezTo>
                    <a:pt x="207856" y="2217"/>
                    <a:pt x="207501" y="2208"/>
                    <a:pt x="207146" y="2191"/>
                  </a:cubicBezTo>
                  <a:cubicBezTo>
                    <a:pt x="203705" y="2000"/>
                    <a:pt x="199847" y="750"/>
                    <a:pt x="196216" y="584"/>
                  </a:cubicBezTo>
                  <a:cubicBezTo>
                    <a:pt x="193275" y="465"/>
                    <a:pt x="190346" y="214"/>
                    <a:pt x="187405" y="0"/>
                  </a:cubicBezTo>
                  <a:cubicBezTo>
                    <a:pt x="186082" y="89"/>
                    <a:pt x="184756" y="117"/>
                    <a:pt x="183429" y="117"/>
                  </a:cubicBezTo>
                  <a:cubicBezTo>
                    <a:pt x="181398" y="117"/>
                    <a:pt x="179365" y="53"/>
                    <a:pt x="177337" y="53"/>
                  </a:cubicBezTo>
                  <a:cubicBezTo>
                    <a:pt x="176982" y="53"/>
                    <a:pt x="176627" y="55"/>
                    <a:pt x="176273" y="60"/>
                  </a:cubicBezTo>
                  <a:cubicBezTo>
                    <a:pt x="174308" y="95"/>
                    <a:pt x="172332" y="167"/>
                    <a:pt x="170367" y="345"/>
                  </a:cubicBezTo>
                  <a:cubicBezTo>
                    <a:pt x="168415" y="524"/>
                    <a:pt x="166462" y="846"/>
                    <a:pt x="164510" y="1203"/>
                  </a:cubicBezTo>
                  <a:cubicBezTo>
                    <a:pt x="161742" y="1710"/>
                    <a:pt x="158966" y="2217"/>
                    <a:pt x="156188" y="2217"/>
                  </a:cubicBezTo>
                  <a:cubicBezTo>
                    <a:pt x="155835" y="2217"/>
                    <a:pt x="155481" y="2208"/>
                    <a:pt x="155127" y="2191"/>
                  </a:cubicBezTo>
                  <a:cubicBezTo>
                    <a:pt x="151687" y="2000"/>
                    <a:pt x="147829" y="750"/>
                    <a:pt x="144186" y="584"/>
                  </a:cubicBezTo>
                  <a:cubicBezTo>
                    <a:pt x="141257" y="465"/>
                    <a:pt x="138316" y="214"/>
                    <a:pt x="135387" y="0"/>
                  </a:cubicBezTo>
                  <a:cubicBezTo>
                    <a:pt x="134060" y="89"/>
                    <a:pt x="132732" y="117"/>
                    <a:pt x="131405" y="117"/>
                  </a:cubicBezTo>
                  <a:cubicBezTo>
                    <a:pt x="129373" y="117"/>
                    <a:pt x="127342" y="53"/>
                    <a:pt x="125310" y="53"/>
                  </a:cubicBezTo>
                  <a:cubicBezTo>
                    <a:pt x="124954" y="53"/>
                    <a:pt x="124598" y="55"/>
                    <a:pt x="124243" y="60"/>
                  </a:cubicBezTo>
                  <a:cubicBezTo>
                    <a:pt x="122278" y="95"/>
                    <a:pt x="120314" y="167"/>
                    <a:pt x="118349" y="345"/>
                  </a:cubicBezTo>
                  <a:cubicBezTo>
                    <a:pt x="116385" y="524"/>
                    <a:pt x="114432" y="846"/>
                    <a:pt x="112491" y="1203"/>
                  </a:cubicBezTo>
                  <a:cubicBezTo>
                    <a:pt x="109724" y="1710"/>
                    <a:pt x="106938" y="2217"/>
                    <a:pt x="104158" y="2217"/>
                  </a:cubicBezTo>
                  <a:cubicBezTo>
                    <a:pt x="103805" y="2217"/>
                    <a:pt x="103451" y="2208"/>
                    <a:pt x="103097" y="2191"/>
                  </a:cubicBezTo>
                  <a:cubicBezTo>
                    <a:pt x="99644" y="2000"/>
                    <a:pt x="95799" y="750"/>
                    <a:pt x="92155" y="584"/>
                  </a:cubicBezTo>
                  <a:cubicBezTo>
                    <a:pt x="89214" y="465"/>
                    <a:pt x="86286" y="214"/>
                    <a:pt x="83357" y="0"/>
                  </a:cubicBezTo>
                  <a:cubicBezTo>
                    <a:pt x="82029" y="89"/>
                    <a:pt x="80702" y="117"/>
                    <a:pt x="79375" y="117"/>
                  </a:cubicBezTo>
                  <a:cubicBezTo>
                    <a:pt x="77343" y="117"/>
                    <a:pt x="75311" y="53"/>
                    <a:pt x="73279" y="53"/>
                  </a:cubicBezTo>
                  <a:cubicBezTo>
                    <a:pt x="72924" y="53"/>
                    <a:pt x="72568" y="55"/>
                    <a:pt x="72212" y="60"/>
                  </a:cubicBezTo>
                  <a:cubicBezTo>
                    <a:pt x="70248" y="95"/>
                    <a:pt x="68283" y="167"/>
                    <a:pt x="66319" y="345"/>
                  </a:cubicBezTo>
                  <a:cubicBezTo>
                    <a:pt x="64354" y="524"/>
                    <a:pt x="62402" y="846"/>
                    <a:pt x="60449" y="1203"/>
                  </a:cubicBezTo>
                  <a:cubicBezTo>
                    <a:pt x="57682" y="1713"/>
                    <a:pt x="54889" y="2224"/>
                    <a:pt x="52100" y="2224"/>
                  </a:cubicBezTo>
                  <a:cubicBezTo>
                    <a:pt x="51636" y="2224"/>
                    <a:pt x="51173" y="2210"/>
                    <a:pt x="50710" y="2179"/>
                  </a:cubicBezTo>
                  <a:cubicBezTo>
                    <a:pt x="47328" y="1941"/>
                    <a:pt x="43554" y="738"/>
                    <a:pt x="39982" y="584"/>
                  </a:cubicBezTo>
                  <a:cubicBezTo>
                    <a:pt x="37041" y="465"/>
                    <a:pt x="34112" y="214"/>
                    <a:pt x="311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19"/>
            <p:cNvSpPr/>
            <p:nvPr/>
          </p:nvSpPr>
          <p:spPr>
            <a:xfrm rot="10800000" flipH="1">
              <a:off x="-14087" y="5071050"/>
              <a:ext cx="9164387" cy="51525"/>
            </a:xfrm>
            <a:custGeom>
              <a:avLst/>
              <a:gdLst/>
              <a:ahLst/>
              <a:cxnLst/>
              <a:rect l="l" t="t" r="r" b="b"/>
              <a:pathLst>
                <a:path w="285762" h="2061" extrusionOk="0">
                  <a:moveTo>
                    <a:pt x="285762" y="1"/>
                  </a:moveTo>
                  <a:cubicBezTo>
                    <a:pt x="280678" y="13"/>
                    <a:pt x="273701" y="394"/>
                    <a:pt x="269736" y="608"/>
                  </a:cubicBezTo>
                  <a:cubicBezTo>
                    <a:pt x="268188" y="703"/>
                    <a:pt x="267069" y="763"/>
                    <a:pt x="266676" y="763"/>
                  </a:cubicBezTo>
                  <a:lnTo>
                    <a:pt x="266676" y="775"/>
                  </a:lnTo>
                  <a:cubicBezTo>
                    <a:pt x="266302" y="775"/>
                    <a:pt x="264409" y="866"/>
                    <a:pt x="262946" y="866"/>
                  </a:cubicBezTo>
                  <a:cubicBezTo>
                    <a:pt x="262361" y="866"/>
                    <a:pt x="261844" y="851"/>
                    <a:pt x="261521" y="810"/>
                  </a:cubicBezTo>
                  <a:cubicBezTo>
                    <a:pt x="260848" y="731"/>
                    <a:pt x="260159" y="644"/>
                    <a:pt x="259467" y="644"/>
                  </a:cubicBezTo>
                  <a:cubicBezTo>
                    <a:pt x="259326" y="644"/>
                    <a:pt x="259185" y="647"/>
                    <a:pt x="259044" y="656"/>
                  </a:cubicBezTo>
                  <a:cubicBezTo>
                    <a:pt x="256508" y="727"/>
                    <a:pt x="255377" y="1501"/>
                    <a:pt x="253472" y="1525"/>
                  </a:cubicBezTo>
                  <a:cubicBezTo>
                    <a:pt x="253055" y="1525"/>
                    <a:pt x="252222" y="1406"/>
                    <a:pt x="251067" y="1251"/>
                  </a:cubicBezTo>
                  <a:cubicBezTo>
                    <a:pt x="248269" y="882"/>
                    <a:pt x="243054" y="179"/>
                    <a:pt x="235613" y="24"/>
                  </a:cubicBezTo>
                  <a:cubicBezTo>
                    <a:pt x="235088" y="13"/>
                    <a:pt x="234529" y="8"/>
                    <a:pt x="233942" y="8"/>
                  </a:cubicBezTo>
                  <a:cubicBezTo>
                    <a:pt x="228832" y="8"/>
                    <a:pt x="221672" y="396"/>
                    <a:pt x="217634" y="620"/>
                  </a:cubicBezTo>
                  <a:cubicBezTo>
                    <a:pt x="216087" y="703"/>
                    <a:pt x="214967" y="763"/>
                    <a:pt x="214574" y="775"/>
                  </a:cubicBezTo>
                  <a:cubicBezTo>
                    <a:pt x="214200" y="775"/>
                    <a:pt x="212313" y="866"/>
                    <a:pt x="210849" y="866"/>
                  </a:cubicBezTo>
                  <a:cubicBezTo>
                    <a:pt x="210264" y="866"/>
                    <a:pt x="209746" y="851"/>
                    <a:pt x="209419" y="810"/>
                  </a:cubicBezTo>
                  <a:cubicBezTo>
                    <a:pt x="208746" y="731"/>
                    <a:pt x="208057" y="644"/>
                    <a:pt x="207372" y="644"/>
                  </a:cubicBezTo>
                  <a:cubicBezTo>
                    <a:pt x="207233" y="644"/>
                    <a:pt x="207094" y="647"/>
                    <a:pt x="206954" y="656"/>
                  </a:cubicBezTo>
                  <a:lnTo>
                    <a:pt x="206954" y="667"/>
                  </a:lnTo>
                  <a:cubicBezTo>
                    <a:pt x="204454" y="739"/>
                    <a:pt x="203311" y="1501"/>
                    <a:pt x="201418" y="1525"/>
                  </a:cubicBezTo>
                  <a:cubicBezTo>
                    <a:pt x="201013" y="1525"/>
                    <a:pt x="200180" y="1406"/>
                    <a:pt x="199025" y="1251"/>
                  </a:cubicBezTo>
                  <a:cubicBezTo>
                    <a:pt x="196227" y="882"/>
                    <a:pt x="191012" y="179"/>
                    <a:pt x="183571" y="24"/>
                  </a:cubicBezTo>
                  <a:cubicBezTo>
                    <a:pt x="183045" y="13"/>
                    <a:pt x="182484" y="8"/>
                    <a:pt x="181897" y="8"/>
                  </a:cubicBezTo>
                  <a:cubicBezTo>
                    <a:pt x="176780" y="8"/>
                    <a:pt x="169629" y="396"/>
                    <a:pt x="165592" y="620"/>
                  </a:cubicBezTo>
                  <a:cubicBezTo>
                    <a:pt x="164044" y="703"/>
                    <a:pt x="162925" y="763"/>
                    <a:pt x="162532" y="775"/>
                  </a:cubicBezTo>
                  <a:cubicBezTo>
                    <a:pt x="162158" y="775"/>
                    <a:pt x="160265" y="866"/>
                    <a:pt x="158802" y="866"/>
                  </a:cubicBezTo>
                  <a:cubicBezTo>
                    <a:pt x="158217" y="866"/>
                    <a:pt x="157700" y="851"/>
                    <a:pt x="157377" y="810"/>
                  </a:cubicBezTo>
                  <a:cubicBezTo>
                    <a:pt x="156704" y="731"/>
                    <a:pt x="156015" y="644"/>
                    <a:pt x="155323" y="644"/>
                  </a:cubicBezTo>
                  <a:cubicBezTo>
                    <a:pt x="155182" y="644"/>
                    <a:pt x="155041" y="647"/>
                    <a:pt x="154900" y="656"/>
                  </a:cubicBezTo>
                  <a:lnTo>
                    <a:pt x="154900" y="667"/>
                  </a:lnTo>
                  <a:cubicBezTo>
                    <a:pt x="152412" y="739"/>
                    <a:pt x="151281" y="1513"/>
                    <a:pt x="149400" y="1525"/>
                  </a:cubicBezTo>
                  <a:cubicBezTo>
                    <a:pt x="148983" y="1525"/>
                    <a:pt x="148149" y="1418"/>
                    <a:pt x="146995" y="1263"/>
                  </a:cubicBezTo>
                  <a:cubicBezTo>
                    <a:pt x="144197" y="882"/>
                    <a:pt x="138982" y="179"/>
                    <a:pt x="131540" y="24"/>
                  </a:cubicBezTo>
                  <a:cubicBezTo>
                    <a:pt x="131016" y="13"/>
                    <a:pt x="130456" y="8"/>
                    <a:pt x="129870" y="8"/>
                  </a:cubicBezTo>
                  <a:cubicBezTo>
                    <a:pt x="124759" y="8"/>
                    <a:pt x="117599" y="396"/>
                    <a:pt x="113562" y="620"/>
                  </a:cubicBezTo>
                  <a:cubicBezTo>
                    <a:pt x="112014" y="703"/>
                    <a:pt x="110895" y="763"/>
                    <a:pt x="110514" y="775"/>
                  </a:cubicBezTo>
                  <a:cubicBezTo>
                    <a:pt x="110131" y="775"/>
                    <a:pt x="108242" y="866"/>
                    <a:pt x="106777" y="866"/>
                  </a:cubicBezTo>
                  <a:cubicBezTo>
                    <a:pt x="106191" y="866"/>
                    <a:pt x="105673" y="851"/>
                    <a:pt x="105347" y="810"/>
                  </a:cubicBezTo>
                  <a:cubicBezTo>
                    <a:pt x="104666" y="729"/>
                    <a:pt x="103951" y="648"/>
                    <a:pt x="103246" y="648"/>
                  </a:cubicBezTo>
                  <a:cubicBezTo>
                    <a:pt x="103124" y="648"/>
                    <a:pt x="103003" y="650"/>
                    <a:pt x="102882" y="656"/>
                  </a:cubicBezTo>
                  <a:lnTo>
                    <a:pt x="102882" y="667"/>
                  </a:lnTo>
                  <a:cubicBezTo>
                    <a:pt x="100394" y="739"/>
                    <a:pt x="99251" y="1513"/>
                    <a:pt x="97369" y="1525"/>
                  </a:cubicBezTo>
                  <a:cubicBezTo>
                    <a:pt x="96953" y="1525"/>
                    <a:pt x="96119" y="1418"/>
                    <a:pt x="94964" y="1263"/>
                  </a:cubicBezTo>
                  <a:cubicBezTo>
                    <a:pt x="92166" y="882"/>
                    <a:pt x="86951" y="179"/>
                    <a:pt x="79510" y="24"/>
                  </a:cubicBezTo>
                  <a:cubicBezTo>
                    <a:pt x="78985" y="13"/>
                    <a:pt x="78426" y="8"/>
                    <a:pt x="77839" y="8"/>
                  </a:cubicBezTo>
                  <a:cubicBezTo>
                    <a:pt x="72729" y="8"/>
                    <a:pt x="65569" y="396"/>
                    <a:pt x="61532" y="620"/>
                  </a:cubicBezTo>
                  <a:cubicBezTo>
                    <a:pt x="59984" y="703"/>
                    <a:pt x="58865" y="763"/>
                    <a:pt x="58472" y="775"/>
                  </a:cubicBezTo>
                  <a:cubicBezTo>
                    <a:pt x="58097" y="775"/>
                    <a:pt x="56211" y="866"/>
                    <a:pt x="54746" y="866"/>
                  </a:cubicBezTo>
                  <a:cubicBezTo>
                    <a:pt x="54161" y="866"/>
                    <a:pt x="53643" y="851"/>
                    <a:pt x="53316" y="810"/>
                  </a:cubicBezTo>
                  <a:cubicBezTo>
                    <a:pt x="52626" y="729"/>
                    <a:pt x="51918" y="648"/>
                    <a:pt x="51215" y="648"/>
                  </a:cubicBezTo>
                  <a:cubicBezTo>
                    <a:pt x="51094" y="648"/>
                    <a:pt x="50973" y="650"/>
                    <a:pt x="50852" y="656"/>
                  </a:cubicBezTo>
                  <a:cubicBezTo>
                    <a:pt x="48256" y="715"/>
                    <a:pt x="47113" y="1513"/>
                    <a:pt x="45196" y="1525"/>
                  </a:cubicBezTo>
                  <a:cubicBezTo>
                    <a:pt x="44779" y="1525"/>
                    <a:pt x="43946" y="1418"/>
                    <a:pt x="42791" y="1263"/>
                  </a:cubicBezTo>
                  <a:cubicBezTo>
                    <a:pt x="39993" y="882"/>
                    <a:pt x="34778" y="191"/>
                    <a:pt x="27337" y="24"/>
                  </a:cubicBezTo>
                  <a:cubicBezTo>
                    <a:pt x="26811" y="13"/>
                    <a:pt x="26250" y="8"/>
                    <a:pt x="25663" y="8"/>
                  </a:cubicBezTo>
                  <a:cubicBezTo>
                    <a:pt x="20546" y="8"/>
                    <a:pt x="13395" y="396"/>
                    <a:pt x="9358" y="620"/>
                  </a:cubicBezTo>
                  <a:cubicBezTo>
                    <a:pt x="7811" y="703"/>
                    <a:pt x="6691" y="763"/>
                    <a:pt x="6298" y="775"/>
                  </a:cubicBezTo>
                  <a:cubicBezTo>
                    <a:pt x="5924" y="775"/>
                    <a:pt x="4031" y="866"/>
                    <a:pt x="2568" y="866"/>
                  </a:cubicBezTo>
                  <a:cubicBezTo>
                    <a:pt x="1983" y="866"/>
                    <a:pt x="1466" y="851"/>
                    <a:pt x="1143" y="810"/>
                  </a:cubicBezTo>
                  <a:cubicBezTo>
                    <a:pt x="762" y="775"/>
                    <a:pt x="381" y="727"/>
                    <a:pt x="0" y="691"/>
                  </a:cubicBezTo>
                  <a:lnTo>
                    <a:pt x="0" y="1227"/>
                  </a:lnTo>
                  <a:cubicBezTo>
                    <a:pt x="357" y="1263"/>
                    <a:pt x="726" y="1310"/>
                    <a:pt x="1072" y="1346"/>
                  </a:cubicBezTo>
                  <a:cubicBezTo>
                    <a:pt x="1395" y="1387"/>
                    <a:pt x="1918" y="1401"/>
                    <a:pt x="2513" y="1401"/>
                  </a:cubicBezTo>
                  <a:cubicBezTo>
                    <a:pt x="4001" y="1401"/>
                    <a:pt x="5936" y="1310"/>
                    <a:pt x="6310" y="1310"/>
                  </a:cubicBezTo>
                  <a:cubicBezTo>
                    <a:pt x="6703" y="1298"/>
                    <a:pt x="7834" y="1239"/>
                    <a:pt x="9382" y="1156"/>
                  </a:cubicBezTo>
                  <a:cubicBezTo>
                    <a:pt x="13419" y="931"/>
                    <a:pt x="20561" y="544"/>
                    <a:pt x="25658" y="544"/>
                  </a:cubicBezTo>
                  <a:cubicBezTo>
                    <a:pt x="26243" y="544"/>
                    <a:pt x="26801" y="549"/>
                    <a:pt x="27325" y="560"/>
                  </a:cubicBezTo>
                  <a:cubicBezTo>
                    <a:pt x="34742" y="727"/>
                    <a:pt x="39934" y="1418"/>
                    <a:pt x="42720" y="1787"/>
                  </a:cubicBezTo>
                  <a:cubicBezTo>
                    <a:pt x="43934" y="1953"/>
                    <a:pt x="44744" y="2060"/>
                    <a:pt x="45196" y="2060"/>
                  </a:cubicBezTo>
                  <a:cubicBezTo>
                    <a:pt x="47244" y="2049"/>
                    <a:pt x="48744" y="1191"/>
                    <a:pt x="51173" y="1191"/>
                  </a:cubicBezTo>
                  <a:lnTo>
                    <a:pt x="51173" y="1179"/>
                  </a:lnTo>
                  <a:cubicBezTo>
                    <a:pt x="51852" y="1179"/>
                    <a:pt x="52566" y="1263"/>
                    <a:pt x="53245" y="1346"/>
                  </a:cubicBezTo>
                  <a:cubicBezTo>
                    <a:pt x="53571" y="1387"/>
                    <a:pt x="54096" y="1401"/>
                    <a:pt x="54692" y="1401"/>
                  </a:cubicBezTo>
                  <a:cubicBezTo>
                    <a:pt x="56180" y="1401"/>
                    <a:pt x="58109" y="1310"/>
                    <a:pt x="58484" y="1310"/>
                  </a:cubicBezTo>
                  <a:cubicBezTo>
                    <a:pt x="58888" y="1298"/>
                    <a:pt x="60008" y="1239"/>
                    <a:pt x="61555" y="1156"/>
                  </a:cubicBezTo>
                  <a:cubicBezTo>
                    <a:pt x="65592" y="931"/>
                    <a:pt x="72734" y="544"/>
                    <a:pt x="77831" y="544"/>
                  </a:cubicBezTo>
                  <a:cubicBezTo>
                    <a:pt x="78416" y="544"/>
                    <a:pt x="78975" y="549"/>
                    <a:pt x="79498" y="560"/>
                  </a:cubicBezTo>
                  <a:cubicBezTo>
                    <a:pt x="86916" y="715"/>
                    <a:pt x="92107" y="1418"/>
                    <a:pt x="94893" y="1787"/>
                  </a:cubicBezTo>
                  <a:cubicBezTo>
                    <a:pt x="96107" y="1953"/>
                    <a:pt x="96917" y="2060"/>
                    <a:pt x="97369" y="2060"/>
                  </a:cubicBezTo>
                  <a:cubicBezTo>
                    <a:pt x="99417" y="2049"/>
                    <a:pt x="100917" y="1191"/>
                    <a:pt x="103346" y="1191"/>
                  </a:cubicBezTo>
                  <a:lnTo>
                    <a:pt x="103346" y="1179"/>
                  </a:lnTo>
                  <a:cubicBezTo>
                    <a:pt x="103989" y="1191"/>
                    <a:pt x="104644" y="1263"/>
                    <a:pt x="105287" y="1346"/>
                  </a:cubicBezTo>
                  <a:cubicBezTo>
                    <a:pt x="105603" y="1383"/>
                    <a:pt x="106109" y="1396"/>
                    <a:pt x="106686" y="1396"/>
                  </a:cubicBezTo>
                  <a:cubicBezTo>
                    <a:pt x="108175" y="1396"/>
                    <a:pt x="110136" y="1307"/>
                    <a:pt x="110514" y="1298"/>
                  </a:cubicBezTo>
                  <a:cubicBezTo>
                    <a:pt x="110919" y="1298"/>
                    <a:pt x="112038" y="1239"/>
                    <a:pt x="113598" y="1156"/>
                  </a:cubicBezTo>
                  <a:cubicBezTo>
                    <a:pt x="117624" y="931"/>
                    <a:pt x="124774" y="544"/>
                    <a:pt x="129865" y="544"/>
                  </a:cubicBezTo>
                  <a:cubicBezTo>
                    <a:pt x="130449" y="544"/>
                    <a:pt x="131006" y="549"/>
                    <a:pt x="131528" y="560"/>
                  </a:cubicBezTo>
                  <a:cubicBezTo>
                    <a:pt x="138946" y="715"/>
                    <a:pt x="144137" y="1418"/>
                    <a:pt x="146923" y="1787"/>
                  </a:cubicBezTo>
                  <a:cubicBezTo>
                    <a:pt x="148149" y="1953"/>
                    <a:pt x="148959" y="2060"/>
                    <a:pt x="149400" y="2060"/>
                  </a:cubicBezTo>
                  <a:cubicBezTo>
                    <a:pt x="151448" y="2037"/>
                    <a:pt x="152948" y="1191"/>
                    <a:pt x="155377" y="1191"/>
                  </a:cubicBezTo>
                  <a:lnTo>
                    <a:pt x="155377" y="1179"/>
                  </a:lnTo>
                  <a:cubicBezTo>
                    <a:pt x="156020" y="1191"/>
                    <a:pt x="156674" y="1263"/>
                    <a:pt x="157305" y="1346"/>
                  </a:cubicBezTo>
                  <a:cubicBezTo>
                    <a:pt x="157621" y="1383"/>
                    <a:pt x="158128" y="1396"/>
                    <a:pt x="158707" y="1396"/>
                  </a:cubicBezTo>
                  <a:cubicBezTo>
                    <a:pt x="160200" y="1396"/>
                    <a:pt x="162167" y="1307"/>
                    <a:pt x="162544" y="1298"/>
                  </a:cubicBezTo>
                  <a:cubicBezTo>
                    <a:pt x="162937" y="1298"/>
                    <a:pt x="164068" y="1239"/>
                    <a:pt x="165616" y="1156"/>
                  </a:cubicBezTo>
                  <a:cubicBezTo>
                    <a:pt x="169653" y="931"/>
                    <a:pt x="176794" y="544"/>
                    <a:pt x="181892" y="544"/>
                  </a:cubicBezTo>
                  <a:cubicBezTo>
                    <a:pt x="182477" y="544"/>
                    <a:pt x="183035" y="549"/>
                    <a:pt x="183559" y="560"/>
                  </a:cubicBezTo>
                  <a:cubicBezTo>
                    <a:pt x="190964" y="715"/>
                    <a:pt x="196167" y="1418"/>
                    <a:pt x="198953" y="1787"/>
                  </a:cubicBezTo>
                  <a:cubicBezTo>
                    <a:pt x="200168" y="1953"/>
                    <a:pt x="200978" y="2060"/>
                    <a:pt x="201430" y="2060"/>
                  </a:cubicBezTo>
                  <a:cubicBezTo>
                    <a:pt x="203478" y="2037"/>
                    <a:pt x="204978" y="1191"/>
                    <a:pt x="207407" y="1191"/>
                  </a:cubicBezTo>
                  <a:lnTo>
                    <a:pt x="207407" y="1179"/>
                  </a:lnTo>
                  <a:cubicBezTo>
                    <a:pt x="208050" y="1191"/>
                    <a:pt x="208705" y="1263"/>
                    <a:pt x="209360" y="1346"/>
                  </a:cubicBezTo>
                  <a:cubicBezTo>
                    <a:pt x="209675" y="1383"/>
                    <a:pt x="210182" y="1396"/>
                    <a:pt x="210759" y="1396"/>
                  </a:cubicBezTo>
                  <a:cubicBezTo>
                    <a:pt x="212248" y="1396"/>
                    <a:pt x="214209" y="1307"/>
                    <a:pt x="214586" y="1298"/>
                  </a:cubicBezTo>
                  <a:cubicBezTo>
                    <a:pt x="214991" y="1298"/>
                    <a:pt x="216110" y="1239"/>
                    <a:pt x="217658" y="1144"/>
                  </a:cubicBezTo>
                  <a:cubicBezTo>
                    <a:pt x="221695" y="930"/>
                    <a:pt x="228835" y="544"/>
                    <a:pt x="233932" y="544"/>
                  </a:cubicBezTo>
                  <a:cubicBezTo>
                    <a:pt x="234518" y="544"/>
                    <a:pt x="235077" y="549"/>
                    <a:pt x="235601" y="560"/>
                  </a:cubicBezTo>
                  <a:cubicBezTo>
                    <a:pt x="243018" y="715"/>
                    <a:pt x="248210" y="1406"/>
                    <a:pt x="250996" y="1787"/>
                  </a:cubicBezTo>
                  <a:cubicBezTo>
                    <a:pt x="252160" y="1945"/>
                    <a:pt x="252938" y="2049"/>
                    <a:pt x="253401" y="2049"/>
                  </a:cubicBezTo>
                  <a:cubicBezTo>
                    <a:pt x="253425" y="2049"/>
                    <a:pt x="253449" y="2049"/>
                    <a:pt x="253472" y="2049"/>
                  </a:cubicBezTo>
                  <a:cubicBezTo>
                    <a:pt x="255520" y="2037"/>
                    <a:pt x="257020" y="1191"/>
                    <a:pt x="259449" y="1191"/>
                  </a:cubicBezTo>
                  <a:lnTo>
                    <a:pt x="259449" y="1179"/>
                  </a:lnTo>
                  <a:cubicBezTo>
                    <a:pt x="260116" y="1179"/>
                    <a:pt x="260795" y="1263"/>
                    <a:pt x="261449" y="1346"/>
                  </a:cubicBezTo>
                  <a:cubicBezTo>
                    <a:pt x="261765" y="1383"/>
                    <a:pt x="262272" y="1396"/>
                    <a:pt x="262851" y="1396"/>
                  </a:cubicBezTo>
                  <a:cubicBezTo>
                    <a:pt x="264344" y="1396"/>
                    <a:pt x="266311" y="1307"/>
                    <a:pt x="266688" y="1298"/>
                  </a:cubicBezTo>
                  <a:cubicBezTo>
                    <a:pt x="267081" y="1298"/>
                    <a:pt x="268212" y="1239"/>
                    <a:pt x="269760" y="1144"/>
                  </a:cubicBezTo>
                  <a:cubicBezTo>
                    <a:pt x="273725" y="929"/>
                    <a:pt x="280690" y="548"/>
                    <a:pt x="285762" y="536"/>
                  </a:cubicBezTo>
                  <a:lnTo>
                    <a:pt x="2857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19"/>
            <p:cNvSpPr/>
            <p:nvPr/>
          </p:nvSpPr>
          <p:spPr>
            <a:xfrm rot="10800000" flipH="1">
              <a:off x="-14087" y="5018450"/>
              <a:ext cx="9164003" cy="57200"/>
            </a:xfrm>
            <a:custGeom>
              <a:avLst/>
              <a:gdLst/>
              <a:ahLst/>
              <a:cxnLst/>
              <a:rect l="l" t="t" r="r" b="b"/>
              <a:pathLst>
                <a:path w="285750" h="2288" extrusionOk="0">
                  <a:moveTo>
                    <a:pt x="33430" y="0"/>
                  </a:moveTo>
                  <a:cubicBezTo>
                    <a:pt x="28693" y="0"/>
                    <a:pt x="23955" y="509"/>
                    <a:pt x="21360" y="791"/>
                  </a:cubicBezTo>
                  <a:cubicBezTo>
                    <a:pt x="20729" y="862"/>
                    <a:pt x="20229" y="910"/>
                    <a:pt x="19907" y="934"/>
                  </a:cubicBezTo>
                  <a:cubicBezTo>
                    <a:pt x="19405" y="977"/>
                    <a:pt x="18917" y="996"/>
                    <a:pt x="18440" y="996"/>
                  </a:cubicBezTo>
                  <a:cubicBezTo>
                    <a:pt x="16963" y="996"/>
                    <a:pt x="15582" y="816"/>
                    <a:pt x="14133" y="636"/>
                  </a:cubicBezTo>
                  <a:cubicBezTo>
                    <a:pt x="12720" y="463"/>
                    <a:pt x="11254" y="273"/>
                    <a:pt x="9685" y="273"/>
                  </a:cubicBezTo>
                  <a:cubicBezTo>
                    <a:pt x="9417" y="273"/>
                    <a:pt x="9145" y="278"/>
                    <a:pt x="8870" y="291"/>
                  </a:cubicBezTo>
                  <a:cubicBezTo>
                    <a:pt x="8001" y="326"/>
                    <a:pt x="6929" y="553"/>
                    <a:pt x="5679" y="826"/>
                  </a:cubicBezTo>
                  <a:cubicBezTo>
                    <a:pt x="4084" y="1172"/>
                    <a:pt x="2155" y="1576"/>
                    <a:pt x="0" y="1707"/>
                  </a:cubicBezTo>
                  <a:lnTo>
                    <a:pt x="0" y="2243"/>
                  </a:lnTo>
                  <a:cubicBezTo>
                    <a:pt x="2203" y="2124"/>
                    <a:pt x="4167" y="1696"/>
                    <a:pt x="5798" y="1350"/>
                  </a:cubicBezTo>
                  <a:cubicBezTo>
                    <a:pt x="7013" y="1088"/>
                    <a:pt x="8061" y="862"/>
                    <a:pt x="8894" y="826"/>
                  </a:cubicBezTo>
                  <a:cubicBezTo>
                    <a:pt x="9140" y="817"/>
                    <a:pt x="9384" y="812"/>
                    <a:pt x="9626" y="812"/>
                  </a:cubicBezTo>
                  <a:cubicBezTo>
                    <a:pt x="11184" y="812"/>
                    <a:pt x="12651" y="996"/>
                    <a:pt x="14073" y="1172"/>
                  </a:cubicBezTo>
                  <a:cubicBezTo>
                    <a:pt x="15468" y="1352"/>
                    <a:pt x="16904" y="1532"/>
                    <a:pt x="18432" y="1532"/>
                  </a:cubicBezTo>
                  <a:cubicBezTo>
                    <a:pt x="18926" y="1532"/>
                    <a:pt x="19429" y="1513"/>
                    <a:pt x="19943" y="1469"/>
                  </a:cubicBezTo>
                  <a:cubicBezTo>
                    <a:pt x="20276" y="1446"/>
                    <a:pt x="20776" y="1398"/>
                    <a:pt x="21419" y="1326"/>
                  </a:cubicBezTo>
                  <a:cubicBezTo>
                    <a:pt x="24010" y="1045"/>
                    <a:pt x="28732" y="541"/>
                    <a:pt x="33443" y="541"/>
                  </a:cubicBezTo>
                  <a:cubicBezTo>
                    <a:pt x="34903" y="541"/>
                    <a:pt x="36361" y="589"/>
                    <a:pt x="37755" y="707"/>
                  </a:cubicBezTo>
                  <a:cubicBezTo>
                    <a:pt x="41458" y="1029"/>
                    <a:pt x="44875" y="1505"/>
                    <a:pt x="47363" y="1850"/>
                  </a:cubicBezTo>
                  <a:cubicBezTo>
                    <a:pt x="49030" y="2088"/>
                    <a:pt x="50232" y="2255"/>
                    <a:pt x="50875" y="2279"/>
                  </a:cubicBezTo>
                  <a:lnTo>
                    <a:pt x="50923" y="2279"/>
                  </a:lnTo>
                  <a:cubicBezTo>
                    <a:pt x="50977" y="2285"/>
                    <a:pt x="51027" y="2288"/>
                    <a:pt x="51073" y="2288"/>
                  </a:cubicBezTo>
                  <a:cubicBezTo>
                    <a:pt x="51119" y="2288"/>
                    <a:pt x="51161" y="2285"/>
                    <a:pt x="51197" y="2279"/>
                  </a:cubicBezTo>
                  <a:cubicBezTo>
                    <a:pt x="53804" y="2243"/>
                    <a:pt x="56102" y="1743"/>
                    <a:pt x="57972" y="1350"/>
                  </a:cubicBezTo>
                  <a:cubicBezTo>
                    <a:pt x="59186" y="1088"/>
                    <a:pt x="60234" y="862"/>
                    <a:pt x="61067" y="826"/>
                  </a:cubicBezTo>
                  <a:cubicBezTo>
                    <a:pt x="61314" y="817"/>
                    <a:pt x="61558" y="812"/>
                    <a:pt x="61800" y="812"/>
                  </a:cubicBezTo>
                  <a:cubicBezTo>
                    <a:pt x="63357" y="812"/>
                    <a:pt x="64824" y="996"/>
                    <a:pt x="66246" y="1172"/>
                  </a:cubicBezTo>
                  <a:cubicBezTo>
                    <a:pt x="67641" y="1352"/>
                    <a:pt x="69077" y="1532"/>
                    <a:pt x="70605" y="1532"/>
                  </a:cubicBezTo>
                  <a:cubicBezTo>
                    <a:pt x="71099" y="1532"/>
                    <a:pt x="71602" y="1513"/>
                    <a:pt x="72116" y="1469"/>
                  </a:cubicBezTo>
                  <a:cubicBezTo>
                    <a:pt x="72450" y="1446"/>
                    <a:pt x="72950" y="1398"/>
                    <a:pt x="73593" y="1326"/>
                  </a:cubicBezTo>
                  <a:cubicBezTo>
                    <a:pt x="76183" y="1045"/>
                    <a:pt x="80905" y="541"/>
                    <a:pt x="85617" y="541"/>
                  </a:cubicBezTo>
                  <a:cubicBezTo>
                    <a:pt x="87076" y="541"/>
                    <a:pt x="88534" y="589"/>
                    <a:pt x="89928" y="707"/>
                  </a:cubicBezTo>
                  <a:cubicBezTo>
                    <a:pt x="93631" y="1029"/>
                    <a:pt x="97048" y="1505"/>
                    <a:pt x="99536" y="1850"/>
                  </a:cubicBezTo>
                  <a:cubicBezTo>
                    <a:pt x="101096" y="2065"/>
                    <a:pt x="102239" y="2231"/>
                    <a:pt x="102906" y="2279"/>
                  </a:cubicBezTo>
                  <a:lnTo>
                    <a:pt x="103061" y="2279"/>
                  </a:lnTo>
                  <a:cubicBezTo>
                    <a:pt x="103120" y="2285"/>
                    <a:pt x="103177" y="2288"/>
                    <a:pt x="103229" y="2288"/>
                  </a:cubicBezTo>
                  <a:cubicBezTo>
                    <a:pt x="103281" y="2288"/>
                    <a:pt x="103328" y="2285"/>
                    <a:pt x="103370" y="2279"/>
                  </a:cubicBezTo>
                  <a:cubicBezTo>
                    <a:pt x="105918" y="2231"/>
                    <a:pt x="108168" y="1743"/>
                    <a:pt x="110002" y="1350"/>
                  </a:cubicBezTo>
                  <a:cubicBezTo>
                    <a:pt x="111216" y="1088"/>
                    <a:pt x="112264" y="850"/>
                    <a:pt x="113097" y="826"/>
                  </a:cubicBezTo>
                  <a:cubicBezTo>
                    <a:pt x="113375" y="814"/>
                    <a:pt x="113650" y="808"/>
                    <a:pt x="113922" y="808"/>
                  </a:cubicBezTo>
                  <a:cubicBezTo>
                    <a:pt x="115445" y="808"/>
                    <a:pt x="116883" y="990"/>
                    <a:pt x="118277" y="1172"/>
                  </a:cubicBezTo>
                  <a:cubicBezTo>
                    <a:pt x="119672" y="1352"/>
                    <a:pt x="121108" y="1532"/>
                    <a:pt x="122636" y="1532"/>
                  </a:cubicBezTo>
                  <a:cubicBezTo>
                    <a:pt x="123129" y="1532"/>
                    <a:pt x="123632" y="1513"/>
                    <a:pt x="124146" y="1469"/>
                  </a:cubicBezTo>
                  <a:cubicBezTo>
                    <a:pt x="124480" y="1446"/>
                    <a:pt x="124980" y="1386"/>
                    <a:pt x="125623" y="1326"/>
                  </a:cubicBezTo>
                  <a:cubicBezTo>
                    <a:pt x="128209" y="1045"/>
                    <a:pt x="132917" y="536"/>
                    <a:pt x="137619" y="536"/>
                  </a:cubicBezTo>
                  <a:cubicBezTo>
                    <a:pt x="139088" y="536"/>
                    <a:pt x="140556" y="585"/>
                    <a:pt x="141958" y="707"/>
                  </a:cubicBezTo>
                  <a:cubicBezTo>
                    <a:pt x="145661" y="1029"/>
                    <a:pt x="149078" y="1505"/>
                    <a:pt x="151567" y="1850"/>
                  </a:cubicBezTo>
                  <a:cubicBezTo>
                    <a:pt x="153114" y="2065"/>
                    <a:pt x="154257" y="2219"/>
                    <a:pt x="154924" y="2267"/>
                  </a:cubicBezTo>
                  <a:lnTo>
                    <a:pt x="154924" y="2279"/>
                  </a:lnTo>
                  <a:lnTo>
                    <a:pt x="155091" y="2279"/>
                  </a:lnTo>
                  <a:cubicBezTo>
                    <a:pt x="155156" y="2285"/>
                    <a:pt x="155216" y="2288"/>
                    <a:pt x="155268" y="2288"/>
                  </a:cubicBezTo>
                  <a:cubicBezTo>
                    <a:pt x="155320" y="2288"/>
                    <a:pt x="155365" y="2285"/>
                    <a:pt x="155400" y="2279"/>
                  </a:cubicBezTo>
                  <a:cubicBezTo>
                    <a:pt x="157948" y="2219"/>
                    <a:pt x="160199" y="1743"/>
                    <a:pt x="162020" y="1338"/>
                  </a:cubicBezTo>
                  <a:cubicBezTo>
                    <a:pt x="163247" y="1076"/>
                    <a:pt x="164294" y="850"/>
                    <a:pt x="165116" y="826"/>
                  </a:cubicBezTo>
                  <a:cubicBezTo>
                    <a:pt x="165394" y="814"/>
                    <a:pt x="165668" y="808"/>
                    <a:pt x="165940" y="808"/>
                  </a:cubicBezTo>
                  <a:cubicBezTo>
                    <a:pt x="167464" y="808"/>
                    <a:pt x="168901" y="990"/>
                    <a:pt x="170295" y="1172"/>
                  </a:cubicBezTo>
                  <a:cubicBezTo>
                    <a:pt x="171710" y="1344"/>
                    <a:pt x="173159" y="1530"/>
                    <a:pt x="174701" y="1530"/>
                  </a:cubicBezTo>
                  <a:cubicBezTo>
                    <a:pt x="175183" y="1530"/>
                    <a:pt x="175675" y="1512"/>
                    <a:pt x="176177" y="1469"/>
                  </a:cubicBezTo>
                  <a:cubicBezTo>
                    <a:pt x="176498" y="1446"/>
                    <a:pt x="177010" y="1386"/>
                    <a:pt x="177641" y="1326"/>
                  </a:cubicBezTo>
                  <a:cubicBezTo>
                    <a:pt x="180227" y="1045"/>
                    <a:pt x="184942" y="536"/>
                    <a:pt x="189648" y="536"/>
                  </a:cubicBezTo>
                  <a:cubicBezTo>
                    <a:pt x="191117" y="536"/>
                    <a:pt x="192586" y="585"/>
                    <a:pt x="193989" y="707"/>
                  </a:cubicBezTo>
                  <a:cubicBezTo>
                    <a:pt x="197691" y="1029"/>
                    <a:pt x="201097" y="1505"/>
                    <a:pt x="203585" y="1850"/>
                  </a:cubicBezTo>
                  <a:cubicBezTo>
                    <a:pt x="205157" y="2065"/>
                    <a:pt x="206312" y="2231"/>
                    <a:pt x="206978" y="2267"/>
                  </a:cubicBezTo>
                  <a:lnTo>
                    <a:pt x="206978" y="2279"/>
                  </a:lnTo>
                  <a:lnTo>
                    <a:pt x="207121" y="2279"/>
                  </a:lnTo>
                  <a:cubicBezTo>
                    <a:pt x="207181" y="2285"/>
                    <a:pt x="207237" y="2288"/>
                    <a:pt x="207289" y="2288"/>
                  </a:cubicBezTo>
                  <a:cubicBezTo>
                    <a:pt x="207341" y="2288"/>
                    <a:pt x="207389" y="2285"/>
                    <a:pt x="207431" y="2279"/>
                  </a:cubicBezTo>
                  <a:cubicBezTo>
                    <a:pt x="209979" y="2219"/>
                    <a:pt x="212241" y="1743"/>
                    <a:pt x="214074" y="1338"/>
                  </a:cubicBezTo>
                  <a:cubicBezTo>
                    <a:pt x="215289" y="1076"/>
                    <a:pt x="216337" y="850"/>
                    <a:pt x="217158" y="814"/>
                  </a:cubicBezTo>
                  <a:cubicBezTo>
                    <a:pt x="217405" y="805"/>
                    <a:pt x="217650" y="800"/>
                    <a:pt x="217892" y="800"/>
                  </a:cubicBezTo>
                  <a:cubicBezTo>
                    <a:pt x="219456" y="800"/>
                    <a:pt x="220914" y="986"/>
                    <a:pt x="222337" y="1172"/>
                  </a:cubicBezTo>
                  <a:cubicBezTo>
                    <a:pt x="223752" y="1344"/>
                    <a:pt x="225201" y="1530"/>
                    <a:pt x="226743" y="1530"/>
                  </a:cubicBezTo>
                  <a:cubicBezTo>
                    <a:pt x="227225" y="1530"/>
                    <a:pt x="227717" y="1512"/>
                    <a:pt x="228219" y="1469"/>
                  </a:cubicBezTo>
                  <a:cubicBezTo>
                    <a:pt x="228540" y="1446"/>
                    <a:pt x="229052" y="1386"/>
                    <a:pt x="229683" y="1315"/>
                  </a:cubicBezTo>
                  <a:cubicBezTo>
                    <a:pt x="232268" y="1043"/>
                    <a:pt x="236980" y="536"/>
                    <a:pt x="241683" y="536"/>
                  </a:cubicBezTo>
                  <a:cubicBezTo>
                    <a:pt x="243155" y="536"/>
                    <a:pt x="244626" y="585"/>
                    <a:pt x="246031" y="707"/>
                  </a:cubicBezTo>
                  <a:cubicBezTo>
                    <a:pt x="249734" y="1017"/>
                    <a:pt x="253139" y="1493"/>
                    <a:pt x="255627" y="1850"/>
                  </a:cubicBezTo>
                  <a:cubicBezTo>
                    <a:pt x="257246" y="2065"/>
                    <a:pt x="258413" y="2231"/>
                    <a:pt x="259068" y="2267"/>
                  </a:cubicBezTo>
                  <a:lnTo>
                    <a:pt x="259068" y="2279"/>
                  </a:lnTo>
                  <a:lnTo>
                    <a:pt x="259473" y="2279"/>
                  </a:lnTo>
                  <a:cubicBezTo>
                    <a:pt x="262045" y="2231"/>
                    <a:pt x="264319" y="1743"/>
                    <a:pt x="266164" y="1338"/>
                  </a:cubicBezTo>
                  <a:cubicBezTo>
                    <a:pt x="267379" y="1076"/>
                    <a:pt x="268426" y="850"/>
                    <a:pt x="269260" y="814"/>
                  </a:cubicBezTo>
                  <a:cubicBezTo>
                    <a:pt x="269506" y="805"/>
                    <a:pt x="269749" y="800"/>
                    <a:pt x="269990" y="800"/>
                  </a:cubicBezTo>
                  <a:cubicBezTo>
                    <a:pt x="271549" y="800"/>
                    <a:pt x="273016" y="986"/>
                    <a:pt x="274439" y="1172"/>
                  </a:cubicBezTo>
                  <a:cubicBezTo>
                    <a:pt x="275854" y="1344"/>
                    <a:pt x="277303" y="1530"/>
                    <a:pt x="278845" y="1530"/>
                  </a:cubicBezTo>
                  <a:cubicBezTo>
                    <a:pt x="279327" y="1530"/>
                    <a:pt x="279819" y="1512"/>
                    <a:pt x="280321" y="1469"/>
                  </a:cubicBezTo>
                  <a:cubicBezTo>
                    <a:pt x="280642" y="1446"/>
                    <a:pt x="281142" y="1386"/>
                    <a:pt x="281785" y="1315"/>
                  </a:cubicBezTo>
                  <a:cubicBezTo>
                    <a:pt x="282821" y="1207"/>
                    <a:pt x="284178" y="1065"/>
                    <a:pt x="285750" y="922"/>
                  </a:cubicBezTo>
                  <a:lnTo>
                    <a:pt x="285750" y="386"/>
                  </a:lnTo>
                  <a:cubicBezTo>
                    <a:pt x="284155" y="529"/>
                    <a:pt x="282773" y="672"/>
                    <a:pt x="281726" y="779"/>
                  </a:cubicBezTo>
                  <a:cubicBezTo>
                    <a:pt x="281095" y="850"/>
                    <a:pt x="280595" y="910"/>
                    <a:pt x="280273" y="934"/>
                  </a:cubicBezTo>
                  <a:lnTo>
                    <a:pt x="280285" y="934"/>
                  </a:lnTo>
                  <a:cubicBezTo>
                    <a:pt x="279773" y="978"/>
                    <a:pt x="279276" y="998"/>
                    <a:pt x="278789" y="998"/>
                  </a:cubicBezTo>
                  <a:cubicBezTo>
                    <a:pt x="277326" y="998"/>
                    <a:pt x="275951" y="823"/>
                    <a:pt x="274522" y="636"/>
                  </a:cubicBezTo>
                  <a:cubicBezTo>
                    <a:pt x="273099" y="463"/>
                    <a:pt x="271632" y="273"/>
                    <a:pt x="270063" y="273"/>
                  </a:cubicBezTo>
                  <a:cubicBezTo>
                    <a:pt x="269794" y="273"/>
                    <a:pt x="269523" y="278"/>
                    <a:pt x="269248" y="291"/>
                  </a:cubicBezTo>
                  <a:cubicBezTo>
                    <a:pt x="268379" y="326"/>
                    <a:pt x="267307" y="553"/>
                    <a:pt x="266069" y="826"/>
                  </a:cubicBezTo>
                  <a:cubicBezTo>
                    <a:pt x="264176" y="1231"/>
                    <a:pt x="261830" y="1731"/>
                    <a:pt x="259187" y="1743"/>
                  </a:cubicBezTo>
                  <a:cubicBezTo>
                    <a:pt x="258580" y="1719"/>
                    <a:pt x="257342" y="1541"/>
                    <a:pt x="255722" y="1315"/>
                  </a:cubicBezTo>
                  <a:cubicBezTo>
                    <a:pt x="253222" y="969"/>
                    <a:pt x="249805" y="493"/>
                    <a:pt x="246090" y="172"/>
                  </a:cubicBezTo>
                  <a:cubicBezTo>
                    <a:pt x="244674" y="50"/>
                    <a:pt x="243193" y="0"/>
                    <a:pt x="241712" y="0"/>
                  </a:cubicBezTo>
                  <a:cubicBezTo>
                    <a:pt x="236973" y="0"/>
                    <a:pt x="232240" y="509"/>
                    <a:pt x="229636" y="791"/>
                  </a:cubicBezTo>
                  <a:cubicBezTo>
                    <a:pt x="229005" y="862"/>
                    <a:pt x="228505" y="910"/>
                    <a:pt x="228183" y="934"/>
                  </a:cubicBezTo>
                  <a:cubicBezTo>
                    <a:pt x="227683" y="977"/>
                    <a:pt x="227198" y="996"/>
                    <a:pt x="226722" y="996"/>
                  </a:cubicBezTo>
                  <a:cubicBezTo>
                    <a:pt x="225246" y="996"/>
                    <a:pt x="223861" y="816"/>
                    <a:pt x="222421" y="636"/>
                  </a:cubicBezTo>
                  <a:cubicBezTo>
                    <a:pt x="220997" y="463"/>
                    <a:pt x="219531" y="273"/>
                    <a:pt x="217961" y="273"/>
                  </a:cubicBezTo>
                  <a:cubicBezTo>
                    <a:pt x="217693" y="273"/>
                    <a:pt x="217421" y="278"/>
                    <a:pt x="217146" y="291"/>
                  </a:cubicBezTo>
                  <a:cubicBezTo>
                    <a:pt x="216277" y="326"/>
                    <a:pt x="215205" y="553"/>
                    <a:pt x="213967" y="826"/>
                  </a:cubicBezTo>
                  <a:cubicBezTo>
                    <a:pt x="212086" y="1231"/>
                    <a:pt x="209752" y="1731"/>
                    <a:pt x="207121" y="1743"/>
                  </a:cubicBezTo>
                  <a:cubicBezTo>
                    <a:pt x="206514" y="1719"/>
                    <a:pt x="205288" y="1541"/>
                    <a:pt x="203668" y="1315"/>
                  </a:cubicBezTo>
                  <a:cubicBezTo>
                    <a:pt x="201180" y="969"/>
                    <a:pt x="197763" y="493"/>
                    <a:pt x="194036" y="172"/>
                  </a:cubicBezTo>
                  <a:cubicBezTo>
                    <a:pt x="192622" y="50"/>
                    <a:pt x="191143" y="0"/>
                    <a:pt x="189663" y="0"/>
                  </a:cubicBezTo>
                  <a:cubicBezTo>
                    <a:pt x="184926" y="0"/>
                    <a:pt x="180188" y="509"/>
                    <a:pt x="177594" y="791"/>
                  </a:cubicBezTo>
                  <a:cubicBezTo>
                    <a:pt x="176963" y="862"/>
                    <a:pt x="176463" y="910"/>
                    <a:pt x="176141" y="934"/>
                  </a:cubicBezTo>
                  <a:cubicBezTo>
                    <a:pt x="175641" y="977"/>
                    <a:pt x="175156" y="996"/>
                    <a:pt x="174679" y="996"/>
                  </a:cubicBezTo>
                  <a:cubicBezTo>
                    <a:pt x="173204" y="996"/>
                    <a:pt x="171818" y="816"/>
                    <a:pt x="170378" y="636"/>
                  </a:cubicBezTo>
                  <a:cubicBezTo>
                    <a:pt x="168955" y="463"/>
                    <a:pt x="167488" y="273"/>
                    <a:pt x="165919" y="273"/>
                  </a:cubicBezTo>
                  <a:cubicBezTo>
                    <a:pt x="165650" y="273"/>
                    <a:pt x="165379" y="278"/>
                    <a:pt x="165104" y="291"/>
                  </a:cubicBezTo>
                  <a:cubicBezTo>
                    <a:pt x="164235" y="326"/>
                    <a:pt x="163163" y="553"/>
                    <a:pt x="161925" y="826"/>
                  </a:cubicBezTo>
                  <a:cubicBezTo>
                    <a:pt x="160044" y="1231"/>
                    <a:pt x="157722" y="1731"/>
                    <a:pt x="155103" y="1743"/>
                  </a:cubicBezTo>
                  <a:cubicBezTo>
                    <a:pt x="154484" y="1719"/>
                    <a:pt x="153257" y="1541"/>
                    <a:pt x="151650" y="1315"/>
                  </a:cubicBezTo>
                  <a:cubicBezTo>
                    <a:pt x="149150" y="969"/>
                    <a:pt x="145733" y="493"/>
                    <a:pt x="142018" y="172"/>
                  </a:cubicBezTo>
                  <a:cubicBezTo>
                    <a:pt x="140601" y="50"/>
                    <a:pt x="139120" y="0"/>
                    <a:pt x="137640" y="0"/>
                  </a:cubicBezTo>
                  <a:cubicBezTo>
                    <a:pt x="132901" y="0"/>
                    <a:pt x="128170" y="509"/>
                    <a:pt x="125575" y="791"/>
                  </a:cubicBezTo>
                  <a:cubicBezTo>
                    <a:pt x="124932" y="862"/>
                    <a:pt x="124432" y="910"/>
                    <a:pt x="124111" y="934"/>
                  </a:cubicBezTo>
                  <a:cubicBezTo>
                    <a:pt x="123611" y="977"/>
                    <a:pt x="123125" y="996"/>
                    <a:pt x="122649" y="996"/>
                  </a:cubicBezTo>
                  <a:cubicBezTo>
                    <a:pt x="121174" y="996"/>
                    <a:pt x="119788" y="816"/>
                    <a:pt x="118348" y="636"/>
                  </a:cubicBezTo>
                  <a:cubicBezTo>
                    <a:pt x="116925" y="463"/>
                    <a:pt x="115458" y="273"/>
                    <a:pt x="113896" y="273"/>
                  </a:cubicBezTo>
                  <a:cubicBezTo>
                    <a:pt x="113629" y="273"/>
                    <a:pt x="113359" y="278"/>
                    <a:pt x="113086" y="291"/>
                  </a:cubicBezTo>
                  <a:cubicBezTo>
                    <a:pt x="112205" y="326"/>
                    <a:pt x="111133" y="553"/>
                    <a:pt x="109895" y="826"/>
                  </a:cubicBezTo>
                  <a:cubicBezTo>
                    <a:pt x="108014" y="1231"/>
                    <a:pt x="105680" y="1731"/>
                    <a:pt x="103061" y="1743"/>
                  </a:cubicBezTo>
                  <a:cubicBezTo>
                    <a:pt x="102453" y="1719"/>
                    <a:pt x="101227" y="1541"/>
                    <a:pt x="99608" y="1315"/>
                  </a:cubicBezTo>
                  <a:cubicBezTo>
                    <a:pt x="97119" y="969"/>
                    <a:pt x="93702" y="493"/>
                    <a:pt x="89976" y="172"/>
                  </a:cubicBezTo>
                  <a:cubicBezTo>
                    <a:pt x="88562" y="50"/>
                    <a:pt x="87082" y="0"/>
                    <a:pt x="85603" y="0"/>
                  </a:cubicBezTo>
                  <a:cubicBezTo>
                    <a:pt x="80866" y="0"/>
                    <a:pt x="76128" y="509"/>
                    <a:pt x="73533" y="791"/>
                  </a:cubicBezTo>
                  <a:cubicBezTo>
                    <a:pt x="72902" y="862"/>
                    <a:pt x="72402" y="910"/>
                    <a:pt x="72080" y="934"/>
                  </a:cubicBezTo>
                  <a:cubicBezTo>
                    <a:pt x="71581" y="977"/>
                    <a:pt x="71095" y="996"/>
                    <a:pt x="70619" y="996"/>
                  </a:cubicBezTo>
                  <a:cubicBezTo>
                    <a:pt x="69143" y="996"/>
                    <a:pt x="67758" y="816"/>
                    <a:pt x="66318" y="636"/>
                  </a:cubicBezTo>
                  <a:cubicBezTo>
                    <a:pt x="64894" y="463"/>
                    <a:pt x="63428" y="273"/>
                    <a:pt x="61858" y="273"/>
                  </a:cubicBezTo>
                  <a:cubicBezTo>
                    <a:pt x="61590" y="273"/>
                    <a:pt x="61318" y="278"/>
                    <a:pt x="61043" y="291"/>
                  </a:cubicBezTo>
                  <a:cubicBezTo>
                    <a:pt x="60174" y="326"/>
                    <a:pt x="59103" y="553"/>
                    <a:pt x="57864" y="826"/>
                  </a:cubicBezTo>
                  <a:cubicBezTo>
                    <a:pt x="55947" y="1231"/>
                    <a:pt x="53578" y="1743"/>
                    <a:pt x="50911" y="1743"/>
                  </a:cubicBezTo>
                  <a:cubicBezTo>
                    <a:pt x="50316" y="1719"/>
                    <a:pt x="49066" y="1541"/>
                    <a:pt x="47435" y="1315"/>
                  </a:cubicBezTo>
                  <a:cubicBezTo>
                    <a:pt x="44946" y="969"/>
                    <a:pt x="41529" y="493"/>
                    <a:pt x="37802" y="172"/>
                  </a:cubicBezTo>
                  <a:cubicBezTo>
                    <a:pt x="36388" y="50"/>
                    <a:pt x="34909" y="0"/>
                    <a:pt x="33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19"/>
            <p:cNvSpPr/>
            <p:nvPr/>
          </p:nvSpPr>
          <p:spPr>
            <a:xfrm rot="10800000" flipH="1">
              <a:off x="-14087" y="4940600"/>
              <a:ext cx="9164387" cy="60325"/>
            </a:xfrm>
            <a:custGeom>
              <a:avLst/>
              <a:gdLst/>
              <a:ahLst/>
              <a:cxnLst/>
              <a:rect l="l" t="t" r="r" b="b"/>
              <a:pathLst>
                <a:path w="285762" h="2413" extrusionOk="0">
                  <a:moveTo>
                    <a:pt x="46663" y="1"/>
                  </a:moveTo>
                  <a:cubicBezTo>
                    <a:pt x="43721" y="1"/>
                    <a:pt x="40356" y="198"/>
                    <a:pt x="35101" y="198"/>
                  </a:cubicBezTo>
                  <a:cubicBezTo>
                    <a:pt x="34729" y="198"/>
                    <a:pt x="34348" y="197"/>
                    <a:pt x="33957" y="195"/>
                  </a:cubicBezTo>
                  <a:cubicBezTo>
                    <a:pt x="32886" y="188"/>
                    <a:pt x="31813" y="185"/>
                    <a:pt x="30744" y="185"/>
                  </a:cubicBezTo>
                  <a:cubicBezTo>
                    <a:pt x="20651" y="185"/>
                    <a:pt x="10820" y="464"/>
                    <a:pt x="4834" y="528"/>
                  </a:cubicBezTo>
                  <a:cubicBezTo>
                    <a:pt x="4788" y="529"/>
                    <a:pt x="4740" y="529"/>
                    <a:pt x="4692" y="529"/>
                  </a:cubicBezTo>
                  <a:cubicBezTo>
                    <a:pt x="3334" y="529"/>
                    <a:pt x="1322" y="370"/>
                    <a:pt x="0" y="278"/>
                  </a:cubicBezTo>
                  <a:lnTo>
                    <a:pt x="0" y="1647"/>
                  </a:lnTo>
                  <a:cubicBezTo>
                    <a:pt x="1288" y="1921"/>
                    <a:pt x="2924" y="2412"/>
                    <a:pt x="3835" y="2412"/>
                  </a:cubicBezTo>
                  <a:cubicBezTo>
                    <a:pt x="3876" y="2412"/>
                    <a:pt x="3915" y="2411"/>
                    <a:pt x="3953" y="2409"/>
                  </a:cubicBezTo>
                  <a:cubicBezTo>
                    <a:pt x="4682" y="2344"/>
                    <a:pt x="14922" y="2130"/>
                    <a:pt x="26406" y="2130"/>
                  </a:cubicBezTo>
                  <a:cubicBezTo>
                    <a:pt x="27486" y="2130"/>
                    <a:pt x="28576" y="2131"/>
                    <a:pt x="29670" y="2136"/>
                  </a:cubicBezTo>
                  <a:cubicBezTo>
                    <a:pt x="29952" y="2137"/>
                    <a:pt x="30232" y="2137"/>
                    <a:pt x="30508" y="2137"/>
                  </a:cubicBezTo>
                  <a:cubicBezTo>
                    <a:pt x="39612" y="2137"/>
                    <a:pt x="45792" y="1468"/>
                    <a:pt x="49925" y="1468"/>
                  </a:cubicBezTo>
                  <a:cubicBezTo>
                    <a:pt x="50364" y="1468"/>
                    <a:pt x="50779" y="1476"/>
                    <a:pt x="51173" y="1493"/>
                  </a:cubicBezTo>
                  <a:cubicBezTo>
                    <a:pt x="52482" y="1597"/>
                    <a:pt x="54873" y="2411"/>
                    <a:pt x="56033" y="2411"/>
                  </a:cubicBezTo>
                  <a:cubicBezTo>
                    <a:pt x="56065" y="2411"/>
                    <a:pt x="56096" y="2411"/>
                    <a:pt x="56126" y="2409"/>
                  </a:cubicBezTo>
                  <a:cubicBezTo>
                    <a:pt x="56840" y="2335"/>
                    <a:pt x="66681" y="2126"/>
                    <a:pt x="77878" y="2126"/>
                  </a:cubicBezTo>
                  <a:cubicBezTo>
                    <a:pt x="79185" y="2126"/>
                    <a:pt x="80511" y="2129"/>
                    <a:pt x="81844" y="2136"/>
                  </a:cubicBezTo>
                  <a:cubicBezTo>
                    <a:pt x="82128" y="2137"/>
                    <a:pt x="82410" y="2137"/>
                    <a:pt x="82689" y="2137"/>
                  </a:cubicBezTo>
                  <a:cubicBezTo>
                    <a:pt x="91793" y="2137"/>
                    <a:pt x="97974" y="1471"/>
                    <a:pt x="102103" y="1471"/>
                  </a:cubicBezTo>
                  <a:cubicBezTo>
                    <a:pt x="102518" y="1471"/>
                    <a:pt x="102912" y="1478"/>
                    <a:pt x="103287" y="1493"/>
                  </a:cubicBezTo>
                  <a:cubicBezTo>
                    <a:pt x="104606" y="1631"/>
                    <a:pt x="106926" y="2411"/>
                    <a:pt x="108061" y="2411"/>
                  </a:cubicBezTo>
                  <a:cubicBezTo>
                    <a:pt x="108094" y="2411"/>
                    <a:pt x="108126" y="2411"/>
                    <a:pt x="108156" y="2409"/>
                  </a:cubicBezTo>
                  <a:cubicBezTo>
                    <a:pt x="108871" y="2335"/>
                    <a:pt x="118721" y="2126"/>
                    <a:pt x="129920" y="2126"/>
                  </a:cubicBezTo>
                  <a:cubicBezTo>
                    <a:pt x="131228" y="2126"/>
                    <a:pt x="132554" y="2129"/>
                    <a:pt x="133886" y="2136"/>
                  </a:cubicBezTo>
                  <a:cubicBezTo>
                    <a:pt x="134170" y="2137"/>
                    <a:pt x="134451" y="2137"/>
                    <a:pt x="134729" y="2137"/>
                  </a:cubicBezTo>
                  <a:cubicBezTo>
                    <a:pt x="143813" y="2137"/>
                    <a:pt x="149992" y="1471"/>
                    <a:pt x="154122" y="1471"/>
                  </a:cubicBezTo>
                  <a:cubicBezTo>
                    <a:pt x="154537" y="1471"/>
                    <a:pt x="154931" y="1478"/>
                    <a:pt x="155305" y="1493"/>
                  </a:cubicBezTo>
                  <a:cubicBezTo>
                    <a:pt x="156624" y="1631"/>
                    <a:pt x="158944" y="2411"/>
                    <a:pt x="160090" y="2411"/>
                  </a:cubicBezTo>
                  <a:cubicBezTo>
                    <a:pt x="160123" y="2411"/>
                    <a:pt x="160156" y="2411"/>
                    <a:pt x="160187" y="2409"/>
                  </a:cubicBezTo>
                  <a:cubicBezTo>
                    <a:pt x="160901" y="2335"/>
                    <a:pt x="170742" y="2126"/>
                    <a:pt x="181939" y="2126"/>
                  </a:cubicBezTo>
                  <a:cubicBezTo>
                    <a:pt x="183246" y="2126"/>
                    <a:pt x="184572" y="2129"/>
                    <a:pt x="185904" y="2136"/>
                  </a:cubicBezTo>
                  <a:cubicBezTo>
                    <a:pt x="186189" y="2137"/>
                    <a:pt x="186471" y="2137"/>
                    <a:pt x="186751" y="2137"/>
                  </a:cubicBezTo>
                  <a:cubicBezTo>
                    <a:pt x="195864" y="2137"/>
                    <a:pt x="202046" y="1471"/>
                    <a:pt x="206176" y="1471"/>
                  </a:cubicBezTo>
                  <a:cubicBezTo>
                    <a:pt x="206591" y="1471"/>
                    <a:pt x="206985" y="1478"/>
                    <a:pt x="207359" y="1493"/>
                  </a:cubicBezTo>
                  <a:cubicBezTo>
                    <a:pt x="208690" y="1631"/>
                    <a:pt x="210999" y="2411"/>
                    <a:pt x="212134" y="2411"/>
                  </a:cubicBezTo>
                  <a:cubicBezTo>
                    <a:pt x="212166" y="2411"/>
                    <a:pt x="212198" y="2411"/>
                    <a:pt x="212229" y="2409"/>
                  </a:cubicBezTo>
                  <a:cubicBezTo>
                    <a:pt x="212943" y="2335"/>
                    <a:pt x="222794" y="2126"/>
                    <a:pt x="233992" y="2126"/>
                  </a:cubicBezTo>
                  <a:cubicBezTo>
                    <a:pt x="235300" y="2126"/>
                    <a:pt x="236626" y="2129"/>
                    <a:pt x="237958" y="2136"/>
                  </a:cubicBezTo>
                  <a:cubicBezTo>
                    <a:pt x="238240" y="2137"/>
                    <a:pt x="238519" y="2137"/>
                    <a:pt x="238796" y="2137"/>
                  </a:cubicBezTo>
                  <a:cubicBezTo>
                    <a:pt x="247889" y="2137"/>
                    <a:pt x="254077" y="1468"/>
                    <a:pt x="258204" y="1468"/>
                  </a:cubicBezTo>
                  <a:cubicBezTo>
                    <a:pt x="258642" y="1468"/>
                    <a:pt x="259057" y="1476"/>
                    <a:pt x="259449" y="1493"/>
                  </a:cubicBezTo>
                  <a:cubicBezTo>
                    <a:pt x="260769" y="1620"/>
                    <a:pt x="263090" y="2411"/>
                    <a:pt x="264236" y="2411"/>
                  </a:cubicBezTo>
                  <a:cubicBezTo>
                    <a:pt x="264268" y="2411"/>
                    <a:pt x="264300" y="2411"/>
                    <a:pt x="264331" y="2409"/>
                  </a:cubicBezTo>
                  <a:cubicBezTo>
                    <a:pt x="265033" y="2338"/>
                    <a:pt x="274701" y="2136"/>
                    <a:pt x="285762" y="2124"/>
                  </a:cubicBezTo>
                  <a:lnTo>
                    <a:pt x="285762" y="207"/>
                  </a:lnTo>
                  <a:cubicBezTo>
                    <a:pt x="277642" y="278"/>
                    <a:pt x="270129" y="469"/>
                    <a:pt x="265212" y="516"/>
                  </a:cubicBezTo>
                  <a:cubicBezTo>
                    <a:pt x="265140" y="517"/>
                    <a:pt x="265065" y="518"/>
                    <a:pt x="264989" y="518"/>
                  </a:cubicBezTo>
                  <a:cubicBezTo>
                    <a:pt x="263232" y="518"/>
                    <a:pt x="260488" y="264"/>
                    <a:pt x="259449" y="219"/>
                  </a:cubicBezTo>
                  <a:cubicBezTo>
                    <a:pt x="257930" y="55"/>
                    <a:pt x="256506" y="1"/>
                    <a:pt x="254966" y="1"/>
                  </a:cubicBezTo>
                  <a:cubicBezTo>
                    <a:pt x="252020" y="1"/>
                    <a:pt x="248652" y="198"/>
                    <a:pt x="243391" y="198"/>
                  </a:cubicBezTo>
                  <a:cubicBezTo>
                    <a:pt x="243018" y="198"/>
                    <a:pt x="242636" y="197"/>
                    <a:pt x="242245" y="195"/>
                  </a:cubicBezTo>
                  <a:cubicBezTo>
                    <a:pt x="241174" y="188"/>
                    <a:pt x="240101" y="185"/>
                    <a:pt x="239032" y="185"/>
                  </a:cubicBezTo>
                  <a:cubicBezTo>
                    <a:pt x="228936" y="185"/>
                    <a:pt x="219096" y="464"/>
                    <a:pt x="213110" y="528"/>
                  </a:cubicBezTo>
                  <a:cubicBezTo>
                    <a:pt x="213073" y="528"/>
                    <a:pt x="213035" y="529"/>
                    <a:pt x="212997" y="529"/>
                  </a:cubicBezTo>
                  <a:cubicBezTo>
                    <a:pt x="211306" y="529"/>
                    <a:pt x="208572" y="277"/>
                    <a:pt x="207443" y="231"/>
                  </a:cubicBezTo>
                  <a:cubicBezTo>
                    <a:pt x="205895" y="60"/>
                    <a:pt x="204446" y="4"/>
                    <a:pt x="202875" y="4"/>
                  </a:cubicBezTo>
                  <a:cubicBezTo>
                    <a:pt x="199941" y="4"/>
                    <a:pt x="196578" y="198"/>
                    <a:pt x="191342" y="198"/>
                  </a:cubicBezTo>
                  <a:cubicBezTo>
                    <a:pt x="190968" y="198"/>
                    <a:pt x="190584" y="197"/>
                    <a:pt x="190190" y="195"/>
                  </a:cubicBezTo>
                  <a:cubicBezTo>
                    <a:pt x="189119" y="188"/>
                    <a:pt x="188047" y="185"/>
                    <a:pt x="186978" y="185"/>
                  </a:cubicBezTo>
                  <a:cubicBezTo>
                    <a:pt x="176884" y="185"/>
                    <a:pt x="167054" y="464"/>
                    <a:pt x="161068" y="528"/>
                  </a:cubicBezTo>
                  <a:cubicBezTo>
                    <a:pt x="161029" y="528"/>
                    <a:pt x="160990" y="529"/>
                    <a:pt x="160950" y="529"/>
                  </a:cubicBezTo>
                  <a:cubicBezTo>
                    <a:pt x="159273" y="529"/>
                    <a:pt x="156587" y="289"/>
                    <a:pt x="155436" y="231"/>
                  </a:cubicBezTo>
                  <a:cubicBezTo>
                    <a:pt x="153884" y="60"/>
                    <a:pt x="152433" y="4"/>
                    <a:pt x="150860" y="4"/>
                  </a:cubicBezTo>
                  <a:cubicBezTo>
                    <a:pt x="147923" y="4"/>
                    <a:pt x="144560" y="198"/>
                    <a:pt x="139323" y="198"/>
                  </a:cubicBezTo>
                  <a:cubicBezTo>
                    <a:pt x="138949" y="198"/>
                    <a:pt x="138566" y="197"/>
                    <a:pt x="138172" y="195"/>
                  </a:cubicBezTo>
                  <a:cubicBezTo>
                    <a:pt x="137101" y="188"/>
                    <a:pt x="136029" y="185"/>
                    <a:pt x="134959" y="185"/>
                  </a:cubicBezTo>
                  <a:cubicBezTo>
                    <a:pt x="124864" y="185"/>
                    <a:pt x="115024" y="464"/>
                    <a:pt x="109049" y="528"/>
                  </a:cubicBezTo>
                  <a:cubicBezTo>
                    <a:pt x="109010" y="528"/>
                    <a:pt x="108970" y="529"/>
                    <a:pt x="108930" y="529"/>
                  </a:cubicBezTo>
                  <a:cubicBezTo>
                    <a:pt x="107230" y="529"/>
                    <a:pt x="104534" y="289"/>
                    <a:pt x="103394" y="231"/>
                  </a:cubicBezTo>
                  <a:cubicBezTo>
                    <a:pt x="101842" y="60"/>
                    <a:pt x="100392" y="4"/>
                    <a:pt x="98820" y="4"/>
                  </a:cubicBezTo>
                  <a:cubicBezTo>
                    <a:pt x="95886" y="4"/>
                    <a:pt x="92525" y="198"/>
                    <a:pt x="87283" y="198"/>
                  </a:cubicBezTo>
                  <a:cubicBezTo>
                    <a:pt x="86908" y="198"/>
                    <a:pt x="86524" y="197"/>
                    <a:pt x="86130" y="195"/>
                  </a:cubicBezTo>
                  <a:cubicBezTo>
                    <a:pt x="85059" y="188"/>
                    <a:pt x="83987" y="185"/>
                    <a:pt x="82917" y="185"/>
                  </a:cubicBezTo>
                  <a:cubicBezTo>
                    <a:pt x="72824" y="185"/>
                    <a:pt x="62993" y="464"/>
                    <a:pt x="57007" y="528"/>
                  </a:cubicBezTo>
                  <a:cubicBezTo>
                    <a:pt x="56972" y="528"/>
                    <a:pt x="56936" y="529"/>
                    <a:pt x="56900" y="529"/>
                  </a:cubicBezTo>
                  <a:cubicBezTo>
                    <a:pt x="55089" y="529"/>
                    <a:pt x="52095" y="242"/>
                    <a:pt x="51137" y="219"/>
                  </a:cubicBezTo>
                  <a:cubicBezTo>
                    <a:pt x="49622" y="55"/>
                    <a:pt x="48200" y="1"/>
                    <a:pt x="46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19"/>
            <p:cNvSpPr/>
            <p:nvPr/>
          </p:nvSpPr>
          <p:spPr>
            <a:xfrm rot="10800000" flipH="1">
              <a:off x="-14087" y="4879075"/>
              <a:ext cx="9164387" cy="35800"/>
            </a:xfrm>
            <a:custGeom>
              <a:avLst/>
              <a:gdLst/>
              <a:ahLst/>
              <a:cxnLst/>
              <a:rect l="l" t="t" r="r" b="b"/>
              <a:pathLst>
                <a:path w="285762" h="1432" extrusionOk="0">
                  <a:moveTo>
                    <a:pt x="31820" y="1"/>
                  </a:moveTo>
                  <a:cubicBezTo>
                    <a:pt x="30994" y="1"/>
                    <a:pt x="30174" y="13"/>
                    <a:pt x="29361" y="39"/>
                  </a:cubicBezTo>
                  <a:cubicBezTo>
                    <a:pt x="26753" y="134"/>
                    <a:pt x="24110" y="229"/>
                    <a:pt x="21550" y="337"/>
                  </a:cubicBezTo>
                  <a:cubicBezTo>
                    <a:pt x="16538" y="527"/>
                    <a:pt x="11359" y="730"/>
                    <a:pt x="6263" y="825"/>
                  </a:cubicBezTo>
                  <a:cubicBezTo>
                    <a:pt x="4262" y="872"/>
                    <a:pt x="2155" y="896"/>
                    <a:pt x="0" y="896"/>
                  </a:cubicBezTo>
                  <a:lnTo>
                    <a:pt x="0" y="1432"/>
                  </a:lnTo>
                  <a:cubicBezTo>
                    <a:pt x="2155" y="1432"/>
                    <a:pt x="4262" y="1408"/>
                    <a:pt x="6275" y="1372"/>
                  </a:cubicBezTo>
                  <a:cubicBezTo>
                    <a:pt x="11370" y="1265"/>
                    <a:pt x="16562" y="1063"/>
                    <a:pt x="21574" y="872"/>
                  </a:cubicBezTo>
                  <a:cubicBezTo>
                    <a:pt x="24134" y="777"/>
                    <a:pt x="26777" y="670"/>
                    <a:pt x="29373" y="575"/>
                  </a:cubicBezTo>
                  <a:cubicBezTo>
                    <a:pt x="30164" y="549"/>
                    <a:pt x="30961" y="538"/>
                    <a:pt x="31764" y="538"/>
                  </a:cubicBezTo>
                  <a:cubicBezTo>
                    <a:pt x="35444" y="538"/>
                    <a:pt x="39223" y="779"/>
                    <a:pt x="42898" y="1003"/>
                  </a:cubicBezTo>
                  <a:cubicBezTo>
                    <a:pt x="45530" y="1170"/>
                    <a:pt x="48232" y="1349"/>
                    <a:pt x="50840" y="1420"/>
                  </a:cubicBezTo>
                  <a:lnTo>
                    <a:pt x="50840" y="1432"/>
                  </a:lnTo>
                  <a:lnTo>
                    <a:pt x="51125" y="1432"/>
                  </a:lnTo>
                  <a:cubicBezTo>
                    <a:pt x="53650" y="1432"/>
                    <a:pt x="56114" y="1408"/>
                    <a:pt x="58448" y="1361"/>
                  </a:cubicBezTo>
                  <a:cubicBezTo>
                    <a:pt x="63544" y="1253"/>
                    <a:pt x="68735" y="1063"/>
                    <a:pt x="73747" y="860"/>
                  </a:cubicBezTo>
                  <a:cubicBezTo>
                    <a:pt x="76307" y="765"/>
                    <a:pt x="78950" y="670"/>
                    <a:pt x="81546" y="575"/>
                  </a:cubicBezTo>
                  <a:cubicBezTo>
                    <a:pt x="82356" y="549"/>
                    <a:pt x="83174" y="537"/>
                    <a:pt x="83997" y="537"/>
                  </a:cubicBezTo>
                  <a:cubicBezTo>
                    <a:pt x="87658" y="537"/>
                    <a:pt x="91416" y="770"/>
                    <a:pt x="95071" y="1003"/>
                  </a:cubicBezTo>
                  <a:cubicBezTo>
                    <a:pt x="97655" y="1170"/>
                    <a:pt x="100310" y="1337"/>
                    <a:pt x="102882" y="1408"/>
                  </a:cubicBezTo>
                  <a:lnTo>
                    <a:pt x="102882" y="1420"/>
                  </a:lnTo>
                  <a:lnTo>
                    <a:pt x="103299" y="1420"/>
                  </a:lnTo>
                  <a:cubicBezTo>
                    <a:pt x="103724" y="1422"/>
                    <a:pt x="104147" y="1423"/>
                    <a:pt x="104568" y="1423"/>
                  </a:cubicBezTo>
                  <a:cubicBezTo>
                    <a:pt x="106601" y="1423"/>
                    <a:pt x="108584" y="1400"/>
                    <a:pt x="110478" y="1361"/>
                  </a:cubicBezTo>
                  <a:cubicBezTo>
                    <a:pt x="115586" y="1253"/>
                    <a:pt x="120765" y="1051"/>
                    <a:pt x="125778" y="860"/>
                  </a:cubicBezTo>
                  <a:cubicBezTo>
                    <a:pt x="128337" y="765"/>
                    <a:pt x="130981" y="658"/>
                    <a:pt x="133588" y="575"/>
                  </a:cubicBezTo>
                  <a:cubicBezTo>
                    <a:pt x="134423" y="545"/>
                    <a:pt x="135266" y="532"/>
                    <a:pt x="136114" y="532"/>
                  </a:cubicBezTo>
                  <a:cubicBezTo>
                    <a:pt x="139743" y="532"/>
                    <a:pt x="143475" y="772"/>
                    <a:pt x="147114" y="1003"/>
                  </a:cubicBezTo>
                  <a:cubicBezTo>
                    <a:pt x="149685" y="1158"/>
                    <a:pt x="152340" y="1337"/>
                    <a:pt x="154900" y="1408"/>
                  </a:cubicBezTo>
                  <a:lnTo>
                    <a:pt x="154900" y="1420"/>
                  </a:lnTo>
                  <a:lnTo>
                    <a:pt x="155341" y="1420"/>
                  </a:lnTo>
                  <a:cubicBezTo>
                    <a:pt x="157817" y="1420"/>
                    <a:pt x="160222" y="1408"/>
                    <a:pt x="162508" y="1361"/>
                  </a:cubicBezTo>
                  <a:cubicBezTo>
                    <a:pt x="167604" y="1253"/>
                    <a:pt x="172795" y="1051"/>
                    <a:pt x="177808" y="860"/>
                  </a:cubicBezTo>
                  <a:cubicBezTo>
                    <a:pt x="180368" y="765"/>
                    <a:pt x="183011" y="658"/>
                    <a:pt x="185607" y="575"/>
                  </a:cubicBezTo>
                  <a:cubicBezTo>
                    <a:pt x="186443" y="545"/>
                    <a:pt x="187288" y="532"/>
                    <a:pt x="188138" y="532"/>
                  </a:cubicBezTo>
                  <a:cubicBezTo>
                    <a:pt x="191773" y="532"/>
                    <a:pt x="195504" y="772"/>
                    <a:pt x="199132" y="1003"/>
                  </a:cubicBezTo>
                  <a:cubicBezTo>
                    <a:pt x="201716" y="1158"/>
                    <a:pt x="204383" y="1325"/>
                    <a:pt x="206954" y="1408"/>
                  </a:cubicBezTo>
                  <a:lnTo>
                    <a:pt x="206954" y="1420"/>
                  </a:lnTo>
                  <a:lnTo>
                    <a:pt x="207359" y="1420"/>
                  </a:lnTo>
                  <a:cubicBezTo>
                    <a:pt x="209848" y="1420"/>
                    <a:pt x="212265" y="1396"/>
                    <a:pt x="214551" y="1349"/>
                  </a:cubicBezTo>
                  <a:cubicBezTo>
                    <a:pt x="219658" y="1253"/>
                    <a:pt x="224838" y="1051"/>
                    <a:pt x="229850" y="860"/>
                  </a:cubicBezTo>
                  <a:cubicBezTo>
                    <a:pt x="232410" y="753"/>
                    <a:pt x="235053" y="658"/>
                    <a:pt x="237661" y="563"/>
                  </a:cubicBezTo>
                  <a:cubicBezTo>
                    <a:pt x="238449" y="537"/>
                    <a:pt x="239246" y="526"/>
                    <a:pt x="240047" y="526"/>
                  </a:cubicBezTo>
                  <a:cubicBezTo>
                    <a:pt x="243720" y="526"/>
                    <a:pt x="247501" y="767"/>
                    <a:pt x="251186" y="991"/>
                  </a:cubicBezTo>
                  <a:cubicBezTo>
                    <a:pt x="253782" y="1158"/>
                    <a:pt x="256461" y="1325"/>
                    <a:pt x="259056" y="1408"/>
                  </a:cubicBezTo>
                  <a:lnTo>
                    <a:pt x="259056" y="1420"/>
                  </a:lnTo>
                  <a:lnTo>
                    <a:pt x="259401" y="1420"/>
                  </a:lnTo>
                  <a:cubicBezTo>
                    <a:pt x="261914" y="1420"/>
                    <a:pt x="264343" y="1396"/>
                    <a:pt x="266652" y="1349"/>
                  </a:cubicBezTo>
                  <a:cubicBezTo>
                    <a:pt x="271760" y="1253"/>
                    <a:pt x="276939" y="1051"/>
                    <a:pt x="281952" y="860"/>
                  </a:cubicBezTo>
                  <a:cubicBezTo>
                    <a:pt x="283202" y="813"/>
                    <a:pt x="284488" y="753"/>
                    <a:pt x="285762" y="706"/>
                  </a:cubicBezTo>
                  <a:lnTo>
                    <a:pt x="285762" y="170"/>
                  </a:lnTo>
                  <a:cubicBezTo>
                    <a:pt x="284476" y="218"/>
                    <a:pt x="283190" y="265"/>
                    <a:pt x="281928" y="313"/>
                  </a:cubicBezTo>
                  <a:cubicBezTo>
                    <a:pt x="276916" y="515"/>
                    <a:pt x="271736" y="706"/>
                    <a:pt x="266640" y="813"/>
                  </a:cubicBezTo>
                  <a:lnTo>
                    <a:pt x="266640" y="825"/>
                  </a:lnTo>
                  <a:cubicBezTo>
                    <a:pt x="264331" y="872"/>
                    <a:pt x="261890" y="896"/>
                    <a:pt x="259390" y="896"/>
                  </a:cubicBezTo>
                  <a:cubicBezTo>
                    <a:pt x="256711" y="813"/>
                    <a:pt x="253925" y="646"/>
                    <a:pt x="251210" y="468"/>
                  </a:cubicBezTo>
                  <a:cubicBezTo>
                    <a:pt x="247545" y="234"/>
                    <a:pt x="243777" y="1"/>
                    <a:pt x="240100" y="1"/>
                  </a:cubicBezTo>
                  <a:cubicBezTo>
                    <a:pt x="239274" y="1"/>
                    <a:pt x="238452" y="13"/>
                    <a:pt x="237637" y="39"/>
                  </a:cubicBezTo>
                  <a:cubicBezTo>
                    <a:pt x="235029" y="134"/>
                    <a:pt x="232386" y="229"/>
                    <a:pt x="229826" y="337"/>
                  </a:cubicBezTo>
                  <a:cubicBezTo>
                    <a:pt x="224826" y="527"/>
                    <a:pt x="219635" y="730"/>
                    <a:pt x="214539" y="825"/>
                  </a:cubicBezTo>
                  <a:cubicBezTo>
                    <a:pt x="212253" y="872"/>
                    <a:pt x="209836" y="896"/>
                    <a:pt x="207347" y="896"/>
                  </a:cubicBezTo>
                  <a:cubicBezTo>
                    <a:pt x="204668" y="813"/>
                    <a:pt x="201870" y="646"/>
                    <a:pt x="199168" y="468"/>
                  </a:cubicBezTo>
                  <a:cubicBezTo>
                    <a:pt x="195503" y="234"/>
                    <a:pt x="191727" y="1"/>
                    <a:pt x="188053" y="1"/>
                  </a:cubicBezTo>
                  <a:cubicBezTo>
                    <a:pt x="187228" y="1"/>
                    <a:pt x="186407" y="13"/>
                    <a:pt x="185595" y="39"/>
                  </a:cubicBezTo>
                  <a:cubicBezTo>
                    <a:pt x="182987" y="134"/>
                    <a:pt x="180344" y="229"/>
                    <a:pt x="177784" y="337"/>
                  </a:cubicBezTo>
                  <a:cubicBezTo>
                    <a:pt x="172772" y="527"/>
                    <a:pt x="167592" y="730"/>
                    <a:pt x="162497" y="825"/>
                  </a:cubicBezTo>
                  <a:cubicBezTo>
                    <a:pt x="160211" y="872"/>
                    <a:pt x="157805" y="896"/>
                    <a:pt x="155317" y="896"/>
                  </a:cubicBezTo>
                  <a:cubicBezTo>
                    <a:pt x="152638" y="813"/>
                    <a:pt x="149852" y="646"/>
                    <a:pt x="147149" y="468"/>
                  </a:cubicBezTo>
                  <a:cubicBezTo>
                    <a:pt x="143475" y="234"/>
                    <a:pt x="139705" y="1"/>
                    <a:pt x="136027" y="1"/>
                  </a:cubicBezTo>
                  <a:cubicBezTo>
                    <a:pt x="135201" y="1"/>
                    <a:pt x="134379" y="13"/>
                    <a:pt x="133564" y="39"/>
                  </a:cubicBezTo>
                  <a:cubicBezTo>
                    <a:pt x="130969" y="134"/>
                    <a:pt x="128314" y="229"/>
                    <a:pt x="125766" y="337"/>
                  </a:cubicBezTo>
                  <a:cubicBezTo>
                    <a:pt x="120753" y="527"/>
                    <a:pt x="115562" y="730"/>
                    <a:pt x="110466" y="825"/>
                  </a:cubicBezTo>
                  <a:cubicBezTo>
                    <a:pt x="108180" y="872"/>
                    <a:pt x="105763" y="896"/>
                    <a:pt x="103287" y="896"/>
                  </a:cubicBezTo>
                  <a:cubicBezTo>
                    <a:pt x="100608" y="813"/>
                    <a:pt x="97810" y="646"/>
                    <a:pt x="95107" y="468"/>
                  </a:cubicBezTo>
                  <a:cubicBezTo>
                    <a:pt x="91442" y="234"/>
                    <a:pt x="87666" y="1"/>
                    <a:pt x="83993" y="1"/>
                  </a:cubicBezTo>
                  <a:cubicBezTo>
                    <a:pt x="83167" y="1"/>
                    <a:pt x="82347" y="13"/>
                    <a:pt x="81534" y="39"/>
                  </a:cubicBezTo>
                  <a:cubicBezTo>
                    <a:pt x="78927" y="134"/>
                    <a:pt x="76283" y="229"/>
                    <a:pt x="73724" y="337"/>
                  </a:cubicBezTo>
                  <a:cubicBezTo>
                    <a:pt x="68711" y="527"/>
                    <a:pt x="63532" y="730"/>
                    <a:pt x="58436" y="825"/>
                  </a:cubicBezTo>
                  <a:cubicBezTo>
                    <a:pt x="56102" y="872"/>
                    <a:pt x="53638" y="896"/>
                    <a:pt x="51102" y="896"/>
                  </a:cubicBezTo>
                  <a:cubicBezTo>
                    <a:pt x="48423" y="813"/>
                    <a:pt x="45637" y="646"/>
                    <a:pt x="42934" y="468"/>
                  </a:cubicBezTo>
                  <a:cubicBezTo>
                    <a:pt x="39269" y="234"/>
                    <a:pt x="35493" y="1"/>
                    <a:pt x="318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19"/>
            <p:cNvSpPr/>
            <p:nvPr/>
          </p:nvSpPr>
          <p:spPr>
            <a:xfrm rot="10800000" flipH="1">
              <a:off x="-14087" y="4772975"/>
              <a:ext cx="9164772" cy="46400"/>
            </a:xfrm>
            <a:custGeom>
              <a:avLst/>
              <a:gdLst/>
              <a:ahLst/>
              <a:cxnLst/>
              <a:rect l="l" t="t" r="r" b="b"/>
              <a:pathLst>
                <a:path w="285774" h="1856" extrusionOk="0">
                  <a:moveTo>
                    <a:pt x="281433" y="1"/>
                  </a:moveTo>
                  <a:cubicBezTo>
                    <a:pt x="280904" y="1"/>
                    <a:pt x="280374" y="10"/>
                    <a:pt x="279845" y="29"/>
                  </a:cubicBezTo>
                  <a:lnTo>
                    <a:pt x="279833" y="41"/>
                  </a:lnTo>
                  <a:cubicBezTo>
                    <a:pt x="276773" y="148"/>
                    <a:pt x="273665" y="362"/>
                    <a:pt x="270665" y="577"/>
                  </a:cubicBezTo>
                  <a:cubicBezTo>
                    <a:pt x="269307" y="672"/>
                    <a:pt x="267903" y="767"/>
                    <a:pt x="266521" y="862"/>
                  </a:cubicBezTo>
                  <a:cubicBezTo>
                    <a:pt x="264128" y="1005"/>
                    <a:pt x="261759" y="1136"/>
                    <a:pt x="259449" y="1231"/>
                  </a:cubicBezTo>
                  <a:cubicBezTo>
                    <a:pt x="258765" y="1261"/>
                    <a:pt x="258077" y="1273"/>
                    <a:pt x="257394" y="1273"/>
                  </a:cubicBezTo>
                  <a:cubicBezTo>
                    <a:pt x="256711" y="1273"/>
                    <a:pt x="256032" y="1261"/>
                    <a:pt x="255365" y="1243"/>
                  </a:cubicBezTo>
                  <a:cubicBezTo>
                    <a:pt x="254618" y="1225"/>
                    <a:pt x="253895" y="1209"/>
                    <a:pt x="253187" y="1209"/>
                  </a:cubicBezTo>
                  <a:cubicBezTo>
                    <a:pt x="252552" y="1209"/>
                    <a:pt x="251931" y="1221"/>
                    <a:pt x="251317" y="1255"/>
                  </a:cubicBezTo>
                  <a:cubicBezTo>
                    <a:pt x="250514" y="1300"/>
                    <a:pt x="249709" y="1319"/>
                    <a:pt x="248905" y="1319"/>
                  </a:cubicBezTo>
                  <a:cubicBezTo>
                    <a:pt x="245630" y="1319"/>
                    <a:pt x="242379" y="994"/>
                    <a:pt x="239435" y="708"/>
                  </a:cubicBezTo>
                  <a:lnTo>
                    <a:pt x="238542" y="624"/>
                  </a:lnTo>
                  <a:cubicBezTo>
                    <a:pt x="235540" y="321"/>
                    <a:pt x="232453" y="9"/>
                    <a:pt x="229375" y="9"/>
                  </a:cubicBezTo>
                  <a:cubicBezTo>
                    <a:pt x="228826" y="9"/>
                    <a:pt x="228278" y="19"/>
                    <a:pt x="227731" y="41"/>
                  </a:cubicBezTo>
                  <a:cubicBezTo>
                    <a:pt x="224671" y="148"/>
                    <a:pt x="221563" y="362"/>
                    <a:pt x="218563" y="577"/>
                  </a:cubicBezTo>
                  <a:cubicBezTo>
                    <a:pt x="217206" y="672"/>
                    <a:pt x="215801" y="767"/>
                    <a:pt x="214420" y="862"/>
                  </a:cubicBezTo>
                  <a:cubicBezTo>
                    <a:pt x="211979" y="1017"/>
                    <a:pt x="209538" y="1136"/>
                    <a:pt x="207181" y="1243"/>
                  </a:cubicBezTo>
                  <a:cubicBezTo>
                    <a:pt x="206577" y="1266"/>
                    <a:pt x="205974" y="1275"/>
                    <a:pt x="205375" y="1275"/>
                  </a:cubicBezTo>
                  <a:cubicBezTo>
                    <a:pt x="204684" y="1275"/>
                    <a:pt x="203998" y="1262"/>
                    <a:pt x="203323" y="1243"/>
                  </a:cubicBezTo>
                  <a:cubicBezTo>
                    <a:pt x="202576" y="1225"/>
                    <a:pt x="201852" y="1209"/>
                    <a:pt x="201143" y="1209"/>
                  </a:cubicBezTo>
                  <a:cubicBezTo>
                    <a:pt x="200507" y="1209"/>
                    <a:pt x="199882" y="1221"/>
                    <a:pt x="199263" y="1255"/>
                  </a:cubicBezTo>
                  <a:cubicBezTo>
                    <a:pt x="198463" y="1300"/>
                    <a:pt x="197658" y="1319"/>
                    <a:pt x="196855" y="1319"/>
                  </a:cubicBezTo>
                  <a:cubicBezTo>
                    <a:pt x="193584" y="1319"/>
                    <a:pt x="190327" y="994"/>
                    <a:pt x="187392" y="708"/>
                  </a:cubicBezTo>
                  <a:lnTo>
                    <a:pt x="186488" y="624"/>
                  </a:lnTo>
                  <a:cubicBezTo>
                    <a:pt x="183486" y="321"/>
                    <a:pt x="180399" y="9"/>
                    <a:pt x="177328" y="9"/>
                  </a:cubicBezTo>
                  <a:cubicBezTo>
                    <a:pt x="176781" y="9"/>
                    <a:pt x="176234" y="19"/>
                    <a:pt x="175689" y="41"/>
                  </a:cubicBezTo>
                  <a:cubicBezTo>
                    <a:pt x="172629" y="148"/>
                    <a:pt x="169521" y="362"/>
                    <a:pt x="166521" y="577"/>
                  </a:cubicBezTo>
                  <a:cubicBezTo>
                    <a:pt x="165164" y="672"/>
                    <a:pt x="163759" y="767"/>
                    <a:pt x="162377" y="862"/>
                  </a:cubicBezTo>
                  <a:cubicBezTo>
                    <a:pt x="159913" y="1017"/>
                    <a:pt x="157448" y="1148"/>
                    <a:pt x="155079" y="1243"/>
                  </a:cubicBezTo>
                  <a:cubicBezTo>
                    <a:pt x="154487" y="1266"/>
                    <a:pt x="153895" y="1275"/>
                    <a:pt x="153307" y="1275"/>
                  </a:cubicBezTo>
                  <a:cubicBezTo>
                    <a:pt x="152631" y="1275"/>
                    <a:pt x="151961" y="1262"/>
                    <a:pt x="151305" y="1243"/>
                  </a:cubicBezTo>
                  <a:cubicBezTo>
                    <a:pt x="150558" y="1225"/>
                    <a:pt x="149831" y="1209"/>
                    <a:pt x="149120" y="1209"/>
                  </a:cubicBezTo>
                  <a:cubicBezTo>
                    <a:pt x="148482" y="1209"/>
                    <a:pt x="147858" y="1221"/>
                    <a:pt x="147245" y="1255"/>
                  </a:cubicBezTo>
                  <a:cubicBezTo>
                    <a:pt x="146444" y="1300"/>
                    <a:pt x="145640" y="1319"/>
                    <a:pt x="144837" y="1319"/>
                  </a:cubicBezTo>
                  <a:cubicBezTo>
                    <a:pt x="141565" y="1319"/>
                    <a:pt x="138309" y="994"/>
                    <a:pt x="135374" y="708"/>
                  </a:cubicBezTo>
                  <a:lnTo>
                    <a:pt x="134469" y="624"/>
                  </a:lnTo>
                  <a:cubicBezTo>
                    <a:pt x="131468" y="321"/>
                    <a:pt x="128381" y="9"/>
                    <a:pt x="125310" y="9"/>
                  </a:cubicBezTo>
                  <a:cubicBezTo>
                    <a:pt x="124763" y="9"/>
                    <a:pt x="124216" y="19"/>
                    <a:pt x="123670" y="41"/>
                  </a:cubicBezTo>
                  <a:cubicBezTo>
                    <a:pt x="120610" y="148"/>
                    <a:pt x="117503" y="362"/>
                    <a:pt x="114491" y="577"/>
                  </a:cubicBezTo>
                  <a:cubicBezTo>
                    <a:pt x="113133" y="672"/>
                    <a:pt x="111740" y="767"/>
                    <a:pt x="110359" y="862"/>
                  </a:cubicBezTo>
                  <a:cubicBezTo>
                    <a:pt x="107894" y="1017"/>
                    <a:pt x="105454" y="1148"/>
                    <a:pt x="103084" y="1243"/>
                  </a:cubicBezTo>
                  <a:cubicBezTo>
                    <a:pt x="102487" y="1266"/>
                    <a:pt x="101889" y="1275"/>
                    <a:pt x="101295" y="1275"/>
                  </a:cubicBezTo>
                  <a:cubicBezTo>
                    <a:pt x="100611" y="1275"/>
                    <a:pt x="99931" y="1262"/>
                    <a:pt x="99262" y="1243"/>
                  </a:cubicBezTo>
                  <a:cubicBezTo>
                    <a:pt x="98515" y="1225"/>
                    <a:pt x="97792" y="1209"/>
                    <a:pt x="97084" y="1209"/>
                  </a:cubicBezTo>
                  <a:cubicBezTo>
                    <a:pt x="96449" y="1209"/>
                    <a:pt x="95828" y="1221"/>
                    <a:pt x="95214" y="1255"/>
                  </a:cubicBezTo>
                  <a:cubicBezTo>
                    <a:pt x="94411" y="1300"/>
                    <a:pt x="93606" y="1319"/>
                    <a:pt x="92802" y="1319"/>
                  </a:cubicBezTo>
                  <a:cubicBezTo>
                    <a:pt x="89527" y="1319"/>
                    <a:pt x="86276" y="994"/>
                    <a:pt x="83332" y="708"/>
                  </a:cubicBezTo>
                  <a:lnTo>
                    <a:pt x="82439" y="624"/>
                  </a:lnTo>
                  <a:cubicBezTo>
                    <a:pt x="79438" y="321"/>
                    <a:pt x="76350" y="9"/>
                    <a:pt x="73272" y="9"/>
                  </a:cubicBezTo>
                  <a:cubicBezTo>
                    <a:pt x="72724" y="9"/>
                    <a:pt x="72175" y="19"/>
                    <a:pt x="71628" y="41"/>
                  </a:cubicBezTo>
                  <a:cubicBezTo>
                    <a:pt x="68568" y="148"/>
                    <a:pt x="65461" y="362"/>
                    <a:pt x="62460" y="577"/>
                  </a:cubicBezTo>
                  <a:cubicBezTo>
                    <a:pt x="61103" y="672"/>
                    <a:pt x="59698" y="767"/>
                    <a:pt x="58317" y="862"/>
                  </a:cubicBezTo>
                  <a:cubicBezTo>
                    <a:pt x="55936" y="1005"/>
                    <a:pt x="53554" y="1136"/>
                    <a:pt x="51256" y="1231"/>
                  </a:cubicBezTo>
                  <a:cubicBezTo>
                    <a:pt x="50598" y="1265"/>
                    <a:pt x="49937" y="1278"/>
                    <a:pt x="49278" y="1278"/>
                  </a:cubicBezTo>
                  <a:cubicBezTo>
                    <a:pt x="48543" y="1278"/>
                    <a:pt x="47811" y="1262"/>
                    <a:pt x="47089" y="1243"/>
                  </a:cubicBezTo>
                  <a:cubicBezTo>
                    <a:pt x="46342" y="1225"/>
                    <a:pt x="45618" y="1209"/>
                    <a:pt x="44909" y="1209"/>
                  </a:cubicBezTo>
                  <a:cubicBezTo>
                    <a:pt x="44273" y="1209"/>
                    <a:pt x="43648" y="1221"/>
                    <a:pt x="43029" y="1255"/>
                  </a:cubicBezTo>
                  <a:cubicBezTo>
                    <a:pt x="42229" y="1300"/>
                    <a:pt x="41425" y="1319"/>
                    <a:pt x="40622" y="1319"/>
                  </a:cubicBezTo>
                  <a:cubicBezTo>
                    <a:pt x="37354" y="1319"/>
                    <a:pt x="34103" y="994"/>
                    <a:pt x="31159" y="708"/>
                  </a:cubicBezTo>
                  <a:lnTo>
                    <a:pt x="30254" y="624"/>
                  </a:lnTo>
                  <a:cubicBezTo>
                    <a:pt x="27252" y="321"/>
                    <a:pt x="24165" y="9"/>
                    <a:pt x="21094" y="9"/>
                  </a:cubicBezTo>
                  <a:cubicBezTo>
                    <a:pt x="20547" y="9"/>
                    <a:pt x="20000" y="19"/>
                    <a:pt x="19455" y="41"/>
                  </a:cubicBezTo>
                  <a:cubicBezTo>
                    <a:pt x="16395" y="148"/>
                    <a:pt x="13287" y="362"/>
                    <a:pt x="10287" y="577"/>
                  </a:cubicBezTo>
                  <a:cubicBezTo>
                    <a:pt x="8930" y="672"/>
                    <a:pt x="7525" y="767"/>
                    <a:pt x="6144" y="862"/>
                  </a:cubicBezTo>
                  <a:cubicBezTo>
                    <a:pt x="4072" y="993"/>
                    <a:pt x="2012" y="1100"/>
                    <a:pt x="0" y="1196"/>
                  </a:cubicBezTo>
                  <a:lnTo>
                    <a:pt x="0" y="1732"/>
                  </a:lnTo>
                  <a:cubicBezTo>
                    <a:pt x="2024" y="1636"/>
                    <a:pt x="4096" y="1529"/>
                    <a:pt x="6179" y="1398"/>
                  </a:cubicBezTo>
                  <a:cubicBezTo>
                    <a:pt x="7560" y="1303"/>
                    <a:pt x="8965" y="1208"/>
                    <a:pt x="10323" y="1112"/>
                  </a:cubicBezTo>
                  <a:cubicBezTo>
                    <a:pt x="13323" y="898"/>
                    <a:pt x="16431" y="684"/>
                    <a:pt x="19479" y="565"/>
                  </a:cubicBezTo>
                  <a:cubicBezTo>
                    <a:pt x="19984" y="546"/>
                    <a:pt x="20490" y="538"/>
                    <a:pt x="20998" y="538"/>
                  </a:cubicBezTo>
                  <a:cubicBezTo>
                    <a:pt x="24078" y="538"/>
                    <a:pt x="27191" y="852"/>
                    <a:pt x="30206" y="1148"/>
                  </a:cubicBezTo>
                  <a:lnTo>
                    <a:pt x="31111" y="1243"/>
                  </a:lnTo>
                  <a:cubicBezTo>
                    <a:pt x="34065" y="1530"/>
                    <a:pt x="37333" y="1855"/>
                    <a:pt x="40633" y="1855"/>
                  </a:cubicBezTo>
                  <a:cubicBezTo>
                    <a:pt x="41443" y="1855"/>
                    <a:pt x="42255" y="1836"/>
                    <a:pt x="43065" y="1791"/>
                  </a:cubicBezTo>
                  <a:cubicBezTo>
                    <a:pt x="43673" y="1757"/>
                    <a:pt x="44289" y="1745"/>
                    <a:pt x="44918" y="1745"/>
                  </a:cubicBezTo>
                  <a:cubicBezTo>
                    <a:pt x="45619" y="1745"/>
                    <a:pt x="46337" y="1760"/>
                    <a:pt x="47077" y="1779"/>
                  </a:cubicBezTo>
                  <a:cubicBezTo>
                    <a:pt x="47746" y="1798"/>
                    <a:pt x="48426" y="1811"/>
                    <a:pt x="49110" y="1811"/>
                  </a:cubicBezTo>
                  <a:cubicBezTo>
                    <a:pt x="49704" y="1811"/>
                    <a:pt x="50302" y="1801"/>
                    <a:pt x="50899" y="1779"/>
                  </a:cubicBezTo>
                  <a:lnTo>
                    <a:pt x="50899" y="1791"/>
                  </a:lnTo>
                  <a:cubicBezTo>
                    <a:pt x="53328" y="1684"/>
                    <a:pt x="55840" y="1553"/>
                    <a:pt x="58353" y="1386"/>
                  </a:cubicBezTo>
                  <a:cubicBezTo>
                    <a:pt x="59734" y="1303"/>
                    <a:pt x="61139" y="1208"/>
                    <a:pt x="62496" y="1112"/>
                  </a:cubicBezTo>
                  <a:cubicBezTo>
                    <a:pt x="65496" y="898"/>
                    <a:pt x="68604" y="684"/>
                    <a:pt x="71652" y="565"/>
                  </a:cubicBezTo>
                  <a:cubicBezTo>
                    <a:pt x="72157" y="546"/>
                    <a:pt x="72664" y="538"/>
                    <a:pt x="73171" y="538"/>
                  </a:cubicBezTo>
                  <a:cubicBezTo>
                    <a:pt x="76252" y="538"/>
                    <a:pt x="79364" y="852"/>
                    <a:pt x="82379" y="1148"/>
                  </a:cubicBezTo>
                  <a:lnTo>
                    <a:pt x="83284" y="1243"/>
                  </a:lnTo>
                  <a:cubicBezTo>
                    <a:pt x="86238" y="1530"/>
                    <a:pt x="89506" y="1855"/>
                    <a:pt x="92806" y="1855"/>
                  </a:cubicBezTo>
                  <a:cubicBezTo>
                    <a:pt x="93616" y="1855"/>
                    <a:pt x="94428" y="1836"/>
                    <a:pt x="95238" y="1791"/>
                  </a:cubicBezTo>
                  <a:cubicBezTo>
                    <a:pt x="95846" y="1757"/>
                    <a:pt x="96462" y="1745"/>
                    <a:pt x="97091" y="1745"/>
                  </a:cubicBezTo>
                  <a:cubicBezTo>
                    <a:pt x="97792" y="1745"/>
                    <a:pt x="98510" y="1760"/>
                    <a:pt x="99251" y="1779"/>
                  </a:cubicBezTo>
                  <a:cubicBezTo>
                    <a:pt x="99894" y="1798"/>
                    <a:pt x="100551" y="1811"/>
                    <a:pt x="101213" y="1811"/>
                  </a:cubicBezTo>
                  <a:cubicBezTo>
                    <a:pt x="101788" y="1811"/>
                    <a:pt x="102366" y="1801"/>
                    <a:pt x="102941" y="1779"/>
                  </a:cubicBezTo>
                  <a:lnTo>
                    <a:pt x="103120" y="1779"/>
                  </a:lnTo>
                  <a:cubicBezTo>
                    <a:pt x="103239" y="1767"/>
                    <a:pt x="103346" y="1767"/>
                    <a:pt x="103453" y="1767"/>
                  </a:cubicBezTo>
                  <a:cubicBezTo>
                    <a:pt x="105716" y="1660"/>
                    <a:pt x="108049" y="1541"/>
                    <a:pt x="110395" y="1386"/>
                  </a:cubicBezTo>
                  <a:cubicBezTo>
                    <a:pt x="111776" y="1303"/>
                    <a:pt x="113181" y="1208"/>
                    <a:pt x="114538" y="1112"/>
                  </a:cubicBezTo>
                  <a:cubicBezTo>
                    <a:pt x="117539" y="898"/>
                    <a:pt x="120646" y="684"/>
                    <a:pt x="123694" y="565"/>
                  </a:cubicBezTo>
                  <a:cubicBezTo>
                    <a:pt x="124199" y="546"/>
                    <a:pt x="124706" y="538"/>
                    <a:pt x="125213" y="538"/>
                  </a:cubicBezTo>
                  <a:cubicBezTo>
                    <a:pt x="128291" y="538"/>
                    <a:pt x="131396" y="852"/>
                    <a:pt x="134422" y="1148"/>
                  </a:cubicBezTo>
                  <a:lnTo>
                    <a:pt x="135315" y="1243"/>
                  </a:lnTo>
                  <a:cubicBezTo>
                    <a:pt x="138268" y="1530"/>
                    <a:pt x="141544" y="1855"/>
                    <a:pt x="144847" y="1855"/>
                  </a:cubicBezTo>
                  <a:cubicBezTo>
                    <a:pt x="145658" y="1855"/>
                    <a:pt x="146470" y="1836"/>
                    <a:pt x="147280" y="1791"/>
                  </a:cubicBezTo>
                  <a:cubicBezTo>
                    <a:pt x="147883" y="1757"/>
                    <a:pt x="148498" y="1745"/>
                    <a:pt x="149128" y="1745"/>
                  </a:cubicBezTo>
                  <a:cubicBezTo>
                    <a:pt x="149831" y="1745"/>
                    <a:pt x="150552" y="1760"/>
                    <a:pt x="151293" y="1779"/>
                  </a:cubicBezTo>
                  <a:cubicBezTo>
                    <a:pt x="151936" y="1798"/>
                    <a:pt x="152590" y="1811"/>
                    <a:pt x="153247" y="1811"/>
                  </a:cubicBezTo>
                  <a:cubicBezTo>
                    <a:pt x="153817" y="1811"/>
                    <a:pt x="154390" y="1801"/>
                    <a:pt x="154960" y="1779"/>
                  </a:cubicBezTo>
                  <a:lnTo>
                    <a:pt x="155115" y="1779"/>
                  </a:lnTo>
                  <a:cubicBezTo>
                    <a:pt x="155246" y="1779"/>
                    <a:pt x="155365" y="1767"/>
                    <a:pt x="155496" y="1767"/>
                  </a:cubicBezTo>
                  <a:cubicBezTo>
                    <a:pt x="157758" y="1660"/>
                    <a:pt x="160080" y="1541"/>
                    <a:pt x="162413" y="1386"/>
                  </a:cubicBezTo>
                  <a:cubicBezTo>
                    <a:pt x="163794" y="1303"/>
                    <a:pt x="165199" y="1208"/>
                    <a:pt x="166557" y="1112"/>
                  </a:cubicBezTo>
                  <a:cubicBezTo>
                    <a:pt x="169569" y="898"/>
                    <a:pt x="172664" y="684"/>
                    <a:pt x="175712" y="565"/>
                  </a:cubicBezTo>
                  <a:cubicBezTo>
                    <a:pt x="176218" y="546"/>
                    <a:pt x="176724" y="538"/>
                    <a:pt x="177232" y="538"/>
                  </a:cubicBezTo>
                  <a:cubicBezTo>
                    <a:pt x="180312" y="538"/>
                    <a:pt x="183424" y="852"/>
                    <a:pt x="186440" y="1148"/>
                  </a:cubicBezTo>
                  <a:lnTo>
                    <a:pt x="187345" y="1243"/>
                  </a:lnTo>
                  <a:cubicBezTo>
                    <a:pt x="190299" y="1530"/>
                    <a:pt x="193567" y="1855"/>
                    <a:pt x="196866" y="1855"/>
                  </a:cubicBezTo>
                  <a:cubicBezTo>
                    <a:pt x="197677" y="1855"/>
                    <a:pt x="198489" y="1836"/>
                    <a:pt x="199299" y="1791"/>
                  </a:cubicBezTo>
                  <a:cubicBezTo>
                    <a:pt x="199907" y="1757"/>
                    <a:pt x="200523" y="1745"/>
                    <a:pt x="201152" y="1745"/>
                  </a:cubicBezTo>
                  <a:cubicBezTo>
                    <a:pt x="201853" y="1745"/>
                    <a:pt x="202570" y="1760"/>
                    <a:pt x="203311" y="1779"/>
                  </a:cubicBezTo>
                  <a:cubicBezTo>
                    <a:pt x="203961" y="1798"/>
                    <a:pt x="204618" y="1811"/>
                    <a:pt x="205280" y="1811"/>
                  </a:cubicBezTo>
                  <a:cubicBezTo>
                    <a:pt x="205854" y="1811"/>
                    <a:pt x="206433" y="1801"/>
                    <a:pt x="207014" y="1779"/>
                  </a:cubicBezTo>
                  <a:lnTo>
                    <a:pt x="207014" y="1791"/>
                  </a:lnTo>
                  <a:cubicBezTo>
                    <a:pt x="207085" y="1779"/>
                    <a:pt x="207157" y="1779"/>
                    <a:pt x="207228" y="1779"/>
                  </a:cubicBezTo>
                  <a:cubicBezTo>
                    <a:pt x="207324" y="1767"/>
                    <a:pt x="207419" y="1767"/>
                    <a:pt x="207514" y="1767"/>
                  </a:cubicBezTo>
                  <a:cubicBezTo>
                    <a:pt x="209788" y="1660"/>
                    <a:pt x="212122" y="1541"/>
                    <a:pt x="214467" y="1386"/>
                  </a:cubicBezTo>
                  <a:cubicBezTo>
                    <a:pt x="215848" y="1303"/>
                    <a:pt x="217253" y="1208"/>
                    <a:pt x="218611" y="1112"/>
                  </a:cubicBezTo>
                  <a:cubicBezTo>
                    <a:pt x="221611" y="898"/>
                    <a:pt x="224719" y="684"/>
                    <a:pt x="227767" y="565"/>
                  </a:cubicBezTo>
                  <a:cubicBezTo>
                    <a:pt x="228272" y="546"/>
                    <a:pt x="228778" y="538"/>
                    <a:pt x="229285" y="538"/>
                  </a:cubicBezTo>
                  <a:cubicBezTo>
                    <a:pt x="232363" y="538"/>
                    <a:pt x="235468" y="852"/>
                    <a:pt x="238494" y="1148"/>
                  </a:cubicBezTo>
                  <a:lnTo>
                    <a:pt x="239387" y="1243"/>
                  </a:lnTo>
                  <a:cubicBezTo>
                    <a:pt x="242341" y="1530"/>
                    <a:pt x="245617" y="1855"/>
                    <a:pt x="248919" y="1855"/>
                  </a:cubicBezTo>
                  <a:cubicBezTo>
                    <a:pt x="249730" y="1855"/>
                    <a:pt x="250543" y="1836"/>
                    <a:pt x="251353" y="1791"/>
                  </a:cubicBezTo>
                  <a:cubicBezTo>
                    <a:pt x="251955" y="1757"/>
                    <a:pt x="252571" y="1745"/>
                    <a:pt x="253201" y="1745"/>
                  </a:cubicBezTo>
                  <a:cubicBezTo>
                    <a:pt x="253904" y="1745"/>
                    <a:pt x="254625" y="1760"/>
                    <a:pt x="255365" y="1779"/>
                  </a:cubicBezTo>
                  <a:cubicBezTo>
                    <a:pt x="256015" y="1798"/>
                    <a:pt x="256682" y="1811"/>
                    <a:pt x="257355" y="1811"/>
                  </a:cubicBezTo>
                  <a:cubicBezTo>
                    <a:pt x="257940" y="1811"/>
                    <a:pt x="258529" y="1801"/>
                    <a:pt x="259116" y="1779"/>
                  </a:cubicBezTo>
                  <a:lnTo>
                    <a:pt x="259116" y="1791"/>
                  </a:lnTo>
                  <a:cubicBezTo>
                    <a:pt x="259235" y="1779"/>
                    <a:pt x="259366" y="1779"/>
                    <a:pt x="259497" y="1767"/>
                  </a:cubicBezTo>
                  <a:lnTo>
                    <a:pt x="259568" y="1767"/>
                  </a:lnTo>
                  <a:cubicBezTo>
                    <a:pt x="261842" y="1660"/>
                    <a:pt x="264200" y="1541"/>
                    <a:pt x="266569" y="1386"/>
                  </a:cubicBezTo>
                  <a:cubicBezTo>
                    <a:pt x="267950" y="1303"/>
                    <a:pt x="269355" y="1208"/>
                    <a:pt x="270712" y="1112"/>
                  </a:cubicBezTo>
                  <a:cubicBezTo>
                    <a:pt x="273713" y="898"/>
                    <a:pt x="276808" y="684"/>
                    <a:pt x="279868" y="565"/>
                  </a:cubicBezTo>
                  <a:cubicBezTo>
                    <a:pt x="280356" y="547"/>
                    <a:pt x="280847" y="539"/>
                    <a:pt x="281339" y="539"/>
                  </a:cubicBezTo>
                  <a:cubicBezTo>
                    <a:pt x="282814" y="539"/>
                    <a:pt x="284300" y="612"/>
                    <a:pt x="285774" y="719"/>
                  </a:cubicBezTo>
                  <a:lnTo>
                    <a:pt x="285774" y="172"/>
                  </a:lnTo>
                  <a:cubicBezTo>
                    <a:pt x="284327" y="67"/>
                    <a:pt x="282880" y="1"/>
                    <a:pt x="2814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19"/>
            <p:cNvSpPr/>
            <p:nvPr/>
          </p:nvSpPr>
          <p:spPr>
            <a:xfrm rot="10800000" flipH="1">
              <a:off x="-14087" y="4621600"/>
              <a:ext cx="9164387" cy="148400"/>
            </a:xfrm>
            <a:custGeom>
              <a:avLst/>
              <a:gdLst/>
              <a:ahLst/>
              <a:cxnLst/>
              <a:rect l="l" t="t" r="r" b="b"/>
              <a:pathLst>
                <a:path w="285762" h="5936" extrusionOk="0">
                  <a:moveTo>
                    <a:pt x="281184" y="1"/>
                  </a:moveTo>
                  <a:cubicBezTo>
                    <a:pt x="280262" y="1"/>
                    <a:pt x="279340" y="24"/>
                    <a:pt x="278416" y="78"/>
                  </a:cubicBezTo>
                  <a:lnTo>
                    <a:pt x="278428" y="78"/>
                  </a:lnTo>
                  <a:cubicBezTo>
                    <a:pt x="273951" y="316"/>
                    <a:pt x="269474" y="649"/>
                    <a:pt x="265009" y="923"/>
                  </a:cubicBezTo>
                  <a:cubicBezTo>
                    <a:pt x="263092" y="1042"/>
                    <a:pt x="261187" y="1138"/>
                    <a:pt x="259271" y="1209"/>
                  </a:cubicBezTo>
                  <a:cubicBezTo>
                    <a:pt x="258143" y="1186"/>
                    <a:pt x="257102" y="1177"/>
                    <a:pt x="256113" y="1177"/>
                  </a:cubicBezTo>
                  <a:cubicBezTo>
                    <a:pt x="254002" y="1177"/>
                    <a:pt x="252129" y="1220"/>
                    <a:pt x="250150" y="1269"/>
                  </a:cubicBezTo>
                  <a:cubicBezTo>
                    <a:pt x="249765" y="1278"/>
                    <a:pt x="249380" y="1282"/>
                    <a:pt x="248995" y="1282"/>
                  </a:cubicBezTo>
                  <a:cubicBezTo>
                    <a:pt x="245354" y="1282"/>
                    <a:pt x="241706" y="896"/>
                    <a:pt x="238077" y="530"/>
                  </a:cubicBezTo>
                  <a:cubicBezTo>
                    <a:pt x="235089" y="240"/>
                    <a:pt x="232107" y="4"/>
                    <a:pt x="229116" y="4"/>
                  </a:cubicBezTo>
                  <a:cubicBezTo>
                    <a:pt x="228187" y="4"/>
                    <a:pt x="227257" y="27"/>
                    <a:pt x="226326" y="78"/>
                  </a:cubicBezTo>
                  <a:cubicBezTo>
                    <a:pt x="221849" y="316"/>
                    <a:pt x="217384" y="649"/>
                    <a:pt x="212908" y="923"/>
                  </a:cubicBezTo>
                  <a:cubicBezTo>
                    <a:pt x="211003" y="1042"/>
                    <a:pt x="209098" y="1138"/>
                    <a:pt x="207193" y="1209"/>
                  </a:cubicBezTo>
                  <a:cubicBezTo>
                    <a:pt x="206068" y="1186"/>
                    <a:pt x="205031" y="1177"/>
                    <a:pt x="204047" y="1177"/>
                  </a:cubicBezTo>
                  <a:cubicBezTo>
                    <a:pt x="201944" y="1177"/>
                    <a:pt x="200078" y="1220"/>
                    <a:pt x="198108" y="1269"/>
                  </a:cubicBezTo>
                  <a:cubicBezTo>
                    <a:pt x="197722" y="1278"/>
                    <a:pt x="197336" y="1282"/>
                    <a:pt x="196950" y="1282"/>
                  </a:cubicBezTo>
                  <a:cubicBezTo>
                    <a:pt x="193302" y="1282"/>
                    <a:pt x="189662" y="896"/>
                    <a:pt x="186023" y="530"/>
                  </a:cubicBezTo>
                  <a:cubicBezTo>
                    <a:pt x="183035" y="240"/>
                    <a:pt x="180053" y="4"/>
                    <a:pt x="177062" y="4"/>
                  </a:cubicBezTo>
                  <a:cubicBezTo>
                    <a:pt x="176133" y="4"/>
                    <a:pt x="175203" y="27"/>
                    <a:pt x="174272" y="78"/>
                  </a:cubicBezTo>
                  <a:cubicBezTo>
                    <a:pt x="169807" y="316"/>
                    <a:pt x="165330" y="649"/>
                    <a:pt x="160853" y="923"/>
                  </a:cubicBezTo>
                  <a:cubicBezTo>
                    <a:pt x="158960" y="1042"/>
                    <a:pt x="157055" y="1138"/>
                    <a:pt x="155150" y="1209"/>
                  </a:cubicBezTo>
                  <a:cubicBezTo>
                    <a:pt x="154030" y="1186"/>
                    <a:pt x="152996" y="1177"/>
                    <a:pt x="152013" y="1177"/>
                  </a:cubicBezTo>
                  <a:cubicBezTo>
                    <a:pt x="149914" y="1177"/>
                    <a:pt x="148048" y="1220"/>
                    <a:pt x="146078" y="1269"/>
                  </a:cubicBezTo>
                  <a:cubicBezTo>
                    <a:pt x="145693" y="1278"/>
                    <a:pt x="145307" y="1282"/>
                    <a:pt x="144922" y="1282"/>
                  </a:cubicBezTo>
                  <a:cubicBezTo>
                    <a:pt x="141281" y="1282"/>
                    <a:pt x="137633" y="896"/>
                    <a:pt x="134005" y="530"/>
                  </a:cubicBezTo>
                  <a:cubicBezTo>
                    <a:pt x="131016" y="240"/>
                    <a:pt x="128027" y="4"/>
                    <a:pt x="125039" y="4"/>
                  </a:cubicBezTo>
                  <a:cubicBezTo>
                    <a:pt x="124110" y="4"/>
                    <a:pt x="123182" y="27"/>
                    <a:pt x="122253" y="78"/>
                  </a:cubicBezTo>
                  <a:cubicBezTo>
                    <a:pt x="117777" y="316"/>
                    <a:pt x="113300" y="649"/>
                    <a:pt x="108835" y="923"/>
                  </a:cubicBezTo>
                  <a:cubicBezTo>
                    <a:pt x="106930" y="1042"/>
                    <a:pt x="105025" y="1138"/>
                    <a:pt x="103120" y="1209"/>
                  </a:cubicBezTo>
                  <a:cubicBezTo>
                    <a:pt x="102000" y="1186"/>
                    <a:pt x="100965" y="1177"/>
                    <a:pt x="99982" y="1177"/>
                  </a:cubicBezTo>
                  <a:cubicBezTo>
                    <a:pt x="97883" y="1177"/>
                    <a:pt x="96018" y="1220"/>
                    <a:pt x="94047" y="1269"/>
                  </a:cubicBezTo>
                  <a:cubicBezTo>
                    <a:pt x="93661" y="1278"/>
                    <a:pt x="93275" y="1282"/>
                    <a:pt x="92889" y="1282"/>
                  </a:cubicBezTo>
                  <a:cubicBezTo>
                    <a:pt x="89241" y="1282"/>
                    <a:pt x="85602" y="896"/>
                    <a:pt x="81963" y="530"/>
                  </a:cubicBezTo>
                  <a:cubicBezTo>
                    <a:pt x="78974" y="240"/>
                    <a:pt x="75992" y="4"/>
                    <a:pt x="73001" y="4"/>
                  </a:cubicBezTo>
                  <a:cubicBezTo>
                    <a:pt x="72072" y="4"/>
                    <a:pt x="71142" y="27"/>
                    <a:pt x="70211" y="78"/>
                  </a:cubicBezTo>
                  <a:cubicBezTo>
                    <a:pt x="65746" y="316"/>
                    <a:pt x="61270" y="649"/>
                    <a:pt x="56793" y="923"/>
                  </a:cubicBezTo>
                  <a:cubicBezTo>
                    <a:pt x="54876" y="1042"/>
                    <a:pt x="52959" y="1138"/>
                    <a:pt x="51042" y="1209"/>
                  </a:cubicBezTo>
                  <a:cubicBezTo>
                    <a:pt x="49907" y="1186"/>
                    <a:pt x="48859" y="1177"/>
                    <a:pt x="47865" y="1177"/>
                  </a:cubicBezTo>
                  <a:cubicBezTo>
                    <a:pt x="45741" y="1177"/>
                    <a:pt x="43857" y="1220"/>
                    <a:pt x="41862" y="1269"/>
                  </a:cubicBezTo>
                  <a:cubicBezTo>
                    <a:pt x="41477" y="1278"/>
                    <a:pt x="41092" y="1282"/>
                    <a:pt x="40707" y="1282"/>
                  </a:cubicBezTo>
                  <a:cubicBezTo>
                    <a:pt x="37068" y="1282"/>
                    <a:pt x="33429" y="896"/>
                    <a:pt x="29789" y="530"/>
                  </a:cubicBezTo>
                  <a:cubicBezTo>
                    <a:pt x="26801" y="240"/>
                    <a:pt x="23819" y="4"/>
                    <a:pt x="20828" y="4"/>
                  </a:cubicBezTo>
                  <a:cubicBezTo>
                    <a:pt x="19899" y="4"/>
                    <a:pt x="18969" y="27"/>
                    <a:pt x="18038" y="78"/>
                  </a:cubicBezTo>
                  <a:cubicBezTo>
                    <a:pt x="13561" y="316"/>
                    <a:pt x="9096" y="649"/>
                    <a:pt x="4620" y="923"/>
                  </a:cubicBezTo>
                  <a:cubicBezTo>
                    <a:pt x="3084" y="1019"/>
                    <a:pt x="1536" y="1090"/>
                    <a:pt x="0" y="1161"/>
                  </a:cubicBezTo>
                  <a:lnTo>
                    <a:pt x="0" y="5186"/>
                  </a:lnTo>
                  <a:cubicBezTo>
                    <a:pt x="1953" y="5281"/>
                    <a:pt x="3917" y="5376"/>
                    <a:pt x="5870" y="5483"/>
                  </a:cubicBezTo>
                  <a:cubicBezTo>
                    <a:pt x="9573" y="5686"/>
                    <a:pt x="13275" y="5876"/>
                    <a:pt x="16978" y="5936"/>
                  </a:cubicBezTo>
                  <a:cubicBezTo>
                    <a:pt x="20407" y="5853"/>
                    <a:pt x="23824" y="5745"/>
                    <a:pt x="27253" y="5626"/>
                  </a:cubicBezTo>
                  <a:cubicBezTo>
                    <a:pt x="28515" y="5543"/>
                    <a:pt x="29778" y="5472"/>
                    <a:pt x="31040" y="5424"/>
                  </a:cubicBezTo>
                  <a:cubicBezTo>
                    <a:pt x="34969" y="5281"/>
                    <a:pt x="38898" y="5198"/>
                    <a:pt x="42827" y="4840"/>
                  </a:cubicBezTo>
                  <a:cubicBezTo>
                    <a:pt x="43362" y="4789"/>
                    <a:pt x="43841" y="4768"/>
                    <a:pt x="44302" y="4768"/>
                  </a:cubicBezTo>
                  <a:cubicBezTo>
                    <a:pt x="46086" y="4768"/>
                    <a:pt x="47596" y="5079"/>
                    <a:pt x="51030" y="5126"/>
                  </a:cubicBezTo>
                  <a:lnTo>
                    <a:pt x="51030" y="5138"/>
                  </a:lnTo>
                  <a:cubicBezTo>
                    <a:pt x="53364" y="5233"/>
                    <a:pt x="55709" y="5352"/>
                    <a:pt x="58043" y="5483"/>
                  </a:cubicBezTo>
                  <a:cubicBezTo>
                    <a:pt x="61746" y="5686"/>
                    <a:pt x="65449" y="5876"/>
                    <a:pt x="69152" y="5936"/>
                  </a:cubicBezTo>
                  <a:cubicBezTo>
                    <a:pt x="72581" y="5853"/>
                    <a:pt x="75998" y="5745"/>
                    <a:pt x="79427" y="5626"/>
                  </a:cubicBezTo>
                  <a:cubicBezTo>
                    <a:pt x="80689" y="5543"/>
                    <a:pt x="81951" y="5472"/>
                    <a:pt x="83213" y="5424"/>
                  </a:cubicBezTo>
                  <a:cubicBezTo>
                    <a:pt x="87142" y="5281"/>
                    <a:pt x="91071" y="5198"/>
                    <a:pt x="95000" y="4840"/>
                  </a:cubicBezTo>
                  <a:cubicBezTo>
                    <a:pt x="95530" y="4792"/>
                    <a:pt x="96004" y="4772"/>
                    <a:pt x="96459" y="4772"/>
                  </a:cubicBezTo>
                  <a:cubicBezTo>
                    <a:pt x="98225" y="4772"/>
                    <a:pt x="99710" y="5069"/>
                    <a:pt x="103061" y="5126"/>
                  </a:cubicBezTo>
                  <a:lnTo>
                    <a:pt x="103061" y="5138"/>
                  </a:lnTo>
                  <a:cubicBezTo>
                    <a:pt x="105406" y="5233"/>
                    <a:pt x="107740" y="5364"/>
                    <a:pt x="110085" y="5483"/>
                  </a:cubicBezTo>
                  <a:cubicBezTo>
                    <a:pt x="113788" y="5686"/>
                    <a:pt x="117491" y="5876"/>
                    <a:pt x="121194" y="5936"/>
                  </a:cubicBezTo>
                  <a:cubicBezTo>
                    <a:pt x="124611" y="5853"/>
                    <a:pt x="128040" y="5745"/>
                    <a:pt x="131457" y="5626"/>
                  </a:cubicBezTo>
                  <a:cubicBezTo>
                    <a:pt x="132719" y="5555"/>
                    <a:pt x="133981" y="5483"/>
                    <a:pt x="135243" y="5436"/>
                  </a:cubicBezTo>
                  <a:cubicBezTo>
                    <a:pt x="139172" y="5281"/>
                    <a:pt x="143101" y="5198"/>
                    <a:pt x="147030" y="4840"/>
                  </a:cubicBezTo>
                  <a:cubicBezTo>
                    <a:pt x="147551" y="4792"/>
                    <a:pt x="148018" y="4773"/>
                    <a:pt x="148467" y="4773"/>
                  </a:cubicBezTo>
                  <a:cubicBezTo>
                    <a:pt x="150246" y="4773"/>
                    <a:pt x="151735" y="5079"/>
                    <a:pt x="155091" y="5126"/>
                  </a:cubicBezTo>
                  <a:lnTo>
                    <a:pt x="155091" y="5138"/>
                  </a:lnTo>
                  <a:cubicBezTo>
                    <a:pt x="157424" y="5233"/>
                    <a:pt x="159770" y="5364"/>
                    <a:pt x="162104" y="5483"/>
                  </a:cubicBezTo>
                  <a:cubicBezTo>
                    <a:pt x="165806" y="5686"/>
                    <a:pt x="169509" y="5876"/>
                    <a:pt x="173212" y="5936"/>
                  </a:cubicBezTo>
                  <a:cubicBezTo>
                    <a:pt x="176641" y="5853"/>
                    <a:pt x="180058" y="5745"/>
                    <a:pt x="183487" y="5626"/>
                  </a:cubicBezTo>
                  <a:cubicBezTo>
                    <a:pt x="184749" y="5555"/>
                    <a:pt x="185999" y="5483"/>
                    <a:pt x="187262" y="5436"/>
                  </a:cubicBezTo>
                  <a:cubicBezTo>
                    <a:pt x="191202" y="5281"/>
                    <a:pt x="195132" y="5198"/>
                    <a:pt x="199049" y="4840"/>
                  </a:cubicBezTo>
                  <a:cubicBezTo>
                    <a:pt x="199572" y="4792"/>
                    <a:pt x="200041" y="4773"/>
                    <a:pt x="200492" y="4773"/>
                  </a:cubicBezTo>
                  <a:cubicBezTo>
                    <a:pt x="202277" y="4773"/>
                    <a:pt x="203767" y="5079"/>
                    <a:pt x="207133" y="5126"/>
                  </a:cubicBezTo>
                  <a:lnTo>
                    <a:pt x="207133" y="5138"/>
                  </a:lnTo>
                  <a:cubicBezTo>
                    <a:pt x="209467" y="5233"/>
                    <a:pt x="211812" y="5364"/>
                    <a:pt x="214146" y="5483"/>
                  </a:cubicBezTo>
                  <a:cubicBezTo>
                    <a:pt x="217849" y="5686"/>
                    <a:pt x="221552" y="5876"/>
                    <a:pt x="225254" y="5936"/>
                  </a:cubicBezTo>
                  <a:cubicBezTo>
                    <a:pt x="228683" y="5853"/>
                    <a:pt x="232100" y="5745"/>
                    <a:pt x="235529" y="5626"/>
                  </a:cubicBezTo>
                  <a:cubicBezTo>
                    <a:pt x="236792" y="5555"/>
                    <a:pt x="238054" y="5483"/>
                    <a:pt x="239316" y="5436"/>
                  </a:cubicBezTo>
                  <a:cubicBezTo>
                    <a:pt x="243245" y="5281"/>
                    <a:pt x="247174" y="5198"/>
                    <a:pt x="251103" y="4840"/>
                  </a:cubicBezTo>
                  <a:cubicBezTo>
                    <a:pt x="251626" y="4792"/>
                    <a:pt x="252095" y="4773"/>
                    <a:pt x="252546" y="4773"/>
                  </a:cubicBezTo>
                  <a:cubicBezTo>
                    <a:pt x="254333" y="4773"/>
                    <a:pt x="255831" y="5079"/>
                    <a:pt x="259235" y="5126"/>
                  </a:cubicBezTo>
                  <a:lnTo>
                    <a:pt x="259235" y="5138"/>
                  </a:lnTo>
                  <a:cubicBezTo>
                    <a:pt x="261568" y="5233"/>
                    <a:pt x="263914" y="5364"/>
                    <a:pt x="266248" y="5483"/>
                  </a:cubicBezTo>
                  <a:cubicBezTo>
                    <a:pt x="269950" y="5686"/>
                    <a:pt x="273653" y="5876"/>
                    <a:pt x="277356" y="5936"/>
                  </a:cubicBezTo>
                  <a:cubicBezTo>
                    <a:pt x="280154" y="5864"/>
                    <a:pt x="282952" y="5781"/>
                    <a:pt x="285762" y="5686"/>
                  </a:cubicBezTo>
                  <a:lnTo>
                    <a:pt x="285762" y="161"/>
                  </a:lnTo>
                  <a:cubicBezTo>
                    <a:pt x="284233" y="65"/>
                    <a:pt x="282709" y="1"/>
                    <a:pt x="2811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3" name="Google Shape;1143;p19"/>
            <p:cNvGrpSpPr/>
            <p:nvPr/>
          </p:nvGrpSpPr>
          <p:grpSpPr>
            <a:xfrm>
              <a:off x="-14087" y="4839475"/>
              <a:ext cx="9164772" cy="40900"/>
              <a:chOff x="-14087" y="4839475"/>
              <a:chExt cx="9164772" cy="40900"/>
            </a:xfrm>
          </p:grpSpPr>
          <p:sp>
            <p:nvSpPr>
              <p:cNvPr id="1144" name="Google Shape;1144;p19"/>
              <p:cNvSpPr/>
              <p:nvPr/>
            </p:nvSpPr>
            <p:spPr>
              <a:xfrm rot="10800000" flipH="1">
                <a:off x="1616705" y="4839475"/>
                <a:ext cx="7533981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234923" h="1636" extrusionOk="0">
                    <a:moveTo>
                      <a:pt x="41215" y="1"/>
                    </a:moveTo>
                    <a:cubicBezTo>
                      <a:pt x="41081" y="1"/>
                      <a:pt x="40948" y="2"/>
                      <a:pt x="40815" y="4"/>
                    </a:cubicBezTo>
                    <a:cubicBezTo>
                      <a:pt x="34862" y="76"/>
                      <a:pt x="28802" y="314"/>
                      <a:pt x="22944" y="540"/>
                    </a:cubicBezTo>
                    <a:cubicBezTo>
                      <a:pt x="21194" y="612"/>
                      <a:pt x="19455" y="671"/>
                      <a:pt x="17705" y="743"/>
                    </a:cubicBezTo>
                    <a:cubicBezTo>
                      <a:pt x="13008" y="905"/>
                      <a:pt x="6849" y="1100"/>
                      <a:pt x="550" y="1100"/>
                    </a:cubicBezTo>
                    <a:cubicBezTo>
                      <a:pt x="367" y="1100"/>
                      <a:pt x="184" y="1100"/>
                      <a:pt x="1" y="1100"/>
                    </a:cubicBezTo>
                    <a:lnTo>
                      <a:pt x="1" y="1635"/>
                    </a:lnTo>
                    <a:cubicBezTo>
                      <a:pt x="184" y="1636"/>
                      <a:pt x="367" y="1636"/>
                      <a:pt x="550" y="1636"/>
                    </a:cubicBezTo>
                    <a:cubicBezTo>
                      <a:pt x="6849" y="1636"/>
                      <a:pt x="13020" y="1440"/>
                      <a:pt x="17729" y="1278"/>
                    </a:cubicBezTo>
                    <a:cubicBezTo>
                      <a:pt x="19479" y="1207"/>
                      <a:pt x="21218" y="1147"/>
                      <a:pt x="22968" y="1076"/>
                    </a:cubicBezTo>
                    <a:cubicBezTo>
                      <a:pt x="28814" y="850"/>
                      <a:pt x="34874" y="623"/>
                      <a:pt x="40827" y="540"/>
                    </a:cubicBezTo>
                    <a:cubicBezTo>
                      <a:pt x="40921" y="539"/>
                      <a:pt x="41015" y="538"/>
                      <a:pt x="41109" y="538"/>
                    </a:cubicBezTo>
                    <a:cubicBezTo>
                      <a:pt x="42855" y="538"/>
                      <a:pt x="44761" y="741"/>
                      <a:pt x="46602" y="933"/>
                    </a:cubicBezTo>
                    <a:cubicBezTo>
                      <a:pt x="48054" y="1088"/>
                      <a:pt x="49757" y="1624"/>
                      <a:pt x="52043" y="1635"/>
                    </a:cubicBezTo>
                    <a:lnTo>
                      <a:pt x="52114" y="1635"/>
                    </a:lnTo>
                    <a:cubicBezTo>
                      <a:pt x="52297" y="1636"/>
                      <a:pt x="52479" y="1636"/>
                      <a:pt x="52662" y="1636"/>
                    </a:cubicBezTo>
                    <a:cubicBezTo>
                      <a:pt x="58937" y="1636"/>
                      <a:pt x="65074" y="1440"/>
                      <a:pt x="69771" y="1278"/>
                    </a:cubicBezTo>
                    <a:cubicBezTo>
                      <a:pt x="71510" y="1207"/>
                      <a:pt x="73260" y="1147"/>
                      <a:pt x="74998" y="1076"/>
                    </a:cubicBezTo>
                    <a:cubicBezTo>
                      <a:pt x="80856" y="850"/>
                      <a:pt x="86904" y="612"/>
                      <a:pt x="92857" y="540"/>
                    </a:cubicBezTo>
                    <a:cubicBezTo>
                      <a:pt x="92987" y="538"/>
                      <a:pt x="93118" y="536"/>
                      <a:pt x="93250" y="536"/>
                    </a:cubicBezTo>
                    <a:cubicBezTo>
                      <a:pt x="94974" y="536"/>
                      <a:pt x="96829" y="745"/>
                      <a:pt x="98632" y="933"/>
                    </a:cubicBezTo>
                    <a:cubicBezTo>
                      <a:pt x="100096" y="1088"/>
                      <a:pt x="101787" y="1624"/>
                      <a:pt x="104061" y="1635"/>
                    </a:cubicBezTo>
                    <a:lnTo>
                      <a:pt x="104156" y="1635"/>
                    </a:lnTo>
                    <a:cubicBezTo>
                      <a:pt x="104339" y="1636"/>
                      <a:pt x="104521" y="1636"/>
                      <a:pt x="104703" y="1636"/>
                    </a:cubicBezTo>
                    <a:cubicBezTo>
                      <a:pt x="110967" y="1636"/>
                      <a:pt x="117104" y="1440"/>
                      <a:pt x="121790" y="1266"/>
                    </a:cubicBezTo>
                    <a:cubicBezTo>
                      <a:pt x="123540" y="1207"/>
                      <a:pt x="125278" y="1135"/>
                      <a:pt x="127028" y="1076"/>
                    </a:cubicBezTo>
                    <a:cubicBezTo>
                      <a:pt x="132886" y="850"/>
                      <a:pt x="138935" y="612"/>
                      <a:pt x="144888" y="528"/>
                    </a:cubicBezTo>
                    <a:cubicBezTo>
                      <a:pt x="144982" y="527"/>
                      <a:pt x="145076" y="526"/>
                      <a:pt x="145171" y="526"/>
                    </a:cubicBezTo>
                    <a:cubicBezTo>
                      <a:pt x="146926" y="526"/>
                      <a:pt x="148821" y="730"/>
                      <a:pt x="150662" y="933"/>
                    </a:cubicBezTo>
                    <a:cubicBezTo>
                      <a:pt x="152127" y="1088"/>
                      <a:pt x="153829" y="1624"/>
                      <a:pt x="156115" y="1635"/>
                    </a:cubicBezTo>
                    <a:lnTo>
                      <a:pt x="156175" y="1635"/>
                    </a:lnTo>
                    <a:cubicBezTo>
                      <a:pt x="156358" y="1636"/>
                      <a:pt x="156540" y="1636"/>
                      <a:pt x="156723" y="1636"/>
                    </a:cubicBezTo>
                    <a:cubicBezTo>
                      <a:pt x="163010" y="1636"/>
                      <a:pt x="169146" y="1440"/>
                      <a:pt x="173844" y="1266"/>
                    </a:cubicBezTo>
                    <a:cubicBezTo>
                      <a:pt x="175582" y="1207"/>
                      <a:pt x="177332" y="1135"/>
                      <a:pt x="179071" y="1076"/>
                    </a:cubicBezTo>
                    <a:cubicBezTo>
                      <a:pt x="184928" y="850"/>
                      <a:pt x="190977" y="612"/>
                      <a:pt x="196930" y="528"/>
                    </a:cubicBezTo>
                    <a:cubicBezTo>
                      <a:pt x="197024" y="527"/>
                      <a:pt x="197119" y="526"/>
                      <a:pt x="197214" y="526"/>
                    </a:cubicBezTo>
                    <a:cubicBezTo>
                      <a:pt x="198969" y="526"/>
                      <a:pt x="200863" y="730"/>
                      <a:pt x="202705" y="933"/>
                    </a:cubicBezTo>
                    <a:cubicBezTo>
                      <a:pt x="204181" y="1088"/>
                      <a:pt x="205907" y="1635"/>
                      <a:pt x="208229" y="1635"/>
                    </a:cubicBezTo>
                    <a:cubicBezTo>
                      <a:pt x="208412" y="1636"/>
                      <a:pt x="208595" y="1636"/>
                      <a:pt x="208778" y="1636"/>
                    </a:cubicBezTo>
                    <a:cubicBezTo>
                      <a:pt x="215077" y="1636"/>
                      <a:pt x="221236" y="1440"/>
                      <a:pt x="225934" y="1266"/>
                    </a:cubicBezTo>
                    <a:cubicBezTo>
                      <a:pt x="227684" y="1207"/>
                      <a:pt x="229434" y="1135"/>
                      <a:pt x="231172" y="1076"/>
                    </a:cubicBezTo>
                    <a:cubicBezTo>
                      <a:pt x="232411" y="1028"/>
                      <a:pt x="233661" y="981"/>
                      <a:pt x="234923" y="933"/>
                    </a:cubicBezTo>
                    <a:lnTo>
                      <a:pt x="234923" y="397"/>
                    </a:lnTo>
                    <a:cubicBezTo>
                      <a:pt x="233661" y="445"/>
                      <a:pt x="232399" y="492"/>
                      <a:pt x="231160" y="540"/>
                    </a:cubicBezTo>
                    <a:cubicBezTo>
                      <a:pt x="229410" y="600"/>
                      <a:pt x="227660" y="671"/>
                      <a:pt x="225922" y="731"/>
                    </a:cubicBezTo>
                    <a:lnTo>
                      <a:pt x="225922" y="743"/>
                    </a:lnTo>
                    <a:cubicBezTo>
                      <a:pt x="221213" y="905"/>
                      <a:pt x="215053" y="1100"/>
                      <a:pt x="208766" y="1100"/>
                    </a:cubicBezTo>
                    <a:cubicBezTo>
                      <a:pt x="208583" y="1100"/>
                      <a:pt x="208400" y="1100"/>
                      <a:pt x="208217" y="1100"/>
                    </a:cubicBezTo>
                    <a:cubicBezTo>
                      <a:pt x="205860" y="1100"/>
                      <a:pt x="204229" y="564"/>
                      <a:pt x="202764" y="397"/>
                    </a:cubicBezTo>
                    <a:cubicBezTo>
                      <a:pt x="200912" y="205"/>
                      <a:pt x="198995" y="3"/>
                      <a:pt x="197207" y="3"/>
                    </a:cubicBezTo>
                    <a:cubicBezTo>
                      <a:pt x="197111" y="3"/>
                      <a:pt x="197014" y="3"/>
                      <a:pt x="196918" y="4"/>
                    </a:cubicBezTo>
                    <a:cubicBezTo>
                      <a:pt x="190965" y="76"/>
                      <a:pt x="184905" y="314"/>
                      <a:pt x="179059" y="540"/>
                    </a:cubicBezTo>
                    <a:cubicBezTo>
                      <a:pt x="177308" y="612"/>
                      <a:pt x="175558" y="671"/>
                      <a:pt x="173820" y="743"/>
                    </a:cubicBezTo>
                    <a:cubicBezTo>
                      <a:pt x="169111" y="905"/>
                      <a:pt x="162952" y="1100"/>
                      <a:pt x="156664" y="1100"/>
                    </a:cubicBezTo>
                    <a:cubicBezTo>
                      <a:pt x="156481" y="1100"/>
                      <a:pt x="156298" y="1100"/>
                      <a:pt x="156115" y="1100"/>
                    </a:cubicBezTo>
                    <a:cubicBezTo>
                      <a:pt x="153782" y="1088"/>
                      <a:pt x="152162" y="552"/>
                      <a:pt x="150722" y="397"/>
                    </a:cubicBezTo>
                    <a:cubicBezTo>
                      <a:pt x="148897" y="209"/>
                      <a:pt x="147030" y="1"/>
                      <a:pt x="145276" y="1"/>
                    </a:cubicBezTo>
                    <a:cubicBezTo>
                      <a:pt x="145142" y="1"/>
                      <a:pt x="145008" y="2"/>
                      <a:pt x="144876" y="4"/>
                    </a:cubicBezTo>
                    <a:cubicBezTo>
                      <a:pt x="138923" y="76"/>
                      <a:pt x="132862" y="314"/>
                      <a:pt x="127005" y="540"/>
                    </a:cubicBezTo>
                    <a:cubicBezTo>
                      <a:pt x="125266" y="612"/>
                      <a:pt x="123516" y="671"/>
                      <a:pt x="121766" y="743"/>
                    </a:cubicBezTo>
                    <a:cubicBezTo>
                      <a:pt x="117068" y="905"/>
                      <a:pt x="110909" y="1100"/>
                      <a:pt x="104622" y="1100"/>
                    </a:cubicBezTo>
                    <a:cubicBezTo>
                      <a:pt x="104439" y="1100"/>
                      <a:pt x="104256" y="1100"/>
                      <a:pt x="104073" y="1100"/>
                    </a:cubicBezTo>
                    <a:cubicBezTo>
                      <a:pt x="101751" y="1088"/>
                      <a:pt x="100132" y="552"/>
                      <a:pt x="98692" y="397"/>
                    </a:cubicBezTo>
                    <a:cubicBezTo>
                      <a:pt x="96877" y="209"/>
                      <a:pt x="95002" y="1"/>
                      <a:pt x="93246" y="1"/>
                    </a:cubicBezTo>
                    <a:cubicBezTo>
                      <a:pt x="93111" y="1"/>
                      <a:pt x="92978" y="2"/>
                      <a:pt x="92846" y="4"/>
                    </a:cubicBezTo>
                    <a:cubicBezTo>
                      <a:pt x="86892" y="76"/>
                      <a:pt x="80832" y="314"/>
                      <a:pt x="74986" y="540"/>
                    </a:cubicBezTo>
                    <a:cubicBezTo>
                      <a:pt x="73236" y="612"/>
                      <a:pt x="71486" y="671"/>
                      <a:pt x="69747" y="743"/>
                    </a:cubicBezTo>
                    <a:cubicBezTo>
                      <a:pt x="65038" y="905"/>
                      <a:pt x="58879" y="1100"/>
                      <a:pt x="52591" y="1100"/>
                    </a:cubicBezTo>
                    <a:cubicBezTo>
                      <a:pt x="52409" y="1100"/>
                      <a:pt x="52226" y="1100"/>
                      <a:pt x="52043" y="1100"/>
                    </a:cubicBezTo>
                    <a:cubicBezTo>
                      <a:pt x="49721" y="1088"/>
                      <a:pt x="48102" y="552"/>
                      <a:pt x="46649" y="397"/>
                    </a:cubicBezTo>
                    <a:cubicBezTo>
                      <a:pt x="44835" y="209"/>
                      <a:pt x="42970" y="1"/>
                      <a:pt x="412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19"/>
              <p:cNvSpPr/>
              <p:nvPr/>
            </p:nvSpPr>
            <p:spPr>
              <a:xfrm rot="10800000" flipH="1">
                <a:off x="-14087" y="4839475"/>
                <a:ext cx="1630054" cy="40850"/>
              </a:xfrm>
              <a:custGeom>
                <a:avLst/>
                <a:gdLst/>
                <a:ahLst/>
                <a:cxnLst/>
                <a:rect l="l" t="t" r="r" b="b"/>
                <a:pathLst>
                  <a:path w="50828" h="1634" extrusionOk="0">
                    <a:moveTo>
                      <a:pt x="39782" y="1"/>
                    </a:moveTo>
                    <a:cubicBezTo>
                      <a:pt x="39686" y="1"/>
                      <a:pt x="39589" y="1"/>
                      <a:pt x="39493" y="2"/>
                    </a:cubicBezTo>
                    <a:cubicBezTo>
                      <a:pt x="33540" y="74"/>
                      <a:pt x="27480" y="312"/>
                      <a:pt x="21622" y="538"/>
                    </a:cubicBezTo>
                    <a:cubicBezTo>
                      <a:pt x="19883" y="610"/>
                      <a:pt x="18133" y="669"/>
                      <a:pt x="16395" y="741"/>
                    </a:cubicBezTo>
                    <a:cubicBezTo>
                      <a:pt x="11882" y="895"/>
                      <a:pt x="6025" y="1086"/>
                      <a:pt x="0" y="1098"/>
                    </a:cubicBezTo>
                    <a:lnTo>
                      <a:pt x="0" y="1633"/>
                    </a:lnTo>
                    <a:cubicBezTo>
                      <a:pt x="6036" y="1622"/>
                      <a:pt x="11894" y="1431"/>
                      <a:pt x="16407" y="1276"/>
                    </a:cubicBezTo>
                    <a:cubicBezTo>
                      <a:pt x="18157" y="1205"/>
                      <a:pt x="19895" y="1145"/>
                      <a:pt x="21646" y="1074"/>
                    </a:cubicBezTo>
                    <a:cubicBezTo>
                      <a:pt x="27503" y="848"/>
                      <a:pt x="33552" y="621"/>
                      <a:pt x="39505" y="538"/>
                    </a:cubicBezTo>
                    <a:cubicBezTo>
                      <a:pt x="39599" y="537"/>
                      <a:pt x="39694" y="536"/>
                      <a:pt x="39789" y="536"/>
                    </a:cubicBezTo>
                    <a:cubicBezTo>
                      <a:pt x="41544" y="536"/>
                      <a:pt x="43438" y="739"/>
                      <a:pt x="45279" y="931"/>
                    </a:cubicBezTo>
                    <a:cubicBezTo>
                      <a:pt x="46756" y="1098"/>
                      <a:pt x="48470" y="1633"/>
                      <a:pt x="50792" y="1633"/>
                    </a:cubicBezTo>
                    <a:lnTo>
                      <a:pt x="50828" y="1098"/>
                    </a:lnTo>
                    <a:cubicBezTo>
                      <a:pt x="48447" y="1098"/>
                      <a:pt x="46803" y="562"/>
                      <a:pt x="45339" y="395"/>
                    </a:cubicBezTo>
                    <a:cubicBezTo>
                      <a:pt x="43487" y="203"/>
                      <a:pt x="41570" y="1"/>
                      <a:pt x="397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46" name="Google Shape;1146;p19"/>
          <p:cNvGrpSpPr/>
          <p:nvPr/>
        </p:nvGrpSpPr>
        <p:grpSpPr>
          <a:xfrm rot="5400000" flipH="1">
            <a:off x="6120216" y="2232130"/>
            <a:ext cx="5303654" cy="685901"/>
            <a:chOff x="-14087" y="4621600"/>
            <a:chExt cx="9164772" cy="664375"/>
          </a:xfrm>
        </p:grpSpPr>
        <p:sp>
          <p:nvSpPr>
            <p:cNvPr id="1147" name="Google Shape;1147;p19"/>
            <p:cNvSpPr/>
            <p:nvPr/>
          </p:nvSpPr>
          <p:spPr>
            <a:xfrm rot="10800000" flipH="1">
              <a:off x="951926" y="5026250"/>
              <a:ext cx="262621" cy="4575"/>
            </a:xfrm>
            <a:custGeom>
              <a:avLst/>
              <a:gdLst/>
              <a:ahLst/>
              <a:cxnLst/>
              <a:rect l="l" t="t" r="r" b="b"/>
              <a:pathLst>
                <a:path w="8189" h="183" extrusionOk="0">
                  <a:moveTo>
                    <a:pt x="4669" y="1"/>
                  </a:moveTo>
                  <a:cubicBezTo>
                    <a:pt x="3113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8" y="181"/>
                    <a:pt x="595" y="183"/>
                    <a:pt x="1028" y="183"/>
                  </a:cubicBezTo>
                  <a:cubicBezTo>
                    <a:pt x="3436" y="183"/>
                    <a:pt x="8189" y="125"/>
                    <a:pt x="7622" y="125"/>
                  </a:cubicBezTo>
                  <a:cubicBezTo>
                    <a:pt x="7465" y="125"/>
                    <a:pt x="6900" y="129"/>
                    <a:pt x="5763" y="141"/>
                  </a:cubicBezTo>
                  <a:cubicBezTo>
                    <a:pt x="5311" y="141"/>
                    <a:pt x="6680" y="69"/>
                    <a:pt x="7145" y="34"/>
                  </a:cubicBezTo>
                  <a:cubicBezTo>
                    <a:pt x="6319" y="13"/>
                    <a:pt x="5494" y="1"/>
                    <a:pt x="46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19"/>
            <p:cNvSpPr/>
            <p:nvPr/>
          </p:nvSpPr>
          <p:spPr>
            <a:xfrm rot="10800000" flipH="1">
              <a:off x="716660" y="5015975"/>
              <a:ext cx="203612" cy="8375"/>
            </a:xfrm>
            <a:custGeom>
              <a:avLst/>
              <a:gdLst/>
              <a:ahLst/>
              <a:cxnLst/>
              <a:rect l="l" t="t" r="r" b="b"/>
              <a:pathLst>
                <a:path w="6349" h="335" extrusionOk="0">
                  <a:moveTo>
                    <a:pt x="6349" y="1"/>
                  </a:moveTo>
                  <a:cubicBezTo>
                    <a:pt x="5135" y="19"/>
                    <a:pt x="0" y="287"/>
                    <a:pt x="161" y="287"/>
                  </a:cubicBezTo>
                  <a:cubicBezTo>
                    <a:pt x="205" y="287"/>
                    <a:pt x="651" y="266"/>
                    <a:pt x="1693" y="215"/>
                  </a:cubicBezTo>
                  <a:cubicBezTo>
                    <a:pt x="1730" y="213"/>
                    <a:pt x="1752" y="212"/>
                    <a:pt x="1761" y="212"/>
                  </a:cubicBezTo>
                  <a:cubicBezTo>
                    <a:pt x="1852" y="212"/>
                    <a:pt x="919" y="302"/>
                    <a:pt x="586" y="334"/>
                  </a:cubicBezTo>
                  <a:cubicBezTo>
                    <a:pt x="2515" y="310"/>
                    <a:pt x="4432" y="227"/>
                    <a:pt x="6349" y="13"/>
                  </a:cubicBezTo>
                  <a:lnTo>
                    <a:pt x="63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19"/>
            <p:cNvSpPr/>
            <p:nvPr/>
          </p:nvSpPr>
          <p:spPr>
            <a:xfrm rot="10800000" flipH="1">
              <a:off x="2625146" y="5026250"/>
              <a:ext cx="262589" cy="4575"/>
            </a:xfrm>
            <a:custGeom>
              <a:avLst/>
              <a:gdLst/>
              <a:ahLst/>
              <a:cxnLst/>
              <a:rect l="l" t="t" r="r" b="b"/>
              <a:pathLst>
                <a:path w="8188" h="183" extrusionOk="0">
                  <a:moveTo>
                    <a:pt x="4668" y="1"/>
                  </a:moveTo>
                  <a:cubicBezTo>
                    <a:pt x="3112" y="1"/>
                    <a:pt x="1556" y="44"/>
                    <a:pt x="0" y="153"/>
                  </a:cubicBezTo>
                  <a:lnTo>
                    <a:pt x="0" y="176"/>
                  </a:lnTo>
                  <a:cubicBezTo>
                    <a:pt x="237" y="181"/>
                    <a:pt x="594" y="183"/>
                    <a:pt x="1027" y="183"/>
                  </a:cubicBezTo>
                  <a:cubicBezTo>
                    <a:pt x="3435" y="183"/>
                    <a:pt x="8188" y="125"/>
                    <a:pt x="7621" y="125"/>
                  </a:cubicBezTo>
                  <a:cubicBezTo>
                    <a:pt x="7464" y="125"/>
                    <a:pt x="6899" y="129"/>
                    <a:pt x="5763" y="141"/>
                  </a:cubicBezTo>
                  <a:cubicBezTo>
                    <a:pt x="5310" y="141"/>
                    <a:pt x="6679" y="69"/>
                    <a:pt x="7144" y="34"/>
                  </a:cubicBezTo>
                  <a:cubicBezTo>
                    <a:pt x="6318" y="13"/>
                    <a:pt x="5493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19"/>
            <p:cNvSpPr/>
            <p:nvPr/>
          </p:nvSpPr>
          <p:spPr>
            <a:xfrm rot="10800000" flipH="1">
              <a:off x="2389848" y="5015975"/>
              <a:ext cx="203612" cy="8375"/>
            </a:xfrm>
            <a:custGeom>
              <a:avLst/>
              <a:gdLst/>
              <a:ahLst/>
              <a:cxnLst/>
              <a:rect l="l" t="t" r="r" b="b"/>
              <a:pathLst>
                <a:path w="6349" h="335" extrusionOk="0">
                  <a:moveTo>
                    <a:pt x="6349" y="1"/>
                  </a:moveTo>
                  <a:cubicBezTo>
                    <a:pt x="5135" y="19"/>
                    <a:pt x="0" y="287"/>
                    <a:pt x="161" y="287"/>
                  </a:cubicBezTo>
                  <a:cubicBezTo>
                    <a:pt x="205" y="287"/>
                    <a:pt x="651" y="266"/>
                    <a:pt x="1693" y="215"/>
                  </a:cubicBezTo>
                  <a:cubicBezTo>
                    <a:pt x="1730" y="213"/>
                    <a:pt x="1752" y="212"/>
                    <a:pt x="1762" y="212"/>
                  </a:cubicBezTo>
                  <a:cubicBezTo>
                    <a:pt x="1852" y="212"/>
                    <a:pt x="919" y="302"/>
                    <a:pt x="586" y="334"/>
                  </a:cubicBezTo>
                  <a:cubicBezTo>
                    <a:pt x="2515" y="310"/>
                    <a:pt x="4432" y="227"/>
                    <a:pt x="6349" y="13"/>
                  </a:cubicBezTo>
                  <a:lnTo>
                    <a:pt x="63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19"/>
            <p:cNvSpPr/>
            <p:nvPr/>
          </p:nvSpPr>
          <p:spPr>
            <a:xfrm rot="10800000" flipH="1">
              <a:off x="4293748" y="5026250"/>
              <a:ext cx="262974" cy="4575"/>
            </a:xfrm>
            <a:custGeom>
              <a:avLst/>
              <a:gdLst/>
              <a:ahLst/>
              <a:cxnLst/>
              <a:rect l="l" t="t" r="r" b="b"/>
              <a:pathLst>
                <a:path w="8200" h="183" extrusionOk="0">
                  <a:moveTo>
                    <a:pt x="4668" y="1"/>
                  </a:moveTo>
                  <a:cubicBezTo>
                    <a:pt x="3112" y="1"/>
                    <a:pt x="1556" y="44"/>
                    <a:pt x="0" y="153"/>
                  </a:cubicBezTo>
                  <a:lnTo>
                    <a:pt x="0" y="176"/>
                  </a:lnTo>
                  <a:cubicBezTo>
                    <a:pt x="238" y="181"/>
                    <a:pt x="597" y="183"/>
                    <a:pt x="1031" y="183"/>
                  </a:cubicBezTo>
                  <a:cubicBezTo>
                    <a:pt x="3445" y="183"/>
                    <a:pt x="8200" y="125"/>
                    <a:pt x="7633" y="125"/>
                  </a:cubicBezTo>
                  <a:cubicBezTo>
                    <a:pt x="7477" y="125"/>
                    <a:pt x="6911" y="129"/>
                    <a:pt x="5775" y="141"/>
                  </a:cubicBezTo>
                  <a:cubicBezTo>
                    <a:pt x="5311" y="141"/>
                    <a:pt x="6692" y="69"/>
                    <a:pt x="7144" y="34"/>
                  </a:cubicBezTo>
                  <a:cubicBezTo>
                    <a:pt x="6319" y="13"/>
                    <a:pt x="5493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19"/>
            <p:cNvSpPr/>
            <p:nvPr/>
          </p:nvSpPr>
          <p:spPr>
            <a:xfrm rot="10800000" flipH="1">
              <a:off x="4058707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1" y="1"/>
                  </a:moveTo>
                  <a:cubicBezTo>
                    <a:pt x="5128" y="19"/>
                    <a:pt x="0" y="287"/>
                    <a:pt x="163" y="287"/>
                  </a:cubicBezTo>
                  <a:cubicBezTo>
                    <a:pt x="209" y="287"/>
                    <a:pt x="656" y="266"/>
                    <a:pt x="1698" y="215"/>
                  </a:cubicBezTo>
                  <a:cubicBezTo>
                    <a:pt x="1734" y="213"/>
                    <a:pt x="1756" y="212"/>
                    <a:pt x="1766" y="212"/>
                  </a:cubicBezTo>
                  <a:cubicBezTo>
                    <a:pt x="1856" y="212"/>
                    <a:pt x="923" y="302"/>
                    <a:pt x="590" y="334"/>
                  </a:cubicBezTo>
                  <a:cubicBezTo>
                    <a:pt x="2507" y="310"/>
                    <a:pt x="4424" y="227"/>
                    <a:pt x="6341" y="13"/>
                  </a:cubicBezTo>
                  <a:lnTo>
                    <a:pt x="63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19"/>
            <p:cNvSpPr/>
            <p:nvPr/>
          </p:nvSpPr>
          <p:spPr>
            <a:xfrm rot="10800000" flipH="1">
              <a:off x="5962350" y="5026250"/>
              <a:ext cx="262621" cy="4575"/>
            </a:xfrm>
            <a:custGeom>
              <a:avLst/>
              <a:gdLst/>
              <a:ahLst/>
              <a:cxnLst/>
              <a:rect l="l" t="t" r="r" b="b"/>
              <a:pathLst>
                <a:path w="8189" h="183" extrusionOk="0">
                  <a:moveTo>
                    <a:pt x="4668" y="1"/>
                  </a:moveTo>
                  <a:cubicBezTo>
                    <a:pt x="3112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7" y="181"/>
                    <a:pt x="595" y="183"/>
                    <a:pt x="1028" y="183"/>
                  </a:cubicBezTo>
                  <a:cubicBezTo>
                    <a:pt x="3435" y="183"/>
                    <a:pt x="8189" y="125"/>
                    <a:pt x="7622" y="125"/>
                  </a:cubicBezTo>
                  <a:cubicBezTo>
                    <a:pt x="7465" y="125"/>
                    <a:pt x="6900" y="129"/>
                    <a:pt x="5763" y="141"/>
                  </a:cubicBezTo>
                  <a:cubicBezTo>
                    <a:pt x="5311" y="141"/>
                    <a:pt x="6680" y="69"/>
                    <a:pt x="7144" y="34"/>
                  </a:cubicBezTo>
                  <a:cubicBezTo>
                    <a:pt x="6319" y="13"/>
                    <a:pt x="5494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19"/>
            <p:cNvSpPr/>
            <p:nvPr/>
          </p:nvSpPr>
          <p:spPr>
            <a:xfrm rot="10800000" flipH="1">
              <a:off x="5727309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1" y="1"/>
                  </a:moveTo>
                  <a:cubicBezTo>
                    <a:pt x="5128" y="19"/>
                    <a:pt x="0" y="287"/>
                    <a:pt x="158" y="287"/>
                  </a:cubicBezTo>
                  <a:cubicBezTo>
                    <a:pt x="202" y="287"/>
                    <a:pt x="647" y="266"/>
                    <a:pt x="1686" y="215"/>
                  </a:cubicBezTo>
                  <a:cubicBezTo>
                    <a:pt x="1724" y="213"/>
                    <a:pt x="1747" y="212"/>
                    <a:pt x="1757" y="212"/>
                  </a:cubicBezTo>
                  <a:cubicBezTo>
                    <a:pt x="1854" y="212"/>
                    <a:pt x="912" y="302"/>
                    <a:pt x="579" y="334"/>
                  </a:cubicBezTo>
                  <a:cubicBezTo>
                    <a:pt x="2508" y="310"/>
                    <a:pt x="4425" y="227"/>
                    <a:pt x="6341" y="13"/>
                  </a:cubicBezTo>
                  <a:lnTo>
                    <a:pt x="63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19"/>
            <p:cNvSpPr/>
            <p:nvPr/>
          </p:nvSpPr>
          <p:spPr>
            <a:xfrm rot="10800000" flipH="1">
              <a:off x="7631337" y="5026250"/>
              <a:ext cx="262878" cy="4575"/>
            </a:xfrm>
            <a:custGeom>
              <a:avLst/>
              <a:gdLst/>
              <a:ahLst/>
              <a:cxnLst/>
              <a:rect l="l" t="t" r="r" b="b"/>
              <a:pathLst>
                <a:path w="8197" h="183" extrusionOk="0">
                  <a:moveTo>
                    <a:pt x="4669" y="1"/>
                  </a:moveTo>
                  <a:cubicBezTo>
                    <a:pt x="3113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8" y="181"/>
                    <a:pt x="595" y="183"/>
                    <a:pt x="1028" y="183"/>
                  </a:cubicBezTo>
                  <a:cubicBezTo>
                    <a:pt x="3438" y="183"/>
                    <a:pt x="8196" y="125"/>
                    <a:pt x="7627" y="125"/>
                  </a:cubicBezTo>
                  <a:cubicBezTo>
                    <a:pt x="7469" y="125"/>
                    <a:pt x="6902" y="129"/>
                    <a:pt x="5763" y="141"/>
                  </a:cubicBezTo>
                  <a:cubicBezTo>
                    <a:pt x="5311" y="141"/>
                    <a:pt x="6692" y="69"/>
                    <a:pt x="7145" y="34"/>
                  </a:cubicBezTo>
                  <a:cubicBezTo>
                    <a:pt x="6319" y="13"/>
                    <a:pt x="5494" y="1"/>
                    <a:pt x="46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19"/>
            <p:cNvSpPr/>
            <p:nvPr/>
          </p:nvSpPr>
          <p:spPr>
            <a:xfrm rot="10800000" flipH="1">
              <a:off x="7396296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2" y="1"/>
                  </a:moveTo>
                  <a:cubicBezTo>
                    <a:pt x="5128" y="19"/>
                    <a:pt x="1" y="287"/>
                    <a:pt x="164" y="287"/>
                  </a:cubicBezTo>
                  <a:cubicBezTo>
                    <a:pt x="209" y="287"/>
                    <a:pt x="656" y="266"/>
                    <a:pt x="1698" y="215"/>
                  </a:cubicBezTo>
                  <a:cubicBezTo>
                    <a:pt x="1735" y="213"/>
                    <a:pt x="1757" y="212"/>
                    <a:pt x="1766" y="212"/>
                  </a:cubicBezTo>
                  <a:cubicBezTo>
                    <a:pt x="1857" y="212"/>
                    <a:pt x="924" y="302"/>
                    <a:pt x="591" y="334"/>
                  </a:cubicBezTo>
                  <a:cubicBezTo>
                    <a:pt x="2508" y="310"/>
                    <a:pt x="4425" y="227"/>
                    <a:pt x="6342" y="13"/>
                  </a:cubicBezTo>
                  <a:lnTo>
                    <a:pt x="634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19"/>
            <p:cNvSpPr/>
            <p:nvPr/>
          </p:nvSpPr>
          <p:spPr>
            <a:xfrm rot="10800000" flipH="1">
              <a:off x="-14087" y="5138425"/>
              <a:ext cx="9164387" cy="67650"/>
            </a:xfrm>
            <a:custGeom>
              <a:avLst/>
              <a:gdLst/>
              <a:ahLst/>
              <a:cxnLst/>
              <a:rect l="l" t="t" r="r" b="b"/>
              <a:pathLst>
                <a:path w="285762" h="2706" extrusionOk="0">
                  <a:moveTo>
                    <a:pt x="20295" y="1"/>
                  </a:moveTo>
                  <a:cubicBezTo>
                    <a:pt x="19958" y="1"/>
                    <a:pt x="19664" y="7"/>
                    <a:pt x="19419" y="19"/>
                  </a:cubicBezTo>
                  <a:cubicBezTo>
                    <a:pt x="12942" y="328"/>
                    <a:pt x="6429" y="269"/>
                    <a:pt x="0" y="1090"/>
                  </a:cubicBezTo>
                  <a:lnTo>
                    <a:pt x="0" y="2436"/>
                  </a:lnTo>
                  <a:cubicBezTo>
                    <a:pt x="1131" y="2351"/>
                    <a:pt x="2268" y="2339"/>
                    <a:pt x="3403" y="2339"/>
                  </a:cubicBezTo>
                  <a:cubicBezTo>
                    <a:pt x="3857" y="2339"/>
                    <a:pt x="4310" y="2341"/>
                    <a:pt x="4763" y="2341"/>
                  </a:cubicBezTo>
                  <a:cubicBezTo>
                    <a:pt x="5179" y="2257"/>
                    <a:pt x="5596" y="2174"/>
                    <a:pt x="6013" y="2102"/>
                  </a:cubicBezTo>
                  <a:cubicBezTo>
                    <a:pt x="7541" y="1812"/>
                    <a:pt x="9086" y="1738"/>
                    <a:pt x="10634" y="1738"/>
                  </a:cubicBezTo>
                  <a:cubicBezTo>
                    <a:pt x="12248" y="1738"/>
                    <a:pt x="13868" y="1819"/>
                    <a:pt x="15479" y="1819"/>
                  </a:cubicBezTo>
                  <a:cubicBezTo>
                    <a:pt x="16127" y="1819"/>
                    <a:pt x="16774" y="1806"/>
                    <a:pt x="17419" y="1769"/>
                  </a:cubicBezTo>
                  <a:cubicBezTo>
                    <a:pt x="17609" y="1757"/>
                    <a:pt x="17800" y="1757"/>
                    <a:pt x="17990" y="1745"/>
                  </a:cubicBezTo>
                  <a:cubicBezTo>
                    <a:pt x="18467" y="1650"/>
                    <a:pt x="18931" y="1567"/>
                    <a:pt x="19395" y="1495"/>
                  </a:cubicBezTo>
                  <a:cubicBezTo>
                    <a:pt x="19693" y="1444"/>
                    <a:pt x="20289" y="1409"/>
                    <a:pt x="21115" y="1409"/>
                  </a:cubicBezTo>
                  <a:cubicBezTo>
                    <a:pt x="22404" y="1409"/>
                    <a:pt x="24253" y="1494"/>
                    <a:pt x="26408" y="1733"/>
                  </a:cubicBezTo>
                  <a:cubicBezTo>
                    <a:pt x="32058" y="2362"/>
                    <a:pt x="39291" y="2627"/>
                    <a:pt x="40739" y="2627"/>
                  </a:cubicBezTo>
                  <a:cubicBezTo>
                    <a:pt x="40771" y="2627"/>
                    <a:pt x="40800" y="2627"/>
                    <a:pt x="40827" y="2626"/>
                  </a:cubicBezTo>
                  <a:cubicBezTo>
                    <a:pt x="41047" y="2624"/>
                    <a:pt x="41271" y="2623"/>
                    <a:pt x="41499" y="2623"/>
                  </a:cubicBezTo>
                  <a:cubicBezTo>
                    <a:pt x="43468" y="2623"/>
                    <a:pt x="45706" y="2702"/>
                    <a:pt x="47643" y="2702"/>
                  </a:cubicBezTo>
                  <a:cubicBezTo>
                    <a:pt x="48870" y="2702"/>
                    <a:pt x="49975" y="2670"/>
                    <a:pt x="50816" y="2567"/>
                  </a:cubicBezTo>
                  <a:lnTo>
                    <a:pt x="50816" y="2579"/>
                  </a:lnTo>
                  <a:cubicBezTo>
                    <a:pt x="52295" y="2380"/>
                    <a:pt x="53781" y="2344"/>
                    <a:pt x="55263" y="2344"/>
                  </a:cubicBezTo>
                  <a:cubicBezTo>
                    <a:pt x="55821" y="2344"/>
                    <a:pt x="56379" y="2349"/>
                    <a:pt x="56936" y="2352"/>
                  </a:cubicBezTo>
                  <a:cubicBezTo>
                    <a:pt x="57352" y="2257"/>
                    <a:pt x="57769" y="2174"/>
                    <a:pt x="58186" y="2102"/>
                  </a:cubicBezTo>
                  <a:cubicBezTo>
                    <a:pt x="59694" y="1815"/>
                    <a:pt x="61221" y="1742"/>
                    <a:pt x="62754" y="1742"/>
                  </a:cubicBezTo>
                  <a:cubicBezTo>
                    <a:pt x="64365" y="1742"/>
                    <a:pt x="65982" y="1823"/>
                    <a:pt x="67591" y="1823"/>
                  </a:cubicBezTo>
                  <a:cubicBezTo>
                    <a:pt x="68260" y="1823"/>
                    <a:pt x="68927" y="1809"/>
                    <a:pt x="69592" y="1769"/>
                  </a:cubicBezTo>
                  <a:cubicBezTo>
                    <a:pt x="69783" y="1757"/>
                    <a:pt x="69973" y="1757"/>
                    <a:pt x="70164" y="1745"/>
                  </a:cubicBezTo>
                  <a:cubicBezTo>
                    <a:pt x="70628" y="1662"/>
                    <a:pt x="71104" y="1579"/>
                    <a:pt x="71568" y="1495"/>
                  </a:cubicBezTo>
                  <a:cubicBezTo>
                    <a:pt x="71866" y="1444"/>
                    <a:pt x="72462" y="1409"/>
                    <a:pt x="73288" y="1409"/>
                  </a:cubicBezTo>
                  <a:cubicBezTo>
                    <a:pt x="74577" y="1409"/>
                    <a:pt x="76427" y="1494"/>
                    <a:pt x="78581" y="1733"/>
                  </a:cubicBezTo>
                  <a:cubicBezTo>
                    <a:pt x="84231" y="2362"/>
                    <a:pt x="91464" y="2627"/>
                    <a:pt x="92912" y="2627"/>
                  </a:cubicBezTo>
                  <a:cubicBezTo>
                    <a:pt x="92944" y="2627"/>
                    <a:pt x="92973" y="2627"/>
                    <a:pt x="93000" y="2626"/>
                  </a:cubicBezTo>
                  <a:cubicBezTo>
                    <a:pt x="93216" y="2624"/>
                    <a:pt x="93436" y="2623"/>
                    <a:pt x="93660" y="2623"/>
                  </a:cubicBezTo>
                  <a:cubicBezTo>
                    <a:pt x="95619" y="2623"/>
                    <a:pt x="97850" y="2701"/>
                    <a:pt x="99787" y="2701"/>
                  </a:cubicBezTo>
                  <a:cubicBezTo>
                    <a:pt x="101106" y="2701"/>
                    <a:pt x="102288" y="2665"/>
                    <a:pt x="103156" y="2543"/>
                  </a:cubicBezTo>
                  <a:cubicBezTo>
                    <a:pt x="104576" y="2376"/>
                    <a:pt x="106010" y="2345"/>
                    <a:pt x="107442" y="2345"/>
                  </a:cubicBezTo>
                  <a:cubicBezTo>
                    <a:pt x="107955" y="2345"/>
                    <a:pt x="108467" y="2349"/>
                    <a:pt x="108978" y="2352"/>
                  </a:cubicBezTo>
                  <a:cubicBezTo>
                    <a:pt x="109383" y="2269"/>
                    <a:pt x="109799" y="2174"/>
                    <a:pt x="110216" y="2102"/>
                  </a:cubicBezTo>
                  <a:cubicBezTo>
                    <a:pt x="111729" y="1815"/>
                    <a:pt x="113259" y="1742"/>
                    <a:pt x="114793" y="1742"/>
                  </a:cubicBezTo>
                  <a:cubicBezTo>
                    <a:pt x="116405" y="1742"/>
                    <a:pt x="118021" y="1823"/>
                    <a:pt x="119627" y="1823"/>
                  </a:cubicBezTo>
                  <a:cubicBezTo>
                    <a:pt x="120294" y="1823"/>
                    <a:pt x="120960" y="1809"/>
                    <a:pt x="121622" y="1769"/>
                  </a:cubicBezTo>
                  <a:cubicBezTo>
                    <a:pt x="121813" y="1769"/>
                    <a:pt x="122003" y="1757"/>
                    <a:pt x="122206" y="1745"/>
                  </a:cubicBezTo>
                  <a:cubicBezTo>
                    <a:pt x="122670" y="1662"/>
                    <a:pt x="123134" y="1579"/>
                    <a:pt x="123599" y="1495"/>
                  </a:cubicBezTo>
                  <a:cubicBezTo>
                    <a:pt x="123896" y="1444"/>
                    <a:pt x="124492" y="1409"/>
                    <a:pt x="125318" y="1409"/>
                  </a:cubicBezTo>
                  <a:cubicBezTo>
                    <a:pt x="126607" y="1409"/>
                    <a:pt x="128457" y="1494"/>
                    <a:pt x="130612" y="1733"/>
                  </a:cubicBezTo>
                  <a:cubicBezTo>
                    <a:pt x="136168" y="2351"/>
                    <a:pt x="143228" y="2628"/>
                    <a:pt x="144867" y="2628"/>
                  </a:cubicBezTo>
                  <a:cubicBezTo>
                    <a:pt x="144934" y="2628"/>
                    <a:pt x="144993" y="2627"/>
                    <a:pt x="145042" y="2626"/>
                  </a:cubicBezTo>
                  <a:cubicBezTo>
                    <a:pt x="145259" y="2624"/>
                    <a:pt x="145480" y="2623"/>
                    <a:pt x="145704" y="2623"/>
                  </a:cubicBezTo>
                  <a:cubicBezTo>
                    <a:pt x="147673" y="2623"/>
                    <a:pt x="149922" y="2701"/>
                    <a:pt x="151867" y="2701"/>
                  </a:cubicBezTo>
                  <a:cubicBezTo>
                    <a:pt x="153192" y="2701"/>
                    <a:pt x="154375" y="2665"/>
                    <a:pt x="155234" y="2543"/>
                  </a:cubicBezTo>
                  <a:cubicBezTo>
                    <a:pt x="156646" y="2376"/>
                    <a:pt x="158064" y="2345"/>
                    <a:pt x="159479" y="2345"/>
                  </a:cubicBezTo>
                  <a:cubicBezTo>
                    <a:pt x="159985" y="2345"/>
                    <a:pt x="160491" y="2349"/>
                    <a:pt x="160996" y="2352"/>
                  </a:cubicBezTo>
                  <a:cubicBezTo>
                    <a:pt x="161413" y="2269"/>
                    <a:pt x="161830" y="2186"/>
                    <a:pt x="162235" y="2102"/>
                  </a:cubicBezTo>
                  <a:cubicBezTo>
                    <a:pt x="163740" y="1817"/>
                    <a:pt x="165262" y="1742"/>
                    <a:pt x="166788" y="1742"/>
                  </a:cubicBezTo>
                  <a:cubicBezTo>
                    <a:pt x="168441" y="1742"/>
                    <a:pt x="170100" y="1830"/>
                    <a:pt x="171747" y="1830"/>
                  </a:cubicBezTo>
                  <a:cubicBezTo>
                    <a:pt x="172380" y="1830"/>
                    <a:pt x="173012" y="1817"/>
                    <a:pt x="173641" y="1781"/>
                  </a:cubicBezTo>
                  <a:cubicBezTo>
                    <a:pt x="173843" y="1769"/>
                    <a:pt x="174034" y="1757"/>
                    <a:pt x="174224" y="1745"/>
                  </a:cubicBezTo>
                  <a:cubicBezTo>
                    <a:pt x="174689" y="1662"/>
                    <a:pt x="175165" y="1579"/>
                    <a:pt x="175629" y="1495"/>
                  </a:cubicBezTo>
                  <a:cubicBezTo>
                    <a:pt x="175920" y="1445"/>
                    <a:pt x="176495" y="1413"/>
                    <a:pt x="177291" y="1413"/>
                  </a:cubicBezTo>
                  <a:cubicBezTo>
                    <a:pt x="178578" y="1413"/>
                    <a:pt x="180445" y="1498"/>
                    <a:pt x="182630" y="1733"/>
                  </a:cubicBezTo>
                  <a:cubicBezTo>
                    <a:pt x="188186" y="2351"/>
                    <a:pt x="195257" y="2628"/>
                    <a:pt x="196886" y="2628"/>
                  </a:cubicBezTo>
                  <a:cubicBezTo>
                    <a:pt x="196954" y="2628"/>
                    <a:pt x="197012" y="2627"/>
                    <a:pt x="197060" y="2626"/>
                  </a:cubicBezTo>
                  <a:cubicBezTo>
                    <a:pt x="197274" y="2624"/>
                    <a:pt x="197493" y="2623"/>
                    <a:pt x="197714" y="2623"/>
                  </a:cubicBezTo>
                  <a:cubicBezTo>
                    <a:pt x="199691" y="2623"/>
                    <a:pt x="201944" y="2704"/>
                    <a:pt x="203894" y="2704"/>
                  </a:cubicBezTo>
                  <a:cubicBezTo>
                    <a:pt x="205168" y="2704"/>
                    <a:pt x="206314" y="2669"/>
                    <a:pt x="207169" y="2555"/>
                  </a:cubicBezTo>
                  <a:cubicBezTo>
                    <a:pt x="208621" y="2378"/>
                    <a:pt x="210079" y="2346"/>
                    <a:pt x="211534" y="2346"/>
                  </a:cubicBezTo>
                  <a:cubicBezTo>
                    <a:pt x="212036" y="2346"/>
                    <a:pt x="212538" y="2349"/>
                    <a:pt x="213039" y="2352"/>
                  </a:cubicBezTo>
                  <a:cubicBezTo>
                    <a:pt x="213455" y="2269"/>
                    <a:pt x="213872" y="2186"/>
                    <a:pt x="214289" y="2102"/>
                  </a:cubicBezTo>
                  <a:cubicBezTo>
                    <a:pt x="215794" y="1817"/>
                    <a:pt x="217314" y="1742"/>
                    <a:pt x="218839" y="1742"/>
                  </a:cubicBezTo>
                  <a:cubicBezTo>
                    <a:pt x="220490" y="1742"/>
                    <a:pt x="222148" y="1830"/>
                    <a:pt x="223797" y="1830"/>
                  </a:cubicBezTo>
                  <a:cubicBezTo>
                    <a:pt x="224431" y="1830"/>
                    <a:pt x="225064" y="1817"/>
                    <a:pt x="225695" y="1781"/>
                  </a:cubicBezTo>
                  <a:cubicBezTo>
                    <a:pt x="225885" y="1769"/>
                    <a:pt x="226076" y="1757"/>
                    <a:pt x="226266" y="1745"/>
                  </a:cubicBezTo>
                  <a:cubicBezTo>
                    <a:pt x="226743" y="1662"/>
                    <a:pt x="227207" y="1579"/>
                    <a:pt x="227671" y="1495"/>
                  </a:cubicBezTo>
                  <a:cubicBezTo>
                    <a:pt x="227960" y="1446"/>
                    <a:pt x="228527" y="1413"/>
                    <a:pt x="229313" y="1413"/>
                  </a:cubicBezTo>
                  <a:cubicBezTo>
                    <a:pt x="230605" y="1413"/>
                    <a:pt x="232486" y="1501"/>
                    <a:pt x="234684" y="1745"/>
                  </a:cubicBezTo>
                  <a:cubicBezTo>
                    <a:pt x="240339" y="2363"/>
                    <a:pt x="247580" y="2639"/>
                    <a:pt x="249019" y="2639"/>
                  </a:cubicBezTo>
                  <a:cubicBezTo>
                    <a:pt x="249049" y="2639"/>
                    <a:pt x="249077" y="2638"/>
                    <a:pt x="249103" y="2638"/>
                  </a:cubicBezTo>
                  <a:cubicBezTo>
                    <a:pt x="249390" y="2634"/>
                    <a:pt x="249684" y="2632"/>
                    <a:pt x="249985" y="2632"/>
                  </a:cubicBezTo>
                  <a:cubicBezTo>
                    <a:pt x="251902" y="2632"/>
                    <a:pt x="254051" y="2706"/>
                    <a:pt x="255921" y="2706"/>
                  </a:cubicBezTo>
                  <a:cubicBezTo>
                    <a:pt x="257111" y="2706"/>
                    <a:pt x="258188" y="2676"/>
                    <a:pt x="259020" y="2579"/>
                  </a:cubicBezTo>
                  <a:lnTo>
                    <a:pt x="259020" y="2591"/>
                  </a:lnTo>
                  <a:cubicBezTo>
                    <a:pt x="260571" y="2382"/>
                    <a:pt x="262129" y="2346"/>
                    <a:pt x="263683" y="2346"/>
                  </a:cubicBezTo>
                  <a:cubicBezTo>
                    <a:pt x="264169" y="2346"/>
                    <a:pt x="264655" y="2350"/>
                    <a:pt x="265140" y="2352"/>
                  </a:cubicBezTo>
                  <a:cubicBezTo>
                    <a:pt x="265557" y="2269"/>
                    <a:pt x="265974" y="2186"/>
                    <a:pt x="266379" y="2102"/>
                  </a:cubicBezTo>
                  <a:cubicBezTo>
                    <a:pt x="267889" y="1820"/>
                    <a:pt x="269418" y="1748"/>
                    <a:pt x="270950" y="1748"/>
                  </a:cubicBezTo>
                  <a:cubicBezTo>
                    <a:pt x="272585" y="1748"/>
                    <a:pt x="274225" y="1830"/>
                    <a:pt x="275853" y="1830"/>
                  </a:cubicBezTo>
                  <a:cubicBezTo>
                    <a:pt x="276499" y="1830"/>
                    <a:pt x="277143" y="1817"/>
                    <a:pt x="277785" y="1781"/>
                  </a:cubicBezTo>
                  <a:cubicBezTo>
                    <a:pt x="277987" y="1769"/>
                    <a:pt x="278178" y="1757"/>
                    <a:pt x="278368" y="1745"/>
                  </a:cubicBezTo>
                  <a:cubicBezTo>
                    <a:pt x="278832" y="1662"/>
                    <a:pt x="279297" y="1579"/>
                    <a:pt x="279773" y="1495"/>
                  </a:cubicBezTo>
                  <a:cubicBezTo>
                    <a:pt x="280069" y="1449"/>
                    <a:pt x="280654" y="1416"/>
                    <a:pt x="281464" y="1416"/>
                  </a:cubicBezTo>
                  <a:cubicBezTo>
                    <a:pt x="282545" y="1416"/>
                    <a:pt x="284027" y="1475"/>
                    <a:pt x="285762" y="1638"/>
                  </a:cubicBezTo>
                  <a:lnTo>
                    <a:pt x="285762" y="197"/>
                  </a:lnTo>
                  <a:cubicBezTo>
                    <a:pt x="283635" y="82"/>
                    <a:pt x="281789" y="5"/>
                    <a:pt x="280562" y="5"/>
                  </a:cubicBezTo>
                  <a:cubicBezTo>
                    <a:pt x="280270" y="5"/>
                    <a:pt x="280014" y="10"/>
                    <a:pt x="279797" y="19"/>
                  </a:cubicBezTo>
                  <a:lnTo>
                    <a:pt x="279809" y="19"/>
                  </a:lnTo>
                  <a:cubicBezTo>
                    <a:pt x="272998" y="340"/>
                    <a:pt x="266152" y="269"/>
                    <a:pt x="259413" y="1221"/>
                  </a:cubicBezTo>
                  <a:lnTo>
                    <a:pt x="259413" y="1209"/>
                  </a:lnTo>
                  <a:cubicBezTo>
                    <a:pt x="258500" y="1355"/>
                    <a:pt x="257639" y="1405"/>
                    <a:pt x="256803" y="1405"/>
                  </a:cubicBezTo>
                  <a:cubicBezTo>
                    <a:pt x="254953" y="1405"/>
                    <a:pt x="253226" y="1159"/>
                    <a:pt x="251319" y="1159"/>
                  </a:cubicBezTo>
                  <a:cubicBezTo>
                    <a:pt x="251204" y="1159"/>
                    <a:pt x="251088" y="1160"/>
                    <a:pt x="250972" y="1162"/>
                  </a:cubicBezTo>
                  <a:cubicBezTo>
                    <a:pt x="250907" y="1163"/>
                    <a:pt x="250838" y="1163"/>
                    <a:pt x="250766" y="1163"/>
                  </a:cubicBezTo>
                  <a:cubicBezTo>
                    <a:pt x="246887" y="1163"/>
                    <a:pt x="233281" y="3"/>
                    <a:pt x="228532" y="3"/>
                  </a:cubicBezTo>
                  <a:cubicBezTo>
                    <a:pt x="228216" y="3"/>
                    <a:pt x="227939" y="8"/>
                    <a:pt x="227707" y="19"/>
                  </a:cubicBezTo>
                  <a:cubicBezTo>
                    <a:pt x="220754" y="352"/>
                    <a:pt x="213753" y="257"/>
                    <a:pt x="206871" y="1281"/>
                  </a:cubicBezTo>
                  <a:cubicBezTo>
                    <a:pt x="206131" y="1374"/>
                    <a:pt x="205425" y="1408"/>
                    <a:pt x="204736" y="1408"/>
                  </a:cubicBezTo>
                  <a:cubicBezTo>
                    <a:pt x="202875" y="1408"/>
                    <a:pt x="201139" y="1160"/>
                    <a:pt x="199211" y="1160"/>
                  </a:cubicBezTo>
                  <a:cubicBezTo>
                    <a:pt x="199118" y="1160"/>
                    <a:pt x="199024" y="1161"/>
                    <a:pt x="198930" y="1162"/>
                  </a:cubicBezTo>
                  <a:cubicBezTo>
                    <a:pt x="198864" y="1163"/>
                    <a:pt x="198796" y="1163"/>
                    <a:pt x="198724" y="1163"/>
                  </a:cubicBezTo>
                  <a:cubicBezTo>
                    <a:pt x="194844" y="1163"/>
                    <a:pt x="181228" y="3"/>
                    <a:pt x="176478" y="3"/>
                  </a:cubicBezTo>
                  <a:cubicBezTo>
                    <a:pt x="176162" y="3"/>
                    <a:pt x="175885" y="8"/>
                    <a:pt x="175653" y="19"/>
                  </a:cubicBezTo>
                  <a:cubicBezTo>
                    <a:pt x="168712" y="352"/>
                    <a:pt x="161711" y="257"/>
                    <a:pt x="154829" y="1281"/>
                  </a:cubicBezTo>
                  <a:cubicBezTo>
                    <a:pt x="154089" y="1374"/>
                    <a:pt x="153383" y="1408"/>
                    <a:pt x="152694" y="1408"/>
                  </a:cubicBezTo>
                  <a:cubicBezTo>
                    <a:pt x="150833" y="1408"/>
                    <a:pt x="149099" y="1160"/>
                    <a:pt x="147179" y="1160"/>
                  </a:cubicBezTo>
                  <a:cubicBezTo>
                    <a:pt x="147086" y="1160"/>
                    <a:pt x="146993" y="1161"/>
                    <a:pt x="146899" y="1162"/>
                  </a:cubicBezTo>
                  <a:cubicBezTo>
                    <a:pt x="146834" y="1163"/>
                    <a:pt x="146765" y="1163"/>
                    <a:pt x="146693" y="1163"/>
                  </a:cubicBezTo>
                  <a:cubicBezTo>
                    <a:pt x="142814" y="1163"/>
                    <a:pt x="129209" y="3"/>
                    <a:pt x="124459" y="3"/>
                  </a:cubicBezTo>
                  <a:cubicBezTo>
                    <a:pt x="124143" y="3"/>
                    <a:pt x="123867" y="8"/>
                    <a:pt x="123635" y="19"/>
                  </a:cubicBezTo>
                  <a:cubicBezTo>
                    <a:pt x="116681" y="352"/>
                    <a:pt x="109680" y="257"/>
                    <a:pt x="102810" y="1281"/>
                  </a:cubicBezTo>
                  <a:cubicBezTo>
                    <a:pt x="102068" y="1374"/>
                    <a:pt x="101359" y="1408"/>
                    <a:pt x="100668" y="1408"/>
                  </a:cubicBezTo>
                  <a:cubicBezTo>
                    <a:pt x="98803" y="1408"/>
                    <a:pt x="97069" y="1160"/>
                    <a:pt x="95149" y="1160"/>
                  </a:cubicBezTo>
                  <a:cubicBezTo>
                    <a:pt x="95056" y="1160"/>
                    <a:pt x="94963" y="1161"/>
                    <a:pt x="94869" y="1162"/>
                  </a:cubicBezTo>
                  <a:cubicBezTo>
                    <a:pt x="94804" y="1163"/>
                    <a:pt x="94735" y="1163"/>
                    <a:pt x="94663" y="1163"/>
                  </a:cubicBezTo>
                  <a:cubicBezTo>
                    <a:pt x="90784" y="1163"/>
                    <a:pt x="77168" y="3"/>
                    <a:pt x="72417" y="3"/>
                  </a:cubicBezTo>
                  <a:cubicBezTo>
                    <a:pt x="72101" y="3"/>
                    <a:pt x="71824" y="8"/>
                    <a:pt x="71592" y="19"/>
                  </a:cubicBezTo>
                  <a:cubicBezTo>
                    <a:pt x="64770" y="340"/>
                    <a:pt x="57900" y="269"/>
                    <a:pt x="51137" y="1233"/>
                  </a:cubicBezTo>
                  <a:lnTo>
                    <a:pt x="51137" y="1209"/>
                  </a:lnTo>
                  <a:cubicBezTo>
                    <a:pt x="50223" y="1355"/>
                    <a:pt x="49363" y="1405"/>
                    <a:pt x="48530" y="1405"/>
                  </a:cubicBezTo>
                  <a:cubicBezTo>
                    <a:pt x="46647" y="1405"/>
                    <a:pt x="44897" y="1148"/>
                    <a:pt x="42947" y="1148"/>
                  </a:cubicBezTo>
                  <a:cubicBezTo>
                    <a:pt x="42860" y="1148"/>
                    <a:pt x="42772" y="1149"/>
                    <a:pt x="42684" y="1150"/>
                  </a:cubicBezTo>
                  <a:cubicBezTo>
                    <a:pt x="42604" y="1151"/>
                    <a:pt x="42518" y="1152"/>
                    <a:pt x="42427" y="1152"/>
                  </a:cubicBezTo>
                  <a:cubicBezTo>
                    <a:pt x="38506" y="1152"/>
                    <a:pt x="25071" y="1"/>
                    <a:pt x="202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19"/>
            <p:cNvSpPr/>
            <p:nvPr/>
          </p:nvSpPr>
          <p:spPr>
            <a:xfrm rot="10800000" flipH="1">
              <a:off x="-13734" y="5193975"/>
              <a:ext cx="9164419" cy="92000"/>
            </a:xfrm>
            <a:custGeom>
              <a:avLst/>
              <a:gdLst/>
              <a:ahLst/>
              <a:cxnLst/>
              <a:rect l="l" t="t" r="r" b="b"/>
              <a:pathLst>
                <a:path w="285763" h="3680" extrusionOk="0">
                  <a:moveTo>
                    <a:pt x="31183" y="0"/>
                  </a:moveTo>
                  <a:cubicBezTo>
                    <a:pt x="29856" y="89"/>
                    <a:pt x="28529" y="117"/>
                    <a:pt x="27202" y="117"/>
                  </a:cubicBezTo>
                  <a:cubicBezTo>
                    <a:pt x="25170" y="117"/>
                    <a:pt x="23138" y="53"/>
                    <a:pt x="21106" y="53"/>
                  </a:cubicBezTo>
                  <a:cubicBezTo>
                    <a:pt x="20750" y="53"/>
                    <a:pt x="20395" y="55"/>
                    <a:pt x="20039" y="60"/>
                  </a:cubicBezTo>
                  <a:cubicBezTo>
                    <a:pt x="18075" y="95"/>
                    <a:pt x="16110" y="167"/>
                    <a:pt x="14146" y="345"/>
                  </a:cubicBezTo>
                  <a:cubicBezTo>
                    <a:pt x="12181" y="524"/>
                    <a:pt x="10228" y="846"/>
                    <a:pt x="8276" y="1203"/>
                  </a:cubicBezTo>
                  <a:cubicBezTo>
                    <a:pt x="5525" y="1703"/>
                    <a:pt x="2763" y="2215"/>
                    <a:pt x="1" y="2227"/>
                  </a:cubicBezTo>
                  <a:lnTo>
                    <a:pt x="1" y="3334"/>
                  </a:lnTo>
                  <a:cubicBezTo>
                    <a:pt x="3085" y="2893"/>
                    <a:pt x="6180" y="2477"/>
                    <a:pt x="9288" y="2131"/>
                  </a:cubicBezTo>
                  <a:cubicBezTo>
                    <a:pt x="13038" y="1703"/>
                    <a:pt x="16801" y="1393"/>
                    <a:pt x="20575" y="1250"/>
                  </a:cubicBezTo>
                  <a:cubicBezTo>
                    <a:pt x="21852" y="1202"/>
                    <a:pt x="23130" y="1184"/>
                    <a:pt x="24407" y="1184"/>
                  </a:cubicBezTo>
                  <a:cubicBezTo>
                    <a:pt x="26916" y="1184"/>
                    <a:pt x="29425" y="1255"/>
                    <a:pt x="31933" y="1310"/>
                  </a:cubicBezTo>
                  <a:cubicBezTo>
                    <a:pt x="37380" y="1425"/>
                    <a:pt x="43506" y="3679"/>
                    <a:pt x="48643" y="3679"/>
                  </a:cubicBezTo>
                  <a:cubicBezTo>
                    <a:pt x="49356" y="3679"/>
                    <a:pt x="50051" y="3635"/>
                    <a:pt x="50722" y="3536"/>
                  </a:cubicBezTo>
                  <a:lnTo>
                    <a:pt x="50722" y="3548"/>
                  </a:lnTo>
                  <a:cubicBezTo>
                    <a:pt x="54293" y="3024"/>
                    <a:pt x="57865" y="2524"/>
                    <a:pt x="61461" y="2131"/>
                  </a:cubicBezTo>
                  <a:cubicBezTo>
                    <a:pt x="65211" y="1715"/>
                    <a:pt x="68974" y="1393"/>
                    <a:pt x="72748" y="1250"/>
                  </a:cubicBezTo>
                  <a:cubicBezTo>
                    <a:pt x="73980" y="1204"/>
                    <a:pt x="75211" y="1186"/>
                    <a:pt x="76443" y="1186"/>
                  </a:cubicBezTo>
                  <a:cubicBezTo>
                    <a:pt x="78997" y="1186"/>
                    <a:pt x="81552" y="1262"/>
                    <a:pt x="84107" y="1310"/>
                  </a:cubicBezTo>
                  <a:cubicBezTo>
                    <a:pt x="89549" y="1423"/>
                    <a:pt x="95673" y="3679"/>
                    <a:pt x="100814" y="3679"/>
                  </a:cubicBezTo>
                  <a:cubicBezTo>
                    <a:pt x="101634" y="3679"/>
                    <a:pt x="102429" y="3621"/>
                    <a:pt x="103192" y="3489"/>
                  </a:cubicBezTo>
                  <a:cubicBezTo>
                    <a:pt x="106609" y="2977"/>
                    <a:pt x="110050" y="2512"/>
                    <a:pt x="113491" y="2131"/>
                  </a:cubicBezTo>
                  <a:cubicBezTo>
                    <a:pt x="117242" y="1715"/>
                    <a:pt x="121004" y="1393"/>
                    <a:pt x="124778" y="1250"/>
                  </a:cubicBezTo>
                  <a:cubicBezTo>
                    <a:pt x="126014" y="1204"/>
                    <a:pt x="127247" y="1186"/>
                    <a:pt x="128478" y="1186"/>
                  </a:cubicBezTo>
                  <a:cubicBezTo>
                    <a:pt x="131033" y="1186"/>
                    <a:pt x="133582" y="1262"/>
                    <a:pt x="136137" y="1310"/>
                  </a:cubicBezTo>
                  <a:cubicBezTo>
                    <a:pt x="141589" y="1423"/>
                    <a:pt x="147706" y="3679"/>
                    <a:pt x="152845" y="3679"/>
                  </a:cubicBezTo>
                  <a:cubicBezTo>
                    <a:pt x="153664" y="3679"/>
                    <a:pt x="154459" y="3621"/>
                    <a:pt x="155223" y="3489"/>
                  </a:cubicBezTo>
                  <a:cubicBezTo>
                    <a:pt x="158652" y="2977"/>
                    <a:pt x="162081" y="2512"/>
                    <a:pt x="165522" y="2131"/>
                  </a:cubicBezTo>
                  <a:cubicBezTo>
                    <a:pt x="169272" y="1715"/>
                    <a:pt x="173034" y="1393"/>
                    <a:pt x="176809" y="1250"/>
                  </a:cubicBezTo>
                  <a:cubicBezTo>
                    <a:pt x="178040" y="1204"/>
                    <a:pt x="179272" y="1186"/>
                    <a:pt x="180503" y="1186"/>
                  </a:cubicBezTo>
                  <a:cubicBezTo>
                    <a:pt x="183058" y="1186"/>
                    <a:pt x="185613" y="1262"/>
                    <a:pt x="188167" y="1310"/>
                  </a:cubicBezTo>
                  <a:cubicBezTo>
                    <a:pt x="193609" y="1423"/>
                    <a:pt x="199733" y="3679"/>
                    <a:pt x="204874" y="3679"/>
                  </a:cubicBezTo>
                  <a:cubicBezTo>
                    <a:pt x="205695" y="3679"/>
                    <a:pt x="206490" y="3621"/>
                    <a:pt x="207253" y="3489"/>
                  </a:cubicBezTo>
                  <a:cubicBezTo>
                    <a:pt x="210682" y="2989"/>
                    <a:pt x="214111" y="2512"/>
                    <a:pt x="217564" y="2131"/>
                  </a:cubicBezTo>
                  <a:cubicBezTo>
                    <a:pt x="221314" y="1715"/>
                    <a:pt x="225077" y="1393"/>
                    <a:pt x="228851" y="1250"/>
                  </a:cubicBezTo>
                  <a:cubicBezTo>
                    <a:pt x="230086" y="1204"/>
                    <a:pt x="231319" y="1186"/>
                    <a:pt x="232551" y="1186"/>
                  </a:cubicBezTo>
                  <a:cubicBezTo>
                    <a:pt x="235106" y="1186"/>
                    <a:pt x="237655" y="1262"/>
                    <a:pt x="240210" y="1310"/>
                  </a:cubicBezTo>
                  <a:cubicBezTo>
                    <a:pt x="245659" y="1425"/>
                    <a:pt x="251785" y="3680"/>
                    <a:pt x="256921" y="3680"/>
                  </a:cubicBezTo>
                  <a:cubicBezTo>
                    <a:pt x="257608" y="3680"/>
                    <a:pt x="258278" y="3640"/>
                    <a:pt x="258926" y="3548"/>
                  </a:cubicBezTo>
                  <a:cubicBezTo>
                    <a:pt x="262498" y="3024"/>
                    <a:pt x="266082" y="2524"/>
                    <a:pt x="269666" y="2131"/>
                  </a:cubicBezTo>
                  <a:cubicBezTo>
                    <a:pt x="273416" y="1715"/>
                    <a:pt x="277178" y="1393"/>
                    <a:pt x="280953" y="1250"/>
                  </a:cubicBezTo>
                  <a:cubicBezTo>
                    <a:pt x="282199" y="1204"/>
                    <a:pt x="283445" y="1187"/>
                    <a:pt x="284685" y="1187"/>
                  </a:cubicBezTo>
                  <a:cubicBezTo>
                    <a:pt x="285045" y="1187"/>
                    <a:pt x="285404" y="1188"/>
                    <a:pt x="285763" y="1191"/>
                  </a:cubicBezTo>
                  <a:lnTo>
                    <a:pt x="285763" y="107"/>
                  </a:lnTo>
                  <a:cubicBezTo>
                    <a:pt x="284401" y="89"/>
                    <a:pt x="283032" y="64"/>
                    <a:pt x="281662" y="64"/>
                  </a:cubicBezTo>
                  <a:cubicBezTo>
                    <a:pt x="281247" y="64"/>
                    <a:pt x="280832" y="66"/>
                    <a:pt x="280417" y="72"/>
                  </a:cubicBezTo>
                  <a:lnTo>
                    <a:pt x="280405" y="60"/>
                  </a:lnTo>
                  <a:cubicBezTo>
                    <a:pt x="278440" y="95"/>
                    <a:pt x="276476" y="167"/>
                    <a:pt x="274511" y="345"/>
                  </a:cubicBezTo>
                  <a:cubicBezTo>
                    <a:pt x="272547" y="524"/>
                    <a:pt x="270594" y="846"/>
                    <a:pt x="268654" y="1203"/>
                  </a:cubicBezTo>
                  <a:cubicBezTo>
                    <a:pt x="265882" y="1707"/>
                    <a:pt x="263092" y="2220"/>
                    <a:pt x="260307" y="2220"/>
                  </a:cubicBezTo>
                  <a:cubicBezTo>
                    <a:pt x="259934" y="2220"/>
                    <a:pt x="259561" y="2211"/>
                    <a:pt x="259188" y="2191"/>
                  </a:cubicBezTo>
                  <a:cubicBezTo>
                    <a:pt x="255747" y="2000"/>
                    <a:pt x="251890" y="750"/>
                    <a:pt x="248258" y="584"/>
                  </a:cubicBezTo>
                  <a:cubicBezTo>
                    <a:pt x="245317" y="465"/>
                    <a:pt x="242388" y="214"/>
                    <a:pt x="239448" y="0"/>
                  </a:cubicBezTo>
                  <a:cubicBezTo>
                    <a:pt x="238125" y="89"/>
                    <a:pt x="236799" y="117"/>
                    <a:pt x="235472" y="117"/>
                  </a:cubicBezTo>
                  <a:cubicBezTo>
                    <a:pt x="233440" y="117"/>
                    <a:pt x="231407" y="53"/>
                    <a:pt x="229379" y="53"/>
                  </a:cubicBezTo>
                  <a:cubicBezTo>
                    <a:pt x="229024" y="53"/>
                    <a:pt x="228670" y="55"/>
                    <a:pt x="228315" y="60"/>
                  </a:cubicBezTo>
                  <a:cubicBezTo>
                    <a:pt x="226351" y="95"/>
                    <a:pt x="224374" y="167"/>
                    <a:pt x="222410" y="345"/>
                  </a:cubicBezTo>
                  <a:cubicBezTo>
                    <a:pt x="220457" y="524"/>
                    <a:pt x="218504" y="846"/>
                    <a:pt x="216552" y="1203"/>
                  </a:cubicBezTo>
                  <a:cubicBezTo>
                    <a:pt x="213785" y="1710"/>
                    <a:pt x="210999" y="2217"/>
                    <a:pt x="208211" y="2217"/>
                  </a:cubicBezTo>
                  <a:cubicBezTo>
                    <a:pt x="207856" y="2217"/>
                    <a:pt x="207501" y="2208"/>
                    <a:pt x="207146" y="2191"/>
                  </a:cubicBezTo>
                  <a:cubicBezTo>
                    <a:pt x="203705" y="2000"/>
                    <a:pt x="199847" y="750"/>
                    <a:pt x="196216" y="584"/>
                  </a:cubicBezTo>
                  <a:cubicBezTo>
                    <a:pt x="193275" y="465"/>
                    <a:pt x="190346" y="214"/>
                    <a:pt x="187405" y="0"/>
                  </a:cubicBezTo>
                  <a:cubicBezTo>
                    <a:pt x="186082" y="89"/>
                    <a:pt x="184756" y="117"/>
                    <a:pt x="183429" y="117"/>
                  </a:cubicBezTo>
                  <a:cubicBezTo>
                    <a:pt x="181398" y="117"/>
                    <a:pt x="179365" y="53"/>
                    <a:pt x="177337" y="53"/>
                  </a:cubicBezTo>
                  <a:cubicBezTo>
                    <a:pt x="176982" y="53"/>
                    <a:pt x="176627" y="55"/>
                    <a:pt x="176273" y="60"/>
                  </a:cubicBezTo>
                  <a:cubicBezTo>
                    <a:pt x="174308" y="95"/>
                    <a:pt x="172332" y="167"/>
                    <a:pt x="170367" y="345"/>
                  </a:cubicBezTo>
                  <a:cubicBezTo>
                    <a:pt x="168415" y="524"/>
                    <a:pt x="166462" y="846"/>
                    <a:pt x="164510" y="1203"/>
                  </a:cubicBezTo>
                  <a:cubicBezTo>
                    <a:pt x="161742" y="1710"/>
                    <a:pt x="158966" y="2217"/>
                    <a:pt x="156188" y="2217"/>
                  </a:cubicBezTo>
                  <a:cubicBezTo>
                    <a:pt x="155835" y="2217"/>
                    <a:pt x="155481" y="2208"/>
                    <a:pt x="155127" y="2191"/>
                  </a:cubicBezTo>
                  <a:cubicBezTo>
                    <a:pt x="151687" y="2000"/>
                    <a:pt x="147829" y="750"/>
                    <a:pt x="144186" y="584"/>
                  </a:cubicBezTo>
                  <a:cubicBezTo>
                    <a:pt x="141257" y="465"/>
                    <a:pt x="138316" y="214"/>
                    <a:pt x="135387" y="0"/>
                  </a:cubicBezTo>
                  <a:cubicBezTo>
                    <a:pt x="134060" y="89"/>
                    <a:pt x="132732" y="117"/>
                    <a:pt x="131405" y="117"/>
                  </a:cubicBezTo>
                  <a:cubicBezTo>
                    <a:pt x="129373" y="117"/>
                    <a:pt x="127342" y="53"/>
                    <a:pt x="125310" y="53"/>
                  </a:cubicBezTo>
                  <a:cubicBezTo>
                    <a:pt x="124954" y="53"/>
                    <a:pt x="124598" y="55"/>
                    <a:pt x="124243" y="60"/>
                  </a:cubicBezTo>
                  <a:cubicBezTo>
                    <a:pt x="122278" y="95"/>
                    <a:pt x="120314" y="167"/>
                    <a:pt x="118349" y="345"/>
                  </a:cubicBezTo>
                  <a:cubicBezTo>
                    <a:pt x="116385" y="524"/>
                    <a:pt x="114432" y="846"/>
                    <a:pt x="112491" y="1203"/>
                  </a:cubicBezTo>
                  <a:cubicBezTo>
                    <a:pt x="109724" y="1710"/>
                    <a:pt x="106938" y="2217"/>
                    <a:pt x="104158" y="2217"/>
                  </a:cubicBezTo>
                  <a:cubicBezTo>
                    <a:pt x="103805" y="2217"/>
                    <a:pt x="103451" y="2208"/>
                    <a:pt x="103097" y="2191"/>
                  </a:cubicBezTo>
                  <a:cubicBezTo>
                    <a:pt x="99644" y="2000"/>
                    <a:pt x="95799" y="750"/>
                    <a:pt x="92155" y="584"/>
                  </a:cubicBezTo>
                  <a:cubicBezTo>
                    <a:pt x="89214" y="465"/>
                    <a:pt x="86286" y="214"/>
                    <a:pt x="83357" y="0"/>
                  </a:cubicBezTo>
                  <a:cubicBezTo>
                    <a:pt x="82029" y="89"/>
                    <a:pt x="80702" y="117"/>
                    <a:pt x="79375" y="117"/>
                  </a:cubicBezTo>
                  <a:cubicBezTo>
                    <a:pt x="77343" y="117"/>
                    <a:pt x="75311" y="53"/>
                    <a:pt x="73279" y="53"/>
                  </a:cubicBezTo>
                  <a:cubicBezTo>
                    <a:pt x="72924" y="53"/>
                    <a:pt x="72568" y="55"/>
                    <a:pt x="72212" y="60"/>
                  </a:cubicBezTo>
                  <a:cubicBezTo>
                    <a:pt x="70248" y="95"/>
                    <a:pt x="68283" y="167"/>
                    <a:pt x="66319" y="345"/>
                  </a:cubicBezTo>
                  <a:cubicBezTo>
                    <a:pt x="64354" y="524"/>
                    <a:pt x="62402" y="846"/>
                    <a:pt x="60449" y="1203"/>
                  </a:cubicBezTo>
                  <a:cubicBezTo>
                    <a:pt x="57682" y="1713"/>
                    <a:pt x="54889" y="2224"/>
                    <a:pt x="52100" y="2224"/>
                  </a:cubicBezTo>
                  <a:cubicBezTo>
                    <a:pt x="51636" y="2224"/>
                    <a:pt x="51173" y="2210"/>
                    <a:pt x="50710" y="2179"/>
                  </a:cubicBezTo>
                  <a:cubicBezTo>
                    <a:pt x="47328" y="1941"/>
                    <a:pt x="43554" y="738"/>
                    <a:pt x="39982" y="584"/>
                  </a:cubicBezTo>
                  <a:cubicBezTo>
                    <a:pt x="37041" y="465"/>
                    <a:pt x="34112" y="214"/>
                    <a:pt x="311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19"/>
            <p:cNvSpPr/>
            <p:nvPr/>
          </p:nvSpPr>
          <p:spPr>
            <a:xfrm rot="10800000" flipH="1">
              <a:off x="-14087" y="5071050"/>
              <a:ext cx="9164387" cy="51525"/>
            </a:xfrm>
            <a:custGeom>
              <a:avLst/>
              <a:gdLst/>
              <a:ahLst/>
              <a:cxnLst/>
              <a:rect l="l" t="t" r="r" b="b"/>
              <a:pathLst>
                <a:path w="285762" h="2061" extrusionOk="0">
                  <a:moveTo>
                    <a:pt x="285762" y="1"/>
                  </a:moveTo>
                  <a:cubicBezTo>
                    <a:pt x="280678" y="13"/>
                    <a:pt x="273701" y="394"/>
                    <a:pt x="269736" y="608"/>
                  </a:cubicBezTo>
                  <a:cubicBezTo>
                    <a:pt x="268188" y="703"/>
                    <a:pt x="267069" y="763"/>
                    <a:pt x="266676" y="763"/>
                  </a:cubicBezTo>
                  <a:lnTo>
                    <a:pt x="266676" y="775"/>
                  </a:lnTo>
                  <a:cubicBezTo>
                    <a:pt x="266302" y="775"/>
                    <a:pt x="264409" y="866"/>
                    <a:pt x="262946" y="866"/>
                  </a:cubicBezTo>
                  <a:cubicBezTo>
                    <a:pt x="262361" y="866"/>
                    <a:pt x="261844" y="851"/>
                    <a:pt x="261521" y="810"/>
                  </a:cubicBezTo>
                  <a:cubicBezTo>
                    <a:pt x="260848" y="731"/>
                    <a:pt x="260159" y="644"/>
                    <a:pt x="259467" y="644"/>
                  </a:cubicBezTo>
                  <a:cubicBezTo>
                    <a:pt x="259326" y="644"/>
                    <a:pt x="259185" y="647"/>
                    <a:pt x="259044" y="656"/>
                  </a:cubicBezTo>
                  <a:cubicBezTo>
                    <a:pt x="256508" y="727"/>
                    <a:pt x="255377" y="1501"/>
                    <a:pt x="253472" y="1525"/>
                  </a:cubicBezTo>
                  <a:cubicBezTo>
                    <a:pt x="253055" y="1525"/>
                    <a:pt x="252222" y="1406"/>
                    <a:pt x="251067" y="1251"/>
                  </a:cubicBezTo>
                  <a:cubicBezTo>
                    <a:pt x="248269" y="882"/>
                    <a:pt x="243054" y="179"/>
                    <a:pt x="235613" y="24"/>
                  </a:cubicBezTo>
                  <a:cubicBezTo>
                    <a:pt x="235088" y="13"/>
                    <a:pt x="234529" y="8"/>
                    <a:pt x="233942" y="8"/>
                  </a:cubicBezTo>
                  <a:cubicBezTo>
                    <a:pt x="228832" y="8"/>
                    <a:pt x="221672" y="396"/>
                    <a:pt x="217634" y="620"/>
                  </a:cubicBezTo>
                  <a:cubicBezTo>
                    <a:pt x="216087" y="703"/>
                    <a:pt x="214967" y="763"/>
                    <a:pt x="214574" y="775"/>
                  </a:cubicBezTo>
                  <a:cubicBezTo>
                    <a:pt x="214200" y="775"/>
                    <a:pt x="212313" y="866"/>
                    <a:pt x="210849" y="866"/>
                  </a:cubicBezTo>
                  <a:cubicBezTo>
                    <a:pt x="210264" y="866"/>
                    <a:pt x="209746" y="851"/>
                    <a:pt x="209419" y="810"/>
                  </a:cubicBezTo>
                  <a:cubicBezTo>
                    <a:pt x="208746" y="731"/>
                    <a:pt x="208057" y="644"/>
                    <a:pt x="207372" y="644"/>
                  </a:cubicBezTo>
                  <a:cubicBezTo>
                    <a:pt x="207233" y="644"/>
                    <a:pt x="207094" y="647"/>
                    <a:pt x="206954" y="656"/>
                  </a:cubicBezTo>
                  <a:lnTo>
                    <a:pt x="206954" y="667"/>
                  </a:lnTo>
                  <a:cubicBezTo>
                    <a:pt x="204454" y="739"/>
                    <a:pt x="203311" y="1501"/>
                    <a:pt x="201418" y="1525"/>
                  </a:cubicBezTo>
                  <a:cubicBezTo>
                    <a:pt x="201013" y="1525"/>
                    <a:pt x="200180" y="1406"/>
                    <a:pt x="199025" y="1251"/>
                  </a:cubicBezTo>
                  <a:cubicBezTo>
                    <a:pt x="196227" y="882"/>
                    <a:pt x="191012" y="179"/>
                    <a:pt x="183571" y="24"/>
                  </a:cubicBezTo>
                  <a:cubicBezTo>
                    <a:pt x="183045" y="13"/>
                    <a:pt x="182484" y="8"/>
                    <a:pt x="181897" y="8"/>
                  </a:cubicBezTo>
                  <a:cubicBezTo>
                    <a:pt x="176780" y="8"/>
                    <a:pt x="169629" y="396"/>
                    <a:pt x="165592" y="620"/>
                  </a:cubicBezTo>
                  <a:cubicBezTo>
                    <a:pt x="164044" y="703"/>
                    <a:pt x="162925" y="763"/>
                    <a:pt x="162532" y="775"/>
                  </a:cubicBezTo>
                  <a:cubicBezTo>
                    <a:pt x="162158" y="775"/>
                    <a:pt x="160265" y="866"/>
                    <a:pt x="158802" y="866"/>
                  </a:cubicBezTo>
                  <a:cubicBezTo>
                    <a:pt x="158217" y="866"/>
                    <a:pt x="157700" y="851"/>
                    <a:pt x="157377" y="810"/>
                  </a:cubicBezTo>
                  <a:cubicBezTo>
                    <a:pt x="156704" y="731"/>
                    <a:pt x="156015" y="644"/>
                    <a:pt x="155323" y="644"/>
                  </a:cubicBezTo>
                  <a:cubicBezTo>
                    <a:pt x="155182" y="644"/>
                    <a:pt x="155041" y="647"/>
                    <a:pt x="154900" y="656"/>
                  </a:cubicBezTo>
                  <a:lnTo>
                    <a:pt x="154900" y="667"/>
                  </a:lnTo>
                  <a:cubicBezTo>
                    <a:pt x="152412" y="739"/>
                    <a:pt x="151281" y="1513"/>
                    <a:pt x="149400" y="1525"/>
                  </a:cubicBezTo>
                  <a:cubicBezTo>
                    <a:pt x="148983" y="1525"/>
                    <a:pt x="148149" y="1418"/>
                    <a:pt x="146995" y="1263"/>
                  </a:cubicBezTo>
                  <a:cubicBezTo>
                    <a:pt x="144197" y="882"/>
                    <a:pt x="138982" y="179"/>
                    <a:pt x="131540" y="24"/>
                  </a:cubicBezTo>
                  <a:cubicBezTo>
                    <a:pt x="131016" y="13"/>
                    <a:pt x="130456" y="8"/>
                    <a:pt x="129870" y="8"/>
                  </a:cubicBezTo>
                  <a:cubicBezTo>
                    <a:pt x="124759" y="8"/>
                    <a:pt x="117599" y="396"/>
                    <a:pt x="113562" y="620"/>
                  </a:cubicBezTo>
                  <a:cubicBezTo>
                    <a:pt x="112014" y="703"/>
                    <a:pt x="110895" y="763"/>
                    <a:pt x="110514" y="775"/>
                  </a:cubicBezTo>
                  <a:cubicBezTo>
                    <a:pt x="110131" y="775"/>
                    <a:pt x="108242" y="866"/>
                    <a:pt x="106777" y="866"/>
                  </a:cubicBezTo>
                  <a:cubicBezTo>
                    <a:pt x="106191" y="866"/>
                    <a:pt x="105673" y="851"/>
                    <a:pt x="105347" y="810"/>
                  </a:cubicBezTo>
                  <a:cubicBezTo>
                    <a:pt x="104666" y="729"/>
                    <a:pt x="103951" y="648"/>
                    <a:pt x="103246" y="648"/>
                  </a:cubicBezTo>
                  <a:cubicBezTo>
                    <a:pt x="103124" y="648"/>
                    <a:pt x="103003" y="650"/>
                    <a:pt x="102882" y="656"/>
                  </a:cubicBezTo>
                  <a:lnTo>
                    <a:pt x="102882" y="667"/>
                  </a:lnTo>
                  <a:cubicBezTo>
                    <a:pt x="100394" y="739"/>
                    <a:pt x="99251" y="1513"/>
                    <a:pt x="97369" y="1525"/>
                  </a:cubicBezTo>
                  <a:cubicBezTo>
                    <a:pt x="96953" y="1525"/>
                    <a:pt x="96119" y="1418"/>
                    <a:pt x="94964" y="1263"/>
                  </a:cubicBezTo>
                  <a:cubicBezTo>
                    <a:pt x="92166" y="882"/>
                    <a:pt x="86951" y="179"/>
                    <a:pt x="79510" y="24"/>
                  </a:cubicBezTo>
                  <a:cubicBezTo>
                    <a:pt x="78985" y="13"/>
                    <a:pt x="78426" y="8"/>
                    <a:pt x="77839" y="8"/>
                  </a:cubicBezTo>
                  <a:cubicBezTo>
                    <a:pt x="72729" y="8"/>
                    <a:pt x="65569" y="396"/>
                    <a:pt x="61532" y="620"/>
                  </a:cubicBezTo>
                  <a:cubicBezTo>
                    <a:pt x="59984" y="703"/>
                    <a:pt x="58865" y="763"/>
                    <a:pt x="58472" y="775"/>
                  </a:cubicBezTo>
                  <a:cubicBezTo>
                    <a:pt x="58097" y="775"/>
                    <a:pt x="56211" y="866"/>
                    <a:pt x="54746" y="866"/>
                  </a:cubicBezTo>
                  <a:cubicBezTo>
                    <a:pt x="54161" y="866"/>
                    <a:pt x="53643" y="851"/>
                    <a:pt x="53316" y="810"/>
                  </a:cubicBezTo>
                  <a:cubicBezTo>
                    <a:pt x="52626" y="729"/>
                    <a:pt x="51918" y="648"/>
                    <a:pt x="51215" y="648"/>
                  </a:cubicBezTo>
                  <a:cubicBezTo>
                    <a:pt x="51094" y="648"/>
                    <a:pt x="50973" y="650"/>
                    <a:pt x="50852" y="656"/>
                  </a:cubicBezTo>
                  <a:cubicBezTo>
                    <a:pt x="48256" y="715"/>
                    <a:pt x="47113" y="1513"/>
                    <a:pt x="45196" y="1525"/>
                  </a:cubicBezTo>
                  <a:cubicBezTo>
                    <a:pt x="44779" y="1525"/>
                    <a:pt x="43946" y="1418"/>
                    <a:pt x="42791" y="1263"/>
                  </a:cubicBezTo>
                  <a:cubicBezTo>
                    <a:pt x="39993" y="882"/>
                    <a:pt x="34778" y="191"/>
                    <a:pt x="27337" y="24"/>
                  </a:cubicBezTo>
                  <a:cubicBezTo>
                    <a:pt x="26811" y="13"/>
                    <a:pt x="26250" y="8"/>
                    <a:pt x="25663" y="8"/>
                  </a:cubicBezTo>
                  <a:cubicBezTo>
                    <a:pt x="20546" y="8"/>
                    <a:pt x="13395" y="396"/>
                    <a:pt x="9358" y="620"/>
                  </a:cubicBezTo>
                  <a:cubicBezTo>
                    <a:pt x="7811" y="703"/>
                    <a:pt x="6691" y="763"/>
                    <a:pt x="6298" y="775"/>
                  </a:cubicBezTo>
                  <a:cubicBezTo>
                    <a:pt x="5924" y="775"/>
                    <a:pt x="4031" y="866"/>
                    <a:pt x="2568" y="866"/>
                  </a:cubicBezTo>
                  <a:cubicBezTo>
                    <a:pt x="1983" y="866"/>
                    <a:pt x="1466" y="851"/>
                    <a:pt x="1143" y="810"/>
                  </a:cubicBezTo>
                  <a:cubicBezTo>
                    <a:pt x="762" y="775"/>
                    <a:pt x="381" y="727"/>
                    <a:pt x="0" y="691"/>
                  </a:cubicBezTo>
                  <a:lnTo>
                    <a:pt x="0" y="1227"/>
                  </a:lnTo>
                  <a:cubicBezTo>
                    <a:pt x="357" y="1263"/>
                    <a:pt x="726" y="1310"/>
                    <a:pt x="1072" y="1346"/>
                  </a:cubicBezTo>
                  <a:cubicBezTo>
                    <a:pt x="1395" y="1387"/>
                    <a:pt x="1918" y="1401"/>
                    <a:pt x="2513" y="1401"/>
                  </a:cubicBezTo>
                  <a:cubicBezTo>
                    <a:pt x="4001" y="1401"/>
                    <a:pt x="5936" y="1310"/>
                    <a:pt x="6310" y="1310"/>
                  </a:cubicBezTo>
                  <a:cubicBezTo>
                    <a:pt x="6703" y="1298"/>
                    <a:pt x="7834" y="1239"/>
                    <a:pt x="9382" y="1156"/>
                  </a:cubicBezTo>
                  <a:cubicBezTo>
                    <a:pt x="13419" y="931"/>
                    <a:pt x="20561" y="544"/>
                    <a:pt x="25658" y="544"/>
                  </a:cubicBezTo>
                  <a:cubicBezTo>
                    <a:pt x="26243" y="544"/>
                    <a:pt x="26801" y="549"/>
                    <a:pt x="27325" y="560"/>
                  </a:cubicBezTo>
                  <a:cubicBezTo>
                    <a:pt x="34742" y="727"/>
                    <a:pt x="39934" y="1418"/>
                    <a:pt x="42720" y="1787"/>
                  </a:cubicBezTo>
                  <a:cubicBezTo>
                    <a:pt x="43934" y="1953"/>
                    <a:pt x="44744" y="2060"/>
                    <a:pt x="45196" y="2060"/>
                  </a:cubicBezTo>
                  <a:cubicBezTo>
                    <a:pt x="47244" y="2049"/>
                    <a:pt x="48744" y="1191"/>
                    <a:pt x="51173" y="1191"/>
                  </a:cubicBezTo>
                  <a:lnTo>
                    <a:pt x="51173" y="1179"/>
                  </a:lnTo>
                  <a:cubicBezTo>
                    <a:pt x="51852" y="1179"/>
                    <a:pt x="52566" y="1263"/>
                    <a:pt x="53245" y="1346"/>
                  </a:cubicBezTo>
                  <a:cubicBezTo>
                    <a:pt x="53571" y="1387"/>
                    <a:pt x="54096" y="1401"/>
                    <a:pt x="54692" y="1401"/>
                  </a:cubicBezTo>
                  <a:cubicBezTo>
                    <a:pt x="56180" y="1401"/>
                    <a:pt x="58109" y="1310"/>
                    <a:pt x="58484" y="1310"/>
                  </a:cubicBezTo>
                  <a:cubicBezTo>
                    <a:pt x="58888" y="1298"/>
                    <a:pt x="60008" y="1239"/>
                    <a:pt x="61555" y="1156"/>
                  </a:cubicBezTo>
                  <a:cubicBezTo>
                    <a:pt x="65592" y="931"/>
                    <a:pt x="72734" y="544"/>
                    <a:pt x="77831" y="544"/>
                  </a:cubicBezTo>
                  <a:cubicBezTo>
                    <a:pt x="78416" y="544"/>
                    <a:pt x="78975" y="549"/>
                    <a:pt x="79498" y="560"/>
                  </a:cubicBezTo>
                  <a:cubicBezTo>
                    <a:pt x="86916" y="715"/>
                    <a:pt x="92107" y="1418"/>
                    <a:pt x="94893" y="1787"/>
                  </a:cubicBezTo>
                  <a:cubicBezTo>
                    <a:pt x="96107" y="1953"/>
                    <a:pt x="96917" y="2060"/>
                    <a:pt x="97369" y="2060"/>
                  </a:cubicBezTo>
                  <a:cubicBezTo>
                    <a:pt x="99417" y="2049"/>
                    <a:pt x="100917" y="1191"/>
                    <a:pt x="103346" y="1191"/>
                  </a:cubicBezTo>
                  <a:lnTo>
                    <a:pt x="103346" y="1179"/>
                  </a:lnTo>
                  <a:cubicBezTo>
                    <a:pt x="103989" y="1191"/>
                    <a:pt x="104644" y="1263"/>
                    <a:pt x="105287" y="1346"/>
                  </a:cubicBezTo>
                  <a:cubicBezTo>
                    <a:pt x="105603" y="1383"/>
                    <a:pt x="106109" y="1396"/>
                    <a:pt x="106686" y="1396"/>
                  </a:cubicBezTo>
                  <a:cubicBezTo>
                    <a:pt x="108175" y="1396"/>
                    <a:pt x="110136" y="1307"/>
                    <a:pt x="110514" y="1298"/>
                  </a:cubicBezTo>
                  <a:cubicBezTo>
                    <a:pt x="110919" y="1298"/>
                    <a:pt x="112038" y="1239"/>
                    <a:pt x="113598" y="1156"/>
                  </a:cubicBezTo>
                  <a:cubicBezTo>
                    <a:pt x="117624" y="931"/>
                    <a:pt x="124774" y="544"/>
                    <a:pt x="129865" y="544"/>
                  </a:cubicBezTo>
                  <a:cubicBezTo>
                    <a:pt x="130449" y="544"/>
                    <a:pt x="131006" y="549"/>
                    <a:pt x="131528" y="560"/>
                  </a:cubicBezTo>
                  <a:cubicBezTo>
                    <a:pt x="138946" y="715"/>
                    <a:pt x="144137" y="1418"/>
                    <a:pt x="146923" y="1787"/>
                  </a:cubicBezTo>
                  <a:cubicBezTo>
                    <a:pt x="148149" y="1953"/>
                    <a:pt x="148959" y="2060"/>
                    <a:pt x="149400" y="2060"/>
                  </a:cubicBezTo>
                  <a:cubicBezTo>
                    <a:pt x="151448" y="2037"/>
                    <a:pt x="152948" y="1191"/>
                    <a:pt x="155377" y="1191"/>
                  </a:cubicBezTo>
                  <a:lnTo>
                    <a:pt x="155377" y="1179"/>
                  </a:lnTo>
                  <a:cubicBezTo>
                    <a:pt x="156020" y="1191"/>
                    <a:pt x="156674" y="1263"/>
                    <a:pt x="157305" y="1346"/>
                  </a:cubicBezTo>
                  <a:cubicBezTo>
                    <a:pt x="157621" y="1383"/>
                    <a:pt x="158128" y="1396"/>
                    <a:pt x="158707" y="1396"/>
                  </a:cubicBezTo>
                  <a:cubicBezTo>
                    <a:pt x="160200" y="1396"/>
                    <a:pt x="162167" y="1307"/>
                    <a:pt x="162544" y="1298"/>
                  </a:cubicBezTo>
                  <a:cubicBezTo>
                    <a:pt x="162937" y="1298"/>
                    <a:pt x="164068" y="1239"/>
                    <a:pt x="165616" y="1156"/>
                  </a:cubicBezTo>
                  <a:cubicBezTo>
                    <a:pt x="169653" y="931"/>
                    <a:pt x="176794" y="544"/>
                    <a:pt x="181892" y="544"/>
                  </a:cubicBezTo>
                  <a:cubicBezTo>
                    <a:pt x="182477" y="544"/>
                    <a:pt x="183035" y="549"/>
                    <a:pt x="183559" y="560"/>
                  </a:cubicBezTo>
                  <a:cubicBezTo>
                    <a:pt x="190964" y="715"/>
                    <a:pt x="196167" y="1418"/>
                    <a:pt x="198953" y="1787"/>
                  </a:cubicBezTo>
                  <a:cubicBezTo>
                    <a:pt x="200168" y="1953"/>
                    <a:pt x="200978" y="2060"/>
                    <a:pt x="201430" y="2060"/>
                  </a:cubicBezTo>
                  <a:cubicBezTo>
                    <a:pt x="203478" y="2037"/>
                    <a:pt x="204978" y="1191"/>
                    <a:pt x="207407" y="1191"/>
                  </a:cubicBezTo>
                  <a:lnTo>
                    <a:pt x="207407" y="1179"/>
                  </a:lnTo>
                  <a:cubicBezTo>
                    <a:pt x="208050" y="1191"/>
                    <a:pt x="208705" y="1263"/>
                    <a:pt x="209360" y="1346"/>
                  </a:cubicBezTo>
                  <a:cubicBezTo>
                    <a:pt x="209675" y="1383"/>
                    <a:pt x="210182" y="1396"/>
                    <a:pt x="210759" y="1396"/>
                  </a:cubicBezTo>
                  <a:cubicBezTo>
                    <a:pt x="212248" y="1396"/>
                    <a:pt x="214209" y="1307"/>
                    <a:pt x="214586" y="1298"/>
                  </a:cubicBezTo>
                  <a:cubicBezTo>
                    <a:pt x="214991" y="1298"/>
                    <a:pt x="216110" y="1239"/>
                    <a:pt x="217658" y="1144"/>
                  </a:cubicBezTo>
                  <a:cubicBezTo>
                    <a:pt x="221695" y="930"/>
                    <a:pt x="228835" y="544"/>
                    <a:pt x="233932" y="544"/>
                  </a:cubicBezTo>
                  <a:cubicBezTo>
                    <a:pt x="234518" y="544"/>
                    <a:pt x="235077" y="549"/>
                    <a:pt x="235601" y="560"/>
                  </a:cubicBezTo>
                  <a:cubicBezTo>
                    <a:pt x="243018" y="715"/>
                    <a:pt x="248210" y="1406"/>
                    <a:pt x="250996" y="1787"/>
                  </a:cubicBezTo>
                  <a:cubicBezTo>
                    <a:pt x="252160" y="1945"/>
                    <a:pt x="252938" y="2049"/>
                    <a:pt x="253401" y="2049"/>
                  </a:cubicBezTo>
                  <a:cubicBezTo>
                    <a:pt x="253425" y="2049"/>
                    <a:pt x="253449" y="2049"/>
                    <a:pt x="253472" y="2049"/>
                  </a:cubicBezTo>
                  <a:cubicBezTo>
                    <a:pt x="255520" y="2037"/>
                    <a:pt x="257020" y="1191"/>
                    <a:pt x="259449" y="1191"/>
                  </a:cubicBezTo>
                  <a:lnTo>
                    <a:pt x="259449" y="1179"/>
                  </a:lnTo>
                  <a:cubicBezTo>
                    <a:pt x="260116" y="1179"/>
                    <a:pt x="260795" y="1263"/>
                    <a:pt x="261449" y="1346"/>
                  </a:cubicBezTo>
                  <a:cubicBezTo>
                    <a:pt x="261765" y="1383"/>
                    <a:pt x="262272" y="1396"/>
                    <a:pt x="262851" y="1396"/>
                  </a:cubicBezTo>
                  <a:cubicBezTo>
                    <a:pt x="264344" y="1396"/>
                    <a:pt x="266311" y="1307"/>
                    <a:pt x="266688" y="1298"/>
                  </a:cubicBezTo>
                  <a:cubicBezTo>
                    <a:pt x="267081" y="1298"/>
                    <a:pt x="268212" y="1239"/>
                    <a:pt x="269760" y="1144"/>
                  </a:cubicBezTo>
                  <a:cubicBezTo>
                    <a:pt x="273725" y="929"/>
                    <a:pt x="280690" y="548"/>
                    <a:pt x="285762" y="536"/>
                  </a:cubicBezTo>
                  <a:lnTo>
                    <a:pt x="2857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19"/>
            <p:cNvSpPr/>
            <p:nvPr/>
          </p:nvSpPr>
          <p:spPr>
            <a:xfrm rot="10800000" flipH="1">
              <a:off x="-14087" y="5018450"/>
              <a:ext cx="9164003" cy="57200"/>
            </a:xfrm>
            <a:custGeom>
              <a:avLst/>
              <a:gdLst/>
              <a:ahLst/>
              <a:cxnLst/>
              <a:rect l="l" t="t" r="r" b="b"/>
              <a:pathLst>
                <a:path w="285750" h="2288" extrusionOk="0">
                  <a:moveTo>
                    <a:pt x="33430" y="0"/>
                  </a:moveTo>
                  <a:cubicBezTo>
                    <a:pt x="28693" y="0"/>
                    <a:pt x="23955" y="509"/>
                    <a:pt x="21360" y="791"/>
                  </a:cubicBezTo>
                  <a:cubicBezTo>
                    <a:pt x="20729" y="862"/>
                    <a:pt x="20229" y="910"/>
                    <a:pt x="19907" y="934"/>
                  </a:cubicBezTo>
                  <a:cubicBezTo>
                    <a:pt x="19405" y="977"/>
                    <a:pt x="18917" y="996"/>
                    <a:pt x="18440" y="996"/>
                  </a:cubicBezTo>
                  <a:cubicBezTo>
                    <a:pt x="16963" y="996"/>
                    <a:pt x="15582" y="816"/>
                    <a:pt x="14133" y="636"/>
                  </a:cubicBezTo>
                  <a:cubicBezTo>
                    <a:pt x="12720" y="463"/>
                    <a:pt x="11254" y="273"/>
                    <a:pt x="9685" y="273"/>
                  </a:cubicBezTo>
                  <a:cubicBezTo>
                    <a:pt x="9417" y="273"/>
                    <a:pt x="9145" y="278"/>
                    <a:pt x="8870" y="291"/>
                  </a:cubicBezTo>
                  <a:cubicBezTo>
                    <a:pt x="8001" y="326"/>
                    <a:pt x="6929" y="553"/>
                    <a:pt x="5679" y="826"/>
                  </a:cubicBezTo>
                  <a:cubicBezTo>
                    <a:pt x="4084" y="1172"/>
                    <a:pt x="2155" y="1576"/>
                    <a:pt x="0" y="1707"/>
                  </a:cubicBezTo>
                  <a:lnTo>
                    <a:pt x="0" y="2243"/>
                  </a:lnTo>
                  <a:cubicBezTo>
                    <a:pt x="2203" y="2124"/>
                    <a:pt x="4167" y="1696"/>
                    <a:pt x="5798" y="1350"/>
                  </a:cubicBezTo>
                  <a:cubicBezTo>
                    <a:pt x="7013" y="1088"/>
                    <a:pt x="8061" y="862"/>
                    <a:pt x="8894" y="826"/>
                  </a:cubicBezTo>
                  <a:cubicBezTo>
                    <a:pt x="9140" y="817"/>
                    <a:pt x="9384" y="812"/>
                    <a:pt x="9626" y="812"/>
                  </a:cubicBezTo>
                  <a:cubicBezTo>
                    <a:pt x="11184" y="812"/>
                    <a:pt x="12651" y="996"/>
                    <a:pt x="14073" y="1172"/>
                  </a:cubicBezTo>
                  <a:cubicBezTo>
                    <a:pt x="15468" y="1352"/>
                    <a:pt x="16904" y="1532"/>
                    <a:pt x="18432" y="1532"/>
                  </a:cubicBezTo>
                  <a:cubicBezTo>
                    <a:pt x="18926" y="1532"/>
                    <a:pt x="19429" y="1513"/>
                    <a:pt x="19943" y="1469"/>
                  </a:cubicBezTo>
                  <a:cubicBezTo>
                    <a:pt x="20276" y="1446"/>
                    <a:pt x="20776" y="1398"/>
                    <a:pt x="21419" y="1326"/>
                  </a:cubicBezTo>
                  <a:cubicBezTo>
                    <a:pt x="24010" y="1045"/>
                    <a:pt x="28732" y="541"/>
                    <a:pt x="33443" y="541"/>
                  </a:cubicBezTo>
                  <a:cubicBezTo>
                    <a:pt x="34903" y="541"/>
                    <a:pt x="36361" y="589"/>
                    <a:pt x="37755" y="707"/>
                  </a:cubicBezTo>
                  <a:cubicBezTo>
                    <a:pt x="41458" y="1029"/>
                    <a:pt x="44875" y="1505"/>
                    <a:pt x="47363" y="1850"/>
                  </a:cubicBezTo>
                  <a:cubicBezTo>
                    <a:pt x="49030" y="2088"/>
                    <a:pt x="50232" y="2255"/>
                    <a:pt x="50875" y="2279"/>
                  </a:cubicBezTo>
                  <a:lnTo>
                    <a:pt x="50923" y="2279"/>
                  </a:lnTo>
                  <a:cubicBezTo>
                    <a:pt x="50977" y="2285"/>
                    <a:pt x="51027" y="2288"/>
                    <a:pt x="51073" y="2288"/>
                  </a:cubicBezTo>
                  <a:cubicBezTo>
                    <a:pt x="51119" y="2288"/>
                    <a:pt x="51161" y="2285"/>
                    <a:pt x="51197" y="2279"/>
                  </a:cubicBezTo>
                  <a:cubicBezTo>
                    <a:pt x="53804" y="2243"/>
                    <a:pt x="56102" y="1743"/>
                    <a:pt x="57972" y="1350"/>
                  </a:cubicBezTo>
                  <a:cubicBezTo>
                    <a:pt x="59186" y="1088"/>
                    <a:pt x="60234" y="862"/>
                    <a:pt x="61067" y="826"/>
                  </a:cubicBezTo>
                  <a:cubicBezTo>
                    <a:pt x="61314" y="817"/>
                    <a:pt x="61558" y="812"/>
                    <a:pt x="61800" y="812"/>
                  </a:cubicBezTo>
                  <a:cubicBezTo>
                    <a:pt x="63357" y="812"/>
                    <a:pt x="64824" y="996"/>
                    <a:pt x="66246" y="1172"/>
                  </a:cubicBezTo>
                  <a:cubicBezTo>
                    <a:pt x="67641" y="1352"/>
                    <a:pt x="69077" y="1532"/>
                    <a:pt x="70605" y="1532"/>
                  </a:cubicBezTo>
                  <a:cubicBezTo>
                    <a:pt x="71099" y="1532"/>
                    <a:pt x="71602" y="1513"/>
                    <a:pt x="72116" y="1469"/>
                  </a:cubicBezTo>
                  <a:cubicBezTo>
                    <a:pt x="72450" y="1446"/>
                    <a:pt x="72950" y="1398"/>
                    <a:pt x="73593" y="1326"/>
                  </a:cubicBezTo>
                  <a:cubicBezTo>
                    <a:pt x="76183" y="1045"/>
                    <a:pt x="80905" y="541"/>
                    <a:pt x="85617" y="541"/>
                  </a:cubicBezTo>
                  <a:cubicBezTo>
                    <a:pt x="87076" y="541"/>
                    <a:pt x="88534" y="589"/>
                    <a:pt x="89928" y="707"/>
                  </a:cubicBezTo>
                  <a:cubicBezTo>
                    <a:pt x="93631" y="1029"/>
                    <a:pt x="97048" y="1505"/>
                    <a:pt x="99536" y="1850"/>
                  </a:cubicBezTo>
                  <a:cubicBezTo>
                    <a:pt x="101096" y="2065"/>
                    <a:pt x="102239" y="2231"/>
                    <a:pt x="102906" y="2279"/>
                  </a:cubicBezTo>
                  <a:lnTo>
                    <a:pt x="103061" y="2279"/>
                  </a:lnTo>
                  <a:cubicBezTo>
                    <a:pt x="103120" y="2285"/>
                    <a:pt x="103177" y="2288"/>
                    <a:pt x="103229" y="2288"/>
                  </a:cubicBezTo>
                  <a:cubicBezTo>
                    <a:pt x="103281" y="2288"/>
                    <a:pt x="103328" y="2285"/>
                    <a:pt x="103370" y="2279"/>
                  </a:cubicBezTo>
                  <a:cubicBezTo>
                    <a:pt x="105918" y="2231"/>
                    <a:pt x="108168" y="1743"/>
                    <a:pt x="110002" y="1350"/>
                  </a:cubicBezTo>
                  <a:cubicBezTo>
                    <a:pt x="111216" y="1088"/>
                    <a:pt x="112264" y="850"/>
                    <a:pt x="113097" y="826"/>
                  </a:cubicBezTo>
                  <a:cubicBezTo>
                    <a:pt x="113375" y="814"/>
                    <a:pt x="113650" y="808"/>
                    <a:pt x="113922" y="808"/>
                  </a:cubicBezTo>
                  <a:cubicBezTo>
                    <a:pt x="115445" y="808"/>
                    <a:pt x="116883" y="990"/>
                    <a:pt x="118277" y="1172"/>
                  </a:cubicBezTo>
                  <a:cubicBezTo>
                    <a:pt x="119672" y="1352"/>
                    <a:pt x="121108" y="1532"/>
                    <a:pt x="122636" y="1532"/>
                  </a:cubicBezTo>
                  <a:cubicBezTo>
                    <a:pt x="123129" y="1532"/>
                    <a:pt x="123632" y="1513"/>
                    <a:pt x="124146" y="1469"/>
                  </a:cubicBezTo>
                  <a:cubicBezTo>
                    <a:pt x="124480" y="1446"/>
                    <a:pt x="124980" y="1386"/>
                    <a:pt x="125623" y="1326"/>
                  </a:cubicBezTo>
                  <a:cubicBezTo>
                    <a:pt x="128209" y="1045"/>
                    <a:pt x="132917" y="536"/>
                    <a:pt x="137619" y="536"/>
                  </a:cubicBezTo>
                  <a:cubicBezTo>
                    <a:pt x="139088" y="536"/>
                    <a:pt x="140556" y="585"/>
                    <a:pt x="141958" y="707"/>
                  </a:cubicBezTo>
                  <a:cubicBezTo>
                    <a:pt x="145661" y="1029"/>
                    <a:pt x="149078" y="1505"/>
                    <a:pt x="151567" y="1850"/>
                  </a:cubicBezTo>
                  <a:cubicBezTo>
                    <a:pt x="153114" y="2065"/>
                    <a:pt x="154257" y="2219"/>
                    <a:pt x="154924" y="2267"/>
                  </a:cubicBezTo>
                  <a:lnTo>
                    <a:pt x="154924" y="2279"/>
                  </a:lnTo>
                  <a:lnTo>
                    <a:pt x="155091" y="2279"/>
                  </a:lnTo>
                  <a:cubicBezTo>
                    <a:pt x="155156" y="2285"/>
                    <a:pt x="155216" y="2288"/>
                    <a:pt x="155268" y="2288"/>
                  </a:cubicBezTo>
                  <a:cubicBezTo>
                    <a:pt x="155320" y="2288"/>
                    <a:pt x="155365" y="2285"/>
                    <a:pt x="155400" y="2279"/>
                  </a:cubicBezTo>
                  <a:cubicBezTo>
                    <a:pt x="157948" y="2219"/>
                    <a:pt x="160199" y="1743"/>
                    <a:pt x="162020" y="1338"/>
                  </a:cubicBezTo>
                  <a:cubicBezTo>
                    <a:pt x="163247" y="1076"/>
                    <a:pt x="164294" y="850"/>
                    <a:pt x="165116" y="826"/>
                  </a:cubicBezTo>
                  <a:cubicBezTo>
                    <a:pt x="165394" y="814"/>
                    <a:pt x="165668" y="808"/>
                    <a:pt x="165940" y="808"/>
                  </a:cubicBezTo>
                  <a:cubicBezTo>
                    <a:pt x="167464" y="808"/>
                    <a:pt x="168901" y="990"/>
                    <a:pt x="170295" y="1172"/>
                  </a:cubicBezTo>
                  <a:cubicBezTo>
                    <a:pt x="171710" y="1344"/>
                    <a:pt x="173159" y="1530"/>
                    <a:pt x="174701" y="1530"/>
                  </a:cubicBezTo>
                  <a:cubicBezTo>
                    <a:pt x="175183" y="1530"/>
                    <a:pt x="175675" y="1512"/>
                    <a:pt x="176177" y="1469"/>
                  </a:cubicBezTo>
                  <a:cubicBezTo>
                    <a:pt x="176498" y="1446"/>
                    <a:pt x="177010" y="1386"/>
                    <a:pt x="177641" y="1326"/>
                  </a:cubicBezTo>
                  <a:cubicBezTo>
                    <a:pt x="180227" y="1045"/>
                    <a:pt x="184942" y="536"/>
                    <a:pt x="189648" y="536"/>
                  </a:cubicBezTo>
                  <a:cubicBezTo>
                    <a:pt x="191117" y="536"/>
                    <a:pt x="192586" y="585"/>
                    <a:pt x="193989" y="707"/>
                  </a:cubicBezTo>
                  <a:cubicBezTo>
                    <a:pt x="197691" y="1029"/>
                    <a:pt x="201097" y="1505"/>
                    <a:pt x="203585" y="1850"/>
                  </a:cubicBezTo>
                  <a:cubicBezTo>
                    <a:pt x="205157" y="2065"/>
                    <a:pt x="206312" y="2231"/>
                    <a:pt x="206978" y="2267"/>
                  </a:cubicBezTo>
                  <a:lnTo>
                    <a:pt x="206978" y="2279"/>
                  </a:lnTo>
                  <a:lnTo>
                    <a:pt x="207121" y="2279"/>
                  </a:lnTo>
                  <a:cubicBezTo>
                    <a:pt x="207181" y="2285"/>
                    <a:pt x="207237" y="2288"/>
                    <a:pt x="207289" y="2288"/>
                  </a:cubicBezTo>
                  <a:cubicBezTo>
                    <a:pt x="207341" y="2288"/>
                    <a:pt x="207389" y="2285"/>
                    <a:pt x="207431" y="2279"/>
                  </a:cubicBezTo>
                  <a:cubicBezTo>
                    <a:pt x="209979" y="2219"/>
                    <a:pt x="212241" y="1743"/>
                    <a:pt x="214074" y="1338"/>
                  </a:cubicBezTo>
                  <a:cubicBezTo>
                    <a:pt x="215289" y="1076"/>
                    <a:pt x="216337" y="850"/>
                    <a:pt x="217158" y="814"/>
                  </a:cubicBezTo>
                  <a:cubicBezTo>
                    <a:pt x="217405" y="805"/>
                    <a:pt x="217650" y="800"/>
                    <a:pt x="217892" y="800"/>
                  </a:cubicBezTo>
                  <a:cubicBezTo>
                    <a:pt x="219456" y="800"/>
                    <a:pt x="220914" y="986"/>
                    <a:pt x="222337" y="1172"/>
                  </a:cubicBezTo>
                  <a:cubicBezTo>
                    <a:pt x="223752" y="1344"/>
                    <a:pt x="225201" y="1530"/>
                    <a:pt x="226743" y="1530"/>
                  </a:cubicBezTo>
                  <a:cubicBezTo>
                    <a:pt x="227225" y="1530"/>
                    <a:pt x="227717" y="1512"/>
                    <a:pt x="228219" y="1469"/>
                  </a:cubicBezTo>
                  <a:cubicBezTo>
                    <a:pt x="228540" y="1446"/>
                    <a:pt x="229052" y="1386"/>
                    <a:pt x="229683" y="1315"/>
                  </a:cubicBezTo>
                  <a:cubicBezTo>
                    <a:pt x="232268" y="1043"/>
                    <a:pt x="236980" y="536"/>
                    <a:pt x="241683" y="536"/>
                  </a:cubicBezTo>
                  <a:cubicBezTo>
                    <a:pt x="243155" y="536"/>
                    <a:pt x="244626" y="585"/>
                    <a:pt x="246031" y="707"/>
                  </a:cubicBezTo>
                  <a:cubicBezTo>
                    <a:pt x="249734" y="1017"/>
                    <a:pt x="253139" y="1493"/>
                    <a:pt x="255627" y="1850"/>
                  </a:cubicBezTo>
                  <a:cubicBezTo>
                    <a:pt x="257246" y="2065"/>
                    <a:pt x="258413" y="2231"/>
                    <a:pt x="259068" y="2267"/>
                  </a:cubicBezTo>
                  <a:lnTo>
                    <a:pt x="259068" y="2279"/>
                  </a:lnTo>
                  <a:lnTo>
                    <a:pt x="259473" y="2279"/>
                  </a:lnTo>
                  <a:cubicBezTo>
                    <a:pt x="262045" y="2231"/>
                    <a:pt x="264319" y="1743"/>
                    <a:pt x="266164" y="1338"/>
                  </a:cubicBezTo>
                  <a:cubicBezTo>
                    <a:pt x="267379" y="1076"/>
                    <a:pt x="268426" y="850"/>
                    <a:pt x="269260" y="814"/>
                  </a:cubicBezTo>
                  <a:cubicBezTo>
                    <a:pt x="269506" y="805"/>
                    <a:pt x="269749" y="800"/>
                    <a:pt x="269990" y="800"/>
                  </a:cubicBezTo>
                  <a:cubicBezTo>
                    <a:pt x="271549" y="800"/>
                    <a:pt x="273016" y="986"/>
                    <a:pt x="274439" y="1172"/>
                  </a:cubicBezTo>
                  <a:cubicBezTo>
                    <a:pt x="275854" y="1344"/>
                    <a:pt x="277303" y="1530"/>
                    <a:pt x="278845" y="1530"/>
                  </a:cubicBezTo>
                  <a:cubicBezTo>
                    <a:pt x="279327" y="1530"/>
                    <a:pt x="279819" y="1512"/>
                    <a:pt x="280321" y="1469"/>
                  </a:cubicBezTo>
                  <a:cubicBezTo>
                    <a:pt x="280642" y="1446"/>
                    <a:pt x="281142" y="1386"/>
                    <a:pt x="281785" y="1315"/>
                  </a:cubicBezTo>
                  <a:cubicBezTo>
                    <a:pt x="282821" y="1207"/>
                    <a:pt x="284178" y="1065"/>
                    <a:pt x="285750" y="922"/>
                  </a:cubicBezTo>
                  <a:lnTo>
                    <a:pt x="285750" y="386"/>
                  </a:lnTo>
                  <a:cubicBezTo>
                    <a:pt x="284155" y="529"/>
                    <a:pt x="282773" y="672"/>
                    <a:pt x="281726" y="779"/>
                  </a:cubicBezTo>
                  <a:cubicBezTo>
                    <a:pt x="281095" y="850"/>
                    <a:pt x="280595" y="910"/>
                    <a:pt x="280273" y="934"/>
                  </a:cubicBezTo>
                  <a:lnTo>
                    <a:pt x="280285" y="934"/>
                  </a:lnTo>
                  <a:cubicBezTo>
                    <a:pt x="279773" y="978"/>
                    <a:pt x="279276" y="998"/>
                    <a:pt x="278789" y="998"/>
                  </a:cubicBezTo>
                  <a:cubicBezTo>
                    <a:pt x="277326" y="998"/>
                    <a:pt x="275951" y="823"/>
                    <a:pt x="274522" y="636"/>
                  </a:cubicBezTo>
                  <a:cubicBezTo>
                    <a:pt x="273099" y="463"/>
                    <a:pt x="271632" y="273"/>
                    <a:pt x="270063" y="273"/>
                  </a:cubicBezTo>
                  <a:cubicBezTo>
                    <a:pt x="269794" y="273"/>
                    <a:pt x="269523" y="278"/>
                    <a:pt x="269248" y="291"/>
                  </a:cubicBezTo>
                  <a:cubicBezTo>
                    <a:pt x="268379" y="326"/>
                    <a:pt x="267307" y="553"/>
                    <a:pt x="266069" y="826"/>
                  </a:cubicBezTo>
                  <a:cubicBezTo>
                    <a:pt x="264176" y="1231"/>
                    <a:pt x="261830" y="1731"/>
                    <a:pt x="259187" y="1743"/>
                  </a:cubicBezTo>
                  <a:cubicBezTo>
                    <a:pt x="258580" y="1719"/>
                    <a:pt x="257342" y="1541"/>
                    <a:pt x="255722" y="1315"/>
                  </a:cubicBezTo>
                  <a:cubicBezTo>
                    <a:pt x="253222" y="969"/>
                    <a:pt x="249805" y="493"/>
                    <a:pt x="246090" y="172"/>
                  </a:cubicBezTo>
                  <a:cubicBezTo>
                    <a:pt x="244674" y="50"/>
                    <a:pt x="243193" y="0"/>
                    <a:pt x="241712" y="0"/>
                  </a:cubicBezTo>
                  <a:cubicBezTo>
                    <a:pt x="236973" y="0"/>
                    <a:pt x="232240" y="509"/>
                    <a:pt x="229636" y="791"/>
                  </a:cubicBezTo>
                  <a:cubicBezTo>
                    <a:pt x="229005" y="862"/>
                    <a:pt x="228505" y="910"/>
                    <a:pt x="228183" y="934"/>
                  </a:cubicBezTo>
                  <a:cubicBezTo>
                    <a:pt x="227683" y="977"/>
                    <a:pt x="227198" y="996"/>
                    <a:pt x="226722" y="996"/>
                  </a:cubicBezTo>
                  <a:cubicBezTo>
                    <a:pt x="225246" y="996"/>
                    <a:pt x="223861" y="816"/>
                    <a:pt x="222421" y="636"/>
                  </a:cubicBezTo>
                  <a:cubicBezTo>
                    <a:pt x="220997" y="463"/>
                    <a:pt x="219531" y="273"/>
                    <a:pt x="217961" y="273"/>
                  </a:cubicBezTo>
                  <a:cubicBezTo>
                    <a:pt x="217693" y="273"/>
                    <a:pt x="217421" y="278"/>
                    <a:pt x="217146" y="291"/>
                  </a:cubicBezTo>
                  <a:cubicBezTo>
                    <a:pt x="216277" y="326"/>
                    <a:pt x="215205" y="553"/>
                    <a:pt x="213967" y="826"/>
                  </a:cubicBezTo>
                  <a:cubicBezTo>
                    <a:pt x="212086" y="1231"/>
                    <a:pt x="209752" y="1731"/>
                    <a:pt x="207121" y="1743"/>
                  </a:cubicBezTo>
                  <a:cubicBezTo>
                    <a:pt x="206514" y="1719"/>
                    <a:pt x="205288" y="1541"/>
                    <a:pt x="203668" y="1315"/>
                  </a:cubicBezTo>
                  <a:cubicBezTo>
                    <a:pt x="201180" y="969"/>
                    <a:pt x="197763" y="493"/>
                    <a:pt x="194036" y="172"/>
                  </a:cubicBezTo>
                  <a:cubicBezTo>
                    <a:pt x="192622" y="50"/>
                    <a:pt x="191143" y="0"/>
                    <a:pt x="189663" y="0"/>
                  </a:cubicBezTo>
                  <a:cubicBezTo>
                    <a:pt x="184926" y="0"/>
                    <a:pt x="180188" y="509"/>
                    <a:pt x="177594" y="791"/>
                  </a:cubicBezTo>
                  <a:cubicBezTo>
                    <a:pt x="176963" y="862"/>
                    <a:pt x="176463" y="910"/>
                    <a:pt x="176141" y="934"/>
                  </a:cubicBezTo>
                  <a:cubicBezTo>
                    <a:pt x="175641" y="977"/>
                    <a:pt x="175156" y="996"/>
                    <a:pt x="174679" y="996"/>
                  </a:cubicBezTo>
                  <a:cubicBezTo>
                    <a:pt x="173204" y="996"/>
                    <a:pt x="171818" y="816"/>
                    <a:pt x="170378" y="636"/>
                  </a:cubicBezTo>
                  <a:cubicBezTo>
                    <a:pt x="168955" y="463"/>
                    <a:pt x="167488" y="273"/>
                    <a:pt x="165919" y="273"/>
                  </a:cubicBezTo>
                  <a:cubicBezTo>
                    <a:pt x="165650" y="273"/>
                    <a:pt x="165379" y="278"/>
                    <a:pt x="165104" y="291"/>
                  </a:cubicBezTo>
                  <a:cubicBezTo>
                    <a:pt x="164235" y="326"/>
                    <a:pt x="163163" y="553"/>
                    <a:pt x="161925" y="826"/>
                  </a:cubicBezTo>
                  <a:cubicBezTo>
                    <a:pt x="160044" y="1231"/>
                    <a:pt x="157722" y="1731"/>
                    <a:pt x="155103" y="1743"/>
                  </a:cubicBezTo>
                  <a:cubicBezTo>
                    <a:pt x="154484" y="1719"/>
                    <a:pt x="153257" y="1541"/>
                    <a:pt x="151650" y="1315"/>
                  </a:cubicBezTo>
                  <a:cubicBezTo>
                    <a:pt x="149150" y="969"/>
                    <a:pt x="145733" y="493"/>
                    <a:pt x="142018" y="172"/>
                  </a:cubicBezTo>
                  <a:cubicBezTo>
                    <a:pt x="140601" y="50"/>
                    <a:pt x="139120" y="0"/>
                    <a:pt x="137640" y="0"/>
                  </a:cubicBezTo>
                  <a:cubicBezTo>
                    <a:pt x="132901" y="0"/>
                    <a:pt x="128170" y="509"/>
                    <a:pt x="125575" y="791"/>
                  </a:cubicBezTo>
                  <a:cubicBezTo>
                    <a:pt x="124932" y="862"/>
                    <a:pt x="124432" y="910"/>
                    <a:pt x="124111" y="934"/>
                  </a:cubicBezTo>
                  <a:cubicBezTo>
                    <a:pt x="123611" y="977"/>
                    <a:pt x="123125" y="996"/>
                    <a:pt x="122649" y="996"/>
                  </a:cubicBezTo>
                  <a:cubicBezTo>
                    <a:pt x="121174" y="996"/>
                    <a:pt x="119788" y="816"/>
                    <a:pt x="118348" y="636"/>
                  </a:cubicBezTo>
                  <a:cubicBezTo>
                    <a:pt x="116925" y="463"/>
                    <a:pt x="115458" y="273"/>
                    <a:pt x="113896" y="273"/>
                  </a:cubicBezTo>
                  <a:cubicBezTo>
                    <a:pt x="113629" y="273"/>
                    <a:pt x="113359" y="278"/>
                    <a:pt x="113086" y="291"/>
                  </a:cubicBezTo>
                  <a:cubicBezTo>
                    <a:pt x="112205" y="326"/>
                    <a:pt x="111133" y="553"/>
                    <a:pt x="109895" y="826"/>
                  </a:cubicBezTo>
                  <a:cubicBezTo>
                    <a:pt x="108014" y="1231"/>
                    <a:pt x="105680" y="1731"/>
                    <a:pt x="103061" y="1743"/>
                  </a:cubicBezTo>
                  <a:cubicBezTo>
                    <a:pt x="102453" y="1719"/>
                    <a:pt x="101227" y="1541"/>
                    <a:pt x="99608" y="1315"/>
                  </a:cubicBezTo>
                  <a:cubicBezTo>
                    <a:pt x="97119" y="969"/>
                    <a:pt x="93702" y="493"/>
                    <a:pt x="89976" y="172"/>
                  </a:cubicBezTo>
                  <a:cubicBezTo>
                    <a:pt x="88562" y="50"/>
                    <a:pt x="87082" y="0"/>
                    <a:pt x="85603" y="0"/>
                  </a:cubicBezTo>
                  <a:cubicBezTo>
                    <a:pt x="80866" y="0"/>
                    <a:pt x="76128" y="509"/>
                    <a:pt x="73533" y="791"/>
                  </a:cubicBezTo>
                  <a:cubicBezTo>
                    <a:pt x="72902" y="862"/>
                    <a:pt x="72402" y="910"/>
                    <a:pt x="72080" y="934"/>
                  </a:cubicBezTo>
                  <a:cubicBezTo>
                    <a:pt x="71581" y="977"/>
                    <a:pt x="71095" y="996"/>
                    <a:pt x="70619" y="996"/>
                  </a:cubicBezTo>
                  <a:cubicBezTo>
                    <a:pt x="69143" y="996"/>
                    <a:pt x="67758" y="816"/>
                    <a:pt x="66318" y="636"/>
                  </a:cubicBezTo>
                  <a:cubicBezTo>
                    <a:pt x="64894" y="463"/>
                    <a:pt x="63428" y="273"/>
                    <a:pt x="61858" y="273"/>
                  </a:cubicBezTo>
                  <a:cubicBezTo>
                    <a:pt x="61590" y="273"/>
                    <a:pt x="61318" y="278"/>
                    <a:pt x="61043" y="291"/>
                  </a:cubicBezTo>
                  <a:cubicBezTo>
                    <a:pt x="60174" y="326"/>
                    <a:pt x="59103" y="553"/>
                    <a:pt x="57864" y="826"/>
                  </a:cubicBezTo>
                  <a:cubicBezTo>
                    <a:pt x="55947" y="1231"/>
                    <a:pt x="53578" y="1743"/>
                    <a:pt x="50911" y="1743"/>
                  </a:cubicBezTo>
                  <a:cubicBezTo>
                    <a:pt x="50316" y="1719"/>
                    <a:pt x="49066" y="1541"/>
                    <a:pt x="47435" y="1315"/>
                  </a:cubicBezTo>
                  <a:cubicBezTo>
                    <a:pt x="44946" y="969"/>
                    <a:pt x="41529" y="493"/>
                    <a:pt x="37802" y="172"/>
                  </a:cubicBezTo>
                  <a:cubicBezTo>
                    <a:pt x="36388" y="50"/>
                    <a:pt x="34909" y="0"/>
                    <a:pt x="33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19"/>
            <p:cNvSpPr/>
            <p:nvPr/>
          </p:nvSpPr>
          <p:spPr>
            <a:xfrm rot="10800000" flipH="1">
              <a:off x="-14087" y="4940600"/>
              <a:ext cx="9164387" cy="60325"/>
            </a:xfrm>
            <a:custGeom>
              <a:avLst/>
              <a:gdLst/>
              <a:ahLst/>
              <a:cxnLst/>
              <a:rect l="l" t="t" r="r" b="b"/>
              <a:pathLst>
                <a:path w="285762" h="2413" extrusionOk="0">
                  <a:moveTo>
                    <a:pt x="46663" y="1"/>
                  </a:moveTo>
                  <a:cubicBezTo>
                    <a:pt x="43721" y="1"/>
                    <a:pt x="40356" y="198"/>
                    <a:pt x="35101" y="198"/>
                  </a:cubicBezTo>
                  <a:cubicBezTo>
                    <a:pt x="34729" y="198"/>
                    <a:pt x="34348" y="197"/>
                    <a:pt x="33957" y="195"/>
                  </a:cubicBezTo>
                  <a:cubicBezTo>
                    <a:pt x="32886" y="188"/>
                    <a:pt x="31813" y="185"/>
                    <a:pt x="30744" y="185"/>
                  </a:cubicBezTo>
                  <a:cubicBezTo>
                    <a:pt x="20651" y="185"/>
                    <a:pt x="10820" y="464"/>
                    <a:pt x="4834" y="528"/>
                  </a:cubicBezTo>
                  <a:cubicBezTo>
                    <a:pt x="4788" y="529"/>
                    <a:pt x="4740" y="529"/>
                    <a:pt x="4692" y="529"/>
                  </a:cubicBezTo>
                  <a:cubicBezTo>
                    <a:pt x="3334" y="529"/>
                    <a:pt x="1322" y="370"/>
                    <a:pt x="0" y="278"/>
                  </a:cubicBezTo>
                  <a:lnTo>
                    <a:pt x="0" y="1647"/>
                  </a:lnTo>
                  <a:cubicBezTo>
                    <a:pt x="1288" y="1921"/>
                    <a:pt x="2924" y="2412"/>
                    <a:pt x="3835" y="2412"/>
                  </a:cubicBezTo>
                  <a:cubicBezTo>
                    <a:pt x="3876" y="2412"/>
                    <a:pt x="3915" y="2411"/>
                    <a:pt x="3953" y="2409"/>
                  </a:cubicBezTo>
                  <a:cubicBezTo>
                    <a:pt x="4682" y="2344"/>
                    <a:pt x="14922" y="2130"/>
                    <a:pt x="26406" y="2130"/>
                  </a:cubicBezTo>
                  <a:cubicBezTo>
                    <a:pt x="27486" y="2130"/>
                    <a:pt x="28576" y="2131"/>
                    <a:pt x="29670" y="2136"/>
                  </a:cubicBezTo>
                  <a:cubicBezTo>
                    <a:pt x="29952" y="2137"/>
                    <a:pt x="30232" y="2137"/>
                    <a:pt x="30508" y="2137"/>
                  </a:cubicBezTo>
                  <a:cubicBezTo>
                    <a:pt x="39612" y="2137"/>
                    <a:pt x="45792" y="1468"/>
                    <a:pt x="49925" y="1468"/>
                  </a:cubicBezTo>
                  <a:cubicBezTo>
                    <a:pt x="50364" y="1468"/>
                    <a:pt x="50779" y="1476"/>
                    <a:pt x="51173" y="1493"/>
                  </a:cubicBezTo>
                  <a:cubicBezTo>
                    <a:pt x="52482" y="1597"/>
                    <a:pt x="54873" y="2411"/>
                    <a:pt x="56033" y="2411"/>
                  </a:cubicBezTo>
                  <a:cubicBezTo>
                    <a:pt x="56065" y="2411"/>
                    <a:pt x="56096" y="2411"/>
                    <a:pt x="56126" y="2409"/>
                  </a:cubicBezTo>
                  <a:cubicBezTo>
                    <a:pt x="56840" y="2335"/>
                    <a:pt x="66681" y="2126"/>
                    <a:pt x="77878" y="2126"/>
                  </a:cubicBezTo>
                  <a:cubicBezTo>
                    <a:pt x="79185" y="2126"/>
                    <a:pt x="80511" y="2129"/>
                    <a:pt x="81844" y="2136"/>
                  </a:cubicBezTo>
                  <a:cubicBezTo>
                    <a:pt x="82128" y="2137"/>
                    <a:pt x="82410" y="2137"/>
                    <a:pt x="82689" y="2137"/>
                  </a:cubicBezTo>
                  <a:cubicBezTo>
                    <a:pt x="91793" y="2137"/>
                    <a:pt x="97974" y="1471"/>
                    <a:pt x="102103" y="1471"/>
                  </a:cubicBezTo>
                  <a:cubicBezTo>
                    <a:pt x="102518" y="1471"/>
                    <a:pt x="102912" y="1478"/>
                    <a:pt x="103287" y="1493"/>
                  </a:cubicBezTo>
                  <a:cubicBezTo>
                    <a:pt x="104606" y="1631"/>
                    <a:pt x="106926" y="2411"/>
                    <a:pt x="108061" y="2411"/>
                  </a:cubicBezTo>
                  <a:cubicBezTo>
                    <a:pt x="108094" y="2411"/>
                    <a:pt x="108126" y="2411"/>
                    <a:pt x="108156" y="2409"/>
                  </a:cubicBezTo>
                  <a:cubicBezTo>
                    <a:pt x="108871" y="2335"/>
                    <a:pt x="118721" y="2126"/>
                    <a:pt x="129920" y="2126"/>
                  </a:cubicBezTo>
                  <a:cubicBezTo>
                    <a:pt x="131228" y="2126"/>
                    <a:pt x="132554" y="2129"/>
                    <a:pt x="133886" y="2136"/>
                  </a:cubicBezTo>
                  <a:cubicBezTo>
                    <a:pt x="134170" y="2137"/>
                    <a:pt x="134451" y="2137"/>
                    <a:pt x="134729" y="2137"/>
                  </a:cubicBezTo>
                  <a:cubicBezTo>
                    <a:pt x="143813" y="2137"/>
                    <a:pt x="149992" y="1471"/>
                    <a:pt x="154122" y="1471"/>
                  </a:cubicBezTo>
                  <a:cubicBezTo>
                    <a:pt x="154537" y="1471"/>
                    <a:pt x="154931" y="1478"/>
                    <a:pt x="155305" y="1493"/>
                  </a:cubicBezTo>
                  <a:cubicBezTo>
                    <a:pt x="156624" y="1631"/>
                    <a:pt x="158944" y="2411"/>
                    <a:pt x="160090" y="2411"/>
                  </a:cubicBezTo>
                  <a:cubicBezTo>
                    <a:pt x="160123" y="2411"/>
                    <a:pt x="160156" y="2411"/>
                    <a:pt x="160187" y="2409"/>
                  </a:cubicBezTo>
                  <a:cubicBezTo>
                    <a:pt x="160901" y="2335"/>
                    <a:pt x="170742" y="2126"/>
                    <a:pt x="181939" y="2126"/>
                  </a:cubicBezTo>
                  <a:cubicBezTo>
                    <a:pt x="183246" y="2126"/>
                    <a:pt x="184572" y="2129"/>
                    <a:pt x="185904" y="2136"/>
                  </a:cubicBezTo>
                  <a:cubicBezTo>
                    <a:pt x="186189" y="2137"/>
                    <a:pt x="186471" y="2137"/>
                    <a:pt x="186751" y="2137"/>
                  </a:cubicBezTo>
                  <a:cubicBezTo>
                    <a:pt x="195864" y="2137"/>
                    <a:pt x="202046" y="1471"/>
                    <a:pt x="206176" y="1471"/>
                  </a:cubicBezTo>
                  <a:cubicBezTo>
                    <a:pt x="206591" y="1471"/>
                    <a:pt x="206985" y="1478"/>
                    <a:pt x="207359" y="1493"/>
                  </a:cubicBezTo>
                  <a:cubicBezTo>
                    <a:pt x="208690" y="1631"/>
                    <a:pt x="210999" y="2411"/>
                    <a:pt x="212134" y="2411"/>
                  </a:cubicBezTo>
                  <a:cubicBezTo>
                    <a:pt x="212166" y="2411"/>
                    <a:pt x="212198" y="2411"/>
                    <a:pt x="212229" y="2409"/>
                  </a:cubicBezTo>
                  <a:cubicBezTo>
                    <a:pt x="212943" y="2335"/>
                    <a:pt x="222794" y="2126"/>
                    <a:pt x="233992" y="2126"/>
                  </a:cubicBezTo>
                  <a:cubicBezTo>
                    <a:pt x="235300" y="2126"/>
                    <a:pt x="236626" y="2129"/>
                    <a:pt x="237958" y="2136"/>
                  </a:cubicBezTo>
                  <a:cubicBezTo>
                    <a:pt x="238240" y="2137"/>
                    <a:pt x="238519" y="2137"/>
                    <a:pt x="238796" y="2137"/>
                  </a:cubicBezTo>
                  <a:cubicBezTo>
                    <a:pt x="247889" y="2137"/>
                    <a:pt x="254077" y="1468"/>
                    <a:pt x="258204" y="1468"/>
                  </a:cubicBezTo>
                  <a:cubicBezTo>
                    <a:pt x="258642" y="1468"/>
                    <a:pt x="259057" y="1476"/>
                    <a:pt x="259449" y="1493"/>
                  </a:cubicBezTo>
                  <a:cubicBezTo>
                    <a:pt x="260769" y="1620"/>
                    <a:pt x="263090" y="2411"/>
                    <a:pt x="264236" y="2411"/>
                  </a:cubicBezTo>
                  <a:cubicBezTo>
                    <a:pt x="264268" y="2411"/>
                    <a:pt x="264300" y="2411"/>
                    <a:pt x="264331" y="2409"/>
                  </a:cubicBezTo>
                  <a:cubicBezTo>
                    <a:pt x="265033" y="2338"/>
                    <a:pt x="274701" y="2136"/>
                    <a:pt x="285762" y="2124"/>
                  </a:cubicBezTo>
                  <a:lnTo>
                    <a:pt x="285762" y="207"/>
                  </a:lnTo>
                  <a:cubicBezTo>
                    <a:pt x="277642" y="278"/>
                    <a:pt x="270129" y="469"/>
                    <a:pt x="265212" y="516"/>
                  </a:cubicBezTo>
                  <a:cubicBezTo>
                    <a:pt x="265140" y="517"/>
                    <a:pt x="265065" y="518"/>
                    <a:pt x="264989" y="518"/>
                  </a:cubicBezTo>
                  <a:cubicBezTo>
                    <a:pt x="263232" y="518"/>
                    <a:pt x="260488" y="264"/>
                    <a:pt x="259449" y="219"/>
                  </a:cubicBezTo>
                  <a:cubicBezTo>
                    <a:pt x="257930" y="55"/>
                    <a:pt x="256506" y="1"/>
                    <a:pt x="254966" y="1"/>
                  </a:cubicBezTo>
                  <a:cubicBezTo>
                    <a:pt x="252020" y="1"/>
                    <a:pt x="248652" y="198"/>
                    <a:pt x="243391" y="198"/>
                  </a:cubicBezTo>
                  <a:cubicBezTo>
                    <a:pt x="243018" y="198"/>
                    <a:pt x="242636" y="197"/>
                    <a:pt x="242245" y="195"/>
                  </a:cubicBezTo>
                  <a:cubicBezTo>
                    <a:pt x="241174" y="188"/>
                    <a:pt x="240101" y="185"/>
                    <a:pt x="239032" y="185"/>
                  </a:cubicBezTo>
                  <a:cubicBezTo>
                    <a:pt x="228936" y="185"/>
                    <a:pt x="219096" y="464"/>
                    <a:pt x="213110" y="528"/>
                  </a:cubicBezTo>
                  <a:cubicBezTo>
                    <a:pt x="213073" y="528"/>
                    <a:pt x="213035" y="529"/>
                    <a:pt x="212997" y="529"/>
                  </a:cubicBezTo>
                  <a:cubicBezTo>
                    <a:pt x="211306" y="529"/>
                    <a:pt x="208572" y="277"/>
                    <a:pt x="207443" y="231"/>
                  </a:cubicBezTo>
                  <a:cubicBezTo>
                    <a:pt x="205895" y="60"/>
                    <a:pt x="204446" y="4"/>
                    <a:pt x="202875" y="4"/>
                  </a:cubicBezTo>
                  <a:cubicBezTo>
                    <a:pt x="199941" y="4"/>
                    <a:pt x="196578" y="198"/>
                    <a:pt x="191342" y="198"/>
                  </a:cubicBezTo>
                  <a:cubicBezTo>
                    <a:pt x="190968" y="198"/>
                    <a:pt x="190584" y="197"/>
                    <a:pt x="190190" y="195"/>
                  </a:cubicBezTo>
                  <a:cubicBezTo>
                    <a:pt x="189119" y="188"/>
                    <a:pt x="188047" y="185"/>
                    <a:pt x="186978" y="185"/>
                  </a:cubicBezTo>
                  <a:cubicBezTo>
                    <a:pt x="176884" y="185"/>
                    <a:pt x="167054" y="464"/>
                    <a:pt x="161068" y="528"/>
                  </a:cubicBezTo>
                  <a:cubicBezTo>
                    <a:pt x="161029" y="528"/>
                    <a:pt x="160990" y="529"/>
                    <a:pt x="160950" y="529"/>
                  </a:cubicBezTo>
                  <a:cubicBezTo>
                    <a:pt x="159273" y="529"/>
                    <a:pt x="156587" y="289"/>
                    <a:pt x="155436" y="231"/>
                  </a:cubicBezTo>
                  <a:cubicBezTo>
                    <a:pt x="153884" y="60"/>
                    <a:pt x="152433" y="4"/>
                    <a:pt x="150860" y="4"/>
                  </a:cubicBezTo>
                  <a:cubicBezTo>
                    <a:pt x="147923" y="4"/>
                    <a:pt x="144560" y="198"/>
                    <a:pt x="139323" y="198"/>
                  </a:cubicBezTo>
                  <a:cubicBezTo>
                    <a:pt x="138949" y="198"/>
                    <a:pt x="138566" y="197"/>
                    <a:pt x="138172" y="195"/>
                  </a:cubicBezTo>
                  <a:cubicBezTo>
                    <a:pt x="137101" y="188"/>
                    <a:pt x="136029" y="185"/>
                    <a:pt x="134959" y="185"/>
                  </a:cubicBezTo>
                  <a:cubicBezTo>
                    <a:pt x="124864" y="185"/>
                    <a:pt x="115024" y="464"/>
                    <a:pt x="109049" y="528"/>
                  </a:cubicBezTo>
                  <a:cubicBezTo>
                    <a:pt x="109010" y="528"/>
                    <a:pt x="108970" y="529"/>
                    <a:pt x="108930" y="529"/>
                  </a:cubicBezTo>
                  <a:cubicBezTo>
                    <a:pt x="107230" y="529"/>
                    <a:pt x="104534" y="289"/>
                    <a:pt x="103394" y="231"/>
                  </a:cubicBezTo>
                  <a:cubicBezTo>
                    <a:pt x="101842" y="60"/>
                    <a:pt x="100392" y="4"/>
                    <a:pt x="98820" y="4"/>
                  </a:cubicBezTo>
                  <a:cubicBezTo>
                    <a:pt x="95886" y="4"/>
                    <a:pt x="92525" y="198"/>
                    <a:pt x="87283" y="198"/>
                  </a:cubicBezTo>
                  <a:cubicBezTo>
                    <a:pt x="86908" y="198"/>
                    <a:pt x="86524" y="197"/>
                    <a:pt x="86130" y="195"/>
                  </a:cubicBezTo>
                  <a:cubicBezTo>
                    <a:pt x="85059" y="188"/>
                    <a:pt x="83987" y="185"/>
                    <a:pt x="82917" y="185"/>
                  </a:cubicBezTo>
                  <a:cubicBezTo>
                    <a:pt x="72824" y="185"/>
                    <a:pt x="62993" y="464"/>
                    <a:pt x="57007" y="528"/>
                  </a:cubicBezTo>
                  <a:cubicBezTo>
                    <a:pt x="56972" y="528"/>
                    <a:pt x="56936" y="529"/>
                    <a:pt x="56900" y="529"/>
                  </a:cubicBezTo>
                  <a:cubicBezTo>
                    <a:pt x="55089" y="529"/>
                    <a:pt x="52095" y="242"/>
                    <a:pt x="51137" y="219"/>
                  </a:cubicBezTo>
                  <a:cubicBezTo>
                    <a:pt x="49622" y="55"/>
                    <a:pt x="48200" y="1"/>
                    <a:pt x="46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19"/>
            <p:cNvSpPr/>
            <p:nvPr/>
          </p:nvSpPr>
          <p:spPr>
            <a:xfrm rot="10800000" flipH="1">
              <a:off x="-14087" y="4879075"/>
              <a:ext cx="9164387" cy="35800"/>
            </a:xfrm>
            <a:custGeom>
              <a:avLst/>
              <a:gdLst/>
              <a:ahLst/>
              <a:cxnLst/>
              <a:rect l="l" t="t" r="r" b="b"/>
              <a:pathLst>
                <a:path w="285762" h="1432" extrusionOk="0">
                  <a:moveTo>
                    <a:pt x="31820" y="1"/>
                  </a:moveTo>
                  <a:cubicBezTo>
                    <a:pt x="30994" y="1"/>
                    <a:pt x="30174" y="13"/>
                    <a:pt x="29361" y="39"/>
                  </a:cubicBezTo>
                  <a:cubicBezTo>
                    <a:pt x="26753" y="134"/>
                    <a:pt x="24110" y="229"/>
                    <a:pt x="21550" y="337"/>
                  </a:cubicBezTo>
                  <a:cubicBezTo>
                    <a:pt x="16538" y="527"/>
                    <a:pt x="11359" y="730"/>
                    <a:pt x="6263" y="825"/>
                  </a:cubicBezTo>
                  <a:cubicBezTo>
                    <a:pt x="4262" y="872"/>
                    <a:pt x="2155" y="896"/>
                    <a:pt x="0" y="896"/>
                  </a:cubicBezTo>
                  <a:lnTo>
                    <a:pt x="0" y="1432"/>
                  </a:lnTo>
                  <a:cubicBezTo>
                    <a:pt x="2155" y="1432"/>
                    <a:pt x="4262" y="1408"/>
                    <a:pt x="6275" y="1372"/>
                  </a:cubicBezTo>
                  <a:cubicBezTo>
                    <a:pt x="11370" y="1265"/>
                    <a:pt x="16562" y="1063"/>
                    <a:pt x="21574" y="872"/>
                  </a:cubicBezTo>
                  <a:cubicBezTo>
                    <a:pt x="24134" y="777"/>
                    <a:pt x="26777" y="670"/>
                    <a:pt x="29373" y="575"/>
                  </a:cubicBezTo>
                  <a:cubicBezTo>
                    <a:pt x="30164" y="549"/>
                    <a:pt x="30961" y="538"/>
                    <a:pt x="31764" y="538"/>
                  </a:cubicBezTo>
                  <a:cubicBezTo>
                    <a:pt x="35444" y="538"/>
                    <a:pt x="39223" y="779"/>
                    <a:pt x="42898" y="1003"/>
                  </a:cubicBezTo>
                  <a:cubicBezTo>
                    <a:pt x="45530" y="1170"/>
                    <a:pt x="48232" y="1349"/>
                    <a:pt x="50840" y="1420"/>
                  </a:cubicBezTo>
                  <a:lnTo>
                    <a:pt x="50840" y="1432"/>
                  </a:lnTo>
                  <a:lnTo>
                    <a:pt x="51125" y="1432"/>
                  </a:lnTo>
                  <a:cubicBezTo>
                    <a:pt x="53650" y="1432"/>
                    <a:pt x="56114" y="1408"/>
                    <a:pt x="58448" y="1361"/>
                  </a:cubicBezTo>
                  <a:cubicBezTo>
                    <a:pt x="63544" y="1253"/>
                    <a:pt x="68735" y="1063"/>
                    <a:pt x="73747" y="860"/>
                  </a:cubicBezTo>
                  <a:cubicBezTo>
                    <a:pt x="76307" y="765"/>
                    <a:pt x="78950" y="670"/>
                    <a:pt x="81546" y="575"/>
                  </a:cubicBezTo>
                  <a:cubicBezTo>
                    <a:pt x="82356" y="549"/>
                    <a:pt x="83174" y="537"/>
                    <a:pt x="83997" y="537"/>
                  </a:cubicBezTo>
                  <a:cubicBezTo>
                    <a:pt x="87658" y="537"/>
                    <a:pt x="91416" y="770"/>
                    <a:pt x="95071" y="1003"/>
                  </a:cubicBezTo>
                  <a:cubicBezTo>
                    <a:pt x="97655" y="1170"/>
                    <a:pt x="100310" y="1337"/>
                    <a:pt x="102882" y="1408"/>
                  </a:cubicBezTo>
                  <a:lnTo>
                    <a:pt x="102882" y="1420"/>
                  </a:lnTo>
                  <a:lnTo>
                    <a:pt x="103299" y="1420"/>
                  </a:lnTo>
                  <a:cubicBezTo>
                    <a:pt x="103724" y="1422"/>
                    <a:pt x="104147" y="1423"/>
                    <a:pt x="104568" y="1423"/>
                  </a:cubicBezTo>
                  <a:cubicBezTo>
                    <a:pt x="106601" y="1423"/>
                    <a:pt x="108584" y="1400"/>
                    <a:pt x="110478" y="1361"/>
                  </a:cubicBezTo>
                  <a:cubicBezTo>
                    <a:pt x="115586" y="1253"/>
                    <a:pt x="120765" y="1051"/>
                    <a:pt x="125778" y="860"/>
                  </a:cubicBezTo>
                  <a:cubicBezTo>
                    <a:pt x="128337" y="765"/>
                    <a:pt x="130981" y="658"/>
                    <a:pt x="133588" y="575"/>
                  </a:cubicBezTo>
                  <a:cubicBezTo>
                    <a:pt x="134423" y="545"/>
                    <a:pt x="135266" y="532"/>
                    <a:pt x="136114" y="532"/>
                  </a:cubicBezTo>
                  <a:cubicBezTo>
                    <a:pt x="139743" y="532"/>
                    <a:pt x="143475" y="772"/>
                    <a:pt x="147114" y="1003"/>
                  </a:cubicBezTo>
                  <a:cubicBezTo>
                    <a:pt x="149685" y="1158"/>
                    <a:pt x="152340" y="1337"/>
                    <a:pt x="154900" y="1408"/>
                  </a:cubicBezTo>
                  <a:lnTo>
                    <a:pt x="154900" y="1420"/>
                  </a:lnTo>
                  <a:lnTo>
                    <a:pt x="155341" y="1420"/>
                  </a:lnTo>
                  <a:cubicBezTo>
                    <a:pt x="157817" y="1420"/>
                    <a:pt x="160222" y="1408"/>
                    <a:pt x="162508" y="1361"/>
                  </a:cubicBezTo>
                  <a:cubicBezTo>
                    <a:pt x="167604" y="1253"/>
                    <a:pt x="172795" y="1051"/>
                    <a:pt x="177808" y="860"/>
                  </a:cubicBezTo>
                  <a:cubicBezTo>
                    <a:pt x="180368" y="765"/>
                    <a:pt x="183011" y="658"/>
                    <a:pt x="185607" y="575"/>
                  </a:cubicBezTo>
                  <a:cubicBezTo>
                    <a:pt x="186443" y="545"/>
                    <a:pt x="187288" y="532"/>
                    <a:pt x="188138" y="532"/>
                  </a:cubicBezTo>
                  <a:cubicBezTo>
                    <a:pt x="191773" y="532"/>
                    <a:pt x="195504" y="772"/>
                    <a:pt x="199132" y="1003"/>
                  </a:cubicBezTo>
                  <a:cubicBezTo>
                    <a:pt x="201716" y="1158"/>
                    <a:pt x="204383" y="1325"/>
                    <a:pt x="206954" y="1408"/>
                  </a:cubicBezTo>
                  <a:lnTo>
                    <a:pt x="206954" y="1420"/>
                  </a:lnTo>
                  <a:lnTo>
                    <a:pt x="207359" y="1420"/>
                  </a:lnTo>
                  <a:cubicBezTo>
                    <a:pt x="209848" y="1420"/>
                    <a:pt x="212265" y="1396"/>
                    <a:pt x="214551" y="1349"/>
                  </a:cubicBezTo>
                  <a:cubicBezTo>
                    <a:pt x="219658" y="1253"/>
                    <a:pt x="224838" y="1051"/>
                    <a:pt x="229850" y="860"/>
                  </a:cubicBezTo>
                  <a:cubicBezTo>
                    <a:pt x="232410" y="753"/>
                    <a:pt x="235053" y="658"/>
                    <a:pt x="237661" y="563"/>
                  </a:cubicBezTo>
                  <a:cubicBezTo>
                    <a:pt x="238449" y="537"/>
                    <a:pt x="239246" y="526"/>
                    <a:pt x="240047" y="526"/>
                  </a:cubicBezTo>
                  <a:cubicBezTo>
                    <a:pt x="243720" y="526"/>
                    <a:pt x="247501" y="767"/>
                    <a:pt x="251186" y="991"/>
                  </a:cubicBezTo>
                  <a:cubicBezTo>
                    <a:pt x="253782" y="1158"/>
                    <a:pt x="256461" y="1325"/>
                    <a:pt x="259056" y="1408"/>
                  </a:cubicBezTo>
                  <a:lnTo>
                    <a:pt x="259056" y="1420"/>
                  </a:lnTo>
                  <a:lnTo>
                    <a:pt x="259401" y="1420"/>
                  </a:lnTo>
                  <a:cubicBezTo>
                    <a:pt x="261914" y="1420"/>
                    <a:pt x="264343" y="1396"/>
                    <a:pt x="266652" y="1349"/>
                  </a:cubicBezTo>
                  <a:cubicBezTo>
                    <a:pt x="271760" y="1253"/>
                    <a:pt x="276939" y="1051"/>
                    <a:pt x="281952" y="860"/>
                  </a:cubicBezTo>
                  <a:cubicBezTo>
                    <a:pt x="283202" y="813"/>
                    <a:pt x="284488" y="753"/>
                    <a:pt x="285762" y="706"/>
                  </a:cubicBezTo>
                  <a:lnTo>
                    <a:pt x="285762" y="170"/>
                  </a:lnTo>
                  <a:cubicBezTo>
                    <a:pt x="284476" y="218"/>
                    <a:pt x="283190" y="265"/>
                    <a:pt x="281928" y="313"/>
                  </a:cubicBezTo>
                  <a:cubicBezTo>
                    <a:pt x="276916" y="515"/>
                    <a:pt x="271736" y="706"/>
                    <a:pt x="266640" y="813"/>
                  </a:cubicBezTo>
                  <a:lnTo>
                    <a:pt x="266640" y="825"/>
                  </a:lnTo>
                  <a:cubicBezTo>
                    <a:pt x="264331" y="872"/>
                    <a:pt x="261890" y="896"/>
                    <a:pt x="259390" y="896"/>
                  </a:cubicBezTo>
                  <a:cubicBezTo>
                    <a:pt x="256711" y="813"/>
                    <a:pt x="253925" y="646"/>
                    <a:pt x="251210" y="468"/>
                  </a:cubicBezTo>
                  <a:cubicBezTo>
                    <a:pt x="247545" y="234"/>
                    <a:pt x="243777" y="1"/>
                    <a:pt x="240100" y="1"/>
                  </a:cubicBezTo>
                  <a:cubicBezTo>
                    <a:pt x="239274" y="1"/>
                    <a:pt x="238452" y="13"/>
                    <a:pt x="237637" y="39"/>
                  </a:cubicBezTo>
                  <a:cubicBezTo>
                    <a:pt x="235029" y="134"/>
                    <a:pt x="232386" y="229"/>
                    <a:pt x="229826" y="337"/>
                  </a:cubicBezTo>
                  <a:cubicBezTo>
                    <a:pt x="224826" y="527"/>
                    <a:pt x="219635" y="730"/>
                    <a:pt x="214539" y="825"/>
                  </a:cubicBezTo>
                  <a:cubicBezTo>
                    <a:pt x="212253" y="872"/>
                    <a:pt x="209836" y="896"/>
                    <a:pt x="207347" y="896"/>
                  </a:cubicBezTo>
                  <a:cubicBezTo>
                    <a:pt x="204668" y="813"/>
                    <a:pt x="201870" y="646"/>
                    <a:pt x="199168" y="468"/>
                  </a:cubicBezTo>
                  <a:cubicBezTo>
                    <a:pt x="195503" y="234"/>
                    <a:pt x="191727" y="1"/>
                    <a:pt x="188053" y="1"/>
                  </a:cubicBezTo>
                  <a:cubicBezTo>
                    <a:pt x="187228" y="1"/>
                    <a:pt x="186407" y="13"/>
                    <a:pt x="185595" y="39"/>
                  </a:cubicBezTo>
                  <a:cubicBezTo>
                    <a:pt x="182987" y="134"/>
                    <a:pt x="180344" y="229"/>
                    <a:pt x="177784" y="337"/>
                  </a:cubicBezTo>
                  <a:cubicBezTo>
                    <a:pt x="172772" y="527"/>
                    <a:pt x="167592" y="730"/>
                    <a:pt x="162497" y="825"/>
                  </a:cubicBezTo>
                  <a:cubicBezTo>
                    <a:pt x="160211" y="872"/>
                    <a:pt x="157805" y="896"/>
                    <a:pt x="155317" y="896"/>
                  </a:cubicBezTo>
                  <a:cubicBezTo>
                    <a:pt x="152638" y="813"/>
                    <a:pt x="149852" y="646"/>
                    <a:pt x="147149" y="468"/>
                  </a:cubicBezTo>
                  <a:cubicBezTo>
                    <a:pt x="143475" y="234"/>
                    <a:pt x="139705" y="1"/>
                    <a:pt x="136027" y="1"/>
                  </a:cubicBezTo>
                  <a:cubicBezTo>
                    <a:pt x="135201" y="1"/>
                    <a:pt x="134379" y="13"/>
                    <a:pt x="133564" y="39"/>
                  </a:cubicBezTo>
                  <a:cubicBezTo>
                    <a:pt x="130969" y="134"/>
                    <a:pt x="128314" y="229"/>
                    <a:pt x="125766" y="337"/>
                  </a:cubicBezTo>
                  <a:cubicBezTo>
                    <a:pt x="120753" y="527"/>
                    <a:pt x="115562" y="730"/>
                    <a:pt x="110466" y="825"/>
                  </a:cubicBezTo>
                  <a:cubicBezTo>
                    <a:pt x="108180" y="872"/>
                    <a:pt x="105763" y="896"/>
                    <a:pt x="103287" y="896"/>
                  </a:cubicBezTo>
                  <a:cubicBezTo>
                    <a:pt x="100608" y="813"/>
                    <a:pt x="97810" y="646"/>
                    <a:pt x="95107" y="468"/>
                  </a:cubicBezTo>
                  <a:cubicBezTo>
                    <a:pt x="91442" y="234"/>
                    <a:pt x="87666" y="1"/>
                    <a:pt x="83993" y="1"/>
                  </a:cubicBezTo>
                  <a:cubicBezTo>
                    <a:pt x="83167" y="1"/>
                    <a:pt x="82347" y="13"/>
                    <a:pt x="81534" y="39"/>
                  </a:cubicBezTo>
                  <a:cubicBezTo>
                    <a:pt x="78927" y="134"/>
                    <a:pt x="76283" y="229"/>
                    <a:pt x="73724" y="337"/>
                  </a:cubicBezTo>
                  <a:cubicBezTo>
                    <a:pt x="68711" y="527"/>
                    <a:pt x="63532" y="730"/>
                    <a:pt x="58436" y="825"/>
                  </a:cubicBezTo>
                  <a:cubicBezTo>
                    <a:pt x="56102" y="872"/>
                    <a:pt x="53638" y="896"/>
                    <a:pt x="51102" y="896"/>
                  </a:cubicBezTo>
                  <a:cubicBezTo>
                    <a:pt x="48423" y="813"/>
                    <a:pt x="45637" y="646"/>
                    <a:pt x="42934" y="468"/>
                  </a:cubicBezTo>
                  <a:cubicBezTo>
                    <a:pt x="39269" y="234"/>
                    <a:pt x="35493" y="1"/>
                    <a:pt x="318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19"/>
            <p:cNvSpPr/>
            <p:nvPr/>
          </p:nvSpPr>
          <p:spPr>
            <a:xfrm rot="10800000" flipH="1">
              <a:off x="-14087" y="4772975"/>
              <a:ext cx="9164772" cy="46400"/>
            </a:xfrm>
            <a:custGeom>
              <a:avLst/>
              <a:gdLst/>
              <a:ahLst/>
              <a:cxnLst/>
              <a:rect l="l" t="t" r="r" b="b"/>
              <a:pathLst>
                <a:path w="285774" h="1856" extrusionOk="0">
                  <a:moveTo>
                    <a:pt x="281433" y="1"/>
                  </a:moveTo>
                  <a:cubicBezTo>
                    <a:pt x="280904" y="1"/>
                    <a:pt x="280374" y="10"/>
                    <a:pt x="279845" y="29"/>
                  </a:cubicBezTo>
                  <a:lnTo>
                    <a:pt x="279833" y="41"/>
                  </a:lnTo>
                  <a:cubicBezTo>
                    <a:pt x="276773" y="148"/>
                    <a:pt x="273665" y="362"/>
                    <a:pt x="270665" y="577"/>
                  </a:cubicBezTo>
                  <a:cubicBezTo>
                    <a:pt x="269307" y="672"/>
                    <a:pt x="267903" y="767"/>
                    <a:pt x="266521" y="862"/>
                  </a:cubicBezTo>
                  <a:cubicBezTo>
                    <a:pt x="264128" y="1005"/>
                    <a:pt x="261759" y="1136"/>
                    <a:pt x="259449" y="1231"/>
                  </a:cubicBezTo>
                  <a:cubicBezTo>
                    <a:pt x="258765" y="1261"/>
                    <a:pt x="258077" y="1273"/>
                    <a:pt x="257394" y="1273"/>
                  </a:cubicBezTo>
                  <a:cubicBezTo>
                    <a:pt x="256711" y="1273"/>
                    <a:pt x="256032" y="1261"/>
                    <a:pt x="255365" y="1243"/>
                  </a:cubicBezTo>
                  <a:cubicBezTo>
                    <a:pt x="254618" y="1225"/>
                    <a:pt x="253895" y="1209"/>
                    <a:pt x="253187" y="1209"/>
                  </a:cubicBezTo>
                  <a:cubicBezTo>
                    <a:pt x="252552" y="1209"/>
                    <a:pt x="251931" y="1221"/>
                    <a:pt x="251317" y="1255"/>
                  </a:cubicBezTo>
                  <a:cubicBezTo>
                    <a:pt x="250514" y="1300"/>
                    <a:pt x="249709" y="1319"/>
                    <a:pt x="248905" y="1319"/>
                  </a:cubicBezTo>
                  <a:cubicBezTo>
                    <a:pt x="245630" y="1319"/>
                    <a:pt x="242379" y="994"/>
                    <a:pt x="239435" y="708"/>
                  </a:cubicBezTo>
                  <a:lnTo>
                    <a:pt x="238542" y="624"/>
                  </a:lnTo>
                  <a:cubicBezTo>
                    <a:pt x="235540" y="321"/>
                    <a:pt x="232453" y="9"/>
                    <a:pt x="229375" y="9"/>
                  </a:cubicBezTo>
                  <a:cubicBezTo>
                    <a:pt x="228826" y="9"/>
                    <a:pt x="228278" y="19"/>
                    <a:pt x="227731" y="41"/>
                  </a:cubicBezTo>
                  <a:cubicBezTo>
                    <a:pt x="224671" y="148"/>
                    <a:pt x="221563" y="362"/>
                    <a:pt x="218563" y="577"/>
                  </a:cubicBezTo>
                  <a:cubicBezTo>
                    <a:pt x="217206" y="672"/>
                    <a:pt x="215801" y="767"/>
                    <a:pt x="214420" y="862"/>
                  </a:cubicBezTo>
                  <a:cubicBezTo>
                    <a:pt x="211979" y="1017"/>
                    <a:pt x="209538" y="1136"/>
                    <a:pt x="207181" y="1243"/>
                  </a:cubicBezTo>
                  <a:cubicBezTo>
                    <a:pt x="206577" y="1266"/>
                    <a:pt x="205974" y="1275"/>
                    <a:pt x="205375" y="1275"/>
                  </a:cubicBezTo>
                  <a:cubicBezTo>
                    <a:pt x="204684" y="1275"/>
                    <a:pt x="203998" y="1262"/>
                    <a:pt x="203323" y="1243"/>
                  </a:cubicBezTo>
                  <a:cubicBezTo>
                    <a:pt x="202576" y="1225"/>
                    <a:pt x="201852" y="1209"/>
                    <a:pt x="201143" y="1209"/>
                  </a:cubicBezTo>
                  <a:cubicBezTo>
                    <a:pt x="200507" y="1209"/>
                    <a:pt x="199882" y="1221"/>
                    <a:pt x="199263" y="1255"/>
                  </a:cubicBezTo>
                  <a:cubicBezTo>
                    <a:pt x="198463" y="1300"/>
                    <a:pt x="197658" y="1319"/>
                    <a:pt x="196855" y="1319"/>
                  </a:cubicBezTo>
                  <a:cubicBezTo>
                    <a:pt x="193584" y="1319"/>
                    <a:pt x="190327" y="994"/>
                    <a:pt x="187392" y="708"/>
                  </a:cubicBezTo>
                  <a:lnTo>
                    <a:pt x="186488" y="624"/>
                  </a:lnTo>
                  <a:cubicBezTo>
                    <a:pt x="183486" y="321"/>
                    <a:pt x="180399" y="9"/>
                    <a:pt x="177328" y="9"/>
                  </a:cubicBezTo>
                  <a:cubicBezTo>
                    <a:pt x="176781" y="9"/>
                    <a:pt x="176234" y="19"/>
                    <a:pt x="175689" y="41"/>
                  </a:cubicBezTo>
                  <a:cubicBezTo>
                    <a:pt x="172629" y="148"/>
                    <a:pt x="169521" y="362"/>
                    <a:pt x="166521" y="577"/>
                  </a:cubicBezTo>
                  <a:cubicBezTo>
                    <a:pt x="165164" y="672"/>
                    <a:pt x="163759" y="767"/>
                    <a:pt x="162377" y="862"/>
                  </a:cubicBezTo>
                  <a:cubicBezTo>
                    <a:pt x="159913" y="1017"/>
                    <a:pt x="157448" y="1148"/>
                    <a:pt x="155079" y="1243"/>
                  </a:cubicBezTo>
                  <a:cubicBezTo>
                    <a:pt x="154487" y="1266"/>
                    <a:pt x="153895" y="1275"/>
                    <a:pt x="153307" y="1275"/>
                  </a:cubicBezTo>
                  <a:cubicBezTo>
                    <a:pt x="152631" y="1275"/>
                    <a:pt x="151961" y="1262"/>
                    <a:pt x="151305" y="1243"/>
                  </a:cubicBezTo>
                  <a:cubicBezTo>
                    <a:pt x="150558" y="1225"/>
                    <a:pt x="149831" y="1209"/>
                    <a:pt x="149120" y="1209"/>
                  </a:cubicBezTo>
                  <a:cubicBezTo>
                    <a:pt x="148482" y="1209"/>
                    <a:pt x="147858" y="1221"/>
                    <a:pt x="147245" y="1255"/>
                  </a:cubicBezTo>
                  <a:cubicBezTo>
                    <a:pt x="146444" y="1300"/>
                    <a:pt x="145640" y="1319"/>
                    <a:pt x="144837" y="1319"/>
                  </a:cubicBezTo>
                  <a:cubicBezTo>
                    <a:pt x="141565" y="1319"/>
                    <a:pt x="138309" y="994"/>
                    <a:pt x="135374" y="708"/>
                  </a:cubicBezTo>
                  <a:lnTo>
                    <a:pt x="134469" y="624"/>
                  </a:lnTo>
                  <a:cubicBezTo>
                    <a:pt x="131468" y="321"/>
                    <a:pt x="128381" y="9"/>
                    <a:pt x="125310" y="9"/>
                  </a:cubicBezTo>
                  <a:cubicBezTo>
                    <a:pt x="124763" y="9"/>
                    <a:pt x="124216" y="19"/>
                    <a:pt x="123670" y="41"/>
                  </a:cubicBezTo>
                  <a:cubicBezTo>
                    <a:pt x="120610" y="148"/>
                    <a:pt x="117503" y="362"/>
                    <a:pt x="114491" y="577"/>
                  </a:cubicBezTo>
                  <a:cubicBezTo>
                    <a:pt x="113133" y="672"/>
                    <a:pt x="111740" y="767"/>
                    <a:pt x="110359" y="862"/>
                  </a:cubicBezTo>
                  <a:cubicBezTo>
                    <a:pt x="107894" y="1017"/>
                    <a:pt x="105454" y="1148"/>
                    <a:pt x="103084" y="1243"/>
                  </a:cubicBezTo>
                  <a:cubicBezTo>
                    <a:pt x="102487" y="1266"/>
                    <a:pt x="101889" y="1275"/>
                    <a:pt x="101295" y="1275"/>
                  </a:cubicBezTo>
                  <a:cubicBezTo>
                    <a:pt x="100611" y="1275"/>
                    <a:pt x="99931" y="1262"/>
                    <a:pt x="99262" y="1243"/>
                  </a:cubicBezTo>
                  <a:cubicBezTo>
                    <a:pt x="98515" y="1225"/>
                    <a:pt x="97792" y="1209"/>
                    <a:pt x="97084" y="1209"/>
                  </a:cubicBezTo>
                  <a:cubicBezTo>
                    <a:pt x="96449" y="1209"/>
                    <a:pt x="95828" y="1221"/>
                    <a:pt x="95214" y="1255"/>
                  </a:cubicBezTo>
                  <a:cubicBezTo>
                    <a:pt x="94411" y="1300"/>
                    <a:pt x="93606" y="1319"/>
                    <a:pt x="92802" y="1319"/>
                  </a:cubicBezTo>
                  <a:cubicBezTo>
                    <a:pt x="89527" y="1319"/>
                    <a:pt x="86276" y="994"/>
                    <a:pt x="83332" y="708"/>
                  </a:cubicBezTo>
                  <a:lnTo>
                    <a:pt x="82439" y="624"/>
                  </a:lnTo>
                  <a:cubicBezTo>
                    <a:pt x="79438" y="321"/>
                    <a:pt x="76350" y="9"/>
                    <a:pt x="73272" y="9"/>
                  </a:cubicBezTo>
                  <a:cubicBezTo>
                    <a:pt x="72724" y="9"/>
                    <a:pt x="72175" y="19"/>
                    <a:pt x="71628" y="41"/>
                  </a:cubicBezTo>
                  <a:cubicBezTo>
                    <a:pt x="68568" y="148"/>
                    <a:pt x="65461" y="362"/>
                    <a:pt x="62460" y="577"/>
                  </a:cubicBezTo>
                  <a:cubicBezTo>
                    <a:pt x="61103" y="672"/>
                    <a:pt x="59698" y="767"/>
                    <a:pt x="58317" y="862"/>
                  </a:cubicBezTo>
                  <a:cubicBezTo>
                    <a:pt x="55936" y="1005"/>
                    <a:pt x="53554" y="1136"/>
                    <a:pt x="51256" y="1231"/>
                  </a:cubicBezTo>
                  <a:cubicBezTo>
                    <a:pt x="50598" y="1265"/>
                    <a:pt x="49937" y="1278"/>
                    <a:pt x="49278" y="1278"/>
                  </a:cubicBezTo>
                  <a:cubicBezTo>
                    <a:pt x="48543" y="1278"/>
                    <a:pt x="47811" y="1262"/>
                    <a:pt x="47089" y="1243"/>
                  </a:cubicBezTo>
                  <a:cubicBezTo>
                    <a:pt x="46342" y="1225"/>
                    <a:pt x="45618" y="1209"/>
                    <a:pt x="44909" y="1209"/>
                  </a:cubicBezTo>
                  <a:cubicBezTo>
                    <a:pt x="44273" y="1209"/>
                    <a:pt x="43648" y="1221"/>
                    <a:pt x="43029" y="1255"/>
                  </a:cubicBezTo>
                  <a:cubicBezTo>
                    <a:pt x="42229" y="1300"/>
                    <a:pt x="41425" y="1319"/>
                    <a:pt x="40622" y="1319"/>
                  </a:cubicBezTo>
                  <a:cubicBezTo>
                    <a:pt x="37354" y="1319"/>
                    <a:pt x="34103" y="994"/>
                    <a:pt x="31159" y="708"/>
                  </a:cubicBezTo>
                  <a:lnTo>
                    <a:pt x="30254" y="624"/>
                  </a:lnTo>
                  <a:cubicBezTo>
                    <a:pt x="27252" y="321"/>
                    <a:pt x="24165" y="9"/>
                    <a:pt x="21094" y="9"/>
                  </a:cubicBezTo>
                  <a:cubicBezTo>
                    <a:pt x="20547" y="9"/>
                    <a:pt x="20000" y="19"/>
                    <a:pt x="19455" y="41"/>
                  </a:cubicBezTo>
                  <a:cubicBezTo>
                    <a:pt x="16395" y="148"/>
                    <a:pt x="13287" y="362"/>
                    <a:pt x="10287" y="577"/>
                  </a:cubicBezTo>
                  <a:cubicBezTo>
                    <a:pt x="8930" y="672"/>
                    <a:pt x="7525" y="767"/>
                    <a:pt x="6144" y="862"/>
                  </a:cubicBezTo>
                  <a:cubicBezTo>
                    <a:pt x="4072" y="993"/>
                    <a:pt x="2012" y="1100"/>
                    <a:pt x="0" y="1196"/>
                  </a:cubicBezTo>
                  <a:lnTo>
                    <a:pt x="0" y="1732"/>
                  </a:lnTo>
                  <a:cubicBezTo>
                    <a:pt x="2024" y="1636"/>
                    <a:pt x="4096" y="1529"/>
                    <a:pt x="6179" y="1398"/>
                  </a:cubicBezTo>
                  <a:cubicBezTo>
                    <a:pt x="7560" y="1303"/>
                    <a:pt x="8965" y="1208"/>
                    <a:pt x="10323" y="1112"/>
                  </a:cubicBezTo>
                  <a:cubicBezTo>
                    <a:pt x="13323" y="898"/>
                    <a:pt x="16431" y="684"/>
                    <a:pt x="19479" y="565"/>
                  </a:cubicBezTo>
                  <a:cubicBezTo>
                    <a:pt x="19984" y="546"/>
                    <a:pt x="20490" y="538"/>
                    <a:pt x="20998" y="538"/>
                  </a:cubicBezTo>
                  <a:cubicBezTo>
                    <a:pt x="24078" y="538"/>
                    <a:pt x="27191" y="852"/>
                    <a:pt x="30206" y="1148"/>
                  </a:cubicBezTo>
                  <a:lnTo>
                    <a:pt x="31111" y="1243"/>
                  </a:lnTo>
                  <a:cubicBezTo>
                    <a:pt x="34065" y="1530"/>
                    <a:pt x="37333" y="1855"/>
                    <a:pt x="40633" y="1855"/>
                  </a:cubicBezTo>
                  <a:cubicBezTo>
                    <a:pt x="41443" y="1855"/>
                    <a:pt x="42255" y="1836"/>
                    <a:pt x="43065" y="1791"/>
                  </a:cubicBezTo>
                  <a:cubicBezTo>
                    <a:pt x="43673" y="1757"/>
                    <a:pt x="44289" y="1745"/>
                    <a:pt x="44918" y="1745"/>
                  </a:cubicBezTo>
                  <a:cubicBezTo>
                    <a:pt x="45619" y="1745"/>
                    <a:pt x="46337" y="1760"/>
                    <a:pt x="47077" y="1779"/>
                  </a:cubicBezTo>
                  <a:cubicBezTo>
                    <a:pt x="47746" y="1798"/>
                    <a:pt x="48426" y="1811"/>
                    <a:pt x="49110" y="1811"/>
                  </a:cubicBezTo>
                  <a:cubicBezTo>
                    <a:pt x="49704" y="1811"/>
                    <a:pt x="50302" y="1801"/>
                    <a:pt x="50899" y="1779"/>
                  </a:cubicBezTo>
                  <a:lnTo>
                    <a:pt x="50899" y="1791"/>
                  </a:lnTo>
                  <a:cubicBezTo>
                    <a:pt x="53328" y="1684"/>
                    <a:pt x="55840" y="1553"/>
                    <a:pt x="58353" y="1386"/>
                  </a:cubicBezTo>
                  <a:cubicBezTo>
                    <a:pt x="59734" y="1303"/>
                    <a:pt x="61139" y="1208"/>
                    <a:pt x="62496" y="1112"/>
                  </a:cubicBezTo>
                  <a:cubicBezTo>
                    <a:pt x="65496" y="898"/>
                    <a:pt x="68604" y="684"/>
                    <a:pt x="71652" y="565"/>
                  </a:cubicBezTo>
                  <a:cubicBezTo>
                    <a:pt x="72157" y="546"/>
                    <a:pt x="72664" y="538"/>
                    <a:pt x="73171" y="538"/>
                  </a:cubicBezTo>
                  <a:cubicBezTo>
                    <a:pt x="76252" y="538"/>
                    <a:pt x="79364" y="852"/>
                    <a:pt x="82379" y="1148"/>
                  </a:cubicBezTo>
                  <a:lnTo>
                    <a:pt x="83284" y="1243"/>
                  </a:lnTo>
                  <a:cubicBezTo>
                    <a:pt x="86238" y="1530"/>
                    <a:pt x="89506" y="1855"/>
                    <a:pt x="92806" y="1855"/>
                  </a:cubicBezTo>
                  <a:cubicBezTo>
                    <a:pt x="93616" y="1855"/>
                    <a:pt x="94428" y="1836"/>
                    <a:pt x="95238" y="1791"/>
                  </a:cubicBezTo>
                  <a:cubicBezTo>
                    <a:pt x="95846" y="1757"/>
                    <a:pt x="96462" y="1745"/>
                    <a:pt x="97091" y="1745"/>
                  </a:cubicBezTo>
                  <a:cubicBezTo>
                    <a:pt x="97792" y="1745"/>
                    <a:pt x="98510" y="1760"/>
                    <a:pt x="99251" y="1779"/>
                  </a:cubicBezTo>
                  <a:cubicBezTo>
                    <a:pt x="99894" y="1798"/>
                    <a:pt x="100551" y="1811"/>
                    <a:pt x="101213" y="1811"/>
                  </a:cubicBezTo>
                  <a:cubicBezTo>
                    <a:pt x="101788" y="1811"/>
                    <a:pt x="102366" y="1801"/>
                    <a:pt x="102941" y="1779"/>
                  </a:cubicBezTo>
                  <a:lnTo>
                    <a:pt x="103120" y="1779"/>
                  </a:lnTo>
                  <a:cubicBezTo>
                    <a:pt x="103239" y="1767"/>
                    <a:pt x="103346" y="1767"/>
                    <a:pt x="103453" y="1767"/>
                  </a:cubicBezTo>
                  <a:cubicBezTo>
                    <a:pt x="105716" y="1660"/>
                    <a:pt x="108049" y="1541"/>
                    <a:pt x="110395" y="1386"/>
                  </a:cubicBezTo>
                  <a:cubicBezTo>
                    <a:pt x="111776" y="1303"/>
                    <a:pt x="113181" y="1208"/>
                    <a:pt x="114538" y="1112"/>
                  </a:cubicBezTo>
                  <a:cubicBezTo>
                    <a:pt x="117539" y="898"/>
                    <a:pt x="120646" y="684"/>
                    <a:pt x="123694" y="565"/>
                  </a:cubicBezTo>
                  <a:cubicBezTo>
                    <a:pt x="124199" y="546"/>
                    <a:pt x="124706" y="538"/>
                    <a:pt x="125213" y="538"/>
                  </a:cubicBezTo>
                  <a:cubicBezTo>
                    <a:pt x="128291" y="538"/>
                    <a:pt x="131396" y="852"/>
                    <a:pt x="134422" y="1148"/>
                  </a:cubicBezTo>
                  <a:lnTo>
                    <a:pt x="135315" y="1243"/>
                  </a:lnTo>
                  <a:cubicBezTo>
                    <a:pt x="138268" y="1530"/>
                    <a:pt x="141544" y="1855"/>
                    <a:pt x="144847" y="1855"/>
                  </a:cubicBezTo>
                  <a:cubicBezTo>
                    <a:pt x="145658" y="1855"/>
                    <a:pt x="146470" y="1836"/>
                    <a:pt x="147280" y="1791"/>
                  </a:cubicBezTo>
                  <a:cubicBezTo>
                    <a:pt x="147883" y="1757"/>
                    <a:pt x="148498" y="1745"/>
                    <a:pt x="149128" y="1745"/>
                  </a:cubicBezTo>
                  <a:cubicBezTo>
                    <a:pt x="149831" y="1745"/>
                    <a:pt x="150552" y="1760"/>
                    <a:pt x="151293" y="1779"/>
                  </a:cubicBezTo>
                  <a:cubicBezTo>
                    <a:pt x="151936" y="1798"/>
                    <a:pt x="152590" y="1811"/>
                    <a:pt x="153247" y="1811"/>
                  </a:cubicBezTo>
                  <a:cubicBezTo>
                    <a:pt x="153817" y="1811"/>
                    <a:pt x="154390" y="1801"/>
                    <a:pt x="154960" y="1779"/>
                  </a:cubicBezTo>
                  <a:lnTo>
                    <a:pt x="155115" y="1779"/>
                  </a:lnTo>
                  <a:cubicBezTo>
                    <a:pt x="155246" y="1779"/>
                    <a:pt x="155365" y="1767"/>
                    <a:pt x="155496" y="1767"/>
                  </a:cubicBezTo>
                  <a:cubicBezTo>
                    <a:pt x="157758" y="1660"/>
                    <a:pt x="160080" y="1541"/>
                    <a:pt x="162413" y="1386"/>
                  </a:cubicBezTo>
                  <a:cubicBezTo>
                    <a:pt x="163794" y="1303"/>
                    <a:pt x="165199" y="1208"/>
                    <a:pt x="166557" y="1112"/>
                  </a:cubicBezTo>
                  <a:cubicBezTo>
                    <a:pt x="169569" y="898"/>
                    <a:pt x="172664" y="684"/>
                    <a:pt x="175712" y="565"/>
                  </a:cubicBezTo>
                  <a:cubicBezTo>
                    <a:pt x="176218" y="546"/>
                    <a:pt x="176724" y="538"/>
                    <a:pt x="177232" y="538"/>
                  </a:cubicBezTo>
                  <a:cubicBezTo>
                    <a:pt x="180312" y="538"/>
                    <a:pt x="183424" y="852"/>
                    <a:pt x="186440" y="1148"/>
                  </a:cubicBezTo>
                  <a:lnTo>
                    <a:pt x="187345" y="1243"/>
                  </a:lnTo>
                  <a:cubicBezTo>
                    <a:pt x="190299" y="1530"/>
                    <a:pt x="193567" y="1855"/>
                    <a:pt x="196866" y="1855"/>
                  </a:cubicBezTo>
                  <a:cubicBezTo>
                    <a:pt x="197677" y="1855"/>
                    <a:pt x="198489" y="1836"/>
                    <a:pt x="199299" y="1791"/>
                  </a:cubicBezTo>
                  <a:cubicBezTo>
                    <a:pt x="199907" y="1757"/>
                    <a:pt x="200523" y="1745"/>
                    <a:pt x="201152" y="1745"/>
                  </a:cubicBezTo>
                  <a:cubicBezTo>
                    <a:pt x="201853" y="1745"/>
                    <a:pt x="202570" y="1760"/>
                    <a:pt x="203311" y="1779"/>
                  </a:cubicBezTo>
                  <a:cubicBezTo>
                    <a:pt x="203961" y="1798"/>
                    <a:pt x="204618" y="1811"/>
                    <a:pt x="205280" y="1811"/>
                  </a:cubicBezTo>
                  <a:cubicBezTo>
                    <a:pt x="205854" y="1811"/>
                    <a:pt x="206433" y="1801"/>
                    <a:pt x="207014" y="1779"/>
                  </a:cubicBezTo>
                  <a:lnTo>
                    <a:pt x="207014" y="1791"/>
                  </a:lnTo>
                  <a:cubicBezTo>
                    <a:pt x="207085" y="1779"/>
                    <a:pt x="207157" y="1779"/>
                    <a:pt x="207228" y="1779"/>
                  </a:cubicBezTo>
                  <a:cubicBezTo>
                    <a:pt x="207324" y="1767"/>
                    <a:pt x="207419" y="1767"/>
                    <a:pt x="207514" y="1767"/>
                  </a:cubicBezTo>
                  <a:cubicBezTo>
                    <a:pt x="209788" y="1660"/>
                    <a:pt x="212122" y="1541"/>
                    <a:pt x="214467" y="1386"/>
                  </a:cubicBezTo>
                  <a:cubicBezTo>
                    <a:pt x="215848" y="1303"/>
                    <a:pt x="217253" y="1208"/>
                    <a:pt x="218611" y="1112"/>
                  </a:cubicBezTo>
                  <a:cubicBezTo>
                    <a:pt x="221611" y="898"/>
                    <a:pt x="224719" y="684"/>
                    <a:pt x="227767" y="565"/>
                  </a:cubicBezTo>
                  <a:cubicBezTo>
                    <a:pt x="228272" y="546"/>
                    <a:pt x="228778" y="538"/>
                    <a:pt x="229285" y="538"/>
                  </a:cubicBezTo>
                  <a:cubicBezTo>
                    <a:pt x="232363" y="538"/>
                    <a:pt x="235468" y="852"/>
                    <a:pt x="238494" y="1148"/>
                  </a:cubicBezTo>
                  <a:lnTo>
                    <a:pt x="239387" y="1243"/>
                  </a:lnTo>
                  <a:cubicBezTo>
                    <a:pt x="242341" y="1530"/>
                    <a:pt x="245617" y="1855"/>
                    <a:pt x="248919" y="1855"/>
                  </a:cubicBezTo>
                  <a:cubicBezTo>
                    <a:pt x="249730" y="1855"/>
                    <a:pt x="250543" y="1836"/>
                    <a:pt x="251353" y="1791"/>
                  </a:cubicBezTo>
                  <a:cubicBezTo>
                    <a:pt x="251955" y="1757"/>
                    <a:pt x="252571" y="1745"/>
                    <a:pt x="253201" y="1745"/>
                  </a:cubicBezTo>
                  <a:cubicBezTo>
                    <a:pt x="253904" y="1745"/>
                    <a:pt x="254625" y="1760"/>
                    <a:pt x="255365" y="1779"/>
                  </a:cubicBezTo>
                  <a:cubicBezTo>
                    <a:pt x="256015" y="1798"/>
                    <a:pt x="256682" y="1811"/>
                    <a:pt x="257355" y="1811"/>
                  </a:cubicBezTo>
                  <a:cubicBezTo>
                    <a:pt x="257940" y="1811"/>
                    <a:pt x="258529" y="1801"/>
                    <a:pt x="259116" y="1779"/>
                  </a:cubicBezTo>
                  <a:lnTo>
                    <a:pt x="259116" y="1791"/>
                  </a:lnTo>
                  <a:cubicBezTo>
                    <a:pt x="259235" y="1779"/>
                    <a:pt x="259366" y="1779"/>
                    <a:pt x="259497" y="1767"/>
                  </a:cubicBezTo>
                  <a:lnTo>
                    <a:pt x="259568" y="1767"/>
                  </a:lnTo>
                  <a:cubicBezTo>
                    <a:pt x="261842" y="1660"/>
                    <a:pt x="264200" y="1541"/>
                    <a:pt x="266569" y="1386"/>
                  </a:cubicBezTo>
                  <a:cubicBezTo>
                    <a:pt x="267950" y="1303"/>
                    <a:pt x="269355" y="1208"/>
                    <a:pt x="270712" y="1112"/>
                  </a:cubicBezTo>
                  <a:cubicBezTo>
                    <a:pt x="273713" y="898"/>
                    <a:pt x="276808" y="684"/>
                    <a:pt x="279868" y="565"/>
                  </a:cubicBezTo>
                  <a:cubicBezTo>
                    <a:pt x="280356" y="547"/>
                    <a:pt x="280847" y="539"/>
                    <a:pt x="281339" y="539"/>
                  </a:cubicBezTo>
                  <a:cubicBezTo>
                    <a:pt x="282814" y="539"/>
                    <a:pt x="284300" y="612"/>
                    <a:pt x="285774" y="719"/>
                  </a:cubicBezTo>
                  <a:lnTo>
                    <a:pt x="285774" y="172"/>
                  </a:lnTo>
                  <a:cubicBezTo>
                    <a:pt x="284327" y="67"/>
                    <a:pt x="282880" y="1"/>
                    <a:pt x="2814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19"/>
            <p:cNvSpPr/>
            <p:nvPr/>
          </p:nvSpPr>
          <p:spPr>
            <a:xfrm rot="10800000" flipH="1">
              <a:off x="-14087" y="4621600"/>
              <a:ext cx="9164387" cy="148400"/>
            </a:xfrm>
            <a:custGeom>
              <a:avLst/>
              <a:gdLst/>
              <a:ahLst/>
              <a:cxnLst/>
              <a:rect l="l" t="t" r="r" b="b"/>
              <a:pathLst>
                <a:path w="285762" h="5936" extrusionOk="0">
                  <a:moveTo>
                    <a:pt x="281184" y="1"/>
                  </a:moveTo>
                  <a:cubicBezTo>
                    <a:pt x="280262" y="1"/>
                    <a:pt x="279340" y="24"/>
                    <a:pt x="278416" y="78"/>
                  </a:cubicBezTo>
                  <a:lnTo>
                    <a:pt x="278428" y="78"/>
                  </a:lnTo>
                  <a:cubicBezTo>
                    <a:pt x="273951" y="316"/>
                    <a:pt x="269474" y="649"/>
                    <a:pt x="265009" y="923"/>
                  </a:cubicBezTo>
                  <a:cubicBezTo>
                    <a:pt x="263092" y="1042"/>
                    <a:pt x="261187" y="1138"/>
                    <a:pt x="259271" y="1209"/>
                  </a:cubicBezTo>
                  <a:cubicBezTo>
                    <a:pt x="258143" y="1186"/>
                    <a:pt x="257102" y="1177"/>
                    <a:pt x="256113" y="1177"/>
                  </a:cubicBezTo>
                  <a:cubicBezTo>
                    <a:pt x="254002" y="1177"/>
                    <a:pt x="252129" y="1220"/>
                    <a:pt x="250150" y="1269"/>
                  </a:cubicBezTo>
                  <a:cubicBezTo>
                    <a:pt x="249765" y="1278"/>
                    <a:pt x="249380" y="1282"/>
                    <a:pt x="248995" y="1282"/>
                  </a:cubicBezTo>
                  <a:cubicBezTo>
                    <a:pt x="245354" y="1282"/>
                    <a:pt x="241706" y="896"/>
                    <a:pt x="238077" y="530"/>
                  </a:cubicBezTo>
                  <a:cubicBezTo>
                    <a:pt x="235089" y="240"/>
                    <a:pt x="232107" y="4"/>
                    <a:pt x="229116" y="4"/>
                  </a:cubicBezTo>
                  <a:cubicBezTo>
                    <a:pt x="228187" y="4"/>
                    <a:pt x="227257" y="27"/>
                    <a:pt x="226326" y="78"/>
                  </a:cubicBezTo>
                  <a:cubicBezTo>
                    <a:pt x="221849" y="316"/>
                    <a:pt x="217384" y="649"/>
                    <a:pt x="212908" y="923"/>
                  </a:cubicBezTo>
                  <a:cubicBezTo>
                    <a:pt x="211003" y="1042"/>
                    <a:pt x="209098" y="1138"/>
                    <a:pt x="207193" y="1209"/>
                  </a:cubicBezTo>
                  <a:cubicBezTo>
                    <a:pt x="206068" y="1186"/>
                    <a:pt x="205031" y="1177"/>
                    <a:pt x="204047" y="1177"/>
                  </a:cubicBezTo>
                  <a:cubicBezTo>
                    <a:pt x="201944" y="1177"/>
                    <a:pt x="200078" y="1220"/>
                    <a:pt x="198108" y="1269"/>
                  </a:cubicBezTo>
                  <a:cubicBezTo>
                    <a:pt x="197722" y="1278"/>
                    <a:pt x="197336" y="1282"/>
                    <a:pt x="196950" y="1282"/>
                  </a:cubicBezTo>
                  <a:cubicBezTo>
                    <a:pt x="193302" y="1282"/>
                    <a:pt x="189662" y="896"/>
                    <a:pt x="186023" y="530"/>
                  </a:cubicBezTo>
                  <a:cubicBezTo>
                    <a:pt x="183035" y="240"/>
                    <a:pt x="180053" y="4"/>
                    <a:pt x="177062" y="4"/>
                  </a:cubicBezTo>
                  <a:cubicBezTo>
                    <a:pt x="176133" y="4"/>
                    <a:pt x="175203" y="27"/>
                    <a:pt x="174272" y="78"/>
                  </a:cubicBezTo>
                  <a:cubicBezTo>
                    <a:pt x="169807" y="316"/>
                    <a:pt x="165330" y="649"/>
                    <a:pt x="160853" y="923"/>
                  </a:cubicBezTo>
                  <a:cubicBezTo>
                    <a:pt x="158960" y="1042"/>
                    <a:pt x="157055" y="1138"/>
                    <a:pt x="155150" y="1209"/>
                  </a:cubicBezTo>
                  <a:cubicBezTo>
                    <a:pt x="154030" y="1186"/>
                    <a:pt x="152996" y="1177"/>
                    <a:pt x="152013" y="1177"/>
                  </a:cubicBezTo>
                  <a:cubicBezTo>
                    <a:pt x="149914" y="1177"/>
                    <a:pt x="148048" y="1220"/>
                    <a:pt x="146078" y="1269"/>
                  </a:cubicBezTo>
                  <a:cubicBezTo>
                    <a:pt x="145693" y="1278"/>
                    <a:pt x="145307" y="1282"/>
                    <a:pt x="144922" y="1282"/>
                  </a:cubicBezTo>
                  <a:cubicBezTo>
                    <a:pt x="141281" y="1282"/>
                    <a:pt x="137633" y="896"/>
                    <a:pt x="134005" y="530"/>
                  </a:cubicBezTo>
                  <a:cubicBezTo>
                    <a:pt x="131016" y="240"/>
                    <a:pt x="128027" y="4"/>
                    <a:pt x="125039" y="4"/>
                  </a:cubicBezTo>
                  <a:cubicBezTo>
                    <a:pt x="124110" y="4"/>
                    <a:pt x="123182" y="27"/>
                    <a:pt x="122253" y="78"/>
                  </a:cubicBezTo>
                  <a:cubicBezTo>
                    <a:pt x="117777" y="316"/>
                    <a:pt x="113300" y="649"/>
                    <a:pt x="108835" y="923"/>
                  </a:cubicBezTo>
                  <a:cubicBezTo>
                    <a:pt x="106930" y="1042"/>
                    <a:pt x="105025" y="1138"/>
                    <a:pt x="103120" y="1209"/>
                  </a:cubicBezTo>
                  <a:cubicBezTo>
                    <a:pt x="102000" y="1186"/>
                    <a:pt x="100965" y="1177"/>
                    <a:pt x="99982" y="1177"/>
                  </a:cubicBezTo>
                  <a:cubicBezTo>
                    <a:pt x="97883" y="1177"/>
                    <a:pt x="96018" y="1220"/>
                    <a:pt x="94047" y="1269"/>
                  </a:cubicBezTo>
                  <a:cubicBezTo>
                    <a:pt x="93661" y="1278"/>
                    <a:pt x="93275" y="1282"/>
                    <a:pt x="92889" y="1282"/>
                  </a:cubicBezTo>
                  <a:cubicBezTo>
                    <a:pt x="89241" y="1282"/>
                    <a:pt x="85602" y="896"/>
                    <a:pt x="81963" y="530"/>
                  </a:cubicBezTo>
                  <a:cubicBezTo>
                    <a:pt x="78974" y="240"/>
                    <a:pt x="75992" y="4"/>
                    <a:pt x="73001" y="4"/>
                  </a:cubicBezTo>
                  <a:cubicBezTo>
                    <a:pt x="72072" y="4"/>
                    <a:pt x="71142" y="27"/>
                    <a:pt x="70211" y="78"/>
                  </a:cubicBezTo>
                  <a:cubicBezTo>
                    <a:pt x="65746" y="316"/>
                    <a:pt x="61270" y="649"/>
                    <a:pt x="56793" y="923"/>
                  </a:cubicBezTo>
                  <a:cubicBezTo>
                    <a:pt x="54876" y="1042"/>
                    <a:pt x="52959" y="1138"/>
                    <a:pt x="51042" y="1209"/>
                  </a:cubicBezTo>
                  <a:cubicBezTo>
                    <a:pt x="49907" y="1186"/>
                    <a:pt x="48859" y="1177"/>
                    <a:pt x="47865" y="1177"/>
                  </a:cubicBezTo>
                  <a:cubicBezTo>
                    <a:pt x="45741" y="1177"/>
                    <a:pt x="43857" y="1220"/>
                    <a:pt x="41862" y="1269"/>
                  </a:cubicBezTo>
                  <a:cubicBezTo>
                    <a:pt x="41477" y="1278"/>
                    <a:pt x="41092" y="1282"/>
                    <a:pt x="40707" y="1282"/>
                  </a:cubicBezTo>
                  <a:cubicBezTo>
                    <a:pt x="37068" y="1282"/>
                    <a:pt x="33429" y="896"/>
                    <a:pt x="29789" y="530"/>
                  </a:cubicBezTo>
                  <a:cubicBezTo>
                    <a:pt x="26801" y="240"/>
                    <a:pt x="23819" y="4"/>
                    <a:pt x="20828" y="4"/>
                  </a:cubicBezTo>
                  <a:cubicBezTo>
                    <a:pt x="19899" y="4"/>
                    <a:pt x="18969" y="27"/>
                    <a:pt x="18038" y="78"/>
                  </a:cubicBezTo>
                  <a:cubicBezTo>
                    <a:pt x="13561" y="316"/>
                    <a:pt x="9096" y="649"/>
                    <a:pt x="4620" y="923"/>
                  </a:cubicBezTo>
                  <a:cubicBezTo>
                    <a:pt x="3084" y="1019"/>
                    <a:pt x="1536" y="1090"/>
                    <a:pt x="0" y="1161"/>
                  </a:cubicBezTo>
                  <a:lnTo>
                    <a:pt x="0" y="5186"/>
                  </a:lnTo>
                  <a:cubicBezTo>
                    <a:pt x="1953" y="5281"/>
                    <a:pt x="3917" y="5376"/>
                    <a:pt x="5870" y="5483"/>
                  </a:cubicBezTo>
                  <a:cubicBezTo>
                    <a:pt x="9573" y="5686"/>
                    <a:pt x="13275" y="5876"/>
                    <a:pt x="16978" y="5936"/>
                  </a:cubicBezTo>
                  <a:cubicBezTo>
                    <a:pt x="20407" y="5853"/>
                    <a:pt x="23824" y="5745"/>
                    <a:pt x="27253" y="5626"/>
                  </a:cubicBezTo>
                  <a:cubicBezTo>
                    <a:pt x="28515" y="5543"/>
                    <a:pt x="29778" y="5472"/>
                    <a:pt x="31040" y="5424"/>
                  </a:cubicBezTo>
                  <a:cubicBezTo>
                    <a:pt x="34969" y="5281"/>
                    <a:pt x="38898" y="5198"/>
                    <a:pt x="42827" y="4840"/>
                  </a:cubicBezTo>
                  <a:cubicBezTo>
                    <a:pt x="43362" y="4789"/>
                    <a:pt x="43841" y="4768"/>
                    <a:pt x="44302" y="4768"/>
                  </a:cubicBezTo>
                  <a:cubicBezTo>
                    <a:pt x="46086" y="4768"/>
                    <a:pt x="47596" y="5079"/>
                    <a:pt x="51030" y="5126"/>
                  </a:cubicBezTo>
                  <a:lnTo>
                    <a:pt x="51030" y="5138"/>
                  </a:lnTo>
                  <a:cubicBezTo>
                    <a:pt x="53364" y="5233"/>
                    <a:pt x="55709" y="5352"/>
                    <a:pt x="58043" y="5483"/>
                  </a:cubicBezTo>
                  <a:cubicBezTo>
                    <a:pt x="61746" y="5686"/>
                    <a:pt x="65449" y="5876"/>
                    <a:pt x="69152" y="5936"/>
                  </a:cubicBezTo>
                  <a:cubicBezTo>
                    <a:pt x="72581" y="5853"/>
                    <a:pt x="75998" y="5745"/>
                    <a:pt x="79427" y="5626"/>
                  </a:cubicBezTo>
                  <a:cubicBezTo>
                    <a:pt x="80689" y="5543"/>
                    <a:pt x="81951" y="5472"/>
                    <a:pt x="83213" y="5424"/>
                  </a:cubicBezTo>
                  <a:cubicBezTo>
                    <a:pt x="87142" y="5281"/>
                    <a:pt x="91071" y="5198"/>
                    <a:pt x="95000" y="4840"/>
                  </a:cubicBezTo>
                  <a:cubicBezTo>
                    <a:pt x="95530" y="4792"/>
                    <a:pt x="96004" y="4772"/>
                    <a:pt x="96459" y="4772"/>
                  </a:cubicBezTo>
                  <a:cubicBezTo>
                    <a:pt x="98225" y="4772"/>
                    <a:pt x="99710" y="5069"/>
                    <a:pt x="103061" y="5126"/>
                  </a:cubicBezTo>
                  <a:lnTo>
                    <a:pt x="103061" y="5138"/>
                  </a:lnTo>
                  <a:cubicBezTo>
                    <a:pt x="105406" y="5233"/>
                    <a:pt x="107740" y="5364"/>
                    <a:pt x="110085" y="5483"/>
                  </a:cubicBezTo>
                  <a:cubicBezTo>
                    <a:pt x="113788" y="5686"/>
                    <a:pt x="117491" y="5876"/>
                    <a:pt x="121194" y="5936"/>
                  </a:cubicBezTo>
                  <a:cubicBezTo>
                    <a:pt x="124611" y="5853"/>
                    <a:pt x="128040" y="5745"/>
                    <a:pt x="131457" y="5626"/>
                  </a:cubicBezTo>
                  <a:cubicBezTo>
                    <a:pt x="132719" y="5555"/>
                    <a:pt x="133981" y="5483"/>
                    <a:pt x="135243" y="5436"/>
                  </a:cubicBezTo>
                  <a:cubicBezTo>
                    <a:pt x="139172" y="5281"/>
                    <a:pt x="143101" y="5198"/>
                    <a:pt x="147030" y="4840"/>
                  </a:cubicBezTo>
                  <a:cubicBezTo>
                    <a:pt x="147551" y="4792"/>
                    <a:pt x="148018" y="4773"/>
                    <a:pt x="148467" y="4773"/>
                  </a:cubicBezTo>
                  <a:cubicBezTo>
                    <a:pt x="150246" y="4773"/>
                    <a:pt x="151735" y="5079"/>
                    <a:pt x="155091" y="5126"/>
                  </a:cubicBezTo>
                  <a:lnTo>
                    <a:pt x="155091" y="5138"/>
                  </a:lnTo>
                  <a:cubicBezTo>
                    <a:pt x="157424" y="5233"/>
                    <a:pt x="159770" y="5364"/>
                    <a:pt x="162104" y="5483"/>
                  </a:cubicBezTo>
                  <a:cubicBezTo>
                    <a:pt x="165806" y="5686"/>
                    <a:pt x="169509" y="5876"/>
                    <a:pt x="173212" y="5936"/>
                  </a:cubicBezTo>
                  <a:cubicBezTo>
                    <a:pt x="176641" y="5853"/>
                    <a:pt x="180058" y="5745"/>
                    <a:pt x="183487" y="5626"/>
                  </a:cubicBezTo>
                  <a:cubicBezTo>
                    <a:pt x="184749" y="5555"/>
                    <a:pt x="185999" y="5483"/>
                    <a:pt x="187262" y="5436"/>
                  </a:cubicBezTo>
                  <a:cubicBezTo>
                    <a:pt x="191202" y="5281"/>
                    <a:pt x="195132" y="5198"/>
                    <a:pt x="199049" y="4840"/>
                  </a:cubicBezTo>
                  <a:cubicBezTo>
                    <a:pt x="199572" y="4792"/>
                    <a:pt x="200041" y="4773"/>
                    <a:pt x="200492" y="4773"/>
                  </a:cubicBezTo>
                  <a:cubicBezTo>
                    <a:pt x="202277" y="4773"/>
                    <a:pt x="203767" y="5079"/>
                    <a:pt x="207133" y="5126"/>
                  </a:cubicBezTo>
                  <a:lnTo>
                    <a:pt x="207133" y="5138"/>
                  </a:lnTo>
                  <a:cubicBezTo>
                    <a:pt x="209467" y="5233"/>
                    <a:pt x="211812" y="5364"/>
                    <a:pt x="214146" y="5483"/>
                  </a:cubicBezTo>
                  <a:cubicBezTo>
                    <a:pt x="217849" y="5686"/>
                    <a:pt x="221552" y="5876"/>
                    <a:pt x="225254" y="5936"/>
                  </a:cubicBezTo>
                  <a:cubicBezTo>
                    <a:pt x="228683" y="5853"/>
                    <a:pt x="232100" y="5745"/>
                    <a:pt x="235529" y="5626"/>
                  </a:cubicBezTo>
                  <a:cubicBezTo>
                    <a:pt x="236792" y="5555"/>
                    <a:pt x="238054" y="5483"/>
                    <a:pt x="239316" y="5436"/>
                  </a:cubicBezTo>
                  <a:cubicBezTo>
                    <a:pt x="243245" y="5281"/>
                    <a:pt x="247174" y="5198"/>
                    <a:pt x="251103" y="4840"/>
                  </a:cubicBezTo>
                  <a:cubicBezTo>
                    <a:pt x="251626" y="4792"/>
                    <a:pt x="252095" y="4773"/>
                    <a:pt x="252546" y="4773"/>
                  </a:cubicBezTo>
                  <a:cubicBezTo>
                    <a:pt x="254333" y="4773"/>
                    <a:pt x="255831" y="5079"/>
                    <a:pt x="259235" y="5126"/>
                  </a:cubicBezTo>
                  <a:lnTo>
                    <a:pt x="259235" y="5138"/>
                  </a:lnTo>
                  <a:cubicBezTo>
                    <a:pt x="261568" y="5233"/>
                    <a:pt x="263914" y="5364"/>
                    <a:pt x="266248" y="5483"/>
                  </a:cubicBezTo>
                  <a:cubicBezTo>
                    <a:pt x="269950" y="5686"/>
                    <a:pt x="273653" y="5876"/>
                    <a:pt x="277356" y="5936"/>
                  </a:cubicBezTo>
                  <a:cubicBezTo>
                    <a:pt x="280154" y="5864"/>
                    <a:pt x="282952" y="5781"/>
                    <a:pt x="285762" y="5686"/>
                  </a:cubicBezTo>
                  <a:lnTo>
                    <a:pt x="285762" y="161"/>
                  </a:lnTo>
                  <a:cubicBezTo>
                    <a:pt x="284233" y="65"/>
                    <a:pt x="282709" y="1"/>
                    <a:pt x="2811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65" name="Google Shape;1165;p19"/>
            <p:cNvGrpSpPr/>
            <p:nvPr/>
          </p:nvGrpSpPr>
          <p:grpSpPr>
            <a:xfrm>
              <a:off x="-14087" y="4839475"/>
              <a:ext cx="9164772" cy="40900"/>
              <a:chOff x="-14087" y="4839475"/>
              <a:chExt cx="9164772" cy="40900"/>
            </a:xfrm>
          </p:grpSpPr>
          <p:sp>
            <p:nvSpPr>
              <p:cNvPr id="1166" name="Google Shape;1166;p19"/>
              <p:cNvSpPr/>
              <p:nvPr/>
            </p:nvSpPr>
            <p:spPr>
              <a:xfrm rot="10800000" flipH="1">
                <a:off x="1616705" y="4839475"/>
                <a:ext cx="7533981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234923" h="1636" extrusionOk="0">
                    <a:moveTo>
                      <a:pt x="41215" y="1"/>
                    </a:moveTo>
                    <a:cubicBezTo>
                      <a:pt x="41081" y="1"/>
                      <a:pt x="40948" y="2"/>
                      <a:pt x="40815" y="4"/>
                    </a:cubicBezTo>
                    <a:cubicBezTo>
                      <a:pt x="34862" y="76"/>
                      <a:pt x="28802" y="314"/>
                      <a:pt x="22944" y="540"/>
                    </a:cubicBezTo>
                    <a:cubicBezTo>
                      <a:pt x="21194" y="612"/>
                      <a:pt x="19455" y="671"/>
                      <a:pt x="17705" y="743"/>
                    </a:cubicBezTo>
                    <a:cubicBezTo>
                      <a:pt x="13008" y="905"/>
                      <a:pt x="6849" y="1100"/>
                      <a:pt x="550" y="1100"/>
                    </a:cubicBezTo>
                    <a:cubicBezTo>
                      <a:pt x="367" y="1100"/>
                      <a:pt x="184" y="1100"/>
                      <a:pt x="1" y="1100"/>
                    </a:cubicBezTo>
                    <a:lnTo>
                      <a:pt x="1" y="1635"/>
                    </a:lnTo>
                    <a:cubicBezTo>
                      <a:pt x="184" y="1636"/>
                      <a:pt x="367" y="1636"/>
                      <a:pt x="550" y="1636"/>
                    </a:cubicBezTo>
                    <a:cubicBezTo>
                      <a:pt x="6849" y="1636"/>
                      <a:pt x="13020" y="1440"/>
                      <a:pt x="17729" y="1278"/>
                    </a:cubicBezTo>
                    <a:cubicBezTo>
                      <a:pt x="19479" y="1207"/>
                      <a:pt x="21218" y="1147"/>
                      <a:pt x="22968" y="1076"/>
                    </a:cubicBezTo>
                    <a:cubicBezTo>
                      <a:pt x="28814" y="850"/>
                      <a:pt x="34874" y="623"/>
                      <a:pt x="40827" y="540"/>
                    </a:cubicBezTo>
                    <a:cubicBezTo>
                      <a:pt x="40921" y="539"/>
                      <a:pt x="41015" y="538"/>
                      <a:pt x="41109" y="538"/>
                    </a:cubicBezTo>
                    <a:cubicBezTo>
                      <a:pt x="42855" y="538"/>
                      <a:pt x="44761" y="741"/>
                      <a:pt x="46602" y="933"/>
                    </a:cubicBezTo>
                    <a:cubicBezTo>
                      <a:pt x="48054" y="1088"/>
                      <a:pt x="49757" y="1624"/>
                      <a:pt x="52043" y="1635"/>
                    </a:cubicBezTo>
                    <a:lnTo>
                      <a:pt x="52114" y="1635"/>
                    </a:lnTo>
                    <a:cubicBezTo>
                      <a:pt x="52297" y="1636"/>
                      <a:pt x="52479" y="1636"/>
                      <a:pt x="52662" y="1636"/>
                    </a:cubicBezTo>
                    <a:cubicBezTo>
                      <a:pt x="58937" y="1636"/>
                      <a:pt x="65074" y="1440"/>
                      <a:pt x="69771" y="1278"/>
                    </a:cubicBezTo>
                    <a:cubicBezTo>
                      <a:pt x="71510" y="1207"/>
                      <a:pt x="73260" y="1147"/>
                      <a:pt x="74998" y="1076"/>
                    </a:cubicBezTo>
                    <a:cubicBezTo>
                      <a:pt x="80856" y="850"/>
                      <a:pt x="86904" y="612"/>
                      <a:pt x="92857" y="540"/>
                    </a:cubicBezTo>
                    <a:cubicBezTo>
                      <a:pt x="92987" y="538"/>
                      <a:pt x="93118" y="536"/>
                      <a:pt x="93250" y="536"/>
                    </a:cubicBezTo>
                    <a:cubicBezTo>
                      <a:pt x="94974" y="536"/>
                      <a:pt x="96829" y="745"/>
                      <a:pt x="98632" y="933"/>
                    </a:cubicBezTo>
                    <a:cubicBezTo>
                      <a:pt x="100096" y="1088"/>
                      <a:pt x="101787" y="1624"/>
                      <a:pt x="104061" y="1635"/>
                    </a:cubicBezTo>
                    <a:lnTo>
                      <a:pt x="104156" y="1635"/>
                    </a:lnTo>
                    <a:cubicBezTo>
                      <a:pt x="104339" y="1636"/>
                      <a:pt x="104521" y="1636"/>
                      <a:pt x="104703" y="1636"/>
                    </a:cubicBezTo>
                    <a:cubicBezTo>
                      <a:pt x="110967" y="1636"/>
                      <a:pt x="117104" y="1440"/>
                      <a:pt x="121790" y="1266"/>
                    </a:cubicBezTo>
                    <a:cubicBezTo>
                      <a:pt x="123540" y="1207"/>
                      <a:pt x="125278" y="1135"/>
                      <a:pt x="127028" y="1076"/>
                    </a:cubicBezTo>
                    <a:cubicBezTo>
                      <a:pt x="132886" y="850"/>
                      <a:pt x="138935" y="612"/>
                      <a:pt x="144888" y="528"/>
                    </a:cubicBezTo>
                    <a:cubicBezTo>
                      <a:pt x="144982" y="527"/>
                      <a:pt x="145076" y="526"/>
                      <a:pt x="145171" y="526"/>
                    </a:cubicBezTo>
                    <a:cubicBezTo>
                      <a:pt x="146926" y="526"/>
                      <a:pt x="148821" y="730"/>
                      <a:pt x="150662" y="933"/>
                    </a:cubicBezTo>
                    <a:cubicBezTo>
                      <a:pt x="152127" y="1088"/>
                      <a:pt x="153829" y="1624"/>
                      <a:pt x="156115" y="1635"/>
                    </a:cubicBezTo>
                    <a:lnTo>
                      <a:pt x="156175" y="1635"/>
                    </a:lnTo>
                    <a:cubicBezTo>
                      <a:pt x="156358" y="1636"/>
                      <a:pt x="156540" y="1636"/>
                      <a:pt x="156723" y="1636"/>
                    </a:cubicBezTo>
                    <a:cubicBezTo>
                      <a:pt x="163010" y="1636"/>
                      <a:pt x="169146" y="1440"/>
                      <a:pt x="173844" y="1266"/>
                    </a:cubicBezTo>
                    <a:cubicBezTo>
                      <a:pt x="175582" y="1207"/>
                      <a:pt x="177332" y="1135"/>
                      <a:pt x="179071" y="1076"/>
                    </a:cubicBezTo>
                    <a:cubicBezTo>
                      <a:pt x="184928" y="850"/>
                      <a:pt x="190977" y="612"/>
                      <a:pt x="196930" y="528"/>
                    </a:cubicBezTo>
                    <a:cubicBezTo>
                      <a:pt x="197024" y="527"/>
                      <a:pt x="197119" y="526"/>
                      <a:pt x="197214" y="526"/>
                    </a:cubicBezTo>
                    <a:cubicBezTo>
                      <a:pt x="198969" y="526"/>
                      <a:pt x="200863" y="730"/>
                      <a:pt x="202705" y="933"/>
                    </a:cubicBezTo>
                    <a:cubicBezTo>
                      <a:pt x="204181" y="1088"/>
                      <a:pt x="205907" y="1635"/>
                      <a:pt x="208229" y="1635"/>
                    </a:cubicBezTo>
                    <a:cubicBezTo>
                      <a:pt x="208412" y="1636"/>
                      <a:pt x="208595" y="1636"/>
                      <a:pt x="208778" y="1636"/>
                    </a:cubicBezTo>
                    <a:cubicBezTo>
                      <a:pt x="215077" y="1636"/>
                      <a:pt x="221236" y="1440"/>
                      <a:pt x="225934" y="1266"/>
                    </a:cubicBezTo>
                    <a:cubicBezTo>
                      <a:pt x="227684" y="1207"/>
                      <a:pt x="229434" y="1135"/>
                      <a:pt x="231172" y="1076"/>
                    </a:cubicBezTo>
                    <a:cubicBezTo>
                      <a:pt x="232411" y="1028"/>
                      <a:pt x="233661" y="981"/>
                      <a:pt x="234923" y="933"/>
                    </a:cubicBezTo>
                    <a:lnTo>
                      <a:pt x="234923" y="397"/>
                    </a:lnTo>
                    <a:cubicBezTo>
                      <a:pt x="233661" y="445"/>
                      <a:pt x="232399" y="492"/>
                      <a:pt x="231160" y="540"/>
                    </a:cubicBezTo>
                    <a:cubicBezTo>
                      <a:pt x="229410" y="600"/>
                      <a:pt x="227660" y="671"/>
                      <a:pt x="225922" y="731"/>
                    </a:cubicBezTo>
                    <a:lnTo>
                      <a:pt x="225922" y="743"/>
                    </a:lnTo>
                    <a:cubicBezTo>
                      <a:pt x="221213" y="905"/>
                      <a:pt x="215053" y="1100"/>
                      <a:pt x="208766" y="1100"/>
                    </a:cubicBezTo>
                    <a:cubicBezTo>
                      <a:pt x="208583" y="1100"/>
                      <a:pt x="208400" y="1100"/>
                      <a:pt x="208217" y="1100"/>
                    </a:cubicBezTo>
                    <a:cubicBezTo>
                      <a:pt x="205860" y="1100"/>
                      <a:pt x="204229" y="564"/>
                      <a:pt x="202764" y="397"/>
                    </a:cubicBezTo>
                    <a:cubicBezTo>
                      <a:pt x="200912" y="205"/>
                      <a:pt x="198995" y="3"/>
                      <a:pt x="197207" y="3"/>
                    </a:cubicBezTo>
                    <a:cubicBezTo>
                      <a:pt x="197111" y="3"/>
                      <a:pt x="197014" y="3"/>
                      <a:pt x="196918" y="4"/>
                    </a:cubicBezTo>
                    <a:cubicBezTo>
                      <a:pt x="190965" y="76"/>
                      <a:pt x="184905" y="314"/>
                      <a:pt x="179059" y="540"/>
                    </a:cubicBezTo>
                    <a:cubicBezTo>
                      <a:pt x="177308" y="612"/>
                      <a:pt x="175558" y="671"/>
                      <a:pt x="173820" y="743"/>
                    </a:cubicBezTo>
                    <a:cubicBezTo>
                      <a:pt x="169111" y="905"/>
                      <a:pt x="162952" y="1100"/>
                      <a:pt x="156664" y="1100"/>
                    </a:cubicBezTo>
                    <a:cubicBezTo>
                      <a:pt x="156481" y="1100"/>
                      <a:pt x="156298" y="1100"/>
                      <a:pt x="156115" y="1100"/>
                    </a:cubicBezTo>
                    <a:cubicBezTo>
                      <a:pt x="153782" y="1088"/>
                      <a:pt x="152162" y="552"/>
                      <a:pt x="150722" y="397"/>
                    </a:cubicBezTo>
                    <a:cubicBezTo>
                      <a:pt x="148897" y="209"/>
                      <a:pt x="147030" y="1"/>
                      <a:pt x="145276" y="1"/>
                    </a:cubicBezTo>
                    <a:cubicBezTo>
                      <a:pt x="145142" y="1"/>
                      <a:pt x="145008" y="2"/>
                      <a:pt x="144876" y="4"/>
                    </a:cubicBezTo>
                    <a:cubicBezTo>
                      <a:pt x="138923" y="76"/>
                      <a:pt x="132862" y="314"/>
                      <a:pt x="127005" y="540"/>
                    </a:cubicBezTo>
                    <a:cubicBezTo>
                      <a:pt x="125266" y="612"/>
                      <a:pt x="123516" y="671"/>
                      <a:pt x="121766" y="743"/>
                    </a:cubicBezTo>
                    <a:cubicBezTo>
                      <a:pt x="117068" y="905"/>
                      <a:pt x="110909" y="1100"/>
                      <a:pt x="104622" y="1100"/>
                    </a:cubicBezTo>
                    <a:cubicBezTo>
                      <a:pt x="104439" y="1100"/>
                      <a:pt x="104256" y="1100"/>
                      <a:pt x="104073" y="1100"/>
                    </a:cubicBezTo>
                    <a:cubicBezTo>
                      <a:pt x="101751" y="1088"/>
                      <a:pt x="100132" y="552"/>
                      <a:pt x="98692" y="397"/>
                    </a:cubicBezTo>
                    <a:cubicBezTo>
                      <a:pt x="96877" y="209"/>
                      <a:pt x="95002" y="1"/>
                      <a:pt x="93246" y="1"/>
                    </a:cubicBezTo>
                    <a:cubicBezTo>
                      <a:pt x="93111" y="1"/>
                      <a:pt x="92978" y="2"/>
                      <a:pt x="92846" y="4"/>
                    </a:cubicBezTo>
                    <a:cubicBezTo>
                      <a:pt x="86892" y="76"/>
                      <a:pt x="80832" y="314"/>
                      <a:pt x="74986" y="540"/>
                    </a:cubicBezTo>
                    <a:cubicBezTo>
                      <a:pt x="73236" y="612"/>
                      <a:pt x="71486" y="671"/>
                      <a:pt x="69747" y="743"/>
                    </a:cubicBezTo>
                    <a:cubicBezTo>
                      <a:pt x="65038" y="905"/>
                      <a:pt x="58879" y="1100"/>
                      <a:pt x="52591" y="1100"/>
                    </a:cubicBezTo>
                    <a:cubicBezTo>
                      <a:pt x="52409" y="1100"/>
                      <a:pt x="52226" y="1100"/>
                      <a:pt x="52043" y="1100"/>
                    </a:cubicBezTo>
                    <a:cubicBezTo>
                      <a:pt x="49721" y="1088"/>
                      <a:pt x="48102" y="552"/>
                      <a:pt x="46649" y="397"/>
                    </a:cubicBezTo>
                    <a:cubicBezTo>
                      <a:pt x="44835" y="209"/>
                      <a:pt x="42970" y="1"/>
                      <a:pt x="412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19"/>
              <p:cNvSpPr/>
              <p:nvPr/>
            </p:nvSpPr>
            <p:spPr>
              <a:xfrm rot="10800000" flipH="1">
                <a:off x="-14087" y="4839475"/>
                <a:ext cx="1630054" cy="40850"/>
              </a:xfrm>
              <a:custGeom>
                <a:avLst/>
                <a:gdLst/>
                <a:ahLst/>
                <a:cxnLst/>
                <a:rect l="l" t="t" r="r" b="b"/>
                <a:pathLst>
                  <a:path w="50828" h="1634" extrusionOk="0">
                    <a:moveTo>
                      <a:pt x="39782" y="1"/>
                    </a:moveTo>
                    <a:cubicBezTo>
                      <a:pt x="39686" y="1"/>
                      <a:pt x="39589" y="1"/>
                      <a:pt x="39493" y="2"/>
                    </a:cubicBezTo>
                    <a:cubicBezTo>
                      <a:pt x="33540" y="74"/>
                      <a:pt x="27480" y="312"/>
                      <a:pt x="21622" y="538"/>
                    </a:cubicBezTo>
                    <a:cubicBezTo>
                      <a:pt x="19883" y="610"/>
                      <a:pt x="18133" y="669"/>
                      <a:pt x="16395" y="741"/>
                    </a:cubicBezTo>
                    <a:cubicBezTo>
                      <a:pt x="11882" y="895"/>
                      <a:pt x="6025" y="1086"/>
                      <a:pt x="0" y="1098"/>
                    </a:cubicBezTo>
                    <a:lnTo>
                      <a:pt x="0" y="1633"/>
                    </a:lnTo>
                    <a:cubicBezTo>
                      <a:pt x="6036" y="1622"/>
                      <a:pt x="11894" y="1431"/>
                      <a:pt x="16407" y="1276"/>
                    </a:cubicBezTo>
                    <a:cubicBezTo>
                      <a:pt x="18157" y="1205"/>
                      <a:pt x="19895" y="1145"/>
                      <a:pt x="21646" y="1074"/>
                    </a:cubicBezTo>
                    <a:cubicBezTo>
                      <a:pt x="27503" y="848"/>
                      <a:pt x="33552" y="621"/>
                      <a:pt x="39505" y="538"/>
                    </a:cubicBezTo>
                    <a:cubicBezTo>
                      <a:pt x="39599" y="537"/>
                      <a:pt x="39694" y="536"/>
                      <a:pt x="39789" y="536"/>
                    </a:cubicBezTo>
                    <a:cubicBezTo>
                      <a:pt x="41544" y="536"/>
                      <a:pt x="43438" y="739"/>
                      <a:pt x="45279" y="931"/>
                    </a:cubicBezTo>
                    <a:cubicBezTo>
                      <a:pt x="46756" y="1098"/>
                      <a:pt x="48470" y="1633"/>
                      <a:pt x="50792" y="1633"/>
                    </a:cubicBezTo>
                    <a:lnTo>
                      <a:pt x="50828" y="1098"/>
                    </a:lnTo>
                    <a:cubicBezTo>
                      <a:pt x="48447" y="1098"/>
                      <a:pt x="46803" y="562"/>
                      <a:pt x="45339" y="395"/>
                    </a:cubicBezTo>
                    <a:cubicBezTo>
                      <a:pt x="43487" y="203"/>
                      <a:pt x="41570" y="1"/>
                      <a:pt x="397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68" name="Google Shape;1168;p19"/>
          <p:cNvSpPr txBox="1">
            <a:spLocks noGrp="1"/>
          </p:cNvSpPr>
          <p:nvPr>
            <p:ph type="subTitle" idx="1"/>
          </p:nvPr>
        </p:nvSpPr>
        <p:spPr>
          <a:xfrm>
            <a:off x="1290763" y="2249388"/>
            <a:ext cx="2907600" cy="5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Marcellus"/>
                <a:ea typeface="Marcellus"/>
                <a:cs typeface="Marcellus"/>
                <a:sym typeface="Marcell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69" name="Google Shape;1169;p19"/>
          <p:cNvSpPr txBox="1">
            <a:spLocks noGrp="1"/>
          </p:cNvSpPr>
          <p:nvPr>
            <p:ph type="subTitle" idx="2"/>
          </p:nvPr>
        </p:nvSpPr>
        <p:spPr>
          <a:xfrm>
            <a:off x="4945638" y="2249388"/>
            <a:ext cx="2907600" cy="5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Marcellus"/>
                <a:ea typeface="Marcellus"/>
                <a:cs typeface="Marcellus"/>
                <a:sym typeface="Marcell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70" name="Google Shape;1170;p19"/>
          <p:cNvSpPr txBox="1">
            <a:spLocks noGrp="1"/>
          </p:cNvSpPr>
          <p:nvPr>
            <p:ph type="subTitle" idx="3"/>
          </p:nvPr>
        </p:nvSpPr>
        <p:spPr>
          <a:xfrm>
            <a:off x="1290775" y="2797300"/>
            <a:ext cx="2907600" cy="18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  <p:sp>
        <p:nvSpPr>
          <p:cNvPr id="1171" name="Google Shape;1171;p19"/>
          <p:cNvSpPr txBox="1">
            <a:spLocks noGrp="1"/>
          </p:cNvSpPr>
          <p:nvPr>
            <p:ph type="subTitle" idx="4"/>
          </p:nvPr>
        </p:nvSpPr>
        <p:spPr>
          <a:xfrm>
            <a:off x="4945650" y="2797300"/>
            <a:ext cx="2907600" cy="18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  <p:sp>
        <p:nvSpPr>
          <p:cNvPr id="1172" name="Google Shape;1172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23" name="Google Shape;1223;p21"/>
          <p:cNvSpPr txBox="1">
            <a:spLocks noGrp="1"/>
          </p:cNvSpPr>
          <p:nvPr>
            <p:ph type="subTitle" idx="1"/>
          </p:nvPr>
        </p:nvSpPr>
        <p:spPr>
          <a:xfrm>
            <a:off x="808200" y="2845325"/>
            <a:ext cx="2160000" cy="48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24" name="Google Shape;1224;p21"/>
          <p:cNvSpPr txBox="1">
            <a:spLocks noGrp="1"/>
          </p:cNvSpPr>
          <p:nvPr>
            <p:ph type="subTitle" idx="2"/>
          </p:nvPr>
        </p:nvSpPr>
        <p:spPr>
          <a:xfrm>
            <a:off x="808200" y="3334925"/>
            <a:ext cx="2160000" cy="8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5" name="Google Shape;1225;p21"/>
          <p:cNvSpPr txBox="1">
            <a:spLocks noGrp="1"/>
          </p:cNvSpPr>
          <p:nvPr>
            <p:ph type="subTitle" idx="3"/>
          </p:nvPr>
        </p:nvSpPr>
        <p:spPr>
          <a:xfrm>
            <a:off x="3492000" y="3334925"/>
            <a:ext cx="2160000" cy="8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6" name="Google Shape;1226;p21"/>
          <p:cNvSpPr txBox="1">
            <a:spLocks noGrp="1"/>
          </p:cNvSpPr>
          <p:nvPr>
            <p:ph type="subTitle" idx="4"/>
          </p:nvPr>
        </p:nvSpPr>
        <p:spPr>
          <a:xfrm>
            <a:off x="6175800" y="3334925"/>
            <a:ext cx="2160000" cy="8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7" name="Google Shape;1227;p21"/>
          <p:cNvSpPr txBox="1">
            <a:spLocks noGrp="1"/>
          </p:cNvSpPr>
          <p:nvPr>
            <p:ph type="subTitle" idx="5"/>
          </p:nvPr>
        </p:nvSpPr>
        <p:spPr>
          <a:xfrm>
            <a:off x="3492000" y="2845325"/>
            <a:ext cx="2160000" cy="48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28" name="Google Shape;1228;p21"/>
          <p:cNvSpPr txBox="1">
            <a:spLocks noGrp="1"/>
          </p:cNvSpPr>
          <p:nvPr>
            <p:ph type="subTitle" idx="6"/>
          </p:nvPr>
        </p:nvSpPr>
        <p:spPr>
          <a:xfrm>
            <a:off x="6175800" y="2845325"/>
            <a:ext cx="2160000" cy="48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29" name="Google Shape;1229;p21"/>
          <p:cNvSpPr/>
          <p:nvPr/>
        </p:nvSpPr>
        <p:spPr>
          <a:xfrm rot="-5400000">
            <a:off x="4537050" y="77500"/>
            <a:ext cx="69900" cy="9158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30" name="Google Shape;1230;p21"/>
          <p:cNvGrpSpPr/>
          <p:nvPr/>
        </p:nvGrpSpPr>
        <p:grpSpPr>
          <a:xfrm rot="10800000">
            <a:off x="-4752" y="4576800"/>
            <a:ext cx="9164772" cy="664375"/>
            <a:chOff x="-14087" y="4621600"/>
            <a:chExt cx="9164772" cy="664375"/>
          </a:xfrm>
        </p:grpSpPr>
        <p:sp>
          <p:nvSpPr>
            <p:cNvPr id="1231" name="Google Shape;1231;p21"/>
            <p:cNvSpPr/>
            <p:nvPr/>
          </p:nvSpPr>
          <p:spPr>
            <a:xfrm rot="10800000" flipH="1">
              <a:off x="951926" y="5026250"/>
              <a:ext cx="262621" cy="4575"/>
            </a:xfrm>
            <a:custGeom>
              <a:avLst/>
              <a:gdLst/>
              <a:ahLst/>
              <a:cxnLst/>
              <a:rect l="l" t="t" r="r" b="b"/>
              <a:pathLst>
                <a:path w="8189" h="183" extrusionOk="0">
                  <a:moveTo>
                    <a:pt x="4669" y="1"/>
                  </a:moveTo>
                  <a:cubicBezTo>
                    <a:pt x="3113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8" y="181"/>
                    <a:pt x="595" y="183"/>
                    <a:pt x="1028" y="183"/>
                  </a:cubicBezTo>
                  <a:cubicBezTo>
                    <a:pt x="3436" y="183"/>
                    <a:pt x="8189" y="125"/>
                    <a:pt x="7622" y="125"/>
                  </a:cubicBezTo>
                  <a:cubicBezTo>
                    <a:pt x="7465" y="125"/>
                    <a:pt x="6900" y="129"/>
                    <a:pt x="5763" y="141"/>
                  </a:cubicBezTo>
                  <a:cubicBezTo>
                    <a:pt x="5311" y="141"/>
                    <a:pt x="6680" y="69"/>
                    <a:pt x="7145" y="34"/>
                  </a:cubicBezTo>
                  <a:cubicBezTo>
                    <a:pt x="6319" y="13"/>
                    <a:pt x="5494" y="1"/>
                    <a:pt x="46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21"/>
            <p:cNvSpPr/>
            <p:nvPr/>
          </p:nvSpPr>
          <p:spPr>
            <a:xfrm rot="10800000" flipH="1">
              <a:off x="716660" y="5015975"/>
              <a:ext cx="203612" cy="8375"/>
            </a:xfrm>
            <a:custGeom>
              <a:avLst/>
              <a:gdLst/>
              <a:ahLst/>
              <a:cxnLst/>
              <a:rect l="l" t="t" r="r" b="b"/>
              <a:pathLst>
                <a:path w="6349" h="335" extrusionOk="0">
                  <a:moveTo>
                    <a:pt x="6349" y="1"/>
                  </a:moveTo>
                  <a:cubicBezTo>
                    <a:pt x="5135" y="19"/>
                    <a:pt x="0" y="287"/>
                    <a:pt x="161" y="287"/>
                  </a:cubicBezTo>
                  <a:cubicBezTo>
                    <a:pt x="205" y="287"/>
                    <a:pt x="651" y="266"/>
                    <a:pt x="1693" y="215"/>
                  </a:cubicBezTo>
                  <a:cubicBezTo>
                    <a:pt x="1730" y="213"/>
                    <a:pt x="1752" y="212"/>
                    <a:pt x="1761" y="212"/>
                  </a:cubicBezTo>
                  <a:cubicBezTo>
                    <a:pt x="1852" y="212"/>
                    <a:pt x="919" y="302"/>
                    <a:pt x="586" y="334"/>
                  </a:cubicBezTo>
                  <a:cubicBezTo>
                    <a:pt x="2515" y="310"/>
                    <a:pt x="4432" y="227"/>
                    <a:pt x="6349" y="13"/>
                  </a:cubicBezTo>
                  <a:lnTo>
                    <a:pt x="63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1"/>
            <p:cNvSpPr/>
            <p:nvPr/>
          </p:nvSpPr>
          <p:spPr>
            <a:xfrm rot="10800000" flipH="1">
              <a:off x="2625146" y="5026250"/>
              <a:ext cx="262589" cy="4575"/>
            </a:xfrm>
            <a:custGeom>
              <a:avLst/>
              <a:gdLst/>
              <a:ahLst/>
              <a:cxnLst/>
              <a:rect l="l" t="t" r="r" b="b"/>
              <a:pathLst>
                <a:path w="8188" h="183" extrusionOk="0">
                  <a:moveTo>
                    <a:pt x="4668" y="1"/>
                  </a:moveTo>
                  <a:cubicBezTo>
                    <a:pt x="3112" y="1"/>
                    <a:pt x="1556" y="44"/>
                    <a:pt x="0" y="153"/>
                  </a:cubicBezTo>
                  <a:lnTo>
                    <a:pt x="0" y="176"/>
                  </a:lnTo>
                  <a:cubicBezTo>
                    <a:pt x="237" y="181"/>
                    <a:pt x="594" y="183"/>
                    <a:pt x="1027" y="183"/>
                  </a:cubicBezTo>
                  <a:cubicBezTo>
                    <a:pt x="3435" y="183"/>
                    <a:pt x="8188" y="125"/>
                    <a:pt x="7621" y="125"/>
                  </a:cubicBezTo>
                  <a:cubicBezTo>
                    <a:pt x="7464" y="125"/>
                    <a:pt x="6899" y="129"/>
                    <a:pt x="5763" y="141"/>
                  </a:cubicBezTo>
                  <a:cubicBezTo>
                    <a:pt x="5310" y="141"/>
                    <a:pt x="6679" y="69"/>
                    <a:pt x="7144" y="34"/>
                  </a:cubicBezTo>
                  <a:cubicBezTo>
                    <a:pt x="6318" y="13"/>
                    <a:pt x="5493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1"/>
            <p:cNvSpPr/>
            <p:nvPr/>
          </p:nvSpPr>
          <p:spPr>
            <a:xfrm rot="10800000" flipH="1">
              <a:off x="2389848" y="5015975"/>
              <a:ext cx="203612" cy="8375"/>
            </a:xfrm>
            <a:custGeom>
              <a:avLst/>
              <a:gdLst/>
              <a:ahLst/>
              <a:cxnLst/>
              <a:rect l="l" t="t" r="r" b="b"/>
              <a:pathLst>
                <a:path w="6349" h="335" extrusionOk="0">
                  <a:moveTo>
                    <a:pt x="6349" y="1"/>
                  </a:moveTo>
                  <a:cubicBezTo>
                    <a:pt x="5135" y="19"/>
                    <a:pt x="0" y="287"/>
                    <a:pt x="161" y="287"/>
                  </a:cubicBezTo>
                  <a:cubicBezTo>
                    <a:pt x="205" y="287"/>
                    <a:pt x="651" y="266"/>
                    <a:pt x="1693" y="215"/>
                  </a:cubicBezTo>
                  <a:cubicBezTo>
                    <a:pt x="1730" y="213"/>
                    <a:pt x="1752" y="212"/>
                    <a:pt x="1762" y="212"/>
                  </a:cubicBezTo>
                  <a:cubicBezTo>
                    <a:pt x="1852" y="212"/>
                    <a:pt x="919" y="302"/>
                    <a:pt x="586" y="334"/>
                  </a:cubicBezTo>
                  <a:cubicBezTo>
                    <a:pt x="2515" y="310"/>
                    <a:pt x="4432" y="227"/>
                    <a:pt x="6349" y="13"/>
                  </a:cubicBezTo>
                  <a:lnTo>
                    <a:pt x="63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1"/>
            <p:cNvSpPr/>
            <p:nvPr/>
          </p:nvSpPr>
          <p:spPr>
            <a:xfrm rot="10800000" flipH="1">
              <a:off x="4293748" y="5026250"/>
              <a:ext cx="262974" cy="4575"/>
            </a:xfrm>
            <a:custGeom>
              <a:avLst/>
              <a:gdLst/>
              <a:ahLst/>
              <a:cxnLst/>
              <a:rect l="l" t="t" r="r" b="b"/>
              <a:pathLst>
                <a:path w="8200" h="183" extrusionOk="0">
                  <a:moveTo>
                    <a:pt x="4668" y="1"/>
                  </a:moveTo>
                  <a:cubicBezTo>
                    <a:pt x="3112" y="1"/>
                    <a:pt x="1556" y="44"/>
                    <a:pt x="0" y="153"/>
                  </a:cubicBezTo>
                  <a:lnTo>
                    <a:pt x="0" y="176"/>
                  </a:lnTo>
                  <a:cubicBezTo>
                    <a:pt x="238" y="181"/>
                    <a:pt x="597" y="183"/>
                    <a:pt x="1031" y="183"/>
                  </a:cubicBezTo>
                  <a:cubicBezTo>
                    <a:pt x="3445" y="183"/>
                    <a:pt x="8200" y="125"/>
                    <a:pt x="7633" y="125"/>
                  </a:cubicBezTo>
                  <a:cubicBezTo>
                    <a:pt x="7477" y="125"/>
                    <a:pt x="6911" y="129"/>
                    <a:pt x="5775" y="141"/>
                  </a:cubicBezTo>
                  <a:cubicBezTo>
                    <a:pt x="5311" y="141"/>
                    <a:pt x="6692" y="69"/>
                    <a:pt x="7144" y="34"/>
                  </a:cubicBezTo>
                  <a:cubicBezTo>
                    <a:pt x="6319" y="13"/>
                    <a:pt x="5493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1"/>
            <p:cNvSpPr/>
            <p:nvPr/>
          </p:nvSpPr>
          <p:spPr>
            <a:xfrm rot="10800000" flipH="1">
              <a:off x="4058707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1" y="1"/>
                  </a:moveTo>
                  <a:cubicBezTo>
                    <a:pt x="5128" y="19"/>
                    <a:pt x="0" y="287"/>
                    <a:pt x="163" y="287"/>
                  </a:cubicBezTo>
                  <a:cubicBezTo>
                    <a:pt x="209" y="287"/>
                    <a:pt x="656" y="266"/>
                    <a:pt x="1698" y="215"/>
                  </a:cubicBezTo>
                  <a:cubicBezTo>
                    <a:pt x="1734" y="213"/>
                    <a:pt x="1756" y="212"/>
                    <a:pt x="1766" y="212"/>
                  </a:cubicBezTo>
                  <a:cubicBezTo>
                    <a:pt x="1856" y="212"/>
                    <a:pt x="923" y="302"/>
                    <a:pt x="590" y="334"/>
                  </a:cubicBezTo>
                  <a:cubicBezTo>
                    <a:pt x="2507" y="310"/>
                    <a:pt x="4424" y="227"/>
                    <a:pt x="6341" y="13"/>
                  </a:cubicBezTo>
                  <a:lnTo>
                    <a:pt x="63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1"/>
            <p:cNvSpPr/>
            <p:nvPr/>
          </p:nvSpPr>
          <p:spPr>
            <a:xfrm rot="10800000" flipH="1">
              <a:off x="5962350" y="5026250"/>
              <a:ext cx="262621" cy="4575"/>
            </a:xfrm>
            <a:custGeom>
              <a:avLst/>
              <a:gdLst/>
              <a:ahLst/>
              <a:cxnLst/>
              <a:rect l="l" t="t" r="r" b="b"/>
              <a:pathLst>
                <a:path w="8189" h="183" extrusionOk="0">
                  <a:moveTo>
                    <a:pt x="4668" y="1"/>
                  </a:moveTo>
                  <a:cubicBezTo>
                    <a:pt x="3112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7" y="181"/>
                    <a:pt x="595" y="183"/>
                    <a:pt x="1028" y="183"/>
                  </a:cubicBezTo>
                  <a:cubicBezTo>
                    <a:pt x="3435" y="183"/>
                    <a:pt x="8189" y="125"/>
                    <a:pt x="7622" y="125"/>
                  </a:cubicBezTo>
                  <a:cubicBezTo>
                    <a:pt x="7465" y="125"/>
                    <a:pt x="6900" y="129"/>
                    <a:pt x="5763" y="141"/>
                  </a:cubicBezTo>
                  <a:cubicBezTo>
                    <a:pt x="5311" y="141"/>
                    <a:pt x="6680" y="69"/>
                    <a:pt x="7144" y="34"/>
                  </a:cubicBezTo>
                  <a:cubicBezTo>
                    <a:pt x="6319" y="13"/>
                    <a:pt x="5494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21"/>
            <p:cNvSpPr/>
            <p:nvPr/>
          </p:nvSpPr>
          <p:spPr>
            <a:xfrm rot="10800000" flipH="1">
              <a:off x="5727309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1" y="1"/>
                  </a:moveTo>
                  <a:cubicBezTo>
                    <a:pt x="5128" y="19"/>
                    <a:pt x="0" y="287"/>
                    <a:pt x="158" y="287"/>
                  </a:cubicBezTo>
                  <a:cubicBezTo>
                    <a:pt x="202" y="287"/>
                    <a:pt x="647" y="266"/>
                    <a:pt x="1686" y="215"/>
                  </a:cubicBezTo>
                  <a:cubicBezTo>
                    <a:pt x="1724" y="213"/>
                    <a:pt x="1747" y="212"/>
                    <a:pt x="1757" y="212"/>
                  </a:cubicBezTo>
                  <a:cubicBezTo>
                    <a:pt x="1854" y="212"/>
                    <a:pt x="912" y="302"/>
                    <a:pt x="579" y="334"/>
                  </a:cubicBezTo>
                  <a:cubicBezTo>
                    <a:pt x="2508" y="310"/>
                    <a:pt x="4425" y="227"/>
                    <a:pt x="6341" y="13"/>
                  </a:cubicBezTo>
                  <a:lnTo>
                    <a:pt x="63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21"/>
            <p:cNvSpPr/>
            <p:nvPr/>
          </p:nvSpPr>
          <p:spPr>
            <a:xfrm rot="10800000" flipH="1">
              <a:off x="7631337" y="5026250"/>
              <a:ext cx="262878" cy="4575"/>
            </a:xfrm>
            <a:custGeom>
              <a:avLst/>
              <a:gdLst/>
              <a:ahLst/>
              <a:cxnLst/>
              <a:rect l="l" t="t" r="r" b="b"/>
              <a:pathLst>
                <a:path w="8197" h="183" extrusionOk="0">
                  <a:moveTo>
                    <a:pt x="4669" y="1"/>
                  </a:moveTo>
                  <a:cubicBezTo>
                    <a:pt x="3113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8" y="181"/>
                    <a:pt x="595" y="183"/>
                    <a:pt x="1028" y="183"/>
                  </a:cubicBezTo>
                  <a:cubicBezTo>
                    <a:pt x="3438" y="183"/>
                    <a:pt x="8196" y="125"/>
                    <a:pt x="7627" y="125"/>
                  </a:cubicBezTo>
                  <a:cubicBezTo>
                    <a:pt x="7469" y="125"/>
                    <a:pt x="6902" y="129"/>
                    <a:pt x="5763" y="141"/>
                  </a:cubicBezTo>
                  <a:cubicBezTo>
                    <a:pt x="5311" y="141"/>
                    <a:pt x="6692" y="69"/>
                    <a:pt x="7145" y="34"/>
                  </a:cubicBezTo>
                  <a:cubicBezTo>
                    <a:pt x="6319" y="13"/>
                    <a:pt x="5494" y="1"/>
                    <a:pt x="46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1"/>
            <p:cNvSpPr/>
            <p:nvPr/>
          </p:nvSpPr>
          <p:spPr>
            <a:xfrm rot="10800000" flipH="1">
              <a:off x="7396296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2" y="1"/>
                  </a:moveTo>
                  <a:cubicBezTo>
                    <a:pt x="5128" y="19"/>
                    <a:pt x="1" y="287"/>
                    <a:pt x="164" y="287"/>
                  </a:cubicBezTo>
                  <a:cubicBezTo>
                    <a:pt x="209" y="287"/>
                    <a:pt x="656" y="266"/>
                    <a:pt x="1698" y="215"/>
                  </a:cubicBezTo>
                  <a:cubicBezTo>
                    <a:pt x="1735" y="213"/>
                    <a:pt x="1757" y="212"/>
                    <a:pt x="1766" y="212"/>
                  </a:cubicBezTo>
                  <a:cubicBezTo>
                    <a:pt x="1857" y="212"/>
                    <a:pt x="924" y="302"/>
                    <a:pt x="591" y="334"/>
                  </a:cubicBezTo>
                  <a:cubicBezTo>
                    <a:pt x="2508" y="310"/>
                    <a:pt x="4425" y="227"/>
                    <a:pt x="6342" y="13"/>
                  </a:cubicBezTo>
                  <a:lnTo>
                    <a:pt x="634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1"/>
            <p:cNvSpPr/>
            <p:nvPr/>
          </p:nvSpPr>
          <p:spPr>
            <a:xfrm rot="10800000" flipH="1">
              <a:off x="-14087" y="5138425"/>
              <a:ext cx="9164387" cy="67650"/>
            </a:xfrm>
            <a:custGeom>
              <a:avLst/>
              <a:gdLst/>
              <a:ahLst/>
              <a:cxnLst/>
              <a:rect l="l" t="t" r="r" b="b"/>
              <a:pathLst>
                <a:path w="285762" h="2706" extrusionOk="0">
                  <a:moveTo>
                    <a:pt x="20295" y="1"/>
                  </a:moveTo>
                  <a:cubicBezTo>
                    <a:pt x="19958" y="1"/>
                    <a:pt x="19664" y="7"/>
                    <a:pt x="19419" y="19"/>
                  </a:cubicBezTo>
                  <a:cubicBezTo>
                    <a:pt x="12942" y="328"/>
                    <a:pt x="6429" y="269"/>
                    <a:pt x="0" y="1090"/>
                  </a:cubicBezTo>
                  <a:lnTo>
                    <a:pt x="0" y="2436"/>
                  </a:lnTo>
                  <a:cubicBezTo>
                    <a:pt x="1131" y="2351"/>
                    <a:pt x="2268" y="2339"/>
                    <a:pt x="3403" y="2339"/>
                  </a:cubicBezTo>
                  <a:cubicBezTo>
                    <a:pt x="3857" y="2339"/>
                    <a:pt x="4310" y="2341"/>
                    <a:pt x="4763" y="2341"/>
                  </a:cubicBezTo>
                  <a:cubicBezTo>
                    <a:pt x="5179" y="2257"/>
                    <a:pt x="5596" y="2174"/>
                    <a:pt x="6013" y="2102"/>
                  </a:cubicBezTo>
                  <a:cubicBezTo>
                    <a:pt x="7541" y="1812"/>
                    <a:pt x="9086" y="1738"/>
                    <a:pt x="10634" y="1738"/>
                  </a:cubicBezTo>
                  <a:cubicBezTo>
                    <a:pt x="12248" y="1738"/>
                    <a:pt x="13868" y="1819"/>
                    <a:pt x="15479" y="1819"/>
                  </a:cubicBezTo>
                  <a:cubicBezTo>
                    <a:pt x="16127" y="1819"/>
                    <a:pt x="16774" y="1806"/>
                    <a:pt x="17419" y="1769"/>
                  </a:cubicBezTo>
                  <a:cubicBezTo>
                    <a:pt x="17609" y="1757"/>
                    <a:pt x="17800" y="1757"/>
                    <a:pt x="17990" y="1745"/>
                  </a:cubicBezTo>
                  <a:cubicBezTo>
                    <a:pt x="18467" y="1650"/>
                    <a:pt x="18931" y="1567"/>
                    <a:pt x="19395" y="1495"/>
                  </a:cubicBezTo>
                  <a:cubicBezTo>
                    <a:pt x="19693" y="1444"/>
                    <a:pt x="20289" y="1409"/>
                    <a:pt x="21115" y="1409"/>
                  </a:cubicBezTo>
                  <a:cubicBezTo>
                    <a:pt x="22404" y="1409"/>
                    <a:pt x="24253" y="1494"/>
                    <a:pt x="26408" y="1733"/>
                  </a:cubicBezTo>
                  <a:cubicBezTo>
                    <a:pt x="32058" y="2362"/>
                    <a:pt x="39291" y="2627"/>
                    <a:pt x="40739" y="2627"/>
                  </a:cubicBezTo>
                  <a:cubicBezTo>
                    <a:pt x="40771" y="2627"/>
                    <a:pt x="40800" y="2627"/>
                    <a:pt x="40827" y="2626"/>
                  </a:cubicBezTo>
                  <a:cubicBezTo>
                    <a:pt x="41047" y="2624"/>
                    <a:pt x="41271" y="2623"/>
                    <a:pt x="41499" y="2623"/>
                  </a:cubicBezTo>
                  <a:cubicBezTo>
                    <a:pt x="43468" y="2623"/>
                    <a:pt x="45706" y="2702"/>
                    <a:pt x="47643" y="2702"/>
                  </a:cubicBezTo>
                  <a:cubicBezTo>
                    <a:pt x="48870" y="2702"/>
                    <a:pt x="49975" y="2670"/>
                    <a:pt x="50816" y="2567"/>
                  </a:cubicBezTo>
                  <a:lnTo>
                    <a:pt x="50816" y="2579"/>
                  </a:lnTo>
                  <a:cubicBezTo>
                    <a:pt x="52295" y="2380"/>
                    <a:pt x="53781" y="2344"/>
                    <a:pt x="55263" y="2344"/>
                  </a:cubicBezTo>
                  <a:cubicBezTo>
                    <a:pt x="55821" y="2344"/>
                    <a:pt x="56379" y="2349"/>
                    <a:pt x="56936" y="2352"/>
                  </a:cubicBezTo>
                  <a:cubicBezTo>
                    <a:pt x="57352" y="2257"/>
                    <a:pt x="57769" y="2174"/>
                    <a:pt x="58186" y="2102"/>
                  </a:cubicBezTo>
                  <a:cubicBezTo>
                    <a:pt x="59694" y="1815"/>
                    <a:pt x="61221" y="1742"/>
                    <a:pt x="62754" y="1742"/>
                  </a:cubicBezTo>
                  <a:cubicBezTo>
                    <a:pt x="64365" y="1742"/>
                    <a:pt x="65982" y="1823"/>
                    <a:pt x="67591" y="1823"/>
                  </a:cubicBezTo>
                  <a:cubicBezTo>
                    <a:pt x="68260" y="1823"/>
                    <a:pt x="68927" y="1809"/>
                    <a:pt x="69592" y="1769"/>
                  </a:cubicBezTo>
                  <a:cubicBezTo>
                    <a:pt x="69783" y="1757"/>
                    <a:pt x="69973" y="1757"/>
                    <a:pt x="70164" y="1745"/>
                  </a:cubicBezTo>
                  <a:cubicBezTo>
                    <a:pt x="70628" y="1662"/>
                    <a:pt x="71104" y="1579"/>
                    <a:pt x="71568" y="1495"/>
                  </a:cubicBezTo>
                  <a:cubicBezTo>
                    <a:pt x="71866" y="1444"/>
                    <a:pt x="72462" y="1409"/>
                    <a:pt x="73288" y="1409"/>
                  </a:cubicBezTo>
                  <a:cubicBezTo>
                    <a:pt x="74577" y="1409"/>
                    <a:pt x="76427" y="1494"/>
                    <a:pt x="78581" y="1733"/>
                  </a:cubicBezTo>
                  <a:cubicBezTo>
                    <a:pt x="84231" y="2362"/>
                    <a:pt x="91464" y="2627"/>
                    <a:pt x="92912" y="2627"/>
                  </a:cubicBezTo>
                  <a:cubicBezTo>
                    <a:pt x="92944" y="2627"/>
                    <a:pt x="92973" y="2627"/>
                    <a:pt x="93000" y="2626"/>
                  </a:cubicBezTo>
                  <a:cubicBezTo>
                    <a:pt x="93216" y="2624"/>
                    <a:pt x="93436" y="2623"/>
                    <a:pt x="93660" y="2623"/>
                  </a:cubicBezTo>
                  <a:cubicBezTo>
                    <a:pt x="95619" y="2623"/>
                    <a:pt x="97850" y="2701"/>
                    <a:pt x="99787" y="2701"/>
                  </a:cubicBezTo>
                  <a:cubicBezTo>
                    <a:pt x="101106" y="2701"/>
                    <a:pt x="102288" y="2665"/>
                    <a:pt x="103156" y="2543"/>
                  </a:cubicBezTo>
                  <a:cubicBezTo>
                    <a:pt x="104576" y="2376"/>
                    <a:pt x="106010" y="2345"/>
                    <a:pt x="107442" y="2345"/>
                  </a:cubicBezTo>
                  <a:cubicBezTo>
                    <a:pt x="107955" y="2345"/>
                    <a:pt x="108467" y="2349"/>
                    <a:pt x="108978" y="2352"/>
                  </a:cubicBezTo>
                  <a:cubicBezTo>
                    <a:pt x="109383" y="2269"/>
                    <a:pt x="109799" y="2174"/>
                    <a:pt x="110216" y="2102"/>
                  </a:cubicBezTo>
                  <a:cubicBezTo>
                    <a:pt x="111729" y="1815"/>
                    <a:pt x="113259" y="1742"/>
                    <a:pt x="114793" y="1742"/>
                  </a:cubicBezTo>
                  <a:cubicBezTo>
                    <a:pt x="116405" y="1742"/>
                    <a:pt x="118021" y="1823"/>
                    <a:pt x="119627" y="1823"/>
                  </a:cubicBezTo>
                  <a:cubicBezTo>
                    <a:pt x="120294" y="1823"/>
                    <a:pt x="120960" y="1809"/>
                    <a:pt x="121622" y="1769"/>
                  </a:cubicBezTo>
                  <a:cubicBezTo>
                    <a:pt x="121813" y="1769"/>
                    <a:pt x="122003" y="1757"/>
                    <a:pt x="122206" y="1745"/>
                  </a:cubicBezTo>
                  <a:cubicBezTo>
                    <a:pt x="122670" y="1662"/>
                    <a:pt x="123134" y="1579"/>
                    <a:pt x="123599" y="1495"/>
                  </a:cubicBezTo>
                  <a:cubicBezTo>
                    <a:pt x="123896" y="1444"/>
                    <a:pt x="124492" y="1409"/>
                    <a:pt x="125318" y="1409"/>
                  </a:cubicBezTo>
                  <a:cubicBezTo>
                    <a:pt x="126607" y="1409"/>
                    <a:pt x="128457" y="1494"/>
                    <a:pt x="130612" y="1733"/>
                  </a:cubicBezTo>
                  <a:cubicBezTo>
                    <a:pt x="136168" y="2351"/>
                    <a:pt x="143228" y="2628"/>
                    <a:pt x="144867" y="2628"/>
                  </a:cubicBezTo>
                  <a:cubicBezTo>
                    <a:pt x="144934" y="2628"/>
                    <a:pt x="144993" y="2627"/>
                    <a:pt x="145042" y="2626"/>
                  </a:cubicBezTo>
                  <a:cubicBezTo>
                    <a:pt x="145259" y="2624"/>
                    <a:pt x="145480" y="2623"/>
                    <a:pt x="145704" y="2623"/>
                  </a:cubicBezTo>
                  <a:cubicBezTo>
                    <a:pt x="147673" y="2623"/>
                    <a:pt x="149922" y="2701"/>
                    <a:pt x="151867" y="2701"/>
                  </a:cubicBezTo>
                  <a:cubicBezTo>
                    <a:pt x="153192" y="2701"/>
                    <a:pt x="154375" y="2665"/>
                    <a:pt x="155234" y="2543"/>
                  </a:cubicBezTo>
                  <a:cubicBezTo>
                    <a:pt x="156646" y="2376"/>
                    <a:pt x="158064" y="2345"/>
                    <a:pt x="159479" y="2345"/>
                  </a:cubicBezTo>
                  <a:cubicBezTo>
                    <a:pt x="159985" y="2345"/>
                    <a:pt x="160491" y="2349"/>
                    <a:pt x="160996" y="2352"/>
                  </a:cubicBezTo>
                  <a:cubicBezTo>
                    <a:pt x="161413" y="2269"/>
                    <a:pt x="161830" y="2186"/>
                    <a:pt x="162235" y="2102"/>
                  </a:cubicBezTo>
                  <a:cubicBezTo>
                    <a:pt x="163740" y="1817"/>
                    <a:pt x="165262" y="1742"/>
                    <a:pt x="166788" y="1742"/>
                  </a:cubicBezTo>
                  <a:cubicBezTo>
                    <a:pt x="168441" y="1742"/>
                    <a:pt x="170100" y="1830"/>
                    <a:pt x="171747" y="1830"/>
                  </a:cubicBezTo>
                  <a:cubicBezTo>
                    <a:pt x="172380" y="1830"/>
                    <a:pt x="173012" y="1817"/>
                    <a:pt x="173641" y="1781"/>
                  </a:cubicBezTo>
                  <a:cubicBezTo>
                    <a:pt x="173843" y="1769"/>
                    <a:pt x="174034" y="1757"/>
                    <a:pt x="174224" y="1745"/>
                  </a:cubicBezTo>
                  <a:cubicBezTo>
                    <a:pt x="174689" y="1662"/>
                    <a:pt x="175165" y="1579"/>
                    <a:pt x="175629" y="1495"/>
                  </a:cubicBezTo>
                  <a:cubicBezTo>
                    <a:pt x="175920" y="1445"/>
                    <a:pt x="176495" y="1413"/>
                    <a:pt x="177291" y="1413"/>
                  </a:cubicBezTo>
                  <a:cubicBezTo>
                    <a:pt x="178578" y="1413"/>
                    <a:pt x="180445" y="1498"/>
                    <a:pt x="182630" y="1733"/>
                  </a:cubicBezTo>
                  <a:cubicBezTo>
                    <a:pt x="188186" y="2351"/>
                    <a:pt x="195257" y="2628"/>
                    <a:pt x="196886" y="2628"/>
                  </a:cubicBezTo>
                  <a:cubicBezTo>
                    <a:pt x="196954" y="2628"/>
                    <a:pt x="197012" y="2627"/>
                    <a:pt x="197060" y="2626"/>
                  </a:cubicBezTo>
                  <a:cubicBezTo>
                    <a:pt x="197274" y="2624"/>
                    <a:pt x="197493" y="2623"/>
                    <a:pt x="197714" y="2623"/>
                  </a:cubicBezTo>
                  <a:cubicBezTo>
                    <a:pt x="199691" y="2623"/>
                    <a:pt x="201944" y="2704"/>
                    <a:pt x="203894" y="2704"/>
                  </a:cubicBezTo>
                  <a:cubicBezTo>
                    <a:pt x="205168" y="2704"/>
                    <a:pt x="206314" y="2669"/>
                    <a:pt x="207169" y="2555"/>
                  </a:cubicBezTo>
                  <a:cubicBezTo>
                    <a:pt x="208621" y="2378"/>
                    <a:pt x="210079" y="2346"/>
                    <a:pt x="211534" y="2346"/>
                  </a:cubicBezTo>
                  <a:cubicBezTo>
                    <a:pt x="212036" y="2346"/>
                    <a:pt x="212538" y="2349"/>
                    <a:pt x="213039" y="2352"/>
                  </a:cubicBezTo>
                  <a:cubicBezTo>
                    <a:pt x="213455" y="2269"/>
                    <a:pt x="213872" y="2186"/>
                    <a:pt x="214289" y="2102"/>
                  </a:cubicBezTo>
                  <a:cubicBezTo>
                    <a:pt x="215794" y="1817"/>
                    <a:pt x="217314" y="1742"/>
                    <a:pt x="218839" y="1742"/>
                  </a:cubicBezTo>
                  <a:cubicBezTo>
                    <a:pt x="220490" y="1742"/>
                    <a:pt x="222148" y="1830"/>
                    <a:pt x="223797" y="1830"/>
                  </a:cubicBezTo>
                  <a:cubicBezTo>
                    <a:pt x="224431" y="1830"/>
                    <a:pt x="225064" y="1817"/>
                    <a:pt x="225695" y="1781"/>
                  </a:cubicBezTo>
                  <a:cubicBezTo>
                    <a:pt x="225885" y="1769"/>
                    <a:pt x="226076" y="1757"/>
                    <a:pt x="226266" y="1745"/>
                  </a:cubicBezTo>
                  <a:cubicBezTo>
                    <a:pt x="226743" y="1662"/>
                    <a:pt x="227207" y="1579"/>
                    <a:pt x="227671" y="1495"/>
                  </a:cubicBezTo>
                  <a:cubicBezTo>
                    <a:pt x="227960" y="1446"/>
                    <a:pt x="228527" y="1413"/>
                    <a:pt x="229313" y="1413"/>
                  </a:cubicBezTo>
                  <a:cubicBezTo>
                    <a:pt x="230605" y="1413"/>
                    <a:pt x="232486" y="1501"/>
                    <a:pt x="234684" y="1745"/>
                  </a:cubicBezTo>
                  <a:cubicBezTo>
                    <a:pt x="240339" y="2363"/>
                    <a:pt x="247580" y="2639"/>
                    <a:pt x="249019" y="2639"/>
                  </a:cubicBezTo>
                  <a:cubicBezTo>
                    <a:pt x="249049" y="2639"/>
                    <a:pt x="249077" y="2638"/>
                    <a:pt x="249103" y="2638"/>
                  </a:cubicBezTo>
                  <a:cubicBezTo>
                    <a:pt x="249390" y="2634"/>
                    <a:pt x="249684" y="2632"/>
                    <a:pt x="249985" y="2632"/>
                  </a:cubicBezTo>
                  <a:cubicBezTo>
                    <a:pt x="251902" y="2632"/>
                    <a:pt x="254051" y="2706"/>
                    <a:pt x="255921" y="2706"/>
                  </a:cubicBezTo>
                  <a:cubicBezTo>
                    <a:pt x="257111" y="2706"/>
                    <a:pt x="258188" y="2676"/>
                    <a:pt x="259020" y="2579"/>
                  </a:cubicBezTo>
                  <a:lnTo>
                    <a:pt x="259020" y="2591"/>
                  </a:lnTo>
                  <a:cubicBezTo>
                    <a:pt x="260571" y="2382"/>
                    <a:pt x="262129" y="2346"/>
                    <a:pt x="263683" y="2346"/>
                  </a:cubicBezTo>
                  <a:cubicBezTo>
                    <a:pt x="264169" y="2346"/>
                    <a:pt x="264655" y="2350"/>
                    <a:pt x="265140" y="2352"/>
                  </a:cubicBezTo>
                  <a:cubicBezTo>
                    <a:pt x="265557" y="2269"/>
                    <a:pt x="265974" y="2186"/>
                    <a:pt x="266379" y="2102"/>
                  </a:cubicBezTo>
                  <a:cubicBezTo>
                    <a:pt x="267889" y="1820"/>
                    <a:pt x="269418" y="1748"/>
                    <a:pt x="270950" y="1748"/>
                  </a:cubicBezTo>
                  <a:cubicBezTo>
                    <a:pt x="272585" y="1748"/>
                    <a:pt x="274225" y="1830"/>
                    <a:pt x="275853" y="1830"/>
                  </a:cubicBezTo>
                  <a:cubicBezTo>
                    <a:pt x="276499" y="1830"/>
                    <a:pt x="277143" y="1817"/>
                    <a:pt x="277785" y="1781"/>
                  </a:cubicBezTo>
                  <a:cubicBezTo>
                    <a:pt x="277987" y="1769"/>
                    <a:pt x="278178" y="1757"/>
                    <a:pt x="278368" y="1745"/>
                  </a:cubicBezTo>
                  <a:cubicBezTo>
                    <a:pt x="278832" y="1662"/>
                    <a:pt x="279297" y="1579"/>
                    <a:pt x="279773" y="1495"/>
                  </a:cubicBezTo>
                  <a:cubicBezTo>
                    <a:pt x="280069" y="1449"/>
                    <a:pt x="280654" y="1416"/>
                    <a:pt x="281464" y="1416"/>
                  </a:cubicBezTo>
                  <a:cubicBezTo>
                    <a:pt x="282545" y="1416"/>
                    <a:pt x="284027" y="1475"/>
                    <a:pt x="285762" y="1638"/>
                  </a:cubicBezTo>
                  <a:lnTo>
                    <a:pt x="285762" y="197"/>
                  </a:lnTo>
                  <a:cubicBezTo>
                    <a:pt x="283635" y="82"/>
                    <a:pt x="281789" y="5"/>
                    <a:pt x="280562" y="5"/>
                  </a:cubicBezTo>
                  <a:cubicBezTo>
                    <a:pt x="280270" y="5"/>
                    <a:pt x="280014" y="10"/>
                    <a:pt x="279797" y="19"/>
                  </a:cubicBezTo>
                  <a:lnTo>
                    <a:pt x="279809" y="19"/>
                  </a:lnTo>
                  <a:cubicBezTo>
                    <a:pt x="272998" y="340"/>
                    <a:pt x="266152" y="269"/>
                    <a:pt x="259413" y="1221"/>
                  </a:cubicBezTo>
                  <a:lnTo>
                    <a:pt x="259413" y="1209"/>
                  </a:lnTo>
                  <a:cubicBezTo>
                    <a:pt x="258500" y="1355"/>
                    <a:pt x="257639" y="1405"/>
                    <a:pt x="256803" y="1405"/>
                  </a:cubicBezTo>
                  <a:cubicBezTo>
                    <a:pt x="254953" y="1405"/>
                    <a:pt x="253226" y="1159"/>
                    <a:pt x="251319" y="1159"/>
                  </a:cubicBezTo>
                  <a:cubicBezTo>
                    <a:pt x="251204" y="1159"/>
                    <a:pt x="251088" y="1160"/>
                    <a:pt x="250972" y="1162"/>
                  </a:cubicBezTo>
                  <a:cubicBezTo>
                    <a:pt x="250907" y="1163"/>
                    <a:pt x="250838" y="1163"/>
                    <a:pt x="250766" y="1163"/>
                  </a:cubicBezTo>
                  <a:cubicBezTo>
                    <a:pt x="246887" y="1163"/>
                    <a:pt x="233281" y="3"/>
                    <a:pt x="228532" y="3"/>
                  </a:cubicBezTo>
                  <a:cubicBezTo>
                    <a:pt x="228216" y="3"/>
                    <a:pt x="227939" y="8"/>
                    <a:pt x="227707" y="19"/>
                  </a:cubicBezTo>
                  <a:cubicBezTo>
                    <a:pt x="220754" y="352"/>
                    <a:pt x="213753" y="257"/>
                    <a:pt x="206871" y="1281"/>
                  </a:cubicBezTo>
                  <a:cubicBezTo>
                    <a:pt x="206131" y="1374"/>
                    <a:pt x="205425" y="1408"/>
                    <a:pt x="204736" y="1408"/>
                  </a:cubicBezTo>
                  <a:cubicBezTo>
                    <a:pt x="202875" y="1408"/>
                    <a:pt x="201139" y="1160"/>
                    <a:pt x="199211" y="1160"/>
                  </a:cubicBezTo>
                  <a:cubicBezTo>
                    <a:pt x="199118" y="1160"/>
                    <a:pt x="199024" y="1161"/>
                    <a:pt x="198930" y="1162"/>
                  </a:cubicBezTo>
                  <a:cubicBezTo>
                    <a:pt x="198864" y="1163"/>
                    <a:pt x="198796" y="1163"/>
                    <a:pt x="198724" y="1163"/>
                  </a:cubicBezTo>
                  <a:cubicBezTo>
                    <a:pt x="194844" y="1163"/>
                    <a:pt x="181228" y="3"/>
                    <a:pt x="176478" y="3"/>
                  </a:cubicBezTo>
                  <a:cubicBezTo>
                    <a:pt x="176162" y="3"/>
                    <a:pt x="175885" y="8"/>
                    <a:pt x="175653" y="19"/>
                  </a:cubicBezTo>
                  <a:cubicBezTo>
                    <a:pt x="168712" y="352"/>
                    <a:pt x="161711" y="257"/>
                    <a:pt x="154829" y="1281"/>
                  </a:cubicBezTo>
                  <a:cubicBezTo>
                    <a:pt x="154089" y="1374"/>
                    <a:pt x="153383" y="1408"/>
                    <a:pt x="152694" y="1408"/>
                  </a:cubicBezTo>
                  <a:cubicBezTo>
                    <a:pt x="150833" y="1408"/>
                    <a:pt x="149099" y="1160"/>
                    <a:pt x="147179" y="1160"/>
                  </a:cubicBezTo>
                  <a:cubicBezTo>
                    <a:pt x="147086" y="1160"/>
                    <a:pt x="146993" y="1161"/>
                    <a:pt x="146899" y="1162"/>
                  </a:cubicBezTo>
                  <a:cubicBezTo>
                    <a:pt x="146834" y="1163"/>
                    <a:pt x="146765" y="1163"/>
                    <a:pt x="146693" y="1163"/>
                  </a:cubicBezTo>
                  <a:cubicBezTo>
                    <a:pt x="142814" y="1163"/>
                    <a:pt x="129209" y="3"/>
                    <a:pt x="124459" y="3"/>
                  </a:cubicBezTo>
                  <a:cubicBezTo>
                    <a:pt x="124143" y="3"/>
                    <a:pt x="123867" y="8"/>
                    <a:pt x="123635" y="19"/>
                  </a:cubicBezTo>
                  <a:cubicBezTo>
                    <a:pt x="116681" y="352"/>
                    <a:pt x="109680" y="257"/>
                    <a:pt x="102810" y="1281"/>
                  </a:cubicBezTo>
                  <a:cubicBezTo>
                    <a:pt x="102068" y="1374"/>
                    <a:pt x="101359" y="1408"/>
                    <a:pt x="100668" y="1408"/>
                  </a:cubicBezTo>
                  <a:cubicBezTo>
                    <a:pt x="98803" y="1408"/>
                    <a:pt x="97069" y="1160"/>
                    <a:pt x="95149" y="1160"/>
                  </a:cubicBezTo>
                  <a:cubicBezTo>
                    <a:pt x="95056" y="1160"/>
                    <a:pt x="94963" y="1161"/>
                    <a:pt x="94869" y="1162"/>
                  </a:cubicBezTo>
                  <a:cubicBezTo>
                    <a:pt x="94804" y="1163"/>
                    <a:pt x="94735" y="1163"/>
                    <a:pt x="94663" y="1163"/>
                  </a:cubicBezTo>
                  <a:cubicBezTo>
                    <a:pt x="90784" y="1163"/>
                    <a:pt x="77168" y="3"/>
                    <a:pt x="72417" y="3"/>
                  </a:cubicBezTo>
                  <a:cubicBezTo>
                    <a:pt x="72101" y="3"/>
                    <a:pt x="71824" y="8"/>
                    <a:pt x="71592" y="19"/>
                  </a:cubicBezTo>
                  <a:cubicBezTo>
                    <a:pt x="64770" y="340"/>
                    <a:pt x="57900" y="269"/>
                    <a:pt x="51137" y="1233"/>
                  </a:cubicBezTo>
                  <a:lnTo>
                    <a:pt x="51137" y="1209"/>
                  </a:lnTo>
                  <a:cubicBezTo>
                    <a:pt x="50223" y="1355"/>
                    <a:pt x="49363" y="1405"/>
                    <a:pt x="48530" y="1405"/>
                  </a:cubicBezTo>
                  <a:cubicBezTo>
                    <a:pt x="46647" y="1405"/>
                    <a:pt x="44897" y="1148"/>
                    <a:pt x="42947" y="1148"/>
                  </a:cubicBezTo>
                  <a:cubicBezTo>
                    <a:pt x="42860" y="1148"/>
                    <a:pt x="42772" y="1149"/>
                    <a:pt x="42684" y="1150"/>
                  </a:cubicBezTo>
                  <a:cubicBezTo>
                    <a:pt x="42604" y="1151"/>
                    <a:pt x="42518" y="1152"/>
                    <a:pt x="42427" y="1152"/>
                  </a:cubicBezTo>
                  <a:cubicBezTo>
                    <a:pt x="38506" y="1152"/>
                    <a:pt x="25071" y="1"/>
                    <a:pt x="202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1"/>
            <p:cNvSpPr/>
            <p:nvPr/>
          </p:nvSpPr>
          <p:spPr>
            <a:xfrm rot="10800000" flipH="1">
              <a:off x="-13734" y="5193975"/>
              <a:ext cx="9164419" cy="92000"/>
            </a:xfrm>
            <a:custGeom>
              <a:avLst/>
              <a:gdLst/>
              <a:ahLst/>
              <a:cxnLst/>
              <a:rect l="l" t="t" r="r" b="b"/>
              <a:pathLst>
                <a:path w="285763" h="3680" extrusionOk="0">
                  <a:moveTo>
                    <a:pt x="31183" y="0"/>
                  </a:moveTo>
                  <a:cubicBezTo>
                    <a:pt x="29856" y="89"/>
                    <a:pt x="28529" y="117"/>
                    <a:pt x="27202" y="117"/>
                  </a:cubicBezTo>
                  <a:cubicBezTo>
                    <a:pt x="25170" y="117"/>
                    <a:pt x="23138" y="53"/>
                    <a:pt x="21106" y="53"/>
                  </a:cubicBezTo>
                  <a:cubicBezTo>
                    <a:pt x="20750" y="53"/>
                    <a:pt x="20395" y="55"/>
                    <a:pt x="20039" y="60"/>
                  </a:cubicBezTo>
                  <a:cubicBezTo>
                    <a:pt x="18075" y="95"/>
                    <a:pt x="16110" y="167"/>
                    <a:pt x="14146" y="345"/>
                  </a:cubicBezTo>
                  <a:cubicBezTo>
                    <a:pt x="12181" y="524"/>
                    <a:pt x="10228" y="846"/>
                    <a:pt x="8276" y="1203"/>
                  </a:cubicBezTo>
                  <a:cubicBezTo>
                    <a:pt x="5525" y="1703"/>
                    <a:pt x="2763" y="2215"/>
                    <a:pt x="1" y="2227"/>
                  </a:cubicBezTo>
                  <a:lnTo>
                    <a:pt x="1" y="3334"/>
                  </a:lnTo>
                  <a:cubicBezTo>
                    <a:pt x="3085" y="2893"/>
                    <a:pt x="6180" y="2477"/>
                    <a:pt x="9288" y="2131"/>
                  </a:cubicBezTo>
                  <a:cubicBezTo>
                    <a:pt x="13038" y="1703"/>
                    <a:pt x="16801" y="1393"/>
                    <a:pt x="20575" y="1250"/>
                  </a:cubicBezTo>
                  <a:cubicBezTo>
                    <a:pt x="21852" y="1202"/>
                    <a:pt x="23130" y="1184"/>
                    <a:pt x="24407" y="1184"/>
                  </a:cubicBezTo>
                  <a:cubicBezTo>
                    <a:pt x="26916" y="1184"/>
                    <a:pt x="29425" y="1255"/>
                    <a:pt x="31933" y="1310"/>
                  </a:cubicBezTo>
                  <a:cubicBezTo>
                    <a:pt x="37380" y="1425"/>
                    <a:pt x="43506" y="3679"/>
                    <a:pt x="48643" y="3679"/>
                  </a:cubicBezTo>
                  <a:cubicBezTo>
                    <a:pt x="49356" y="3679"/>
                    <a:pt x="50051" y="3635"/>
                    <a:pt x="50722" y="3536"/>
                  </a:cubicBezTo>
                  <a:lnTo>
                    <a:pt x="50722" y="3548"/>
                  </a:lnTo>
                  <a:cubicBezTo>
                    <a:pt x="54293" y="3024"/>
                    <a:pt x="57865" y="2524"/>
                    <a:pt x="61461" y="2131"/>
                  </a:cubicBezTo>
                  <a:cubicBezTo>
                    <a:pt x="65211" y="1715"/>
                    <a:pt x="68974" y="1393"/>
                    <a:pt x="72748" y="1250"/>
                  </a:cubicBezTo>
                  <a:cubicBezTo>
                    <a:pt x="73980" y="1204"/>
                    <a:pt x="75211" y="1186"/>
                    <a:pt x="76443" y="1186"/>
                  </a:cubicBezTo>
                  <a:cubicBezTo>
                    <a:pt x="78997" y="1186"/>
                    <a:pt x="81552" y="1262"/>
                    <a:pt x="84107" y="1310"/>
                  </a:cubicBezTo>
                  <a:cubicBezTo>
                    <a:pt x="89549" y="1423"/>
                    <a:pt x="95673" y="3679"/>
                    <a:pt x="100814" y="3679"/>
                  </a:cubicBezTo>
                  <a:cubicBezTo>
                    <a:pt x="101634" y="3679"/>
                    <a:pt x="102429" y="3621"/>
                    <a:pt x="103192" y="3489"/>
                  </a:cubicBezTo>
                  <a:cubicBezTo>
                    <a:pt x="106609" y="2977"/>
                    <a:pt x="110050" y="2512"/>
                    <a:pt x="113491" y="2131"/>
                  </a:cubicBezTo>
                  <a:cubicBezTo>
                    <a:pt x="117242" y="1715"/>
                    <a:pt x="121004" y="1393"/>
                    <a:pt x="124778" y="1250"/>
                  </a:cubicBezTo>
                  <a:cubicBezTo>
                    <a:pt x="126014" y="1204"/>
                    <a:pt x="127247" y="1186"/>
                    <a:pt x="128478" y="1186"/>
                  </a:cubicBezTo>
                  <a:cubicBezTo>
                    <a:pt x="131033" y="1186"/>
                    <a:pt x="133582" y="1262"/>
                    <a:pt x="136137" y="1310"/>
                  </a:cubicBezTo>
                  <a:cubicBezTo>
                    <a:pt x="141589" y="1423"/>
                    <a:pt x="147706" y="3679"/>
                    <a:pt x="152845" y="3679"/>
                  </a:cubicBezTo>
                  <a:cubicBezTo>
                    <a:pt x="153664" y="3679"/>
                    <a:pt x="154459" y="3621"/>
                    <a:pt x="155223" y="3489"/>
                  </a:cubicBezTo>
                  <a:cubicBezTo>
                    <a:pt x="158652" y="2977"/>
                    <a:pt x="162081" y="2512"/>
                    <a:pt x="165522" y="2131"/>
                  </a:cubicBezTo>
                  <a:cubicBezTo>
                    <a:pt x="169272" y="1715"/>
                    <a:pt x="173034" y="1393"/>
                    <a:pt x="176809" y="1250"/>
                  </a:cubicBezTo>
                  <a:cubicBezTo>
                    <a:pt x="178040" y="1204"/>
                    <a:pt x="179272" y="1186"/>
                    <a:pt x="180503" y="1186"/>
                  </a:cubicBezTo>
                  <a:cubicBezTo>
                    <a:pt x="183058" y="1186"/>
                    <a:pt x="185613" y="1262"/>
                    <a:pt x="188167" y="1310"/>
                  </a:cubicBezTo>
                  <a:cubicBezTo>
                    <a:pt x="193609" y="1423"/>
                    <a:pt x="199733" y="3679"/>
                    <a:pt x="204874" y="3679"/>
                  </a:cubicBezTo>
                  <a:cubicBezTo>
                    <a:pt x="205695" y="3679"/>
                    <a:pt x="206490" y="3621"/>
                    <a:pt x="207253" y="3489"/>
                  </a:cubicBezTo>
                  <a:cubicBezTo>
                    <a:pt x="210682" y="2989"/>
                    <a:pt x="214111" y="2512"/>
                    <a:pt x="217564" y="2131"/>
                  </a:cubicBezTo>
                  <a:cubicBezTo>
                    <a:pt x="221314" y="1715"/>
                    <a:pt x="225077" y="1393"/>
                    <a:pt x="228851" y="1250"/>
                  </a:cubicBezTo>
                  <a:cubicBezTo>
                    <a:pt x="230086" y="1204"/>
                    <a:pt x="231319" y="1186"/>
                    <a:pt x="232551" y="1186"/>
                  </a:cubicBezTo>
                  <a:cubicBezTo>
                    <a:pt x="235106" y="1186"/>
                    <a:pt x="237655" y="1262"/>
                    <a:pt x="240210" y="1310"/>
                  </a:cubicBezTo>
                  <a:cubicBezTo>
                    <a:pt x="245659" y="1425"/>
                    <a:pt x="251785" y="3680"/>
                    <a:pt x="256921" y="3680"/>
                  </a:cubicBezTo>
                  <a:cubicBezTo>
                    <a:pt x="257608" y="3680"/>
                    <a:pt x="258278" y="3640"/>
                    <a:pt x="258926" y="3548"/>
                  </a:cubicBezTo>
                  <a:cubicBezTo>
                    <a:pt x="262498" y="3024"/>
                    <a:pt x="266082" y="2524"/>
                    <a:pt x="269666" y="2131"/>
                  </a:cubicBezTo>
                  <a:cubicBezTo>
                    <a:pt x="273416" y="1715"/>
                    <a:pt x="277178" y="1393"/>
                    <a:pt x="280953" y="1250"/>
                  </a:cubicBezTo>
                  <a:cubicBezTo>
                    <a:pt x="282199" y="1204"/>
                    <a:pt x="283445" y="1187"/>
                    <a:pt x="284685" y="1187"/>
                  </a:cubicBezTo>
                  <a:cubicBezTo>
                    <a:pt x="285045" y="1187"/>
                    <a:pt x="285404" y="1188"/>
                    <a:pt x="285763" y="1191"/>
                  </a:cubicBezTo>
                  <a:lnTo>
                    <a:pt x="285763" y="107"/>
                  </a:lnTo>
                  <a:cubicBezTo>
                    <a:pt x="284401" y="89"/>
                    <a:pt x="283032" y="64"/>
                    <a:pt x="281662" y="64"/>
                  </a:cubicBezTo>
                  <a:cubicBezTo>
                    <a:pt x="281247" y="64"/>
                    <a:pt x="280832" y="66"/>
                    <a:pt x="280417" y="72"/>
                  </a:cubicBezTo>
                  <a:lnTo>
                    <a:pt x="280405" y="60"/>
                  </a:lnTo>
                  <a:cubicBezTo>
                    <a:pt x="278440" y="95"/>
                    <a:pt x="276476" y="167"/>
                    <a:pt x="274511" y="345"/>
                  </a:cubicBezTo>
                  <a:cubicBezTo>
                    <a:pt x="272547" y="524"/>
                    <a:pt x="270594" y="846"/>
                    <a:pt x="268654" y="1203"/>
                  </a:cubicBezTo>
                  <a:cubicBezTo>
                    <a:pt x="265882" y="1707"/>
                    <a:pt x="263092" y="2220"/>
                    <a:pt x="260307" y="2220"/>
                  </a:cubicBezTo>
                  <a:cubicBezTo>
                    <a:pt x="259934" y="2220"/>
                    <a:pt x="259561" y="2211"/>
                    <a:pt x="259188" y="2191"/>
                  </a:cubicBezTo>
                  <a:cubicBezTo>
                    <a:pt x="255747" y="2000"/>
                    <a:pt x="251890" y="750"/>
                    <a:pt x="248258" y="584"/>
                  </a:cubicBezTo>
                  <a:cubicBezTo>
                    <a:pt x="245317" y="465"/>
                    <a:pt x="242388" y="214"/>
                    <a:pt x="239448" y="0"/>
                  </a:cubicBezTo>
                  <a:cubicBezTo>
                    <a:pt x="238125" y="89"/>
                    <a:pt x="236799" y="117"/>
                    <a:pt x="235472" y="117"/>
                  </a:cubicBezTo>
                  <a:cubicBezTo>
                    <a:pt x="233440" y="117"/>
                    <a:pt x="231407" y="53"/>
                    <a:pt x="229379" y="53"/>
                  </a:cubicBezTo>
                  <a:cubicBezTo>
                    <a:pt x="229024" y="53"/>
                    <a:pt x="228670" y="55"/>
                    <a:pt x="228315" y="60"/>
                  </a:cubicBezTo>
                  <a:cubicBezTo>
                    <a:pt x="226351" y="95"/>
                    <a:pt x="224374" y="167"/>
                    <a:pt x="222410" y="345"/>
                  </a:cubicBezTo>
                  <a:cubicBezTo>
                    <a:pt x="220457" y="524"/>
                    <a:pt x="218504" y="846"/>
                    <a:pt x="216552" y="1203"/>
                  </a:cubicBezTo>
                  <a:cubicBezTo>
                    <a:pt x="213785" y="1710"/>
                    <a:pt x="210999" y="2217"/>
                    <a:pt x="208211" y="2217"/>
                  </a:cubicBezTo>
                  <a:cubicBezTo>
                    <a:pt x="207856" y="2217"/>
                    <a:pt x="207501" y="2208"/>
                    <a:pt x="207146" y="2191"/>
                  </a:cubicBezTo>
                  <a:cubicBezTo>
                    <a:pt x="203705" y="2000"/>
                    <a:pt x="199847" y="750"/>
                    <a:pt x="196216" y="584"/>
                  </a:cubicBezTo>
                  <a:cubicBezTo>
                    <a:pt x="193275" y="465"/>
                    <a:pt x="190346" y="214"/>
                    <a:pt x="187405" y="0"/>
                  </a:cubicBezTo>
                  <a:cubicBezTo>
                    <a:pt x="186082" y="89"/>
                    <a:pt x="184756" y="117"/>
                    <a:pt x="183429" y="117"/>
                  </a:cubicBezTo>
                  <a:cubicBezTo>
                    <a:pt x="181398" y="117"/>
                    <a:pt x="179365" y="53"/>
                    <a:pt x="177337" y="53"/>
                  </a:cubicBezTo>
                  <a:cubicBezTo>
                    <a:pt x="176982" y="53"/>
                    <a:pt x="176627" y="55"/>
                    <a:pt x="176273" y="60"/>
                  </a:cubicBezTo>
                  <a:cubicBezTo>
                    <a:pt x="174308" y="95"/>
                    <a:pt x="172332" y="167"/>
                    <a:pt x="170367" y="345"/>
                  </a:cubicBezTo>
                  <a:cubicBezTo>
                    <a:pt x="168415" y="524"/>
                    <a:pt x="166462" y="846"/>
                    <a:pt x="164510" y="1203"/>
                  </a:cubicBezTo>
                  <a:cubicBezTo>
                    <a:pt x="161742" y="1710"/>
                    <a:pt x="158966" y="2217"/>
                    <a:pt x="156188" y="2217"/>
                  </a:cubicBezTo>
                  <a:cubicBezTo>
                    <a:pt x="155835" y="2217"/>
                    <a:pt x="155481" y="2208"/>
                    <a:pt x="155127" y="2191"/>
                  </a:cubicBezTo>
                  <a:cubicBezTo>
                    <a:pt x="151687" y="2000"/>
                    <a:pt x="147829" y="750"/>
                    <a:pt x="144186" y="584"/>
                  </a:cubicBezTo>
                  <a:cubicBezTo>
                    <a:pt x="141257" y="465"/>
                    <a:pt x="138316" y="214"/>
                    <a:pt x="135387" y="0"/>
                  </a:cubicBezTo>
                  <a:cubicBezTo>
                    <a:pt x="134060" y="89"/>
                    <a:pt x="132732" y="117"/>
                    <a:pt x="131405" y="117"/>
                  </a:cubicBezTo>
                  <a:cubicBezTo>
                    <a:pt x="129373" y="117"/>
                    <a:pt x="127342" y="53"/>
                    <a:pt x="125310" y="53"/>
                  </a:cubicBezTo>
                  <a:cubicBezTo>
                    <a:pt x="124954" y="53"/>
                    <a:pt x="124598" y="55"/>
                    <a:pt x="124243" y="60"/>
                  </a:cubicBezTo>
                  <a:cubicBezTo>
                    <a:pt x="122278" y="95"/>
                    <a:pt x="120314" y="167"/>
                    <a:pt x="118349" y="345"/>
                  </a:cubicBezTo>
                  <a:cubicBezTo>
                    <a:pt x="116385" y="524"/>
                    <a:pt x="114432" y="846"/>
                    <a:pt x="112491" y="1203"/>
                  </a:cubicBezTo>
                  <a:cubicBezTo>
                    <a:pt x="109724" y="1710"/>
                    <a:pt x="106938" y="2217"/>
                    <a:pt x="104158" y="2217"/>
                  </a:cubicBezTo>
                  <a:cubicBezTo>
                    <a:pt x="103805" y="2217"/>
                    <a:pt x="103451" y="2208"/>
                    <a:pt x="103097" y="2191"/>
                  </a:cubicBezTo>
                  <a:cubicBezTo>
                    <a:pt x="99644" y="2000"/>
                    <a:pt x="95799" y="750"/>
                    <a:pt x="92155" y="584"/>
                  </a:cubicBezTo>
                  <a:cubicBezTo>
                    <a:pt x="89214" y="465"/>
                    <a:pt x="86286" y="214"/>
                    <a:pt x="83357" y="0"/>
                  </a:cubicBezTo>
                  <a:cubicBezTo>
                    <a:pt x="82029" y="89"/>
                    <a:pt x="80702" y="117"/>
                    <a:pt x="79375" y="117"/>
                  </a:cubicBezTo>
                  <a:cubicBezTo>
                    <a:pt x="77343" y="117"/>
                    <a:pt x="75311" y="53"/>
                    <a:pt x="73279" y="53"/>
                  </a:cubicBezTo>
                  <a:cubicBezTo>
                    <a:pt x="72924" y="53"/>
                    <a:pt x="72568" y="55"/>
                    <a:pt x="72212" y="60"/>
                  </a:cubicBezTo>
                  <a:cubicBezTo>
                    <a:pt x="70248" y="95"/>
                    <a:pt x="68283" y="167"/>
                    <a:pt x="66319" y="345"/>
                  </a:cubicBezTo>
                  <a:cubicBezTo>
                    <a:pt x="64354" y="524"/>
                    <a:pt x="62402" y="846"/>
                    <a:pt x="60449" y="1203"/>
                  </a:cubicBezTo>
                  <a:cubicBezTo>
                    <a:pt x="57682" y="1713"/>
                    <a:pt x="54889" y="2224"/>
                    <a:pt x="52100" y="2224"/>
                  </a:cubicBezTo>
                  <a:cubicBezTo>
                    <a:pt x="51636" y="2224"/>
                    <a:pt x="51173" y="2210"/>
                    <a:pt x="50710" y="2179"/>
                  </a:cubicBezTo>
                  <a:cubicBezTo>
                    <a:pt x="47328" y="1941"/>
                    <a:pt x="43554" y="738"/>
                    <a:pt x="39982" y="584"/>
                  </a:cubicBezTo>
                  <a:cubicBezTo>
                    <a:pt x="37041" y="465"/>
                    <a:pt x="34112" y="214"/>
                    <a:pt x="311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21"/>
            <p:cNvSpPr/>
            <p:nvPr/>
          </p:nvSpPr>
          <p:spPr>
            <a:xfrm rot="10800000" flipH="1">
              <a:off x="-14087" y="5071050"/>
              <a:ext cx="9164387" cy="51525"/>
            </a:xfrm>
            <a:custGeom>
              <a:avLst/>
              <a:gdLst/>
              <a:ahLst/>
              <a:cxnLst/>
              <a:rect l="l" t="t" r="r" b="b"/>
              <a:pathLst>
                <a:path w="285762" h="2061" extrusionOk="0">
                  <a:moveTo>
                    <a:pt x="285762" y="1"/>
                  </a:moveTo>
                  <a:cubicBezTo>
                    <a:pt x="280678" y="13"/>
                    <a:pt x="273701" y="394"/>
                    <a:pt x="269736" y="608"/>
                  </a:cubicBezTo>
                  <a:cubicBezTo>
                    <a:pt x="268188" y="703"/>
                    <a:pt x="267069" y="763"/>
                    <a:pt x="266676" y="763"/>
                  </a:cubicBezTo>
                  <a:lnTo>
                    <a:pt x="266676" y="775"/>
                  </a:lnTo>
                  <a:cubicBezTo>
                    <a:pt x="266302" y="775"/>
                    <a:pt x="264409" y="866"/>
                    <a:pt x="262946" y="866"/>
                  </a:cubicBezTo>
                  <a:cubicBezTo>
                    <a:pt x="262361" y="866"/>
                    <a:pt x="261844" y="851"/>
                    <a:pt x="261521" y="810"/>
                  </a:cubicBezTo>
                  <a:cubicBezTo>
                    <a:pt x="260848" y="731"/>
                    <a:pt x="260159" y="644"/>
                    <a:pt x="259467" y="644"/>
                  </a:cubicBezTo>
                  <a:cubicBezTo>
                    <a:pt x="259326" y="644"/>
                    <a:pt x="259185" y="647"/>
                    <a:pt x="259044" y="656"/>
                  </a:cubicBezTo>
                  <a:cubicBezTo>
                    <a:pt x="256508" y="727"/>
                    <a:pt x="255377" y="1501"/>
                    <a:pt x="253472" y="1525"/>
                  </a:cubicBezTo>
                  <a:cubicBezTo>
                    <a:pt x="253055" y="1525"/>
                    <a:pt x="252222" y="1406"/>
                    <a:pt x="251067" y="1251"/>
                  </a:cubicBezTo>
                  <a:cubicBezTo>
                    <a:pt x="248269" y="882"/>
                    <a:pt x="243054" y="179"/>
                    <a:pt x="235613" y="24"/>
                  </a:cubicBezTo>
                  <a:cubicBezTo>
                    <a:pt x="235088" y="13"/>
                    <a:pt x="234529" y="8"/>
                    <a:pt x="233942" y="8"/>
                  </a:cubicBezTo>
                  <a:cubicBezTo>
                    <a:pt x="228832" y="8"/>
                    <a:pt x="221672" y="396"/>
                    <a:pt x="217634" y="620"/>
                  </a:cubicBezTo>
                  <a:cubicBezTo>
                    <a:pt x="216087" y="703"/>
                    <a:pt x="214967" y="763"/>
                    <a:pt x="214574" y="775"/>
                  </a:cubicBezTo>
                  <a:cubicBezTo>
                    <a:pt x="214200" y="775"/>
                    <a:pt x="212313" y="866"/>
                    <a:pt x="210849" y="866"/>
                  </a:cubicBezTo>
                  <a:cubicBezTo>
                    <a:pt x="210264" y="866"/>
                    <a:pt x="209746" y="851"/>
                    <a:pt x="209419" y="810"/>
                  </a:cubicBezTo>
                  <a:cubicBezTo>
                    <a:pt x="208746" y="731"/>
                    <a:pt x="208057" y="644"/>
                    <a:pt x="207372" y="644"/>
                  </a:cubicBezTo>
                  <a:cubicBezTo>
                    <a:pt x="207233" y="644"/>
                    <a:pt x="207094" y="647"/>
                    <a:pt x="206954" y="656"/>
                  </a:cubicBezTo>
                  <a:lnTo>
                    <a:pt x="206954" y="667"/>
                  </a:lnTo>
                  <a:cubicBezTo>
                    <a:pt x="204454" y="739"/>
                    <a:pt x="203311" y="1501"/>
                    <a:pt x="201418" y="1525"/>
                  </a:cubicBezTo>
                  <a:cubicBezTo>
                    <a:pt x="201013" y="1525"/>
                    <a:pt x="200180" y="1406"/>
                    <a:pt x="199025" y="1251"/>
                  </a:cubicBezTo>
                  <a:cubicBezTo>
                    <a:pt x="196227" y="882"/>
                    <a:pt x="191012" y="179"/>
                    <a:pt x="183571" y="24"/>
                  </a:cubicBezTo>
                  <a:cubicBezTo>
                    <a:pt x="183045" y="13"/>
                    <a:pt x="182484" y="8"/>
                    <a:pt x="181897" y="8"/>
                  </a:cubicBezTo>
                  <a:cubicBezTo>
                    <a:pt x="176780" y="8"/>
                    <a:pt x="169629" y="396"/>
                    <a:pt x="165592" y="620"/>
                  </a:cubicBezTo>
                  <a:cubicBezTo>
                    <a:pt x="164044" y="703"/>
                    <a:pt x="162925" y="763"/>
                    <a:pt x="162532" y="775"/>
                  </a:cubicBezTo>
                  <a:cubicBezTo>
                    <a:pt x="162158" y="775"/>
                    <a:pt x="160265" y="866"/>
                    <a:pt x="158802" y="866"/>
                  </a:cubicBezTo>
                  <a:cubicBezTo>
                    <a:pt x="158217" y="866"/>
                    <a:pt x="157700" y="851"/>
                    <a:pt x="157377" y="810"/>
                  </a:cubicBezTo>
                  <a:cubicBezTo>
                    <a:pt x="156704" y="731"/>
                    <a:pt x="156015" y="644"/>
                    <a:pt x="155323" y="644"/>
                  </a:cubicBezTo>
                  <a:cubicBezTo>
                    <a:pt x="155182" y="644"/>
                    <a:pt x="155041" y="647"/>
                    <a:pt x="154900" y="656"/>
                  </a:cubicBezTo>
                  <a:lnTo>
                    <a:pt x="154900" y="667"/>
                  </a:lnTo>
                  <a:cubicBezTo>
                    <a:pt x="152412" y="739"/>
                    <a:pt x="151281" y="1513"/>
                    <a:pt x="149400" y="1525"/>
                  </a:cubicBezTo>
                  <a:cubicBezTo>
                    <a:pt x="148983" y="1525"/>
                    <a:pt x="148149" y="1418"/>
                    <a:pt x="146995" y="1263"/>
                  </a:cubicBezTo>
                  <a:cubicBezTo>
                    <a:pt x="144197" y="882"/>
                    <a:pt x="138982" y="179"/>
                    <a:pt x="131540" y="24"/>
                  </a:cubicBezTo>
                  <a:cubicBezTo>
                    <a:pt x="131016" y="13"/>
                    <a:pt x="130456" y="8"/>
                    <a:pt x="129870" y="8"/>
                  </a:cubicBezTo>
                  <a:cubicBezTo>
                    <a:pt x="124759" y="8"/>
                    <a:pt x="117599" y="396"/>
                    <a:pt x="113562" y="620"/>
                  </a:cubicBezTo>
                  <a:cubicBezTo>
                    <a:pt x="112014" y="703"/>
                    <a:pt x="110895" y="763"/>
                    <a:pt x="110514" y="775"/>
                  </a:cubicBezTo>
                  <a:cubicBezTo>
                    <a:pt x="110131" y="775"/>
                    <a:pt x="108242" y="866"/>
                    <a:pt x="106777" y="866"/>
                  </a:cubicBezTo>
                  <a:cubicBezTo>
                    <a:pt x="106191" y="866"/>
                    <a:pt x="105673" y="851"/>
                    <a:pt x="105347" y="810"/>
                  </a:cubicBezTo>
                  <a:cubicBezTo>
                    <a:pt x="104666" y="729"/>
                    <a:pt x="103951" y="648"/>
                    <a:pt x="103246" y="648"/>
                  </a:cubicBezTo>
                  <a:cubicBezTo>
                    <a:pt x="103124" y="648"/>
                    <a:pt x="103003" y="650"/>
                    <a:pt x="102882" y="656"/>
                  </a:cubicBezTo>
                  <a:lnTo>
                    <a:pt x="102882" y="667"/>
                  </a:lnTo>
                  <a:cubicBezTo>
                    <a:pt x="100394" y="739"/>
                    <a:pt x="99251" y="1513"/>
                    <a:pt x="97369" y="1525"/>
                  </a:cubicBezTo>
                  <a:cubicBezTo>
                    <a:pt x="96953" y="1525"/>
                    <a:pt x="96119" y="1418"/>
                    <a:pt x="94964" y="1263"/>
                  </a:cubicBezTo>
                  <a:cubicBezTo>
                    <a:pt x="92166" y="882"/>
                    <a:pt x="86951" y="179"/>
                    <a:pt x="79510" y="24"/>
                  </a:cubicBezTo>
                  <a:cubicBezTo>
                    <a:pt x="78985" y="13"/>
                    <a:pt x="78426" y="8"/>
                    <a:pt x="77839" y="8"/>
                  </a:cubicBezTo>
                  <a:cubicBezTo>
                    <a:pt x="72729" y="8"/>
                    <a:pt x="65569" y="396"/>
                    <a:pt x="61532" y="620"/>
                  </a:cubicBezTo>
                  <a:cubicBezTo>
                    <a:pt x="59984" y="703"/>
                    <a:pt x="58865" y="763"/>
                    <a:pt x="58472" y="775"/>
                  </a:cubicBezTo>
                  <a:cubicBezTo>
                    <a:pt x="58097" y="775"/>
                    <a:pt x="56211" y="866"/>
                    <a:pt x="54746" y="866"/>
                  </a:cubicBezTo>
                  <a:cubicBezTo>
                    <a:pt x="54161" y="866"/>
                    <a:pt x="53643" y="851"/>
                    <a:pt x="53316" y="810"/>
                  </a:cubicBezTo>
                  <a:cubicBezTo>
                    <a:pt x="52626" y="729"/>
                    <a:pt x="51918" y="648"/>
                    <a:pt x="51215" y="648"/>
                  </a:cubicBezTo>
                  <a:cubicBezTo>
                    <a:pt x="51094" y="648"/>
                    <a:pt x="50973" y="650"/>
                    <a:pt x="50852" y="656"/>
                  </a:cubicBezTo>
                  <a:cubicBezTo>
                    <a:pt x="48256" y="715"/>
                    <a:pt x="47113" y="1513"/>
                    <a:pt x="45196" y="1525"/>
                  </a:cubicBezTo>
                  <a:cubicBezTo>
                    <a:pt x="44779" y="1525"/>
                    <a:pt x="43946" y="1418"/>
                    <a:pt x="42791" y="1263"/>
                  </a:cubicBezTo>
                  <a:cubicBezTo>
                    <a:pt x="39993" y="882"/>
                    <a:pt x="34778" y="191"/>
                    <a:pt x="27337" y="24"/>
                  </a:cubicBezTo>
                  <a:cubicBezTo>
                    <a:pt x="26811" y="13"/>
                    <a:pt x="26250" y="8"/>
                    <a:pt x="25663" y="8"/>
                  </a:cubicBezTo>
                  <a:cubicBezTo>
                    <a:pt x="20546" y="8"/>
                    <a:pt x="13395" y="396"/>
                    <a:pt x="9358" y="620"/>
                  </a:cubicBezTo>
                  <a:cubicBezTo>
                    <a:pt x="7811" y="703"/>
                    <a:pt x="6691" y="763"/>
                    <a:pt x="6298" y="775"/>
                  </a:cubicBezTo>
                  <a:cubicBezTo>
                    <a:pt x="5924" y="775"/>
                    <a:pt x="4031" y="866"/>
                    <a:pt x="2568" y="866"/>
                  </a:cubicBezTo>
                  <a:cubicBezTo>
                    <a:pt x="1983" y="866"/>
                    <a:pt x="1466" y="851"/>
                    <a:pt x="1143" y="810"/>
                  </a:cubicBezTo>
                  <a:cubicBezTo>
                    <a:pt x="762" y="775"/>
                    <a:pt x="381" y="727"/>
                    <a:pt x="0" y="691"/>
                  </a:cubicBezTo>
                  <a:lnTo>
                    <a:pt x="0" y="1227"/>
                  </a:lnTo>
                  <a:cubicBezTo>
                    <a:pt x="357" y="1263"/>
                    <a:pt x="726" y="1310"/>
                    <a:pt x="1072" y="1346"/>
                  </a:cubicBezTo>
                  <a:cubicBezTo>
                    <a:pt x="1395" y="1387"/>
                    <a:pt x="1918" y="1401"/>
                    <a:pt x="2513" y="1401"/>
                  </a:cubicBezTo>
                  <a:cubicBezTo>
                    <a:pt x="4001" y="1401"/>
                    <a:pt x="5936" y="1310"/>
                    <a:pt x="6310" y="1310"/>
                  </a:cubicBezTo>
                  <a:cubicBezTo>
                    <a:pt x="6703" y="1298"/>
                    <a:pt x="7834" y="1239"/>
                    <a:pt x="9382" y="1156"/>
                  </a:cubicBezTo>
                  <a:cubicBezTo>
                    <a:pt x="13419" y="931"/>
                    <a:pt x="20561" y="544"/>
                    <a:pt x="25658" y="544"/>
                  </a:cubicBezTo>
                  <a:cubicBezTo>
                    <a:pt x="26243" y="544"/>
                    <a:pt x="26801" y="549"/>
                    <a:pt x="27325" y="560"/>
                  </a:cubicBezTo>
                  <a:cubicBezTo>
                    <a:pt x="34742" y="727"/>
                    <a:pt x="39934" y="1418"/>
                    <a:pt x="42720" y="1787"/>
                  </a:cubicBezTo>
                  <a:cubicBezTo>
                    <a:pt x="43934" y="1953"/>
                    <a:pt x="44744" y="2060"/>
                    <a:pt x="45196" y="2060"/>
                  </a:cubicBezTo>
                  <a:cubicBezTo>
                    <a:pt x="47244" y="2049"/>
                    <a:pt x="48744" y="1191"/>
                    <a:pt x="51173" y="1191"/>
                  </a:cubicBezTo>
                  <a:lnTo>
                    <a:pt x="51173" y="1179"/>
                  </a:lnTo>
                  <a:cubicBezTo>
                    <a:pt x="51852" y="1179"/>
                    <a:pt x="52566" y="1263"/>
                    <a:pt x="53245" y="1346"/>
                  </a:cubicBezTo>
                  <a:cubicBezTo>
                    <a:pt x="53571" y="1387"/>
                    <a:pt x="54096" y="1401"/>
                    <a:pt x="54692" y="1401"/>
                  </a:cubicBezTo>
                  <a:cubicBezTo>
                    <a:pt x="56180" y="1401"/>
                    <a:pt x="58109" y="1310"/>
                    <a:pt x="58484" y="1310"/>
                  </a:cubicBezTo>
                  <a:cubicBezTo>
                    <a:pt x="58888" y="1298"/>
                    <a:pt x="60008" y="1239"/>
                    <a:pt x="61555" y="1156"/>
                  </a:cubicBezTo>
                  <a:cubicBezTo>
                    <a:pt x="65592" y="931"/>
                    <a:pt x="72734" y="544"/>
                    <a:pt x="77831" y="544"/>
                  </a:cubicBezTo>
                  <a:cubicBezTo>
                    <a:pt x="78416" y="544"/>
                    <a:pt x="78975" y="549"/>
                    <a:pt x="79498" y="560"/>
                  </a:cubicBezTo>
                  <a:cubicBezTo>
                    <a:pt x="86916" y="715"/>
                    <a:pt x="92107" y="1418"/>
                    <a:pt x="94893" y="1787"/>
                  </a:cubicBezTo>
                  <a:cubicBezTo>
                    <a:pt x="96107" y="1953"/>
                    <a:pt x="96917" y="2060"/>
                    <a:pt x="97369" y="2060"/>
                  </a:cubicBezTo>
                  <a:cubicBezTo>
                    <a:pt x="99417" y="2049"/>
                    <a:pt x="100917" y="1191"/>
                    <a:pt x="103346" y="1191"/>
                  </a:cubicBezTo>
                  <a:lnTo>
                    <a:pt x="103346" y="1179"/>
                  </a:lnTo>
                  <a:cubicBezTo>
                    <a:pt x="103989" y="1191"/>
                    <a:pt x="104644" y="1263"/>
                    <a:pt x="105287" y="1346"/>
                  </a:cubicBezTo>
                  <a:cubicBezTo>
                    <a:pt x="105603" y="1383"/>
                    <a:pt x="106109" y="1396"/>
                    <a:pt x="106686" y="1396"/>
                  </a:cubicBezTo>
                  <a:cubicBezTo>
                    <a:pt x="108175" y="1396"/>
                    <a:pt x="110136" y="1307"/>
                    <a:pt x="110514" y="1298"/>
                  </a:cubicBezTo>
                  <a:cubicBezTo>
                    <a:pt x="110919" y="1298"/>
                    <a:pt x="112038" y="1239"/>
                    <a:pt x="113598" y="1156"/>
                  </a:cubicBezTo>
                  <a:cubicBezTo>
                    <a:pt x="117624" y="931"/>
                    <a:pt x="124774" y="544"/>
                    <a:pt x="129865" y="544"/>
                  </a:cubicBezTo>
                  <a:cubicBezTo>
                    <a:pt x="130449" y="544"/>
                    <a:pt x="131006" y="549"/>
                    <a:pt x="131528" y="560"/>
                  </a:cubicBezTo>
                  <a:cubicBezTo>
                    <a:pt x="138946" y="715"/>
                    <a:pt x="144137" y="1418"/>
                    <a:pt x="146923" y="1787"/>
                  </a:cubicBezTo>
                  <a:cubicBezTo>
                    <a:pt x="148149" y="1953"/>
                    <a:pt x="148959" y="2060"/>
                    <a:pt x="149400" y="2060"/>
                  </a:cubicBezTo>
                  <a:cubicBezTo>
                    <a:pt x="151448" y="2037"/>
                    <a:pt x="152948" y="1191"/>
                    <a:pt x="155377" y="1191"/>
                  </a:cubicBezTo>
                  <a:lnTo>
                    <a:pt x="155377" y="1179"/>
                  </a:lnTo>
                  <a:cubicBezTo>
                    <a:pt x="156020" y="1191"/>
                    <a:pt x="156674" y="1263"/>
                    <a:pt x="157305" y="1346"/>
                  </a:cubicBezTo>
                  <a:cubicBezTo>
                    <a:pt x="157621" y="1383"/>
                    <a:pt x="158128" y="1396"/>
                    <a:pt x="158707" y="1396"/>
                  </a:cubicBezTo>
                  <a:cubicBezTo>
                    <a:pt x="160200" y="1396"/>
                    <a:pt x="162167" y="1307"/>
                    <a:pt x="162544" y="1298"/>
                  </a:cubicBezTo>
                  <a:cubicBezTo>
                    <a:pt x="162937" y="1298"/>
                    <a:pt x="164068" y="1239"/>
                    <a:pt x="165616" y="1156"/>
                  </a:cubicBezTo>
                  <a:cubicBezTo>
                    <a:pt x="169653" y="931"/>
                    <a:pt x="176794" y="544"/>
                    <a:pt x="181892" y="544"/>
                  </a:cubicBezTo>
                  <a:cubicBezTo>
                    <a:pt x="182477" y="544"/>
                    <a:pt x="183035" y="549"/>
                    <a:pt x="183559" y="560"/>
                  </a:cubicBezTo>
                  <a:cubicBezTo>
                    <a:pt x="190964" y="715"/>
                    <a:pt x="196167" y="1418"/>
                    <a:pt x="198953" y="1787"/>
                  </a:cubicBezTo>
                  <a:cubicBezTo>
                    <a:pt x="200168" y="1953"/>
                    <a:pt x="200978" y="2060"/>
                    <a:pt x="201430" y="2060"/>
                  </a:cubicBezTo>
                  <a:cubicBezTo>
                    <a:pt x="203478" y="2037"/>
                    <a:pt x="204978" y="1191"/>
                    <a:pt x="207407" y="1191"/>
                  </a:cubicBezTo>
                  <a:lnTo>
                    <a:pt x="207407" y="1179"/>
                  </a:lnTo>
                  <a:cubicBezTo>
                    <a:pt x="208050" y="1191"/>
                    <a:pt x="208705" y="1263"/>
                    <a:pt x="209360" y="1346"/>
                  </a:cubicBezTo>
                  <a:cubicBezTo>
                    <a:pt x="209675" y="1383"/>
                    <a:pt x="210182" y="1396"/>
                    <a:pt x="210759" y="1396"/>
                  </a:cubicBezTo>
                  <a:cubicBezTo>
                    <a:pt x="212248" y="1396"/>
                    <a:pt x="214209" y="1307"/>
                    <a:pt x="214586" y="1298"/>
                  </a:cubicBezTo>
                  <a:cubicBezTo>
                    <a:pt x="214991" y="1298"/>
                    <a:pt x="216110" y="1239"/>
                    <a:pt x="217658" y="1144"/>
                  </a:cubicBezTo>
                  <a:cubicBezTo>
                    <a:pt x="221695" y="930"/>
                    <a:pt x="228835" y="544"/>
                    <a:pt x="233932" y="544"/>
                  </a:cubicBezTo>
                  <a:cubicBezTo>
                    <a:pt x="234518" y="544"/>
                    <a:pt x="235077" y="549"/>
                    <a:pt x="235601" y="560"/>
                  </a:cubicBezTo>
                  <a:cubicBezTo>
                    <a:pt x="243018" y="715"/>
                    <a:pt x="248210" y="1406"/>
                    <a:pt x="250996" y="1787"/>
                  </a:cubicBezTo>
                  <a:cubicBezTo>
                    <a:pt x="252160" y="1945"/>
                    <a:pt x="252938" y="2049"/>
                    <a:pt x="253401" y="2049"/>
                  </a:cubicBezTo>
                  <a:cubicBezTo>
                    <a:pt x="253425" y="2049"/>
                    <a:pt x="253449" y="2049"/>
                    <a:pt x="253472" y="2049"/>
                  </a:cubicBezTo>
                  <a:cubicBezTo>
                    <a:pt x="255520" y="2037"/>
                    <a:pt x="257020" y="1191"/>
                    <a:pt x="259449" y="1191"/>
                  </a:cubicBezTo>
                  <a:lnTo>
                    <a:pt x="259449" y="1179"/>
                  </a:lnTo>
                  <a:cubicBezTo>
                    <a:pt x="260116" y="1179"/>
                    <a:pt x="260795" y="1263"/>
                    <a:pt x="261449" y="1346"/>
                  </a:cubicBezTo>
                  <a:cubicBezTo>
                    <a:pt x="261765" y="1383"/>
                    <a:pt x="262272" y="1396"/>
                    <a:pt x="262851" y="1396"/>
                  </a:cubicBezTo>
                  <a:cubicBezTo>
                    <a:pt x="264344" y="1396"/>
                    <a:pt x="266311" y="1307"/>
                    <a:pt x="266688" y="1298"/>
                  </a:cubicBezTo>
                  <a:cubicBezTo>
                    <a:pt x="267081" y="1298"/>
                    <a:pt x="268212" y="1239"/>
                    <a:pt x="269760" y="1144"/>
                  </a:cubicBezTo>
                  <a:cubicBezTo>
                    <a:pt x="273725" y="929"/>
                    <a:pt x="280690" y="548"/>
                    <a:pt x="285762" y="536"/>
                  </a:cubicBezTo>
                  <a:lnTo>
                    <a:pt x="2857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21"/>
            <p:cNvSpPr/>
            <p:nvPr/>
          </p:nvSpPr>
          <p:spPr>
            <a:xfrm rot="10800000" flipH="1">
              <a:off x="-14087" y="5018450"/>
              <a:ext cx="9164003" cy="57200"/>
            </a:xfrm>
            <a:custGeom>
              <a:avLst/>
              <a:gdLst/>
              <a:ahLst/>
              <a:cxnLst/>
              <a:rect l="l" t="t" r="r" b="b"/>
              <a:pathLst>
                <a:path w="285750" h="2288" extrusionOk="0">
                  <a:moveTo>
                    <a:pt x="33430" y="0"/>
                  </a:moveTo>
                  <a:cubicBezTo>
                    <a:pt x="28693" y="0"/>
                    <a:pt x="23955" y="509"/>
                    <a:pt x="21360" y="791"/>
                  </a:cubicBezTo>
                  <a:cubicBezTo>
                    <a:pt x="20729" y="862"/>
                    <a:pt x="20229" y="910"/>
                    <a:pt x="19907" y="934"/>
                  </a:cubicBezTo>
                  <a:cubicBezTo>
                    <a:pt x="19405" y="977"/>
                    <a:pt x="18917" y="996"/>
                    <a:pt x="18440" y="996"/>
                  </a:cubicBezTo>
                  <a:cubicBezTo>
                    <a:pt x="16963" y="996"/>
                    <a:pt x="15582" y="816"/>
                    <a:pt x="14133" y="636"/>
                  </a:cubicBezTo>
                  <a:cubicBezTo>
                    <a:pt x="12720" y="463"/>
                    <a:pt x="11254" y="273"/>
                    <a:pt x="9685" y="273"/>
                  </a:cubicBezTo>
                  <a:cubicBezTo>
                    <a:pt x="9417" y="273"/>
                    <a:pt x="9145" y="278"/>
                    <a:pt x="8870" y="291"/>
                  </a:cubicBezTo>
                  <a:cubicBezTo>
                    <a:pt x="8001" y="326"/>
                    <a:pt x="6929" y="553"/>
                    <a:pt x="5679" y="826"/>
                  </a:cubicBezTo>
                  <a:cubicBezTo>
                    <a:pt x="4084" y="1172"/>
                    <a:pt x="2155" y="1576"/>
                    <a:pt x="0" y="1707"/>
                  </a:cubicBezTo>
                  <a:lnTo>
                    <a:pt x="0" y="2243"/>
                  </a:lnTo>
                  <a:cubicBezTo>
                    <a:pt x="2203" y="2124"/>
                    <a:pt x="4167" y="1696"/>
                    <a:pt x="5798" y="1350"/>
                  </a:cubicBezTo>
                  <a:cubicBezTo>
                    <a:pt x="7013" y="1088"/>
                    <a:pt x="8061" y="862"/>
                    <a:pt x="8894" y="826"/>
                  </a:cubicBezTo>
                  <a:cubicBezTo>
                    <a:pt x="9140" y="817"/>
                    <a:pt x="9384" y="812"/>
                    <a:pt x="9626" y="812"/>
                  </a:cubicBezTo>
                  <a:cubicBezTo>
                    <a:pt x="11184" y="812"/>
                    <a:pt x="12651" y="996"/>
                    <a:pt x="14073" y="1172"/>
                  </a:cubicBezTo>
                  <a:cubicBezTo>
                    <a:pt x="15468" y="1352"/>
                    <a:pt x="16904" y="1532"/>
                    <a:pt x="18432" y="1532"/>
                  </a:cubicBezTo>
                  <a:cubicBezTo>
                    <a:pt x="18926" y="1532"/>
                    <a:pt x="19429" y="1513"/>
                    <a:pt x="19943" y="1469"/>
                  </a:cubicBezTo>
                  <a:cubicBezTo>
                    <a:pt x="20276" y="1446"/>
                    <a:pt x="20776" y="1398"/>
                    <a:pt x="21419" y="1326"/>
                  </a:cubicBezTo>
                  <a:cubicBezTo>
                    <a:pt x="24010" y="1045"/>
                    <a:pt x="28732" y="541"/>
                    <a:pt x="33443" y="541"/>
                  </a:cubicBezTo>
                  <a:cubicBezTo>
                    <a:pt x="34903" y="541"/>
                    <a:pt x="36361" y="589"/>
                    <a:pt x="37755" y="707"/>
                  </a:cubicBezTo>
                  <a:cubicBezTo>
                    <a:pt x="41458" y="1029"/>
                    <a:pt x="44875" y="1505"/>
                    <a:pt x="47363" y="1850"/>
                  </a:cubicBezTo>
                  <a:cubicBezTo>
                    <a:pt x="49030" y="2088"/>
                    <a:pt x="50232" y="2255"/>
                    <a:pt x="50875" y="2279"/>
                  </a:cubicBezTo>
                  <a:lnTo>
                    <a:pt x="50923" y="2279"/>
                  </a:lnTo>
                  <a:cubicBezTo>
                    <a:pt x="50977" y="2285"/>
                    <a:pt x="51027" y="2288"/>
                    <a:pt x="51073" y="2288"/>
                  </a:cubicBezTo>
                  <a:cubicBezTo>
                    <a:pt x="51119" y="2288"/>
                    <a:pt x="51161" y="2285"/>
                    <a:pt x="51197" y="2279"/>
                  </a:cubicBezTo>
                  <a:cubicBezTo>
                    <a:pt x="53804" y="2243"/>
                    <a:pt x="56102" y="1743"/>
                    <a:pt x="57972" y="1350"/>
                  </a:cubicBezTo>
                  <a:cubicBezTo>
                    <a:pt x="59186" y="1088"/>
                    <a:pt x="60234" y="862"/>
                    <a:pt x="61067" y="826"/>
                  </a:cubicBezTo>
                  <a:cubicBezTo>
                    <a:pt x="61314" y="817"/>
                    <a:pt x="61558" y="812"/>
                    <a:pt x="61800" y="812"/>
                  </a:cubicBezTo>
                  <a:cubicBezTo>
                    <a:pt x="63357" y="812"/>
                    <a:pt x="64824" y="996"/>
                    <a:pt x="66246" y="1172"/>
                  </a:cubicBezTo>
                  <a:cubicBezTo>
                    <a:pt x="67641" y="1352"/>
                    <a:pt x="69077" y="1532"/>
                    <a:pt x="70605" y="1532"/>
                  </a:cubicBezTo>
                  <a:cubicBezTo>
                    <a:pt x="71099" y="1532"/>
                    <a:pt x="71602" y="1513"/>
                    <a:pt x="72116" y="1469"/>
                  </a:cubicBezTo>
                  <a:cubicBezTo>
                    <a:pt x="72450" y="1446"/>
                    <a:pt x="72950" y="1398"/>
                    <a:pt x="73593" y="1326"/>
                  </a:cubicBezTo>
                  <a:cubicBezTo>
                    <a:pt x="76183" y="1045"/>
                    <a:pt x="80905" y="541"/>
                    <a:pt x="85617" y="541"/>
                  </a:cubicBezTo>
                  <a:cubicBezTo>
                    <a:pt x="87076" y="541"/>
                    <a:pt x="88534" y="589"/>
                    <a:pt x="89928" y="707"/>
                  </a:cubicBezTo>
                  <a:cubicBezTo>
                    <a:pt x="93631" y="1029"/>
                    <a:pt x="97048" y="1505"/>
                    <a:pt x="99536" y="1850"/>
                  </a:cubicBezTo>
                  <a:cubicBezTo>
                    <a:pt x="101096" y="2065"/>
                    <a:pt x="102239" y="2231"/>
                    <a:pt x="102906" y="2279"/>
                  </a:cubicBezTo>
                  <a:lnTo>
                    <a:pt x="103061" y="2279"/>
                  </a:lnTo>
                  <a:cubicBezTo>
                    <a:pt x="103120" y="2285"/>
                    <a:pt x="103177" y="2288"/>
                    <a:pt x="103229" y="2288"/>
                  </a:cubicBezTo>
                  <a:cubicBezTo>
                    <a:pt x="103281" y="2288"/>
                    <a:pt x="103328" y="2285"/>
                    <a:pt x="103370" y="2279"/>
                  </a:cubicBezTo>
                  <a:cubicBezTo>
                    <a:pt x="105918" y="2231"/>
                    <a:pt x="108168" y="1743"/>
                    <a:pt x="110002" y="1350"/>
                  </a:cubicBezTo>
                  <a:cubicBezTo>
                    <a:pt x="111216" y="1088"/>
                    <a:pt x="112264" y="850"/>
                    <a:pt x="113097" y="826"/>
                  </a:cubicBezTo>
                  <a:cubicBezTo>
                    <a:pt x="113375" y="814"/>
                    <a:pt x="113650" y="808"/>
                    <a:pt x="113922" y="808"/>
                  </a:cubicBezTo>
                  <a:cubicBezTo>
                    <a:pt x="115445" y="808"/>
                    <a:pt x="116883" y="990"/>
                    <a:pt x="118277" y="1172"/>
                  </a:cubicBezTo>
                  <a:cubicBezTo>
                    <a:pt x="119672" y="1352"/>
                    <a:pt x="121108" y="1532"/>
                    <a:pt x="122636" y="1532"/>
                  </a:cubicBezTo>
                  <a:cubicBezTo>
                    <a:pt x="123129" y="1532"/>
                    <a:pt x="123632" y="1513"/>
                    <a:pt x="124146" y="1469"/>
                  </a:cubicBezTo>
                  <a:cubicBezTo>
                    <a:pt x="124480" y="1446"/>
                    <a:pt x="124980" y="1386"/>
                    <a:pt x="125623" y="1326"/>
                  </a:cubicBezTo>
                  <a:cubicBezTo>
                    <a:pt x="128209" y="1045"/>
                    <a:pt x="132917" y="536"/>
                    <a:pt x="137619" y="536"/>
                  </a:cubicBezTo>
                  <a:cubicBezTo>
                    <a:pt x="139088" y="536"/>
                    <a:pt x="140556" y="585"/>
                    <a:pt x="141958" y="707"/>
                  </a:cubicBezTo>
                  <a:cubicBezTo>
                    <a:pt x="145661" y="1029"/>
                    <a:pt x="149078" y="1505"/>
                    <a:pt x="151567" y="1850"/>
                  </a:cubicBezTo>
                  <a:cubicBezTo>
                    <a:pt x="153114" y="2065"/>
                    <a:pt x="154257" y="2219"/>
                    <a:pt x="154924" y="2267"/>
                  </a:cubicBezTo>
                  <a:lnTo>
                    <a:pt x="154924" y="2279"/>
                  </a:lnTo>
                  <a:lnTo>
                    <a:pt x="155091" y="2279"/>
                  </a:lnTo>
                  <a:cubicBezTo>
                    <a:pt x="155156" y="2285"/>
                    <a:pt x="155216" y="2288"/>
                    <a:pt x="155268" y="2288"/>
                  </a:cubicBezTo>
                  <a:cubicBezTo>
                    <a:pt x="155320" y="2288"/>
                    <a:pt x="155365" y="2285"/>
                    <a:pt x="155400" y="2279"/>
                  </a:cubicBezTo>
                  <a:cubicBezTo>
                    <a:pt x="157948" y="2219"/>
                    <a:pt x="160199" y="1743"/>
                    <a:pt x="162020" y="1338"/>
                  </a:cubicBezTo>
                  <a:cubicBezTo>
                    <a:pt x="163247" y="1076"/>
                    <a:pt x="164294" y="850"/>
                    <a:pt x="165116" y="826"/>
                  </a:cubicBezTo>
                  <a:cubicBezTo>
                    <a:pt x="165394" y="814"/>
                    <a:pt x="165668" y="808"/>
                    <a:pt x="165940" y="808"/>
                  </a:cubicBezTo>
                  <a:cubicBezTo>
                    <a:pt x="167464" y="808"/>
                    <a:pt x="168901" y="990"/>
                    <a:pt x="170295" y="1172"/>
                  </a:cubicBezTo>
                  <a:cubicBezTo>
                    <a:pt x="171710" y="1344"/>
                    <a:pt x="173159" y="1530"/>
                    <a:pt x="174701" y="1530"/>
                  </a:cubicBezTo>
                  <a:cubicBezTo>
                    <a:pt x="175183" y="1530"/>
                    <a:pt x="175675" y="1512"/>
                    <a:pt x="176177" y="1469"/>
                  </a:cubicBezTo>
                  <a:cubicBezTo>
                    <a:pt x="176498" y="1446"/>
                    <a:pt x="177010" y="1386"/>
                    <a:pt x="177641" y="1326"/>
                  </a:cubicBezTo>
                  <a:cubicBezTo>
                    <a:pt x="180227" y="1045"/>
                    <a:pt x="184942" y="536"/>
                    <a:pt x="189648" y="536"/>
                  </a:cubicBezTo>
                  <a:cubicBezTo>
                    <a:pt x="191117" y="536"/>
                    <a:pt x="192586" y="585"/>
                    <a:pt x="193989" y="707"/>
                  </a:cubicBezTo>
                  <a:cubicBezTo>
                    <a:pt x="197691" y="1029"/>
                    <a:pt x="201097" y="1505"/>
                    <a:pt x="203585" y="1850"/>
                  </a:cubicBezTo>
                  <a:cubicBezTo>
                    <a:pt x="205157" y="2065"/>
                    <a:pt x="206312" y="2231"/>
                    <a:pt x="206978" y="2267"/>
                  </a:cubicBezTo>
                  <a:lnTo>
                    <a:pt x="206978" y="2279"/>
                  </a:lnTo>
                  <a:lnTo>
                    <a:pt x="207121" y="2279"/>
                  </a:lnTo>
                  <a:cubicBezTo>
                    <a:pt x="207181" y="2285"/>
                    <a:pt x="207237" y="2288"/>
                    <a:pt x="207289" y="2288"/>
                  </a:cubicBezTo>
                  <a:cubicBezTo>
                    <a:pt x="207341" y="2288"/>
                    <a:pt x="207389" y="2285"/>
                    <a:pt x="207431" y="2279"/>
                  </a:cubicBezTo>
                  <a:cubicBezTo>
                    <a:pt x="209979" y="2219"/>
                    <a:pt x="212241" y="1743"/>
                    <a:pt x="214074" y="1338"/>
                  </a:cubicBezTo>
                  <a:cubicBezTo>
                    <a:pt x="215289" y="1076"/>
                    <a:pt x="216337" y="850"/>
                    <a:pt x="217158" y="814"/>
                  </a:cubicBezTo>
                  <a:cubicBezTo>
                    <a:pt x="217405" y="805"/>
                    <a:pt x="217650" y="800"/>
                    <a:pt x="217892" y="800"/>
                  </a:cubicBezTo>
                  <a:cubicBezTo>
                    <a:pt x="219456" y="800"/>
                    <a:pt x="220914" y="986"/>
                    <a:pt x="222337" y="1172"/>
                  </a:cubicBezTo>
                  <a:cubicBezTo>
                    <a:pt x="223752" y="1344"/>
                    <a:pt x="225201" y="1530"/>
                    <a:pt x="226743" y="1530"/>
                  </a:cubicBezTo>
                  <a:cubicBezTo>
                    <a:pt x="227225" y="1530"/>
                    <a:pt x="227717" y="1512"/>
                    <a:pt x="228219" y="1469"/>
                  </a:cubicBezTo>
                  <a:cubicBezTo>
                    <a:pt x="228540" y="1446"/>
                    <a:pt x="229052" y="1386"/>
                    <a:pt x="229683" y="1315"/>
                  </a:cubicBezTo>
                  <a:cubicBezTo>
                    <a:pt x="232268" y="1043"/>
                    <a:pt x="236980" y="536"/>
                    <a:pt x="241683" y="536"/>
                  </a:cubicBezTo>
                  <a:cubicBezTo>
                    <a:pt x="243155" y="536"/>
                    <a:pt x="244626" y="585"/>
                    <a:pt x="246031" y="707"/>
                  </a:cubicBezTo>
                  <a:cubicBezTo>
                    <a:pt x="249734" y="1017"/>
                    <a:pt x="253139" y="1493"/>
                    <a:pt x="255627" y="1850"/>
                  </a:cubicBezTo>
                  <a:cubicBezTo>
                    <a:pt x="257246" y="2065"/>
                    <a:pt x="258413" y="2231"/>
                    <a:pt x="259068" y="2267"/>
                  </a:cubicBezTo>
                  <a:lnTo>
                    <a:pt x="259068" y="2279"/>
                  </a:lnTo>
                  <a:lnTo>
                    <a:pt x="259473" y="2279"/>
                  </a:lnTo>
                  <a:cubicBezTo>
                    <a:pt x="262045" y="2231"/>
                    <a:pt x="264319" y="1743"/>
                    <a:pt x="266164" y="1338"/>
                  </a:cubicBezTo>
                  <a:cubicBezTo>
                    <a:pt x="267379" y="1076"/>
                    <a:pt x="268426" y="850"/>
                    <a:pt x="269260" y="814"/>
                  </a:cubicBezTo>
                  <a:cubicBezTo>
                    <a:pt x="269506" y="805"/>
                    <a:pt x="269749" y="800"/>
                    <a:pt x="269990" y="800"/>
                  </a:cubicBezTo>
                  <a:cubicBezTo>
                    <a:pt x="271549" y="800"/>
                    <a:pt x="273016" y="986"/>
                    <a:pt x="274439" y="1172"/>
                  </a:cubicBezTo>
                  <a:cubicBezTo>
                    <a:pt x="275854" y="1344"/>
                    <a:pt x="277303" y="1530"/>
                    <a:pt x="278845" y="1530"/>
                  </a:cubicBezTo>
                  <a:cubicBezTo>
                    <a:pt x="279327" y="1530"/>
                    <a:pt x="279819" y="1512"/>
                    <a:pt x="280321" y="1469"/>
                  </a:cubicBezTo>
                  <a:cubicBezTo>
                    <a:pt x="280642" y="1446"/>
                    <a:pt x="281142" y="1386"/>
                    <a:pt x="281785" y="1315"/>
                  </a:cubicBezTo>
                  <a:cubicBezTo>
                    <a:pt x="282821" y="1207"/>
                    <a:pt x="284178" y="1065"/>
                    <a:pt x="285750" y="922"/>
                  </a:cubicBezTo>
                  <a:lnTo>
                    <a:pt x="285750" y="386"/>
                  </a:lnTo>
                  <a:cubicBezTo>
                    <a:pt x="284155" y="529"/>
                    <a:pt x="282773" y="672"/>
                    <a:pt x="281726" y="779"/>
                  </a:cubicBezTo>
                  <a:cubicBezTo>
                    <a:pt x="281095" y="850"/>
                    <a:pt x="280595" y="910"/>
                    <a:pt x="280273" y="934"/>
                  </a:cubicBezTo>
                  <a:lnTo>
                    <a:pt x="280285" y="934"/>
                  </a:lnTo>
                  <a:cubicBezTo>
                    <a:pt x="279773" y="978"/>
                    <a:pt x="279276" y="998"/>
                    <a:pt x="278789" y="998"/>
                  </a:cubicBezTo>
                  <a:cubicBezTo>
                    <a:pt x="277326" y="998"/>
                    <a:pt x="275951" y="823"/>
                    <a:pt x="274522" y="636"/>
                  </a:cubicBezTo>
                  <a:cubicBezTo>
                    <a:pt x="273099" y="463"/>
                    <a:pt x="271632" y="273"/>
                    <a:pt x="270063" y="273"/>
                  </a:cubicBezTo>
                  <a:cubicBezTo>
                    <a:pt x="269794" y="273"/>
                    <a:pt x="269523" y="278"/>
                    <a:pt x="269248" y="291"/>
                  </a:cubicBezTo>
                  <a:cubicBezTo>
                    <a:pt x="268379" y="326"/>
                    <a:pt x="267307" y="553"/>
                    <a:pt x="266069" y="826"/>
                  </a:cubicBezTo>
                  <a:cubicBezTo>
                    <a:pt x="264176" y="1231"/>
                    <a:pt x="261830" y="1731"/>
                    <a:pt x="259187" y="1743"/>
                  </a:cubicBezTo>
                  <a:cubicBezTo>
                    <a:pt x="258580" y="1719"/>
                    <a:pt x="257342" y="1541"/>
                    <a:pt x="255722" y="1315"/>
                  </a:cubicBezTo>
                  <a:cubicBezTo>
                    <a:pt x="253222" y="969"/>
                    <a:pt x="249805" y="493"/>
                    <a:pt x="246090" y="172"/>
                  </a:cubicBezTo>
                  <a:cubicBezTo>
                    <a:pt x="244674" y="50"/>
                    <a:pt x="243193" y="0"/>
                    <a:pt x="241712" y="0"/>
                  </a:cubicBezTo>
                  <a:cubicBezTo>
                    <a:pt x="236973" y="0"/>
                    <a:pt x="232240" y="509"/>
                    <a:pt x="229636" y="791"/>
                  </a:cubicBezTo>
                  <a:cubicBezTo>
                    <a:pt x="229005" y="862"/>
                    <a:pt x="228505" y="910"/>
                    <a:pt x="228183" y="934"/>
                  </a:cubicBezTo>
                  <a:cubicBezTo>
                    <a:pt x="227683" y="977"/>
                    <a:pt x="227198" y="996"/>
                    <a:pt x="226722" y="996"/>
                  </a:cubicBezTo>
                  <a:cubicBezTo>
                    <a:pt x="225246" y="996"/>
                    <a:pt x="223861" y="816"/>
                    <a:pt x="222421" y="636"/>
                  </a:cubicBezTo>
                  <a:cubicBezTo>
                    <a:pt x="220997" y="463"/>
                    <a:pt x="219531" y="273"/>
                    <a:pt x="217961" y="273"/>
                  </a:cubicBezTo>
                  <a:cubicBezTo>
                    <a:pt x="217693" y="273"/>
                    <a:pt x="217421" y="278"/>
                    <a:pt x="217146" y="291"/>
                  </a:cubicBezTo>
                  <a:cubicBezTo>
                    <a:pt x="216277" y="326"/>
                    <a:pt x="215205" y="553"/>
                    <a:pt x="213967" y="826"/>
                  </a:cubicBezTo>
                  <a:cubicBezTo>
                    <a:pt x="212086" y="1231"/>
                    <a:pt x="209752" y="1731"/>
                    <a:pt x="207121" y="1743"/>
                  </a:cubicBezTo>
                  <a:cubicBezTo>
                    <a:pt x="206514" y="1719"/>
                    <a:pt x="205288" y="1541"/>
                    <a:pt x="203668" y="1315"/>
                  </a:cubicBezTo>
                  <a:cubicBezTo>
                    <a:pt x="201180" y="969"/>
                    <a:pt x="197763" y="493"/>
                    <a:pt x="194036" y="172"/>
                  </a:cubicBezTo>
                  <a:cubicBezTo>
                    <a:pt x="192622" y="50"/>
                    <a:pt x="191143" y="0"/>
                    <a:pt x="189663" y="0"/>
                  </a:cubicBezTo>
                  <a:cubicBezTo>
                    <a:pt x="184926" y="0"/>
                    <a:pt x="180188" y="509"/>
                    <a:pt x="177594" y="791"/>
                  </a:cubicBezTo>
                  <a:cubicBezTo>
                    <a:pt x="176963" y="862"/>
                    <a:pt x="176463" y="910"/>
                    <a:pt x="176141" y="934"/>
                  </a:cubicBezTo>
                  <a:cubicBezTo>
                    <a:pt x="175641" y="977"/>
                    <a:pt x="175156" y="996"/>
                    <a:pt x="174679" y="996"/>
                  </a:cubicBezTo>
                  <a:cubicBezTo>
                    <a:pt x="173204" y="996"/>
                    <a:pt x="171818" y="816"/>
                    <a:pt x="170378" y="636"/>
                  </a:cubicBezTo>
                  <a:cubicBezTo>
                    <a:pt x="168955" y="463"/>
                    <a:pt x="167488" y="273"/>
                    <a:pt x="165919" y="273"/>
                  </a:cubicBezTo>
                  <a:cubicBezTo>
                    <a:pt x="165650" y="273"/>
                    <a:pt x="165379" y="278"/>
                    <a:pt x="165104" y="291"/>
                  </a:cubicBezTo>
                  <a:cubicBezTo>
                    <a:pt x="164235" y="326"/>
                    <a:pt x="163163" y="553"/>
                    <a:pt x="161925" y="826"/>
                  </a:cubicBezTo>
                  <a:cubicBezTo>
                    <a:pt x="160044" y="1231"/>
                    <a:pt x="157722" y="1731"/>
                    <a:pt x="155103" y="1743"/>
                  </a:cubicBezTo>
                  <a:cubicBezTo>
                    <a:pt x="154484" y="1719"/>
                    <a:pt x="153257" y="1541"/>
                    <a:pt x="151650" y="1315"/>
                  </a:cubicBezTo>
                  <a:cubicBezTo>
                    <a:pt x="149150" y="969"/>
                    <a:pt x="145733" y="493"/>
                    <a:pt x="142018" y="172"/>
                  </a:cubicBezTo>
                  <a:cubicBezTo>
                    <a:pt x="140601" y="50"/>
                    <a:pt x="139120" y="0"/>
                    <a:pt x="137640" y="0"/>
                  </a:cubicBezTo>
                  <a:cubicBezTo>
                    <a:pt x="132901" y="0"/>
                    <a:pt x="128170" y="509"/>
                    <a:pt x="125575" y="791"/>
                  </a:cubicBezTo>
                  <a:cubicBezTo>
                    <a:pt x="124932" y="862"/>
                    <a:pt x="124432" y="910"/>
                    <a:pt x="124111" y="934"/>
                  </a:cubicBezTo>
                  <a:cubicBezTo>
                    <a:pt x="123611" y="977"/>
                    <a:pt x="123125" y="996"/>
                    <a:pt x="122649" y="996"/>
                  </a:cubicBezTo>
                  <a:cubicBezTo>
                    <a:pt x="121174" y="996"/>
                    <a:pt x="119788" y="816"/>
                    <a:pt x="118348" y="636"/>
                  </a:cubicBezTo>
                  <a:cubicBezTo>
                    <a:pt x="116925" y="463"/>
                    <a:pt x="115458" y="273"/>
                    <a:pt x="113896" y="273"/>
                  </a:cubicBezTo>
                  <a:cubicBezTo>
                    <a:pt x="113629" y="273"/>
                    <a:pt x="113359" y="278"/>
                    <a:pt x="113086" y="291"/>
                  </a:cubicBezTo>
                  <a:cubicBezTo>
                    <a:pt x="112205" y="326"/>
                    <a:pt x="111133" y="553"/>
                    <a:pt x="109895" y="826"/>
                  </a:cubicBezTo>
                  <a:cubicBezTo>
                    <a:pt x="108014" y="1231"/>
                    <a:pt x="105680" y="1731"/>
                    <a:pt x="103061" y="1743"/>
                  </a:cubicBezTo>
                  <a:cubicBezTo>
                    <a:pt x="102453" y="1719"/>
                    <a:pt x="101227" y="1541"/>
                    <a:pt x="99608" y="1315"/>
                  </a:cubicBezTo>
                  <a:cubicBezTo>
                    <a:pt x="97119" y="969"/>
                    <a:pt x="93702" y="493"/>
                    <a:pt x="89976" y="172"/>
                  </a:cubicBezTo>
                  <a:cubicBezTo>
                    <a:pt x="88562" y="50"/>
                    <a:pt x="87082" y="0"/>
                    <a:pt x="85603" y="0"/>
                  </a:cubicBezTo>
                  <a:cubicBezTo>
                    <a:pt x="80866" y="0"/>
                    <a:pt x="76128" y="509"/>
                    <a:pt x="73533" y="791"/>
                  </a:cubicBezTo>
                  <a:cubicBezTo>
                    <a:pt x="72902" y="862"/>
                    <a:pt x="72402" y="910"/>
                    <a:pt x="72080" y="934"/>
                  </a:cubicBezTo>
                  <a:cubicBezTo>
                    <a:pt x="71581" y="977"/>
                    <a:pt x="71095" y="996"/>
                    <a:pt x="70619" y="996"/>
                  </a:cubicBezTo>
                  <a:cubicBezTo>
                    <a:pt x="69143" y="996"/>
                    <a:pt x="67758" y="816"/>
                    <a:pt x="66318" y="636"/>
                  </a:cubicBezTo>
                  <a:cubicBezTo>
                    <a:pt x="64894" y="463"/>
                    <a:pt x="63428" y="273"/>
                    <a:pt x="61858" y="273"/>
                  </a:cubicBezTo>
                  <a:cubicBezTo>
                    <a:pt x="61590" y="273"/>
                    <a:pt x="61318" y="278"/>
                    <a:pt x="61043" y="291"/>
                  </a:cubicBezTo>
                  <a:cubicBezTo>
                    <a:pt x="60174" y="326"/>
                    <a:pt x="59103" y="553"/>
                    <a:pt x="57864" y="826"/>
                  </a:cubicBezTo>
                  <a:cubicBezTo>
                    <a:pt x="55947" y="1231"/>
                    <a:pt x="53578" y="1743"/>
                    <a:pt x="50911" y="1743"/>
                  </a:cubicBezTo>
                  <a:cubicBezTo>
                    <a:pt x="50316" y="1719"/>
                    <a:pt x="49066" y="1541"/>
                    <a:pt x="47435" y="1315"/>
                  </a:cubicBezTo>
                  <a:cubicBezTo>
                    <a:pt x="44946" y="969"/>
                    <a:pt x="41529" y="493"/>
                    <a:pt x="37802" y="172"/>
                  </a:cubicBezTo>
                  <a:cubicBezTo>
                    <a:pt x="36388" y="50"/>
                    <a:pt x="34909" y="0"/>
                    <a:pt x="33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21"/>
            <p:cNvSpPr/>
            <p:nvPr/>
          </p:nvSpPr>
          <p:spPr>
            <a:xfrm rot="10800000" flipH="1">
              <a:off x="-14087" y="4940600"/>
              <a:ext cx="9164387" cy="60325"/>
            </a:xfrm>
            <a:custGeom>
              <a:avLst/>
              <a:gdLst/>
              <a:ahLst/>
              <a:cxnLst/>
              <a:rect l="l" t="t" r="r" b="b"/>
              <a:pathLst>
                <a:path w="285762" h="2413" extrusionOk="0">
                  <a:moveTo>
                    <a:pt x="46663" y="1"/>
                  </a:moveTo>
                  <a:cubicBezTo>
                    <a:pt x="43721" y="1"/>
                    <a:pt x="40356" y="198"/>
                    <a:pt x="35101" y="198"/>
                  </a:cubicBezTo>
                  <a:cubicBezTo>
                    <a:pt x="34729" y="198"/>
                    <a:pt x="34348" y="197"/>
                    <a:pt x="33957" y="195"/>
                  </a:cubicBezTo>
                  <a:cubicBezTo>
                    <a:pt x="32886" y="188"/>
                    <a:pt x="31813" y="185"/>
                    <a:pt x="30744" y="185"/>
                  </a:cubicBezTo>
                  <a:cubicBezTo>
                    <a:pt x="20651" y="185"/>
                    <a:pt x="10820" y="464"/>
                    <a:pt x="4834" y="528"/>
                  </a:cubicBezTo>
                  <a:cubicBezTo>
                    <a:pt x="4788" y="529"/>
                    <a:pt x="4740" y="529"/>
                    <a:pt x="4692" y="529"/>
                  </a:cubicBezTo>
                  <a:cubicBezTo>
                    <a:pt x="3334" y="529"/>
                    <a:pt x="1322" y="370"/>
                    <a:pt x="0" y="278"/>
                  </a:cubicBezTo>
                  <a:lnTo>
                    <a:pt x="0" y="1647"/>
                  </a:lnTo>
                  <a:cubicBezTo>
                    <a:pt x="1288" y="1921"/>
                    <a:pt x="2924" y="2412"/>
                    <a:pt x="3835" y="2412"/>
                  </a:cubicBezTo>
                  <a:cubicBezTo>
                    <a:pt x="3876" y="2412"/>
                    <a:pt x="3915" y="2411"/>
                    <a:pt x="3953" y="2409"/>
                  </a:cubicBezTo>
                  <a:cubicBezTo>
                    <a:pt x="4682" y="2344"/>
                    <a:pt x="14922" y="2130"/>
                    <a:pt x="26406" y="2130"/>
                  </a:cubicBezTo>
                  <a:cubicBezTo>
                    <a:pt x="27486" y="2130"/>
                    <a:pt x="28576" y="2131"/>
                    <a:pt x="29670" y="2136"/>
                  </a:cubicBezTo>
                  <a:cubicBezTo>
                    <a:pt x="29952" y="2137"/>
                    <a:pt x="30232" y="2137"/>
                    <a:pt x="30508" y="2137"/>
                  </a:cubicBezTo>
                  <a:cubicBezTo>
                    <a:pt x="39612" y="2137"/>
                    <a:pt x="45792" y="1468"/>
                    <a:pt x="49925" y="1468"/>
                  </a:cubicBezTo>
                  <a:cubicBezTo>
                    <a:pt x="50364" y="1468"/>
                    <a:pt x="50779" y="1476"/>
                    <a:pt x="51173" y="1493"/>
                  </a:cubicBezTo>
                  <a:cubicBezTo>
                    <a:pt x="52482" y="1597"/>
                    <a:pt x="54873" y="2411"/>
                    <a:pt x="56033" y="2411"/>
                  </a:cubicBezTo>
                  <a:cubicBezTo>
                    <a:pt x="56065" y="2411"/>
                    <a:pt x="56096" y="2411"/>
                    <a:pt x="56126" y="2409"/>
                  </a:cubicBezTo>
                  <a:cubicBezTo>
                    <a:pt x="56840" y="2335"/>
                    <a:pt x="66681" y="2126"/>
                    <a:pt x="77878" y="2126"/>
                  </a:cubicBezTo>
                  <a:cubicBezTo>
                    <a:pt x="79185" y="2126"/>
                    <a:pt x="80511" y="2129"/>
                    <a:pt x="81844" y="2136"/>
                  </a:cubicBezTo>
                  <a:cubicBezTo>
                    <a:pt x="82128" y="2137"/>
                    <a:pt x="82410" y="2137"/>
                    <a:pt x="82689" y="2137"/>
                  </a:cubicBezTo>
                  <a:cubicBezTo>
                    <a:pt x="91793" y="2137"/>
                    <a:pt x="97974" y="1471"/>
                    <a:pt x="102103" y="1471"/>
                  </a:cubicBezTo>
                  <a:cubicBezTo>
                    <a:pt x="102518" y="1471"/>
                    <a:pt x="102912" y="1478"/>
                    <a:pt x="103287" y="1493"/>
                  </a:cubicBezTo>
                  <a:cubicBezTo>
                    <a:pt x="104606" y="1631"/>
                    <a:pt x="106926" y="2411"/>
                    <a:pt x="108061" y="2411"/>
                  </a:cubicBezTo>
                  <a:cubicBezTo>
                    <a:pt x="108094" y="2411"/>
                    <a:pt x="108126" y="2411"/>
                    <a:pt x="108156" y="2409"/>
                  </a:cubicBezTo>
                  <a:cubicBezTo>
                    <a:pt x="108871" y="2335"/>
                    <a:pt x="118721" y="2126"/>
                    <a:pt x="129920" y="2126"/>
                  </a:cubicBezTo>
                  <a:cubicBezTo>
                    <a:pt x="131228" y="2126"/>
                    <a:pt x="132554" y="2129"/>
                    <a:pt x="133886" y="2136"/>
                  </a:cubicBezTo>
                  <a:cubicBezTo>
                    <a:pt x="134170" y="2137"/>
                    <a:pt x="134451" y="2137"/>
                    <a:pt x="134729" y="2137"/>
                  </a:cubicBezTo>
                  <a:cubicBezTo>
                    <a:pt x="143813" y="2137"/>
                    <a:pt x="149992" y="1471"/>
                    <a:pt x="154122" y="1471"/>
                  </a:cubicBezTo>
                  <a:cubicBezTo>
                    <a:pt x="154537" y="1471"/>
                    <a:pt x="154931" y="1478"/>
                    <a:pt x="155305" y="1493"/>
                  </a:cubicBezTo>
                  <a:cubicBezTo>
                    <a:pt x="156624" y="1631"/>
                    <a:pt x="158944" y="2411"/>
                    <a:pt x="160090" y="2411"/>
                  </a:cubicBezTo>
                  <a:cubicBezTo>
                    <a:pt x="160123" y="2411"/>
                    <a:pt x="160156" y="2411"/>
                    <a:pt x="160187" y="2409"/>
                  </a:cubicBezTo>
                  <a:cubicBezTo>
                    <a:pt x="160901" y="2335"/>
                    <a:pt x="170742" y="2126"/>
                    <a:pt x="181939" y="2126"/>
                  </a:cubicBezTo>
                  <a:cubicBezTo>
                    <a:pt x="183246" y="2126"/>
                    <a:pt x="184572" y="2129"/>
                    <a:pt x="185904" y="2136"/>
                  </a:cubicBezTo>
                  <a:cubicBezTo>
                    <a:pt x="186189" y="2137"/>
                    <a:pt x="186471" y="2137"/>
                    <a:pt x="186751" y="2137"/>
                  </a:cubicBezTo>
                  <a:cubicBezTo>
                    <a:pt x="195864" y="2137"/>
                    <a:pt x="202046" y="1471"/>
                    <a:pt x="206176" y="1471"/>
                  </a:cubicBezTo>
                  <a:cubicBezTo>
                    <a:pt x="206591" y="1471"/>
                    <a:pt x="206985" y="1478"/>
                    <a:pt x="207359" y="1493"/>
                  </a:cubicBezTo>
                  <a:cubicBezTo>
                    <a:pt x="208690" y="1631"/>
                    <a:pt x="210999" y="2411"/>
                    <a:pt x="212134" y="2411"/>
                  </a:cubicBezTo>
                  <a:cubicBezTo>
                    <a:pt x="212166" y="2411"/>
                    <a:pt x="212198" y="2411"/>
                    <a:pt x="212229" y="2409"/>
                  </a:cubicBezTo>
                  <a:cubicBezTo>
                    <a:pt x="212943" y="2335"/>
                    <a:pt x="222794" y="2126"/>
                    <a:pt x="233992" y="2126"/>
                  </a:cubicBezTo>
                  <a:cubicBezTo>
                    <a:pt x="235300" y="2126"/>
                    <a:pt x="236626" y="2129"/>
                    <a:pt x="237958" y="2136"/>
                  </a:cubicBezTo>
                  <a:cubicBezTo>
                    <a:pt x="238240" y="2137"/>
                    <a:pt x="238519" y="2137"/>
                    <a:pt x="238796" y="2137"/>
                  </a:cubicBezTo>
                  <a:cubicBezTo>
                    <a:pt x="247889" y="2137"/>
                    <a:pt x="254077" y="1468"/>
                    <a:pt x="258204" y="1468"/>
                  </a:cubicBezTo>
                  <a:cubicBezTo>
                    <a:pt x="258642" y="1468"/>
                    <a:pt x="259057" y="1476"/>
                    <a:pt x="259449" y="1493"/>
                  </a:cubicBezTo>
                  <a:cubicBezTo>
                    <a:pt x="260769" y="1620"/>
                    <a:pt x="263090" y="2411"/>
                    <a:pt x="264236" y="2411"/>
                  </a:cubicBezTo>
                  <a:cubicBezTo>
                    <a:pt x="264268" y="2411"/>
                    <a:pt x="264300" y="2411"/>
                    <a:pt x="264331" y="2409"/>
                  </a:cubicBezTo>
                  <a:cubicBezTo>
                    <a:pt x="265033" y="2338"/>
                    <a:pt x="274701" y="2136"/>
                    <a:pt x="285762" y="2124"/>
                  </a:cubicBezTo>
                  <a:lnTo>
                    <a:pt x="285762" y="207"/>
                  </a:lnTo>
                  <a:cubicBezTo>
                    <a:pt x="277642" y="278"/>
                    <a:pt x="270129" y="469"/>
                    <a:pt x="265212" y="516"/>
                  </a:cubicBezTo>
                  <a:cubicBezTo>
                    <a:pt x="265140" y="517"/>
                    <a:pt x="265065" y="518"/>
                    <a:pt x="264989" y="518"/>
                  </a:cubicBezTo>
                  <a:cubicBezTo>
                    <a:pt x="263232" y="518"/>
                    <a:pt x="260488" y="264"/>
                    <a:pt x="259449" y="219"/>
                  </a:cubicBezTo>
                  <a:cubicBezTo>
                    <a:pt x="257930" y="55"/>
                    <a:pt x="256506" y="1"/>
                    <a:pt x="254966" y="1"/>
                  </a:cubicBezTo>
                  <a:cubicBezTo>
                    <a:pt x="252020" y="1"/>
                    <a:pt x="248652" y="198"/>
                    <a:pt x="243391" y="198"/>
                  </a:cubicBezTo>
                  <a:cubicBezTo>
                    <a:pt x="243018" y="198"/>
                    <a:pt x="242636" y="197"/>
                    <a:pt x="242245" y="195"/>
                  </a:cubicBezTo>
                  <a:cubicBezTo>
                    <a:pt x="241174" y="188"/>
                    <a:pt x="240101" y="185"/>
                    <a:pt x="239032" y="185"/>
                  </a:cubicBezTo>
                  <a:cubicBezTo>
                    <a:pt x="228936" y="185"/>
                    <a:pt x="219096" y="464"/>
                    <a:pt x="213110" y="528"/>
                  </a:cubicBezTo>
                  <a:cubicBezTo>
                    <a:pt x="213073" y="528"/>
                    <a:pt x="213035" y="529"/>
                    <a:pt x="212997" y="529"/>
                  </a:cubicBezTo>
                  <a:cubicBezTo>
                    <a:pt x="211306" y="529"/>
                    <a:pt x="208572" y="277"/>
                    <a:pt x="207443" y="231"/>
                  </a:cubicBezTo>
                  <a:cubicBezTo>
                    <a:pt x="205895" y="60"/>
                    <a:pt x="204446" y="4"/>
                    <a:pt x="202875" y="4"/>
                  </a:cubicBezTo>
                  <a:cubicBezTo>
                    <a:pt x="199941" y="4"/>
                    <a:pt x="196578" y="198"/>
                    <a:pt x="191342" y="198"/>
                  </a:cubicBezTo>
                  <a:cubicBezTo>
                    <a:pt x="190968" y="198"/>
                    <a:pt x="190584" y="197"/>
                    <a:pt x="190190" y="195"/>
                  </a:cubicBezTo>
                  <a:cubicBezTo>
                    <a:pt x="189119" y="188"/>
                    <a:pt x="188047" y="185"/>
                    <a:pt x="186978" y="185"/>
                  </a:cubicBezTo>
                  <a:cubicBezTo>
                    <a:pt x="176884" y="185"/>
                    <a:pt x="167054" y="464"/>
                    <a:pt x="161068" y="528"/>
                  </a:cubicBezTo>
                  <a:cubicBezTo>
                    <a:pt x="161029" y="528"/>
                    <a:pt x="160990" y="529"/>
                    <a:pt x="160950" y="529"/>
                  </a:cubicBezTo>
                  <a:cubicBezTo>
                    <a:pt x="159273" y="529"/>
                    <a:pt x="156587" y="289"/>
                    <a:pt x="155436" y="231"/>
                  </a:cubicBezTo>
                  <a:cubicBezTo>
                    <a:pt x="153884" y="60"/>
                    <a:pt x="152433" y="4"/>
                    <a:pt x="150860" y="4"/>
                  </a:cubicBezTo>
                  <a:cubicBezTo>
                    <a:pt x="147923" y="4"/>
                    <a:pt x="144560" y="198"/>
                    <a:pt x="139323" y="198"/>
                  </a:cubicBezTo>
                  <a:cubicBezTo>
                    <a:pt x="138949" y="198"/>
                    <a:pt x="138566" y="197"/>
                    <a:pt x="138172" y="195"/>
                  </a:cubicBezTo>
                  <a:cubicBezTo>
                    <a:pt x="137101" y="188"/>
                    <a:pt x="136029" y="185"/>
                    <a:pt x="134959" y="185"/>
                  </a:cubicBezTo>
                  <a:cubicBezTo>
                    <a:pt x="124864" y="185"/>
                    <a:pt x="115024" y="464"/>
                    <a:pt x="109049" y="528"/>
                  </a:cubicBezTo>
                  <a:cubicBezTo>
                    <a:pt x="109010" y="528"/>
                    <a:pt x="108970" y="529"/>
                    <a:pt x="108930" y="529"/>
                  </a:cubicBezTo>
                  <a:cubicBezTo>
                    <a:pt x="107230" y="529"/>
                    <a:pt x="104534" y="289"/>
                    <a:pt x="103394" y="231"/>
                  </a:cubicBezTo>
                  <a:cubicBezTo>
                    <a:pt x="101842" y="60"/>
                    <a:pt x="100392" y="4"/>
                    <a:pt x="98820" y="4"/>
                  </a:cubicBezTo>
                  <a:cubicBezTo>
                    <a:pt x="95886" y="4"/>
                    <a:pt x="92525" y="198"/>
                    <a:pt x="87283" y="198"/>
                  </a:cubicBezTo>
                  <a:cubicBezTo>
                    <a:pt x="86908" y="198"/>
                    <a:pt x="86524" y="197"/>
                    <a:pt x="86130" y="195"/>
                  </a:cubicBezTo>
                  <a:cubicBezTo>
                    <a:pt x="85059" y="188"/>
                    <a:pt x="83987" y="185"/>
                    <a:pt x="82917" y="185"/>
                  </a:cubicBezTo>
                  <a:cubicBezTo>
                    <a:pt x="72824" y="185"/>
                    <a:pt x="62993" y="464"/>
                    <a:pt x="57007" y="528"/>
                  </a:cubicBezTo>
                  <a:cubicBezTo>
                    <a:pt x="56972" y="528"/>
                    <a:pt x="56936" y="529"/>
                    <a:pt x="56900" y="529"/>
                  </a:cubicBezTo>
                  <a:cubicBezTo>
                    <a:pt x="55089" y="529"/>
                    <a:pt x="52095" y="242"/>
                    <a:pt x="51137" y="219"/>
                  </a:cubicBezTo>
                  <a:cubicBezTo>
                    <a:pt x="49622" y="55"/>
                    <a:pt x="48200" y="1"/>
                    <a:pt x="46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21"/>
            <p:cNvSpPr/>
            <p:nvPr/>
          </p:nvSpPr>
          <p:spPr>
            <a:xfrm rot="10800000" flipH="1">
              <a:off x="-14087" y="4879075"/>
              <a:ext cx="9164387" cy="35800"/>
            </a:xfrm>
            <a:custGeom>
              <a:avLst/>
              <a:gdLst/>
              <a:ahLst/>
              <a:cxnLst/>
              <a:rect l="l" t="t" r="r" b="b"/>
              <a:pathLst>
                <a:path w="285762" h="1432" extrusionOk="0">
                  <a:moveTo>
                    <a:pt x="31820" y="1"/>
                  </a:moveTo>
                  <a:cubicBezTo>
                    <a:pt x="30994" y="1"/>
                    <a:pt x="30174" y="13"/>
                    <a:pt x="29361" y="39"/>
                  </a:cubicBezTo>
                  <a:cubicBezTo>
                    <a:pt x="26753" y="134"/>
                    <a:pt x="24110" y="229"/>
                    <a:pt x="21550" y="337"/>
                  </a:cubicBezTo>
                  <a:cubicBezTo>
                    <a:pt x="16538" y="527"/>
                    <a:pt x="11359" y="730"/>
                    <a:pt x="6263" y="825"/>
                  </a:cubicBezTo>
                  <a:cubicBezTo>
                    <a:pt x="4262" y="872"/>
                    <a:pt x="2155" y="896"/>
                    <a:pt x="0" y="896"/>
                  </a:cubicBezTo>
                  <a:lnTo>
                    <a:pt x="0" y="1432"/>
                  </a:lnTo>
                  <a:cubicBezTo>
                    <a:pt x="2155" y="1432"/>
                    <a:pt x="4262" y="1408"/>
                    <a:pt x="6275" y="1372"/>
                  </a:cubicBezTo>
                  <a:cubicBezTo>
                    <a:pt x="11370" y="1265"/>
                    <a:pt x="16562" y="1063"/>
                    <a:pt x="21574" y="872"/>
                  </a:cubicBezTo>
                  <a:cubicBezTo>
                    <a:pt x="24134" y="777"/>
                    <a:pt x="26777" y="670"/>
                    <a:pt x="29373" y="575"/>
                  </a:cubicBezTo>
                  <a:cubicBezTo>
                    <a:pt x="30164" y="549"/>
                    <a:pt x="30961" y="538"/>
                    <a:pt x="31764" y="538"/>
                  </a:cubicBezTo>
                  <a:cubicBezTo>
                    <a:pt x="35444" y="538"/>
                    <a:pt x="39223" y="779"/>
                    <a:pt x="42898" y="1003"/>
                  </a:cubicBezTo>
                  <a:cubicBezTo>
                    <a:pt x="45530" y="1170"/>
                    <a:pt x="48232" y="1349"/>
                    <a:pt x="50840" y="1420"/>
                  </a:cubicBezTo>
                  <a:lnTo>
                    <a:pt x="50840" y="1432"/>
                  </a:lnTo>
                  <a:lnTo>
                    <a:pt x="51125" y="1432"/>
                  </a:lnTo>
                  <a:cubicBezTo>
                    <a:pt x="53650" y="1432"/>
                    <a:pt x="56114" y="1408"/>
                    <a:pt x="58448" y="1361"/>
                  </a:cubicBezTo>
                  <a:cubicBezTo>
                    <a:pt x="63544" y="1253"/>
                    <a:pt x="68735" y="1063"/>
                    <a:pt x="73747" y="860"/>
                  </a:cubicBezTo>
                  <a:cubicBezTo>
                    <a:pt x="76307" y="765"/>
                    <a:pt x="78950" y="670"/>
                    <a:pt x="81546" y="575"/>
                  </a:cubicBezTo>
                  <a:cubicBezTo>
                    <a:pt x="82356" y="549"/>
                    <a:pt x="83174" y="537"/>
                    <a:pt x="83997" y="537"/>
                  </a:cubicBezTo>
                  <a:cubicBezTo>
                    <a:pt x="87658" y="537"/>
                    <a:pt x="91416" y="770"/>
                    <a:pt x="95071" y="1003"/>
                  </a:cubicBezTo>
                  <a:cubicBezTo>
                    <a:pt x="97655" y="1170"/>
                    <a:pt x="100310" y="1337"/>
                    <a:pt x="102882" y="1408"/>
                  </a:cubicBezTo>
                  <a:lnTo>
                    <a:pt x="102882" y="1420"/>
                  </a:lnTo>
                  <a:lnTo>
                    <a:pt x="103299" y="1420"/>
                  </a:lnTo>
                  <a:cubicBezTo>
                    <a:pt x="103724" y="1422"/>
                    <a:pt x="104147" y="1423"/>
                    <a:pt x="104568" y="1423"/>
                  </a:cubicBezTo>
                  <a:cubicBezTo>
                    <a:pt x="106601" y="1423"/>
                    <a:pt x="108584" y="1400"/>
                    <a:pt x="110478" y="1361"/>
                  </a:cubicBezTo>
                  <a:cubicBezTo>
                    <a:pt x="115586" y="1253"/>
                    <a:pt x="120765" y="1051"/>
                    <a:pt x="125778" y="860"/>
                  </a:cubicBezTo>
                  <a:cubicBezTo>
                    <a:pt x="128337" y="765"/>
                    <a:pt x="130981" y="658"/>
                    <a:pt x="133588" y="575"/>
                  </a:cubicBezTo>
                  <a:cubicBezTo>
                    <a:pt x="134423" y="545"/>
                    <a:pt x="135266" y="532"/>
                    <a:pt x="136114" y="532"/>
                  </a:cubicBezTo>
                  <a:cubicBezTo>
                    <a:pt x="139743" y="532"/>
                    <a:pt x="143475" y="772"/>
                    <a:pt x="147114" y="1003"/>
                  </a:cubicBezTo>
                  <a:cubicBezTo>
                    <a:pt x="149685" y="1158"/>
                    <a:pt x="152340" y="1337"/>
                    <a:pt x="154900" y="1408"/>
                  </a:cubicBezTo>
                  <a:lnTo>
                    <a:pt x="154900" y="1420"/>
                  </a:lnTo>
                  <a:lnTo>
                    <a:pt x="155341" y="1420"/>
                  </a:lnTo>
                  <a:cubicBezTo>
                    <a:pt x="157817" y="1420"/>
                    <a:pt x="160222" y="1408"/>
                    <a:pt x="162508" y="1361"/>
                  </a:cubicBezTo>
                  <a:cubicBezTo>
                    <a:pt x="167604" y="1253"/>
                    <a:pt x="172795" y="1051"/>
                    <a:pt x="177808" y="860"/>
                  </a:cubicBezTo>
                  <a:cubicBezTo>
                    <a:pt x="180368" y="765"/>
                    <a:pt x="183011" y="658"/>
                    <a:pt x="185607" y="575"/>
                  </a:cubicBezTo>
                  <a:cubicBezTo>
                    <a:pt x="186443" y="545"/>
                    <a:pt x="187288" y="532"/>
                    <a:pt x="188138" y="532"/>
                  </a:cubicBezTo>
                  <a:cubicBezTo>
                    <a:pt x="191773" y="532"/>
                    <a:pt x="195504" y="772"/>
                    <a:pt x="199132" y="1003"/>
                  </a:cubicBezTo>
                  <a:cubicBezTo>
                    <a:pt x="201716" y="1158"/>
                    <a:pt x="204383" y="1325"/>
                    <a:pt x="206954" y="1408"/>
                  </a:cubicBezTo>
                  <a:lnTo>
                    <a:pt x="206954" y="1420"/>
                  </a:lnTo>
                  <a:lnTo>
                    <a:pt x="207359" y="1420"/>
                  </a:lnTo>
                  <a:cubicBezTo>
                    <a:pt x="209848" y="1420"/>
                    <a:pt x="212265" y="1396"/>
                    <a:pt x="214551" y="1349"/>
                  </a:cubicBezTo>
                  <a:cubicBezTo>
                    <a:pt x="219658" y="1253"/>
                    <a:pt x="224838" y="1051"/>
                    <a:pt x="229850" y="860"/>
                  </a:cubicBezTo>
                  <a:cubicBezTo>
                    <a:pt x="232410" y="753"/>
                    <a:pt x="235053" y="658"/>
                    <a:pt x="237661" y="563"/>
                  </a:cubicBezTo>
                  <a:cubicBezTo>
                    <a:pt x="238449" y="537"/>
                    <a:pt x="239246" y="526"/>
                    <a:pt x="240047" y="526"/>
                  </a:cubicBezTo>
                  <a:cubicBezTo>
                    <a:pt x="243720" y="526"/>
                    <a:pt x="247501" y="767"/>
                    <a:pt x="251186" y="991"/>
                  </a:cubicBezTo>
                  <a:cubicBezTo>
                    <a:pt x="253782" y="1158"/>
                    <a:pt x="256461" y="1325"/>
                    <a:pt x="259056" y="1408"/>
                  </a:cubicBezTo>
                  <a:lnTo>
                    <a:pt x="259056" y="1420"/>
                  </a:lnTo>
                  <a:lnTo>
                    <a:pt x="259401" y="1420"/>
                  </a:lnTo>
                  <a:cubicBezTo>
                    <a:pt x="261914" y="1420"/>
                    <a:pt x="264343" y="1396"/>
                    <a:pt x="266652" y="1349"/>
                  </a:cubicBezTo>
                  <a:cubicBezTo>
                    <a:pt x="271760" y="1253"/>
                    <a:pt x="276939" y="1051"/>
                    <a:pt x="281952" y="860"/>
                  </a:cubicBezTo>
                  <a:cubicBezTo>
                    <a:pt x="283202" y="813"/>
                    <a:pt x="284488" y="753"/>
                    <a:pt x="285762" y="706"/>
                  </a:cubicBezTo>
                  <a:lnTo>
                    <a:pt x="285762" y="170"/>
                  </a:lnTo>
                  <a:cubicBezTo>
                    <a:pt x="284476" y="218"/>
                    <a:pt x="283190" y="265"/>
                    <a:pt x="281928" y="313"/>
                  </a:cubicBezTo>
                  <a:cubicBezTo>
                    <a:pt x="276916" y="515"/>
                    <a:pt x="271736" y="706"/>
                    <a:pt x="266640" y="813"/>
                  </a:cubicBezTo>
                  <a:lnTo>
                    <a:pt x="266640" y="825"/>
                  </a:lnTo>
                  <a:cubicBezTo>
                    <a:pt x="264331" y="872"/>
                    <a:pt x="261890" y="896"/>
                    <a:pt x="259390" y="896"/>
                  </a:cubicBezTo>
                  <a:cubicBezTo>
                    <a:pt x="256711" y="813"/>
                    <a:pt x="253925" y="646"/>
                    <a:pt x="251210" y="468"/>
                  </a:cubicBezTo>
                  <a:cubicBezTo>
                    <a:pt x="247545" y="234"/>
                    <a:pt x="243777" y="1"/>
                    <a:pt x="240100" y="1"/>
                  </a:cubicBezTo>
                  <a:cubicBezTo>
                    <a:pt x="239274" y="1"/>
                    <a:pt x="238452" y="13"/>
                    <a:pt x="237637" y="39"/>
                  </a:cubicBezTo>
                  <a:cubicBezTo>
                    <a:pt x="235029" y="134"/>
                    <a:pt x="232386" y="229"/>
                    <a:pt x="229826" y="337"/>
                  </a:cubicBezTo>
                  <a:cubicBezTo>
                    <a:pt x="224826" y="527"/>
                    <a:pt x="219635" y="730"/>
                    <a:pt x="214539" y="825"/>
                  </a:cubicBezTo>
                  <a:cubicBezTo>
                    <a:pt x="212253" y="872"/>
                    <a:pt x="209836" y="896"/>
                    <a:pt x="207347" y="896"/>
                  </a:cubicBezTo>
                  <a:cubicBezTo>
                    <a:pt x="204668" y="813"/>
                    <a:pt x="201870" y="646"/>
                    <a:pt x="199168" y="468"/>
                  </a:cubicBezTo>
                  <a:cubicBezTo>
                    <a:pt x="195503" y="234"/>
                    <a:pt x="191727" y="1"/>
                    <a:pt x="188053" y="1"/>
                  </a:cubicBezTo>
                  <a:cubicBezTo>
                    <a:pt x="187228" y="1"/>
                    <a:pt x="186407" y="13"/>
                    <a:pt x="185595" y="39"/>
                  </a:cubicBezTo>
                  <a:cubicBezTo>
                    <a:pt x="182987" y="134"/>
                    <a:pt x="180344" y="229"/>
                    <a:pt x="177784" y="337"/>
                  </a:cubicBezTo>
                  <a:cubicBezTo>
                    <a:pt x="172772" y="527"/>
                    <a:pt x="167592" y="730"/>
                    <a:pt x="162497" y="825"/>
                  </a:cubicBezTo>
                  <a:cubicBezTo>
                    <a:pt x="160211" y="872"/>
                    <a:pt x="157805" y="896"/>
                    <a:pt x="155317" y="896"/>
                  </a:cubicBezTo>
                  <a:cubicBezTo>
                    <a:pt x="152638" y="813"/>
                    <a:pt x="149852" y="646"/>
                    <a:pt x="147149" y="468"/>
                  </a:cubicBezTo>
                  <a:cubicBezTo>
                    <a:pt x="143475" y="234"/>
                    <a:pt x="139705" y="1"/>
                    <a:pt x="136027" y="1"/>
                  </a:cubicBezTo>
                  <a:cubicBezTo>
                    <a:pt x="135201" y="1"/>
                    <a:pt x="134379" y="13"/>
                    <a:pt x="133564" y="39"/>
                  </a:cubicBezTo>
                  <a:cubicBezTo>
                    <a:pt x="130969" y="134"/>
                    <a:pt x="128314" y="229"/>
                    <a:pt x="125766" y="337"/>
                  </a:cubicBezTo>
                  <a:cubicBezTo>
                    <a:pt x="120753" y="527"/>
                    <a:pt x="115562" y="730"/>
                    <a:pt x="110466" y="825"/>
                  </a:cubicBezTo>
                  <a:cubicBezTo>
                    <a:pt x="108180" y="872"/>
                    <a:pt x="105763" y="896"/>
                    <a:pt x="103287" y="896"/>
                  </a:cubicBezTo>
                  <a:cubicBezTo>
                    <a:pt x="100608" y="813"/>
                    <a:pt x="97810" y="646"/>
                    <a:pt x="95107" y="468"/>
                  </a:cubicBezTo>
                  <a:cubicBezTo>
                    <a:pt x="91442" y="234"/>
                    <a:pt x="87666" y="1"/>
                    <a:pt x="83993" y="1"/>
                  </a:cubicBezTo>
                  <a:cubicBezTo>
                    <a:pt x="83167" y="1"/>
                    <a:pt x="82347" y="13"/>
                    <a:pt x="81534" y="39"/>
                  </a:cubicBezTo>
                  <a:cubicBezTo>
                    <a:pt x="78927" y="134"/>
                    <a:pt x="76283" y="229"/>
                    <a:pt x="73724" y="337"/>
                  </a:cubicBezTo>
                  <a:cubicBezTo>
                    <a:pt x="68711" y="527"/>
                    <a:pt x="63532" y="730"/>
                    <a:pt x="58436" y="825"/>
                  </a:cubicBezTo>
                  <a:cubicBezTo>
                    <a:pt x="56102" y="872"/>
                    <a:pt x="53638" y="896"/>
                    <a:pt x="51102" y="896"/>
                  </a:cubicBezTo>
                  <a:cubicBezTo>
                    <a:pt x="48423" y="813"/>
                    <a:pt x="45637" y="646"/>
                    <a:pt x="42934" y="468"/>
                  </a:cubicBezTo>
                  <a:cubicBezTo>
                    <a:pt x="39269" y="234"/>
                    <a:pt x="35493" y="1"/>
                    <a:pt x="318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21"/>
            <p:cNvSpPr/>
            <p:nvPr/>
          </p:nvSpPr>
          <p:spPr>
            <a:xfrm rot="10800000" flipH="1">
              <a:off x="-14087" y="4772975"/>
              <a:ext cx="9164772" cy="46400"/>
            </a:xfrm>
            <a:custGeom>
              <a:avLst/>
              <a:gdLst/>
              <a:ahLst/>
              <a:cxnLst/>
              <a:rect l="l" t="t" r="r" b="b"/>
              <a:pathLst>
                <a:path w="285774" h="1856" extrusionOk="0">
                  <a:moveTo>
                    <a:pt x="281433" y="1"/>
                  </a:moveTo>
                  <a:cubicBezTo>
                    <a:pt x="280904" y="1"/>
                    <a:pt x="280374" y="10"/>
                    <a:pt x="279845" y="29"/>
                  </a:cubicBezTo>
                  <a:lnTo>
                    <a:pt x="279833" y="41"/>
                  </a:lnTo>
                  <a:cubicBezTo>
                    <a:pt x="276773" y="148"/>
                    <a:pt x="273665" y="362"/>
                    <a:pt x="270665" y="577"/>
                  </a:cubicBezTo>
                  <a:cubicBezTo>
                    <a:pt x="269307" y="672"/>
                    <a:pt x="267903" y="767"/>
                    <a:pt x="266521" y="862"/>
                  </a:cubicBezTo>
                  <a:cubicBezTo>
                    <a:pt x="264128" y="1005"/>
                    <a:pt x="261759" y="1136"/>
                    <a:pt x="259449" y="1231"/>
                  </a:cubicBezTo>
                  <a:cubicBezTo>
                    <a:pt x="258765" y="1261"/>
                    <a:pt x="258077" y="1273"/>
                    <a:pt x="257394" y="1273"/>
                  </a:cubicBezTo>
                  <a:cubicBezTo>
                    <a:pt x="256711" y="1273"/>
                    <a:pt x="256032" y="1261"/>
                    <a:pt x="255365" y="1243"/>
                  </a:cubicBezTo>
                  <a:cubicBezTo>
                    <a:pt x="254618" y="1225"/>
                    <a:pt x="253895" y="1209"/>
                    <a:pt x="253187" y="1209"/>
                  </a:cubicBezTo>
                  <a:cubicBezTo>
                    <a:pt x="252552" y="1209"/>
                    <a:pt x="251931" y="1221"/>
                    <a:pt x="251317" y="1255"/>
                  </a:cubicBezTo>
                  <a:cubicBezTo>
                    <a:pt x="250514" y="1300"/>
                    <a:pt x="249709" y="1319"/>
                    <a:pt x="248905" y="1319"/>
                  </a:cubicBezTo>
                  <a:cubicBezTo>
                    <a:pt x="245630" y="1319"/>
                    <a:pt x="242379" y="994"/>
                    <a:pt x="239435" y="708"/>
                  </a:cubicBezTo>
                  <a:lnTo>
                    <a:pt x="238542" y="624"/>
                  </a:lnTo>
                  <a:cubicBezTo>
                    <a:pt x="235540" y="321"/>
                    <a:pt x="232453" y="9"/>
                    <a:pt x="229375" y="9"/>
                  </a:cubicBezTo>
                  <a:cubicBezTo>
                    <a:pt x="228826" y="9"/>
                    <a:pt x="228278" y="19"/>
                    <a:pt x="227731" y="41"/>
                  </a:cubicBezTo>
                  <a:cubicBezTo>
                    <a:pt x="224671" y="148"/>
                    <a:pt x="221563" y="362"/>
                    <a:pt x="218563" y="577"/>
                  </a:cubicBezTo>
                  <a:cubicBezTo>
                    <a:pt x="217206" y="672"/>
                    <a:pt x="215801" y="767"/>
                    <a:pt x="214420" y="862"/>
                  </a:cubicBezTo>
                  <a:cubicBezTo>
                    <a:pt x="211979" y="1017"/>
                    <a:pt x="209538" y="1136"/>
                    <a:pt x="207181" y="1243"/>
                  </a:cubicBezTo>
                  <a:cubicBezTo>
                    <a:pt x="206577" y="1266"/>
                    <a:pt x="205974" y="1275"/>
                    <a:pt x="205375" y="1275"/>
                  </a:cubicBezTo>
                  <a:cubicBezTo>
                    <a:pt x="204684" y="1275"/>
                    <a:pt x="203998" y="1262"/>
                    <a:pt x="203323" y="1243"/>
                  </a:cubicBezTo>
                  <a:cubicBezTo>
                    <a:pt x="202576" y="1225"/>
                    <a:pt x="201852" y="1209"/>
                    <a:pt x="201143" y="1209"/>
                  </a:cubicBezTo>
                  <a:cubicBezTo>
                    <a:pt x="200507" y="1209"/>
                    <a:pt x="199882" y="1221"/>
                    <a:pt x="199263" y="1255"/>
                  </a:cubicBezTo>
                  <a:cubicBezTo>
                    <a:pt x="198463" y="1300"/>
                    <a:pt x="197658" y="1319"/>
                    <a:pt x="196855" y="1319"/>
                  </a:cubicBezTo>
                  <a:cubicBezTo>
                    <a:pt x="193584" y="1319"/>
                    <a:pt x="190327" y="994"/>
                    <a:pt x="187392" y="708"/>
                  </a:cubicBezTo>
                  <a:lnTo>
                    <a:pt x="186488" y="624"/>
                  </a:lnTo>
                  <a:cubicBezTo>
                    <a:pt x="183486" y="321"/>
                    <a:pt x="180399" y="9"/>
                    <a:pt x="177328" y="9"/>
                  </a:cubicBezTo>
                  <a:cubicBezTo>
                    <a:pt x="176781" y="9"/>
                    <a:pt x="176234" y="19"/>
                    <a:pt x="175689" y="41"/>
                  </a:cubicBezTo>
                  <a:cubicBezTo>
                    <a:pt x="172629" y="148"/>
                    <a:pt x="169521" y="362"/>
                    <a:pt x="166521" y="577"/>
                  </a:cubicBezTo>
                  <a:cubicBezTo>
                    <a:pt x="165164" y="672"/>
                    <a:pt x="163759" y="767"/>
                    <a:pt x="162377" y="862"/>
                  </a:cubicBezTo>
                  <a:cubicBezTo>
                    <a:pt x="159913" y="1017"/>
                    <a:pt x="157448" y="1148"/>
                    <a:pt x="155079" y="1243"/>
                  </a:cubicBezTo>
                  <a:cubicBezTo>
                    <a:pt x="154487" y="1266"/>
                    <a:pt x="153895" y="1275"/>
                    <a:pt x="153307" y="1275"/>
                  </a:cubicBezTo>
                  <a:cubicBezTo>
                    <a:pt x="152631" y="1275"/>
                    <a:pt x="151961" y="1262"/>
                    <a:pt x="151305" y="1243"/>
                  </a:cubicBezTo>
                  <a:cubicBezTo>
                    <a:pt x="150558" y="1225"/>
                    <a:pt x="149831" y="1209"/>
                    <a:pt x="149120" y="1209"/>
                  </a:cubicBezTo>
                  <a:cubicBezTo>
                    <a:pt x="148482" y="1209"/>
                    <a:pt x="147858" y="1221"/>
                    <a:pt x="147245" y="1255"/>
                  </a:cubicBezTo>
                  <a:cubicBezTo>
                    <a:pt x="146444" y="1300"/>
                    <a:pt x="145640" y="1319"/>
                    <a:pt x="144837" y="1319"/>
                  </a:cubicBezTo>
                  <a:cubicBezTo>
                    <a:pt x="141565" y="1319"/>
                    <a:pt x="138309" y="994"/>
                    <a:pt x="135374" y="708"/>
                  </a:cubicBezTo>
                  <a:lnTo>
                    <a:pt x="134469" y="624"/>
                  </a:lnTo>
                  <a:cubicBezTo>
                    <a:pt x="131468" y="321"/>
                    <a:pt x="128381" y="9"/>
                    <a:pt x="125310" y="9"/>
                  </a:cubicBezTo>
                  <a:cubicBezTo>
                    <a:pt x="124763" y="9"/>
                    <a:pt x="124216" y="19"/>
                    <a:pt x="123670" y="41"/>
                  </a:cubicBezTo>
                  <a:cubicBezTo>
                    <a:pt x="120610" y="148"/>
                    <a:pt x="117503" y="362"/>
                    <a:pt x="114491" y="577"/>
                  </a:cubicBezTo>
                  <a:cubicBezTo>
                    <a:pt x="113133" y="672"/>
                    <a:pt x="111740" y="767"/>
                    <a:pt x="110359" y="862"/>
                  </a:cubicBezTo>
                  <a:cubicBezTo>
                    <a:pt x="107894" y="1017"/>
                    <a:pt x="105454" y="1148"/>
                    <a:pt x="103084" y="1243"/>
                  </a:cubicBezTo>
                  <a:cubicBezTo>
                    <a:pt x="102487" y="1266"/>
                    <a:pt x="101889" y="1275"/>
                    <a:pt x="101295" y="1275"/>
                  </a:cubicBezTo>
                  <a:cubicBezTo>
                    <a:pt x="100611" y="1275"/>
                    <a:pt x="99931" y="1262"/>
                    <a:pt x="99262" y="1243"/>
                  </a:cubicBezTo>
                  <a:cubicBezTo>
                    <a:pt x="98515" y="1225"/>
                    <a:pt x="97792" y="1209"/>
                    <a:pt x="97084" y="1209"/>
                  </a:cubicBezTo>
                  <a:cubicBezTo>
                    <a:pt x="96449" y="1209"/>
                    <a:pt x="95828" y="1221"/>
                    <a:pt x="95214" y="1255"/>
                  </a:cubicBezTo>
                  <a:cubicBezTo>
                    <a:pt x="94411" y="1300"/>
                    <a:pt x="93606" y="1319"/>
                    <a:pt x="92802" y="1319"/>
                  </a:cubicBezTo>
                  <a:cubicBezTo>
                    <a:pt x="89527" y="1319"/>
                    <a:pt x="86276" y="994"/>
                    <a:pt x="83332" y="708"/>
                  </a:cubicBezTo>
                  <a:lnTo>
                    <a:pt x="82439" y="624"/>
                  </a:lnTo>
                  <a:cubicBezTo>
                    <a:pt x="79438" y="321"/>
                    <a:pt x="76350" y="9"/>
                    <a:pt x="73272" y="9"/>
                  </a:cubicBezTo>
                  <a:cubicBezTo>
                    <a:pt x="72724" y="9"/>
                    <a:pt x="72175" y="19"/>
                    <a:pt x="71628" y="41"/>
                  </a:cubicBezTo>
                  <a:cubicBezTo>
                    <a:pt x="68568" y="148"/>
                    <a:pt x="65461" y="362"/>
                    <a:pt x="62460" y="577"/>
                  </a:cubicBezTo>
                  <a:cubicBezTo>
                    <a:pt x="61103" y="672"/>
                    <a:pt x="59698" y="767"/>
                    <a:pt x="58317" y="862"/>
                  </a:cubicBezTo>
                  <a:cubicBezTo>
                    <a:pt x="55936" y="1005"/>
                    <a:pt x="53554" y="1136"/>
                    <a:pt x="51256" y="1231"/>
                  </a:cubicBezTo>
                  <a:cubicBezTo>
                    <a:pt x="50598" y="1265"/>
                    <a:pt x="49937" y="1278"/>
                    <a:pt x="49278" y="1278"/>
                  </a:cubicBezTo>
                  <a:cubicBezTo>
                    <a:pt x="48543" y="1278"/>
                    <a:pt x="47811" y="1262"/>
                    <a:pt x="47089" y="1243"/>
                  </a:cubicBezTo>
                  <a:cubicBezTo>
                    <a:pt x="46342" y="1225"/>
                    <a:pt x="45618" y="1209"/>
                    <a:pt x="44909" y="1209"/>
                  </a:cubicBezTo>
                  <a:cubicBezTo>
                    <a:pt x="44273" y="1209"/>
                    <a:pt x="43648" y="1221"/>
                    <a:pt x="43029" y="1255"/>
                  </a:cubicBezTo>
                  <a:cubicBezTo>
                    <a:pt x="42229" y="1300"/>
                    <a:pt x="41425" y="1319"/>
                    <a:pt x="40622" y="1319"/>
                  </a:cubicBezTo>
                  <a:cubicBezTo>
                    <a:pt x="37354" y="1319"/>
                    <a:pt x="34103" y="994"/>
                    <a:pt x="31159" y="708"/>
                  </a:cubicBezTo>
                  <a:lnTo>
                    <a:pt x="30254" y="624"/>
                  </a:lnTo>
                  <a:cubicBezTo>
                    <a:pt x="27252" y="321"/>
                    <a:pt x="24165" y="9"/>
                    <a:pt x="21094" y="9"/>
                  </a:cubicBezTo>
                  <a:cubicBezTo>
                    <a:pt x="20547" y="9"/>
                    <a:pt x="20000" y="19"/>
                    <a:pt x="19455" y="41"/>
                  </a:cubicBezTo>
                  <a:cubicBezTo>
                    <a:pt x="16395" y="148"/>
                    <a:pt x="13287" y="362"/>
                    <a:pt x="10287" y="577"/>
                  </a:cubicBezTo>
                  <a:cubicBezTo>
                    <a:pt x="8930" y="672"/>
                    <a:pt x="7525" y="767"/>
                    <a:pt x="6144" y="862"/>
                  </a:cubicBezTo>
                  <a:cubicBezTo>
                    <a:pt x="4072" y="993"/>
                    <a:pt x="2012" y="1100"/>
                    <a:pt x="0" y="1196"/>
                  </a:cubicBezTo>
                  <a:lnTo>
                    <a:pt x="0" y="1732"/>
                  </a:lnTo>
                  <a:cubicBezTo>
                    <a:pt x="2024" y="1636"/>
                    <a:pt x="4096" y="1529"/>
                    <a:pt x="6179" y="1398"/>
                  </a:cubicBezTo>
                  <a:cubicBezTo>
                    <a:pt x="7560" y="1303"/>
                    <a:pt x="8965" y="1208"/>
                    <a:pt x="10323" y="1112"/>
                  </a:cubicBezTo>
                  <a:cubicBezTo>
                    <a:pt x="13323" y="898"/>
                    <a:pt x="16431" y="684"/>
                    <a:pt x="19479" y="565"/>
                  </a:cubicBezTo>
                  <a:cubicBezTo>
                    <a:pt x="19984" y="546"/>
                    <a:pt x="20490" y="538"/>
                    <a:pt x="20998" y="538"/>
                  </a:cubicBezTo>
                  <a:cubicBezTo>
                    <a:pt x="24078" y="538"/>
                    <a:pt x="27191" y="852"/>
                    <a:pt x="30206" y="1148"/>
                  </a:cubicBezTo>
                  <a:lnTo>
                    <a:pt x="31111" y="1243"/>
                  </a:lnTo>
                  <a:cubicBezTo>
                    <a:pt x="34065" y="1530"/>
                    <a:pt x="37333" y="1855"/>
                    <a:pt x="40633" y="1855"/>
                  </a:cubicBezTo>
                  <a:cubicBezTo>
                    <a:pt x="41443" y="1855"/>
                    <a:pt x="42255" y="1836"/>
                    <a:pt x="43065" y="1791"/>
                  </a:cubicBezTo>
                  <a:cubicBezTo>
                    <a:pt x="43673" y="1757"/>
                    <a:pt x="44289" y="1745"/>
                    <a:pt x="44918" y="1745"/>
                  </a:cubicBezTo>
                  <a:cubicBezTo>
                    <a:pt x="45619" y="1745"/>
                    <a:pt x="46337" y="1760"/>
                    <a:pt x="47077" y="1779"/>
                  </a:cubicBezTo>
                  <a:cubicBezTo>
                    <a:pt x="47746" y="1798"/>
                    <a:pt x="48426" y="1811"/>
                    <a:pt x="49110" y="1811"/>
                  </a:cubicBezTo>
                  <a:cubicBezTo>
                    <a:pt x="49704" y="1811"/>
                    <a:pt x="50302" y="1801"/>
                    <a:pt x="50899" y="1779"/>
                  </a:cubicBezTo>
                  <a:lnTo>
                    <a:pt x="50899" y="1791"/>
                  </a:lnTo>
                  <a:cubicBezTo>
                    <a:pt x="53328" y="1684"/>
                    <a:pt x="55840" y="1553"/>
                    <a:pt x="58353" y="1386"/>
                  </a:cubicBezTo>
                  <a:cubicBezTo>
                    <a:pt x="59734" y="1303"/>
                    <a:pt x="61139" y="1208"/>
                    <a:pt x="62496" y="1112"/>
                  </a:cubicBezTo>
                  <a:cubicBezTo>
                    <a:pt x="65496" y="898"/>
                    <a:pt x="68604" y="684"/>
                    <a:pt x="71652" y="565"/>
                  </a:cubicBezTo>
                  <a:cubicBezTo>
                    <a:pt x="72157" y="546"/>
                    <a:pt x="72664" y="538"/>
                    <a:pt x="73171" y="538"/>
                  </a:cubicBezTo>
                  <a:cubicBezTo>
                    <a:pt x="76252" y="538"/>
                    <a:pt x="79364" y="852"/>
                    <a:pt x="82379" y="1148"/>
                  </a:cubicBezTo>
                  <a:lnTo>
                    <a:pt x="83284" y="1243"/>
                  </a:lnTo>
                  <a:cubicBezTo>
                    <a:pt x="86238" y="1530"/>
                    <a:pt x="89506" y="1855"/>
                    <a:pt x="92806" y="1855"/>
                  </a:cubicBezTo>
                  <a:cubicBezTo>
                    <a:pt x="93616" y="1855"/>
                    <a:pt x="94428" y="1836"/>
                    <a:pt x="95238" y="1791"/>
                  </a:cubicBezTo>
                  <a:cubicBezTo>
                    <a:pt x="95846" y="1757"/>
                    <a:pt x="96462" y="1745"/>
                    <a:pt x="97091" y="1745"/>
                  </a:cubicBezTo>
                  <a:cubicBezTo>
                    <a:pt x="97792" y="1745"/>
                    <a:pt x="98510" y="1760"/>
                    <a:pt x="99251" y="1779"/>
                  </a:cubicBezTo>
                  <a:cubicBezTo>
                    <a:pt x="99894" y="1798"/>
                    <a:pt x="100551" y="1811"/>
                    <a:pt x="101213" y="1811"/>
                  </a:cubicBezTo>
                  <a:cubicBezTo>
                    <a:pt x="101788" y="1811"/>
                    <a:pt x="102366" y="1801"/>
                    <a:pt x="102941" y="1779"/>
                  </a:cubicBezTo>
                  <a:lnTo>
                    <a:pt x="103120" y="1779"/>
                  </a:lnTo>
                  <a:cubicBezTo>
                    <a:pt x="103239" y="1767"/>
                    <a:pt x="103346" y="1767"/>
                    <a:pt x="103453" y="1767"/>
                  </a:cubicBezTo>
                  <a:cubicBezTo>
                    <a:pt x="105716" y="1660"/>
                    <a:pt x="108049" y="1541"/>
                    <a:pt x="110395" y="1386"/>
                  </a:cubicBezTo>
                  <a:cubicBezTo>
                    <a:pt x="111776" y="1303"/>
                    <a:pt x="113181" y="1208"/>
                    <a:pt x="114538" y="1112"/>
                  </a:cubicBezTo>
                  <a:cubicBezTo>
                    <a:pt x="117539" y="898"/>
                    <a:pt x="120646" y="684"/>
                    <a:pt x="123694" y="565"/>
                  </a:cubicBezTo>
                  <a:cubicBezTo>
                    <a:pt x="124199" y="546"/>
                    <a:pt x="124706" y="538"/>
                    <a:pt x="125213" y="538"/>
                  </a:cubicBezTo>
                  <a:cubicBezTo>
                    <a:pt x="128291" y="538"/>
                    <a:pt x="131396" y="852"/>
                    <a:pt x="134422" y="1148"/>
                  </a:cubicBezTo>
                  <a:lnTo>
                    <a:pt x="135315" y="1243"/>
                  </a:lnTo>
                  <a:cubicBezTo>
                    <a:pt x="138268" y="1530"/>
                    <a:pt x="141544" y="1855"/>
                    <a:pt x="144847" y="1855"/>
                  </a:cubicBezTo>
                  <a:cubicBezTo>
                    <a:pt x="145658" y="1855"/>
                    <a:pt x="146470" y="1836"/>
                    <a:pt x="147280" y="1791"/>
                  </a:cubicBezTo>
                  <a:cubicBezTo>
                    <a:pt x="147883" y="1757"/>
                    <a:pt x="148498" y="1745"/>
                    <a:pt x="149128" y="1745"/>
                  </a:cubicBezTo>
                  <a:cubicBezTo>
                    <a:pt x="149831" y="1745"/>
                    <a:pt x="150552" y="1760"/>
                    <a:pt x="151293" y="1779"/>
                  </a:cubicBezTo>
                  <a:cubicBezTo>
                    <a:pt x="151936" y="1798"/>
                    <a:pt x="152590" y="1811"/>
                    <a:pt x="153247" y="1811"/>
                  </a:cubicBezTo>
                  <a:cubicBezTo>
                    <a:pt x="153817" y="1811"/>
                    <a:pt x="154390" y="1801"/>
                    <a:pt x="154960" y="1779"/>
                  </a:cubicBezTo>
                  <a:lnTo>
                    <a:pt x="155115" y="1779"/>
                  </a:lnTo>
                  <a:cubicBezTo>
                    <a:pt x="155246" y="1779"/>
                    <a:pt x="155365" y="1767"/>
                    <a:pt x="155496" y="1767"/>
                  </a:cubicBezTo>
                  <a:cubicBezTo>
                    <a:pt x="157758" y="1660"/>
                    <a:pt x="160080" y="1541"/>
                    <a:pt x="162413" y="1386"/>
                  </a:cubicBezTo>
                  <a:cubicBezTo>
                    <a:pt x="163794" y="1303"/>
                    <a:pt x="165199" y="1208"/>
                    <a:pt x="166557" y="1112"/>
                  </a:cubicBezTo>
                  <a:cubicBezTo>
                    <a:pt x="169569" y="898"/>
                    <a:pt x="172664" y="684"/>
                    <a:pt x="175712" y="565"/>
                  </a:cubicBezTo>
                  <a:cubicBezTo>
                    <a:pt x="176218" y="546"/>
                    <a:pt x="176724" y="538"/>
                    <a:pt x="177232" y="538"/>
                  </a:cubicBezTo>
                  <a:cubicBezTo>
                    <a:pt x="180312" y="538"/>
                    <a:pt x="183424" y="852"/>
                    <a:pt x="186440" y="1148"/>
                  </a:cubicBezTo>
                  <a:lnTo>
                    <a:pt x="187345" y="1243"/>
                  </a:lnTo>
                  <a:cubicBezTo>
                    <a:pt x="190299" y="1530"/>
                    <a:pt x="193567" y="1855"/>
                    <a:pt x="196866" y="1855"/>
                  </a:cubicBezTo>
                  <a:cubicBezTo>
                    <a:pt x="197677" y="1855"/>
                    <a:pt x="198489" y="1836"/>
                    <a:pt x="199299" y="1791"/>
                  </a:cubicBezTo>
                  <a:cubicBezTo>
                    <a:pt x="199907" y="1757"/>
                    <a:pt x="200523" y="1745"/>
                    <a:pt x="201152" y="1745"/>
                  </a:cubicBezTo>
                  <a:cubicBezTo>
                    <a:pt x="201853" y="1745"/>
                    <a:pt x="202570" y="1760"/>
                    <a:pt x="203311" y="1779"/>
                  </a:cubicBezTo>
                  <a:cubicBezTo>
                    <a:pt x="203961" y="1798"/>
                    <a:pt x="204618" y="1811"/>
                    <a:pt x="205280" y="1811"/>
                  </a:cubicBezTo>
                  <a:cubicBezTo>
                    <a:pt x="205854" y="1811"/>
                    <a:pt x="206433" y="1801"/>
                    <a:pt x="207014" y="1779"/>
                  </a:cubicBezTo>
                  <a:lnTo>
                    <a:pt x="207014" y="1791"/>
                  </a:lnTo>
                  <a:cubicBezTo>
                    <a:pt x="207085" y="1779"/>
                    <a:pt x="207157" y="1779"/>
                    <a:pt x="207228" y="1779"/>
                  </a:cubicBezTo>
                  <a:cubicBezTo>
                    <a:pt x="207324" y="1767"/>
                    <a:pt x="207419" y="1767"/>
                    <a:pt x="207514" y="1767"/>
                  </a:cubicBezTo>
                  <a:cubicBezTo>
                    <a:pt x="209788" y="1660"/>
                    <a:pt x="212122" y="1541"/>
                    <a:pt x="214467" y="1386"/>
                  </a:cubicBezTo>
                  <a:cubicBezTo>
                    <a:pt x="215848" y="1303"/>
                    <a:pt x="217253" y="1208"/>
                    <a:pt x="218611" y="1112"/>
                  </a:cubicBezTo>
                  <a:cubicBezTo>
                    <a:pt x="221611" y="898"/>
                    <a:pt x="224719" y="684"/>
                    <a:pt x="227767" y="565"/>
                  </a:cubicBezTo>
                  <a:cubicBezTo>
                    <a:pt x="228272" y="546"/>
                    <a:pt x="228778" y="538"/>
                    <a:pt x="229285" y="538"/>
                  </a:cubicBezTo>
                  <a:cubicBezTo>
                    <a:pt x="232363" y="538"/>
                    <a:pt x="235468" y="852"/>
                    <a:pt x="238494" y="1148"/>
                  </a:cubicBezTo>
                  <a:lnTo>
                    <a:pt x="239387" y="1243"/>
                  </a:lnTo>
                  <a:cubicBezTo>
                    <a:pt x="242341" y="1530"/>
                    <a:pt x="245617" y="1855"/>
                    <a:pt x="248919" y="1855"/>
                  </a:cubicBezTo>
                  <a:cubicBezTo>
                    <a:pt x="249730" y="1855"/>
                    <a:pt x="250543" y="1836"/>
                    <a:pt x="251353" y="1791"/>
                  </a:cubicBezTo>
                  <a:cubicBezTo>
                    <a:pt x="251955" y="1757"/>
                    <a:pt x="252571" y="1745"/>
                    <a:pt x="253201" y="1745"/>
                  </a:cubicBezTo>
                  <a:cubicBezTo>
                    <a:pt x="253904" y="1745"/>
                    <a:pt x="254625" y="1760"/>
                    <a:pt x="255365" y="1779"/>
                  </a:cubicBezTo>
                  <a:cubicBezTo>
                    <a:pt x="256015" y="1798"/>
                    <a:pt x="256682" y="1811"/>
                    <a:pt x="257355" y="1811"/>
                  </a:cubicBezTo>
                  <a:cubicBezTo>
                    <a:pt x="257940" y="1811"/>
                    <a:pt x="258529" y="1801"/>
                    <a:pt x="259116" y="1779"/>
                  </a:cubicBezTo>
                  <a:lnTo>
                    <a:pt x="259116" y="1791"/>
                  </a:lnTo>
                  <a:cubicBezTo>
                    <a:pt x="259235" y="1779"/>
                    <a:pt x="259366" y="1779"/>
                    <a:pt x="259497" y="1767"/>
                  </a:cubicBezTo>
                  <a:lnTo>
                    <a:pt x="259568" y="1767"/>
                  </a:lnTo>
                  <a:cubicBezTo>
                    <a:pt x="261842" y="1660"/>
                    <a:pt x="264200" y="1541"/>
                    <a:pt x="266569" y="1386"/>
                  </a:cubicBezTo>
                  <a:cubicBezTo>
                    <a:pt x="267950" y="1303"/>
                    <a:pt x="269355" y="1208"/>
                    <a:pt x="270712" y="1112"/>
                  </a:cubicBezTo>
                  <a:cubicBezTo>
                    <a:pt x="273713" y="898"/>
                    <a:pt x="276808" y="684"/>
                    <a:pt x="279868" y="565"/>
                  </a:cubicBezTo>
                  <a:cubicBezTo>
                    <a:pt x="280356" y="547"/>
                    <a:pt x="280847" y="539"/>
                    <a:pt x="281339" y="539"/>
                  </a:cubicBezTo>
                  <a:cubicBezTo>
                    <a:pt x="282814" y="539"/>
                    <a:pt x="284300" y="612"/>
                    <a:pt x="285774" y="719"/>
                  </a:cubicBezTo>
                  <a:lnTo>
                    <a:pt x="285774" y="172"/>
                  </a:lnTo>
                  <a:cubicBezTo>
                    <a:pt x="284327" y="67"/>
                    <a:pt x="282880" y="1"/>
                    <a:pt x="2814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21"/>
            <p:cNvSpPr/>
            <p:nvPr/>
          </p:nvSpPr>
          <p:spPr>
            <a:xfrm rot="10800000" flipH="1">
              <a:off x="-14087" y="4621600"/>
              <a:ext cx="9164387" cy="148400"/>
            </a:xfrm>
            <a:custGeom>
              <a:avLst/>
              <a:gdLst/>
              <a:ahLst/>
              <a:cxnLst/>
              <a:rect l="l" t="t" r="r" b="b"/>
              <a:pathLst>
                <a:path w="285762" h="5936" extrusionOk="0">
                  <a:moveTo>
                    <a:pt x="281184" y="1"/>
                  </a:moveTo>
                  <a:cubicBezTo>
                    <a:pt x="280262" y="1"/>
                    <a:pt x="279340" y="24"/>
                    <a:pt x="278416" y="78"/>
                  </a:cubicBezTo>
                  <a:lnTo>
                    <a:pt x="278428" y="78"/>
                  </a:lnTo>
                  <a:cubicBezTo>
                    <a:pt x="273951" y="316"/>
                    <a:pt x="269474" y="649"/>
                    <a:pt x="265009" y="923"/>
                  </a:cubicBezTo>
                  <a:cubicBezTo>
                    <a:pt x="263092" y="1042"/>
                    <a:pt x="261187" y="1138"/>
                    <a:pt x="259271" y="1209"/>
                  </a:cubicBezTo>
                  <a:cubicBezTo>
                    <a:pt x="258143" y="1186"/>
                    <a:pt x="257102" y="1177"/>
                    <a:pt x="256113" y="1177"/>
                  </a:cubicBezTo>
                  <a:cubicBezTo>
                    <a:pt x="254002" y="1177"/>
                    <a:pt x="252129" y="1220"/>
                    <a:pt x="250150" y="1269"/>
                  </a:cubicBezTo>
                  <a:cubicBezTo>
                    <a:pt x="249765" y="1278"/>
                    <a:pt x="249380" y="1282"/>
                    <a:pt x="248995" y="1282"/>
                  </a:cubicBezTo>
                  <a:cubicBezTo>
                    <a:pt x="245354" y="1282"/>
                    <a:pt x="241706" y="896"/>
                    <a:pt x="238077" y="530"/>
                  </a:cubicBezTo>
                  <a:cubicBezTo>
                    <a:pt x="235089" y="240"/>
                    <a:pt x="232107" y="4"/>
                    <a:pt x="229116" y="4"/>
                  </a:cubicBezTo>
                  <a:cubicBezTo>
                    <a:pt x="228187" y="4"/>
                    <a:pt x="227257" y="27"/>
                    <a:pt x="226326" y="78"/>
                  </a:cubicBezTo>
                  <a:cubicBezTo>
                    <a:pt x="221849" y="316"/>
                    <a:pt x="217384" y="649"/>
                    <a:pt x="212908" y="923"/>
                  </a:cubicBezTo>
                  <a:cubicBezTo>
                    <a:pt x="211003" y="1042"/>
                    <a:pt x="209098" y="1138"/>
                    <a:pt x="207193" y="1209"/>
                  </a:cubicBezTo>
                  <a:cubicBezTo>
                    <a:pt x="206068" y="1186"/>
                    <a:pt x="205031" y="1177"/>
                    <a:pt x="204047" y="1177"/>
                  </a:cubicBezTo>
                  <a:cubicBezTo>
                    <a:pt x="201944" y="1177"/>
                    <a:pt x="200078" y="1220"/>
                    <a:pt x="198108" y="1269"/>
                  </a:cubicBezTo>
                  <a:cubicBezTo>
                    <a:pt x="197722" y="1278"/>
                    <a:pt x="197336" y="1282"/>
                    <a:pt x="196950" y="1282"/>
                  </a:cubicBezTo>
                  <a:cubicBezTo>
                    <a:pt x="193302" y="1282"/>
                    <a:pt x="189662" y="896"/>
                    <a:pt x="186023" y="530"/>
                  </a:cubicBezTo>
                  <a:cubicBezTo>
                    <a:pt x="183035" y="240"/>
                    <a:pt x="180053" y="4"/>
                    <a:pt x="177062" y="4"/>
                  </a:cubicBezTo>
                  <a:cubicBezTo>
                    <a:pt x="176133" y="4"/>
                    <a:pt x="175203" y="27"/>
                    <a:pt x="174272" y="78"/>
                  </a:cubicBezTo>
                  <a:cubicBezTo>
                    <a:pt x="169807" y="316"/>
                    <a:pt x="165330" y="649"/>
                    <a:pt x="160853" y="923"/>
                  </a:cubicBezTo>
                  <a:cubicBezTo>
                    <a:pt x="158960" y="1042"/>
                    <a:pt x="157055" y="1138"/>
                    <a:pt x="155150" y="1209"/>
                  </a:cubicBezTo>
                  <a:cubicBezTo>
                    <a:pt x="154030" y="1186"/>
                    <a:pt x="152996" y="1177"/>
                    <a:pt x="152013" y="1177"/>
                  </a:cubicBezTo>
                  <a:cubicBezTo>
                    <a:pt x="149914" y="1177"/>
                    <a:pt x="148048" y="1220"/>
                    <a:pt x="146078" y="1269"/>
                  </a:cubicBezTo>
                  <a:cubicBezTo>
                    <a:pt x="145693" y="1278"/>
                    <a:pt x="145307" y="1282"/>
                    <a:pt x="144922" y="1282"/>
                  </a:cubicBezTo>
                  <a:cubicBezTo>
                    <a:pt x="141281" y="1282"/>
                    <a:pt x="137633" y="896"/>
                    <a:pt x="134005" y="530"/>
                  </a:cubicBezTo>
                  <a:cubicBezTo>
                    <a:pt x="131016" y="240"/>
                    <a:pt x="128027" y="4"/>
                    <a:pt x="125039" y="4"/>
                  </a:cubicBezTo>
                  <a:cubicBezTo>
                    <a:pt x="124110" y="4"/>
                    <a:pt x="123182" y="27"/>
                    <a:pt x="122253" y="78"/>
                  </a:cubicBezTo>
                  <a:cubicBezTo>
                    <a:pt x="117777" y="316"/>
                    <a:pt x="113300" y="649"/>
                    <a:pt x="108835" y="923"/>
                  </a:cubicBezTo>
                  <a:cubicBezTo>
                    <a:pt x="106930" y="1042"/>
                    <a:pt x="105025" y="1138"/>
                    <a:pt x="103120" y="1209"/>
                  </a:cubicBezTo>
                  <a:cubicBezTo>
                    <a:pt x="102000" y="1186"/>
                    <a:pt x="100965" y="1177"/>
                    <a:pt x="99982" y="1177"/>
                  </a:cubicBezTo>
                  <a:cubicBezTo>
                    <a:pt x="97883" y="1177"/>
                    <a:pt x="96018" y="1220"/>
                    <a:pt x="94047" y="1269"/>
                  </a:cubicBezTo>
                  <a:cubicBezTo>
                    <a:pt x="93661" y="1278"/>
                    <a:pt x="93275" y="1282"/>
                    <a:pt x="92889" y="1282"/>
                  </a:cubicBezTo>
                  <a:cubicBezTo>
                    <a:pt x="89241" y="1282"/>
                    <a:pt x="85602" y="896"/>
                    <a:pt x="81963" y="530"/>
                  </a:cubicBezTo>
                  <a:cubicBezTo>
                    <a:pt x="78974" y="240"/>
                    <a:pt x="75992" y="4"/>
                    <a:pt x="73001" y="4"/>
                  </a:cubicBezTo>
                  <a:cubicBezTo>
                    <a:pt x="72072" y="4"/>
                    <a:pt x="71142" y="27"/>
                    <a:pt x="70211" y="78"/>
                  </a:cubicBezTo>
                  <a:cubicBezTo>
                    <a:pt x="65746" y="316"/>
                    <a:pt x="61270" y="649"/>
                    <a:pt x="56793" y="923"/>
                  </a:cubicBezTo>
                  <a:cubicBezTo>
                    <a:pt x="54876" y="1042"/>
                    <a:pt x="52959" y="1138"/>
                    <a:pt x="51042" y="1209"/>
                  </a:cubicBezTo>
                  <a:cubicBezTo>
                    <a:pt x="49907" y="1186"/>
                    <a:pt x="48859" y="1177"/>
                    <a:pt x="47865" y="1177"/>
                  </a:cubicBezTo>
                  <a:cubicBezTo>
                    <a:pt x="45741" y="1177"/>
                    <a:pt x="43857" y="1220"/>
                    <a:pt x="41862" y="1269"/>
                  </a:cubicBezTo>
                  <a:cubicBezTo>
                    <a:pt x="41477" y="1278"/>
                    <a:pt x="41092" y="1282"/>
                    <a:pt x="40707" y="1282"/>
                  </a:cubicBezTo>
                  <a:cubicBezTo>
                    <a:pt x="37068" y="1282"/>
                    <a:pt x="33429" y="896"/>
                    <a:pt x="29789" y="530"/>
                  </a:cubicBezTo>
                  <a:cubicBezTo>
                    <a:pt x="26801" y="240"/>
                    <a:pt x="23819" y="4"/>
                    <a:pt x="20828" y="4"/>
                  </a:cubicBezTo>
                  <a:cubicBezTo>
                    <a:pt x="19899" y="4"/>
                    <a:pt x="18969" y="27"/>
                    <a:pt x="18038" y="78"/>
                  </a:cubicBezTo>
                  <a:cubicBezTo>
                    <a:pt x="13561" y="316"/>
                    <a:pt x="9096" y="649"/>
                    <a:pt x="4620" y="923"/>
                  </a:cubicBezTo>
                  <a:cubicBezTo>
                    <a:pt x="3084" y="1019"/>
                    <a:pt x="1536" y="1090"/>
                    <a:pt x="0" y="1161"/>
                  </a:cubicBezTo>
                  <a:lnTo>
                    <a:pt x="0" y="5186"/>
                  </a:lnTo>
                  <a:cubicBezTo>
                    <a:pt x="1953" y="5281"/>
                    <a:pt x="3917" y="5376"/>
                    <a:pt x="5870" y="5483"/>
                  </a:cubicBezTo>
                  <a:cubicBezTo>
                    <a:pt x="9573" y="5686"/>
                    <a:pt x="13275" y="5876"/>
                    <a:pt x="16978" y="5936"/>
                  </a:cubicBezTo>
                  <a:cubicBezTo>
                    <a:pt x="20407" y="5853"/>
                    <a:pt x="23824" y="5745"/>
                    <a:pt x="27253" y="5626"/>
                  </a:cubicBezTo>
                  <a:cubicBezTo>
                    <a:pt x="28515" y="5543"/>
                    <a:pt x="29778" y="5472"/>
                    <a:pt x="31040" y="5424"/>
                  </a:cubicBezTo>
                  <a:cubicBezTo>
                    <a:pt x="34969" y="5281"/>
                    <a:pt x="38898" y="5198"/>
                    <a:pt x="42827" y="4840"/>
                  </a:cubicBezTo>
                  <a:cubicBezTo>
                    <a:pt x="43362" y="4789"/>
                    <a:pt x="43841" y="4768"/>
                    <a:pt x="44302" y="4768"/>
                  </a:cubicBezTo>
                  <a:cubicBezTo>
                    <a:pt x="46086" y="4768"/>
                    <a:pt x="47596" y="5079"/>
                    <a:pt x="51030" y="5126"/>
                  </a:cubicBezTo>
                  <a:lnTo>
                    <a:pt x="51030" y="5138"/>
                  </a:lnTo>
                  <a:cubicBezTo>
                    <a:pt x="53364" y="5233"/>
                    <a:pt x="55709" y="5352"/>
                    <a:pt x="58043" y="5483"/>
                  </a:cubicBezTo>
                  <a:cubicBezTo>
                    <a:pt x="61746" y="5686"/>
                    <a:pt x="65449" y="5876"/>
                    <a:pt x="69152" y="5936"/>
                  </a:cubicBezTo>
                  <a:cubicBezTo>
                    <a:pt x="72581" y="5853"/>
                    <a:pt x="75998" y="5745"/>
                    <a:pt x="79427" y="5626"/>
                  </a:cubicBezTo>
                  <a:cubicBezTo>
                    <a:pt x="80689" y="5543"/>
                    <a:pt x="81951" y="5472"/>
                    <a:pt x="83213" y="5424"/>
                  </a:cubicBezTo>
                  <a:cubicBezTo>
                    <a:pt x="87142" y="5281"/>
                    <a:pt x="91071" y="5198"/>
                    <a:pt x="95000" y="4840"/>
                  </a:cubicBezTo>
                  <a:cubicBezTo>
                    <a:pt x="95530" y="4792"/>
                    <a:pt x="96004" y="4772"/>
                    <a:pt x="96459" y="4772"/>
                  </a:cubicBezTo>
                  <a:cubicBezTo>
                    <a:pt x="98225" y="4772"/>
                    <a:pt x="99710" y="5069"/>
                    <a:pt x="103061" y="5126"/>
                  </a:cubicBezTo>
                  <a:lnTo>
                    <a:pt x="103061" y="5138"/>
                  </a:lnTo>
                  <a:cubicBezTo>
                    <a:pt x="105406" y="5233"/>
                    <a:pt x="107740" y="5364"/>
                    <a:pt x="110085" y="5483"/>
                  </a:cubicBezTo>
                  <a:cubicBezTo>
                    <a:pt x="113788" y="5686"/>
                    <a:pt x="117491" y="5876"/>
                    <a:pt x="121194" y="5936"/>
                  </a:cubicBezTo>
                  <a:cubicBezTo>
                    <a:pt x="124611" y="5853"/>
                    <a:pt x="128040" y="5745"/>
                    <a:pt x="131457" y="5626"/>
                  </a:cubicBezTo>
                  <a:cubicBezTo>
                    <a:pt x="132719" y="5555"/>
                    <a:pt x="133981" y="5483"/>
                    <a:pt x="135243" y="5436"/>
                  </a:cubicBezTo>
                  <a:cubicBezTo>
                    <a:pt x="139172" y="5281"/>
                    <a:pt x="143101" y="5198"/>
                    <a:pt x="147030" y="4840"/>
                  </a:cubicBezTo>
                  <a:cubicBezTo>
                    <a:pt x="147551" y="4792"/>
                    <a:pt x="148018" y="4773"/>
                    <a:pt x="148467" y="4773"/>
                  </a:cubicBezTo>
                  <a:cubicBezTo>
                    <a:pt x="150246" y="4773"/>
                    <a:pt x="151735" y="5079"/>
                    <a:pt x="155091" y="5126"/>
                  </a:cubicBezTo>
                  <a:lnTo>
                    <a:pt x="155091" y="5138"/>
                  </a:lnTo>
                  <a:cubicBezTo>
                    <a:pt x="157424" y="5233"/>
                    <a:pt x="159770" y="5364"/>
                    <a:pt x="162104" y="5483"/>
                  </a:cubicBezTo>
                  <a:cubicBezTo>
                    <a:pt x="165806" y="5686"/>
                    <a:pt x="169509" y="5876"/>
                    <a:pt x="173212" y="5936"/>
                  </a:cubicBezTo>
                  <a:cubicBezTo>
                    <a:pt x="176641" y="5853"/>
                    <a:pt x="180058" y="5745"/>
                    <a:pt x="183487" y="5626"/>
                  </a:cubicBezTo>
                  <a:cubicBezTo>
                    <a:pt x="184749" y="5555"/>
                    <a:pt x="185999" y="5483"/>
                    <a:pt x="187262" y="5436"/>
                  </a:cubicBezTo>
                  <a:cubicBezTo>
                    <a:pt x="191202" y="5281"/>
                    <a:pt x="195132" y="5198"/>
                    <a:pt x="199049" y="4840"/>
                  </a:cubicBezTo>
                  <a:cubicBezTo>
                    <a:pt x="199572" y="4792"/>
                    <a:pt x="200041" y="4773"/>
                    <a:pt x="200492" y="4773"/>
                  </a:cubicBezTo>
                  <a:cubicBezTo>
                    <a:pt x="202277" y="4773"/>
                    <a:pt x="203767" y="5079"/>
                    <a:pt x="207133" y="5126"/>
                  </a:cubicBezTo>
                  <a:lnTo>
                    <a:pt x="207133" y="5138"/>
                  </a:lnTo>
                  <a:cubicBezTo>
                    <a:pt x="209467" y="5233"/>
                    <a:pt x="211812" y="5364"/>
                    <a:pt x="214146" y="5483"/>
                  </a:cubicBezTo>
                  <a:cubicBezTo>
                    <a:pt x="217849" y="5686"/>
                    <a:pt x="221552" y="5876"/>
                    <a:pt x="225254" y="5936"/>
                  </a:cubicBezTo>
                  <a:cubicBezTo>
                    <a:pt x="228683" y="5853"/>
                    <a:pt x="232100" y="5745"/>
                    <a:pt x="235529" y="5626"/>
                  </a:cubicBezTo>
                  <a:cubicBezTo>
                    <a:pt x="236792" y="5555"/>
                    <a:pt x="238054" y="5483"/>
                    <a:pt x="239316" y="5436"/>
                  </a:cubicBezTo>
                  <a:cubicBezTo>
                    <a:pt x="243245" y="5281"/>
                    <a:pt x="247174" y="5198"/>
                    <a:pt x="251103" y="4840"/>
                  </a:cubicBezTo>
                  <a:cubicBezTo>
                    <a:pt x="251626" y="4792"/>
                    <a:pt x="252095" y="4773"/>
                    <a:pt x="252546" y="4773"/>
                  </a:cubicBezTo>
                  <a:cubicBezTo>
                    <a:pt x="254333" y="4773"/>
                    <a:pt x="255831" y="5079"/>
                    <a:pt x="259235" y="5126"/>
                  </a:cubicBezTo>
                  <a:lnTo>
                    <a:pt x="259235" y="5138"/>
                  </a:lnTo>
                  <a:cubicBezTo>
                    <a:pt x="261568" y="5233"/>
                    <a:pt x="263914" y="5364"/>
                    <a:pt x="266248" y="5483"/>
                  </a:cubicBezTo>
                  <a:cubicBezTo>
                    <a:pt x="269950" y="5686"/>
                    <a:pt x="273653" y="5876"/>
                    <a:pt x="277356" y="5936"/>
                  </a:cubicBezTo>
                  <a:cubicBezTo>
                    <a:pt x="280154" y="5864"/>
                    <a:pt x="282952" y="5781"/>
                    <a:pt x="285762" y="5686"/>
                  </a:cubicBezTo>
                  <a:lnTo>
                    <a:pt x="285762" y="161"/>
                  </a:lnTo>
                  <a:cubicBezTo>
                    <a:pt x="284233" y="65"/>
                    <a:pt x="282709" y="1"/>
                    <a:pt x="2811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49" name="Google Shape;1249;p21"/>
            <p:cNvGrpSpPr/>
            <p:nvPr/>
          </p:nvGrpSpPr>
          <p:grpSpPr>
            <a:xfrm>
              <a:off x="-14087" y="4839475"/>
              <a:ext cx="9164772" cy="40900"/>
              <a:chOff x="-14087" y="4839475"/>
              <a:chExt cx="9164772" cy="40900"/>
            </a:xfrm>
          </p:grpSpPr>
          <p:sp>
            <p:nvSpPr>
              <p:cNvPr id="1250" name="Google Shape;1250;p21"/>
              <p:cNvSpPr/>
              <p:nvPr/>
            </p:nvSpPr>
            <p:spPr>
              <a:xfrm rot="10800000" flipH="1">
                <a:off x="1616705" y="4839475"/>
                <a:ext cx="7533981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234923" h="1636" extrusionOk="0">
                    <a:moveTo>
                      <a:pt x="41215" y="1"/>
                    </a:moveTo>
                    <a:cubicBezTo>
                      <a:pt x="41081" y="1"/>
                      <a:pt x="40948" y="2"/>
                      <a:pt x="40815" y="4"/>
                    </a:cubicBezTo>
                    <a:cubicBezTo>
                      <a:pt x="34862" y="76"/>
                      <a:pt x="28802" y="314"/>
                      <a:pt x="22944" y="540"/>
                    </a:cubicBezTo>
                    <a:cubicBezTo>
                      <a:pt x="21194" y="612"/>
                      <a:pt x="19455" y="671"/>
                      <a:pt x="17705" y="743"/>
                    </a:cubicBezTo>
                    <a:cubicBezTo>
                      <a:pt x="13008" y="905"/>
                      <a:pt x="6849" y="1100"/>
                      <a:pt x="550" y="1100"/>
                    </a:cubicBezTo>
                    <a:cubicBezTo>
                      <a:pt x="367" y="1100"/>
                      <a:pt x="184" y="1100"/>
                      <a:pt x="1" y="1100"/>
                    </a:cubicBezTo>
                    <a:lnTo>
                      <a:pt x="1" y="1635"/>
                    </a:lnTo>
                    <a:cubicBezTo>
                      <a:pt x="184" y="1636"/>
                      <a:pt x="367" y="1636"/>
                      <a:pt x="550" y="1636"/>
                    </a:cubicBezTo>
                    <a:cubicBezTo>
                      <a:pt x="6849" y="1636"/>
                      <a:pt x="13020" y="1440"/>
                      <a:pt x="17729" y="1278"/>
                    </a:cubicBezTo>
                    <a:cubicBezTo>
                      <a:pt x="19479" y="1207"/>
                      <a:pt x="21218" y="1147"/>
                      <a:pt x="22968" y="1076"/>
                    </a:cubicBezTo>
                    <a:cubicBezTo>
                      <a:pt x="28814" y="850"/>
                      <a:pt x="34874" y="623"/>
                      <a:pt x="40827" y="540"/>
                    </a:cubicBezTo>
                    <a:cubicBezTo>
                      <a:pt x="40921" y="539"/>
                      <a:pt x="41015" y="538"/>
                      <a:pt x="41109" y="538"/>
                    </a:cubicBezTo>
                    <a:cubicBezTo>
                      <a:pt x="42855" y="538"/>
                      <a:pt x="44761" y="741"/>
                      <a:pt x="46602" y="933"/>
                    </a:cubicBezTo>
                    <a:cubicBezTo>
                      <a:pt x="48054" y="1088"/>
                      <a:pt x="49757" y="1624"/>
                      <a:pt x="52043" y="1635"/>
                    </a:cubicBezTo>
                    <a:lnTo>
                      <a:pt x="52114" y="1635"/>
                    </a:lnTo>
                    <a:cubicBezTo>
                      <a:pt x="52297" y="1636"/>
                      <a:pt x="52479" y="1636"/>
                      <a:pt x="52662" y="1636"/>
                    </a:cubicBezTo>
                    <a:cubicBezTo>
                      <a:pt x="58937" y="1636"/>
                      <a:pt x="65074" y="1440"/>
                      <a:pt x="69771" y="1278"/>
                    </a:cubicBezTo>
                    <a:cubicBezTo>
                      <a:pt x="71510" y="1207"/>
                      <a:pt x="73260" y="1147"/>
                      <a:pt x="74998" y="1076"/>
                    </a:cubicBezTo>
                    <a:cubicBezTo>
                      <a:pt x="80856" y="850"/>
                      <a:pt x="86904" y="612"/>
                      <a:pt x="92857" y="540"/>
                    </a:cubicBezTo>
                    <a:cubicBezTo>
                      <a:pt x="92987" y="538"/>
                      <a:pt x="93118" y="536"/>
                      <a:pt x="93250" y="536"/>
                    </a:cubicBezTo>
                    <a:cubicBezTo>
                      <a:pt x="94974" y="536"/>
                      <a:pt x="96829" y="745"/>
                      <a:pt x="98632" y="933"/>
                    </a:cubicBezTo>
                    <a:cubicBezTo>
                      <a:pt x="100096" y="1088"/>
                      <a:pt x="101787" y="1624"/>
                      <a:pt x="104061" y="1635"/>
                    </a:cubicBezTo>
                    <a:lnTo>
                      <a:pt x="104156" y="1635"/>
                    </a:lnTo>
                    <a:cubicBezTo>
                      <a:pt x="104339" y="1636"/>
                      <a:pt x="104521" y="1636"/>
                      <a:pt x="104703" y="1636"/>
                    </a:cubicBezTo>
                    <a:cubicBezTo>
                      <a:pt x="110967" y="1636"/>
                      <a:pt x="117104" y="1440"/>
                      <a:pt x="121790" y="1266"/>
                    </a:cubicBezTo>
                    <a:cubicBezTo>
                      <a:pt x="123540" y="1207"/>
                      <a:pt x="125278" y="1135"/>
                      <a:pt x="127028" y="1076"/>
                    </a:cubicBezTo>
                    <a:cubicBezTo>
                      <a:pt x="132886" y="850"/>
                      <a:pt x="138935" y="612"/>
                      <a:pt x="144888" y="528"/>
                    </a:cubicBezTo>
                    <a:cubicBezTo>
                      <a:pt x="144982" y="527"/>
                      <a:pt x="145076" y="526"/>
                      <a:pt x="145171" y="526"/>
                    </a:cubicBezTo>
                    <a:cubicBezTo>
                      <a:pt x="146926" y="526"/>
                      <a:pt x="148821" y="730"/>
                      <a:pt x="150662" y="933"/>
                    </a:cubicBezTo>
                    <a:cubicBezTo>
                      <a:pt x="152127" y="1088"/>
                      <a:pt x="153829" y="1624"/>
                      <a:pt x="156115" y="1635"/>
                    </a:cubicBezTo>
                    <a:lnTo>
                      <a:pt x="156175" y="1635"/>
                    </a:lnTo>
                    <a:cubicBezTo>
                      <a:pt x="156358" y="1636"/>
                      <a:pt x="156540" y="1636"/>
                      <a:pt x="156723" y="1636"/>
                    </a:cubicBezTo>
                    <a:cubicBezTo>
                      <a:pt x="163010" y="1636"/>
                      <a:pt x="169146" y="1440"/>
                      <a:pt x="173844" y="1266"/>
                    </a:cubicBezTo>
                    <a:cubicBezTo>
                      <a:pt x="175582" y="1207"/>
                      <a:pt x="177332" y="1135"/>
                      <a:pt x="179071" y="1076"/>
                    </a:cubicBezTo>
                    <a:cubicBezTo>
                      <a:pt x="184928" y="850"/>
                      <a:pt x="190977" y="612"/>
                      <a:pt x="196930" y="528"/>
                    </a:cubicBezTo>
                    <a:cubicBezTo>
                      <a:pt x="197024" y="527"/>
                      <a:pt x="197119" y="526"/>
                      <a:pt x="197214" y="526"/>
                    </a:cubicBezTo>
                    <a:cubicBezTo>
                      <a:pt x="198969" y="526"/>
                      <a:pt x="200863" y="730"/>
                      <a:pt x="202705" y="933"/>
                    </a:cubicBezTo>
                    <a:cubicBezTo>
                      <a:pt x="204181" y="1088"/>
                      <a:pt x="205907" y="1635"/>
                      <a:pt x="208229" y="1635"/>
                    </a:cubicBezTo>
                    <a:cubicBezTo>
                      <a:pt x="208412" y="1636"/>
                      <a:pt x="208595" y="1636"/>
                      <a:pt x="208778" y="1636"/>
                    </a:cubicBezTo>
                    <a:cubicBezTo>
                      <a:pt x="215077" y="1636"/>
                      <a:pt x="221236" y="1440"/>
                      <a:pt x="225934" y="1266"/>
                    </a:cubicBezTo>
                    <a:cubicBezTo>
                      <a:pt x="227684" y="1207"/>
                      <a:pt x="229434" y="1135"/>
                      <a:pt x="231172" y="1076"/>
                    </a:cubicBezTo>
                    <a:cubicBezTo>
                      <a:pt x="232411" y="1028"/>
                      <a:pt x="233661" y="981"/>
                      <a:pt x="234923" y="933"/>
                    </a:cubicBezTo>
                    <a:lnTo>
                      <a:pt x="234923" y="397"/>
                    </a:lnTo>
                    <a:cubicBezTo>
                      <a:pt x="233661" y="445"/>
                      <a:pt x="232399" y="492"/>
                      <a:pt x="231160" y="540"/>
                    </a:cubicBezTo>
                    <a:cubicBezTo>
                      <a:pt x="229410" y="600"/>
                      <a:pt x="227660" y="671"/>
                      <a:pt x="225922" y="731"/>
                    </a:cubicBezTo>
                    <a:lnTo>
                      <a:pt x="225922" y="743"/>
                    </a:lnTo>
                    <a:cubicBezTo>
                      <a:pt x="221213" y="905"/>
                      <a:pt x="215053" y="1100"/>
                      <a:pt x="208766" y="1100"/>
                    </a:cubicBezTo>
                    <a:cubicBezTo>
                      <a:pt x="208583" y="1100"/>
                      <a:pt x="208400" y="1100"/>
                      <a:pt x="208217" y="1100"/>
                    </a:cubicBezTo>
                    <a:cubicBezTo>
                      <a:pt x="205860" y="1100"/>
                      <a:pt x="204229" y="564"/>
                      <a:pt x="202764" y="397"/>
                    </a:cubicBezTo>
                    <a:cubicBezTo>
                      <a:pt x="200912" y="205"/>
                      <a:pt x="198995" y="3"/>
                      <a:pt x="197207" y="3"/>
                    </a:cubicBezTo>
                    <a:cubicBezTo>
                      <a:pt x="197111" y="3"/>
                      <a:pt x="197014" y="3"/>
                      <a:pt x="196918" y="4"/>
                    </a:cubicBezTo>
                    <a:cubicBezTo>
                      <a:pt x="190965" y="76"/>
                      <a:pt x="184905" y="314"/>
                      <a:pt x="179059" y="540"/>
                    </a:cubicBezTo>
                    <a:cubicBezTo>
                      <a:pt x="177308" y="612"/>
                      <a:pt x="175558" y="671"/>
                      <a:pt x="173820" y="743"/>
                    </a:cubicBezTo>
                    <a:cubicBezTo>
                      <a:pt x="169111" y="905"/>
                      <a:pt x="162952" y="1100"/>
                      <a:pt x="156664" y="1100"/>
                    </a:cubicBezTo>
                    <a:cubicBezTo>
                      <a:pt x="156481" y="1100"/>
                      <a:pt x="156298" y="1100"/>
                      <a:pt x="156115" y="1100"/>
                    </a:cubicBezTo>
                    <a:cubicBezTo>
                      <a:pt x="153782" y="1088"/>
                      <a:pt x="152162" y="552"/>
                      <a:pt x="150722" y="397"/>
                    </a:cubicBezTo>
                    <a:cubicBezTo>
                      <a:pt x="148897" y="209"/>
                      <a:pt x="147030" y="1"/>
                      <a:pt x="145276" y="1"/>
                    </a:cubicBezTo>
                    <a:cubicBezTo>
                      <a:pt x="145142" y="1"/>
                      <a:pt x="145008" y="2"/>
                      <a:pt x="144876" y="4"/>
                    </a:cubicBezTo>
                    <a:cubicBezTo>
                      <a:pt x="138923" y="76"/>
                      <a:pt x="132862" y="314"/>
                      <a:pt x="127005" y="540"/>
                    </a:cubicBezTo>
                    <a:cubicBezTo>
                      <a:pt x="125266" y="612"/>
                      <a:pt x="123516" y="671"/>
                      <a:pt x="121766" y="743"/>
                    </a:cubicBezTo>
                    <a:cubicBezTo>
                      <a:pt x="117068" y="905"/>
                      <a:pt x="110909" y="1100"/>
                      <a:pt x="104622" y="1100"/>
                    </a:cubicBezTo>
                    <a:cubicBezTo>
                      <a:pt x="104439" y="1100"/>
                      <a:pt x="104256" y="1100"/>
                      <a:pt x="104073" y="1100"/>
                    </a:cubicBezTo>
                    <a:cubicBezTo>
                      <a:pt x="101751" y="1088"/>
                      <a:pt x="100132" y="552"/>
                      <a:pt x="98692" y="397"/>
                    </a:cubicBezTo>
                    <a:cubicBezTo>
                      <a:pt x="96877" y="209"/>
                      <a:pt x="95002" y="1"/>
                      <a:pt x="93246" y="1"/>
                    </a:cubicBezTo>
                    <a:cubicBezTo>
                      <a:pt x="93111" y="1"/>
                      <a:pt x="92978" y="2"/>
                      <a:pt x="92846" y="4"/>
                    </a:cubicBezTo>
                    <a:cubicBezTo>
                      <a:pt x="86892" y="76"/>
                      <a:pt x="80832" y="314"/>
                      <a:pt x="74986" y="540"/>
                    </a:cubicBezTo>
                    <a:cubicBezTo>
                      <a:pt x="73236" y="612"/>
                      <a:pt x="71486" y="671"/>
                      <a:pt x="69747" y="743"/>
                    </a:cubicBezTo>
                    <a:cubicBezTo>
                      <a:pt x="65038" y="905"/>
                      <a:pt x="58879" y="1100"/>
                      <a:pt x="52591" y="1100"/>
                    </a:cubicBezTo>
                    <a:cubicBezTo>
                      <a:pt x="52409" y="1100"/>
                      <a:pt x="52226" y="1100"/>
                      <a:pt x="52043" y="1100"/>
                    </a:cubicBezTo>
                    <a:cubicBezTo>
                      <a:pt x="49721" y="1088"/>
                      <a:pt x="48102" y="552"/>
                      <a:pt x="46649" y="397"/>
                    </a:cubicBezTo>
                    <a:cubicBezTo>
                      <a:pt x="44835" y="209"/>
                      <a:pt x="42970" y="1"/>
                      <a:pt x="412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21"/>
              <p:cNvSpPr/>
              <p:nvPr/>
            </p:nvSpPr>
            <p:spPr>
              <a:xfrm rot="10800000" flipH="1">
                <a:off x="-14087" y="4839475"/>
                <a:ext cx="1630054" cy="40850"/>
              </a:xfrm>
              <a:custGeom>
                <a:avLst/>
                <a:gdLst/>
                <a:ahLst/>
                <a:cxnLst/>
                <a:rect l="l" t="t" r="r" b="b"/>
                <a:pathLst>
                  <a:path w="50828" h="1634" extrusionOk="0">
                    <a:moveTo>
                      <a:pt x="39782" y="1"/>
                    </a:moveTo>
                    <a:cubicBezTo>
                      <a:pt x="39686" y="1"/>
                      <a:pt x="39589" y="1"/>
                      <a:pt x="39493" y="2"/>
                    </a:cubicBezTo>
                    <a:cubicBezTo>
                      <a:pt x="33540" y="74"/>
                      <a:pt x="27480" y="312"/>
                      <a:pt x="21622" y="538"/>
                    </a:cubicBezTo>
                    <a:cubicBezTo>
                      <a:pt x="19883" y="610"/>
                      <a:pt x="18133" y="669"/>
                      <a:pt x="16395" y="741"/>
                    </a:cubicBezTo>
                    <a:cubicBezTo>
                      <a:pt x="11882" y="895"/>
                      <a:pt x="6025" y="1086"/>
                      <a:pt x="0" y="1098"/>
                    </a:cubicBezTo>
                    <a:lnTo>
                      <a:pt x="0" y="1633"/>
                    </a:lnTo>
                    <a:cubicBezTo>
                      <a:pt x="6036" y="1622"/>
                      <a:pt x="11894" y="1431"/>
                      <a:pt x="16407" y="1276"/>
                    </a:cubicBezTo>
                    <a:cubicBezTo>
                      <a:pt x="18157" y="1205"/>
                      <a:pt x="19895" y="1145"/>
                      <a:pt x="21646" y="1074"/>
                    </a:cubicBezTo>
                    <a:cubicBezTo>
                      <a:pt x="27503" y="848"/>
                      <a:pt x="33552" y="621"/>
                      <a:pt x="39505" y="538"/>
                    </a:cubicBezTo>
                    <a:cubicBezTo>
                      <a:pt x="39599" y="537"/>
                      <a:pt x="39694" y="536"/>
                      <a:pt x="39789" y="536"/>
                    </a:cubicBezTo>
                    <a:cubicBezTo>
                      <a:pt x="41544" y="536"/>
                      <a:pt x="43438" y="739"/>
                      <a:pt x="45279" y="931"/>
                    </a:cubicBezTo>
                    <a:cubicBezTo>
                      <a:pt x="46756" y="1098"/>
                      <a:pt x="48470" y="1633"/>
                      <a:pt x="50792" y="1633"/>
                    </a:cubicBezTo>
                    <a:lnTo>
                      <a:pt x="50828" y="1098"/>
                    </a:lnTo>
                    <a:cubicBezTo>
                      <a:pt x="48447" y="1098"/>
                      <a:pt x="46803" y="562"/>
                      <a:pt x="45339" y="395"/>
                    </a:cubicBezTo>
                    <a:cubicBezTo>
                      <a:pt x="43487" y="203"/>
                      <a:pt x="41570" y="1"/>
                      <a:pt x="397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54" name="Google Shape;1254;p22"/>
          <p:cNvSpPr txBox="1">
            <a:spLocks noGrp="1"/>
          </p:cNvSpPr>
          <p:nvPr>
            <p:ph type="subTitle" idx="1"/>
          </p:nvPr>
        </p:nvSpPr>
        <p:spPr>
          <a:xfrm>
            <a:off x="4638275" y="1283528"/>
            <a:ext cx="37857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Marcellus"/>
                <a:ea typeface="Marcellus"/>
                <a:cs typeface="Marcellus"/>
                <a:sym typeface="Marcell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55" name="Google Shape;1255;p22"/>
          <p:cNvSpPr txBox="1">
            <a:spLocks noGrp="1"/>
          </p:cNvSpPr>
          <p:nvPr>
            <p:ph type="subTitle" idx="2"/>
          </p:nvPr>
        </p:nvSpPr>
        <p:spPr>
          <a:xfrm>
            <a:off x="4638275" y="2421271"/>
            <a:ext cx="37857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Marcellus"/>
                <a:ea typeface="Marcellus"/>
                <a:cs typeface="Marcellus"/>
                <a:sym typeface="Marcell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56" name="Google Shape;1256;p22"/>
          <p:cNvSpPr txBox="1">
            <a:spLocks noGrp="1"/>
          </p:cNvSpPr>
          <p:nvPr>
            <p:ph type="subTitle" idx="3"/>
          </p:nvPr>
        </p:nvSpPr>
        <p:spPr>
          <a:xfrm>
            <a:off x="4638275" y="3564767"/>
            <a:ext cx="37857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Marcellus"/>
                <a:ea typeface="Marcellus"/>
                <a:cs typeface="Marcellus"/>
                <a:sym typeface="Marcell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57" name="Google Shape;1257;p22"/>
          <p:cNvSpPr txBox="1">
            <a:spLocks noGrp="1"/>
          </p:cNvSpPr>
          <p:nvPr>
            <p:ph type="subTitle" idx="4"/>
          </p:nvPr>
        </p:nvSpPr>
        <p:spPr>
          <a:xfrm>
            <a:off x="4638275" y="1803973"/>
            <a:ext cx="3785700" cy="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8" name="Google Shape;1258;p22"/>
          <p:cNvSpPr txBox="1">
            <a:spLocks noGrp="1"/>
          </p:cNvSpPr>
          <p:nvPr>
            <p:ph type="subTitle" idx="5"/>
          </p:nvPr>
        </p:nvSpPr>
        <p:spPr>
          <a:xfrm>
            <a:off x="4638275" y="2945049"/>
            <a:ext cx="3785700" cy="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9" name="Google Shape;1259;p22"/>
          <p:cNvSpPr txBox="1">
            <a:spLocks noGrp="1"/>
          </p:cNvSpPr>
          <p:nvPr>
            <p:ph type="subTitle" idx="6"/>
          </p:nvPr>
        </p:nvSpPr>
        <p:spPr>
          <a:xfrm>
            <a:off x="4638275" y="4086125"/>
            <a:ext cx="3785700" cy="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260" name="Google Shape;1260;p22"/>
          <p:cNvGrpSpPr/>
          <p:nvPr/>
        </p:nvGrpSpPr>
        <p:grpSpPr>
          <a:xfrm>
            <a:off x="13931" y="108"/>
            <a:ext cx="498605" cy="5198109"/>
            <a:chOff x="26406" y="-52705"/>
            <a:chExt cx="498605" cy="5198109"/>
          </a:xfrm>
        </p:grpSpPr>
        <p:sp>
          <p:nvSpPr>
            <p:cNvPr id="1261" name="Google Shape;1261;p22"/>
            <p:cNvSpPr/>
            <p:nvPr/>
          </p:nvSpPr>
          <p:spPr>
            <a:xfrm rot="-5400000">
              <a:off x="-2385939" y="2507515"/>
              <a:ext cx="5198109" cy="77670"/>
            </a:xfrm>
            <a:custGeom>
              <a:avLst/>
              <a:gdLst/>
              <a:ahLst/>
              <a:cxnLst/>
              <a:rect l="l" t="t" r="r" b="b"/>
              <a:pathLst>
                <a:path w="83487" h="2624" extrusionOk="0">
                  <a:moveTo>
                    <a:pt x="57972" y="1"/>
                  </a:moveTo>
                  <a:cubicBezTo>
                    <a:pt x="52757" y="1"/>
                    <a:pt x="46991" y="326"/>
                    <a:pt x="42256" y="835"/>
                  </a:cubicBezTo>
                  <a:cubicBezTo>
                    <a:pt x="41281" y="911"/>
                    <a:pt x="40296" y="940"/>
                    <a:pt x="39312" y="940"/>
                  </a:cubicBezTo>
                  <a:cubicBezTo>
                    <a:pt x="38433" y="940"/>
                    <a:pt x="37554" y="917"/>
                    <a:pt x="36683" y="883"/>
                  </a:cubicBezTo>
                  <a:cubicBezTo>
                    <a:pt x="33933" y="776"/>
                    <a:pt x="31195" y="526"/>
                    <a:pt x="28444" y="359"/>
                  </a:cubicBezTo>
                  <a:cubicBezTo>
                    <a:pt x="25503" y="169"/>
                    <a:pt x="22539" y="109"/>
                    <a:pt x="19586" y="38"/>
                  </a:cubicBezTo>
                  <a:cubicBezTo>
                    <a:pt x="18650" y="13"/>
                    <a:pt x="17684" y="2"/>
                    <a:pt x="16698" y="2"/>
                  </a:cubicBezTo>
                  <a:cubicBezTo>
                    <a:pt x="11424" y="2"/>
                    <a:pt x="5585" y="336"/>
                    <a:pt x="810" y="847"/>
                  </a:cubicBezTo>
                  <a:cubicBezTo>
                    <a:pt x="834" y="1550"/>
                    <a:pt x="0" y="1240"/>
                    <a:pt x="0" y="1943"/>
                  </a:cubicBezTo>
                  <a:cubicBezTo>
                    <a:pt x="12" y="2026"/>
                    <a:pt x="1262" y="2359"/>
                    <a:pt x="1274" y="2443"/>
                  </a:cubicBezTo>
                  <a:cubicBezTo>
                    <a:pt x="1742" y="2491"/>
                    <a:pt x="2194" y="2510"/>
                    <a:pt x="2631" y="2510"/>
                  </a:cubicBezTo>
                  <a:cubicBezTo>
                    <a:pt x="4100" y="2510"/>
                    <a:pt x="5412" y="2299"/>
                    <a:pt x="6661" y="2299"/>
                  </a:cubicBezTo>
                  <a:cubicBezTo>
                    <a:pt x="6687" y="2299"/>
                    <a:pt x="6713" y="2300"/>
                    <a:pt x="6739" y="2300"/>
                  </a:cubicBezTo>
                  <a:cubicBezTo>
                    <a:pt x="8323" y="2300"/>
                    <a:pt x="9894" y="2300"/>
                    <a:pt x="11478" y="2288"/>
                  </a:cubicBezTo>
                  <a:cubicBezTo>
                    <a:pt x="12270" y="2288"/>
                    <a:pt x="13064" y="2294"/>
                    <a:pt x="13858" y="2294"/>
                  </a:cubicBezTo>
                  <a:cubicBezTo>
                    <a:pt x="14651" y="2294"/>
                    <a:pt x="15443" y="2288"/>
                    <a:pt x="16229" y="2264"/>
                  </a:cubicBezTo>
                  <a:cubicBezTo>
                    <a:pt x="17489" y="2227"/>
                    <a:pt x="18752" y="2210"/>
                    <a:pt x="20015" y="2210"/>
                  </a:cubicBezTo>
                  <a:cubicBezTo>
                    <a:pt x="22042" y="2210"/>
                    <a:pt x="24069" y="2255"/>
                    <a:pt x="26087" y="2335"/>
                  </a:cubicBezTo>
                  <a:cubicBezTo>
                    <a:pt x="27730" y="2395"/>
                    <a:pt x="29361" y="2490"/>
                    <a:pt x="30992" y="2586"/>
                  </a:cubicBezTo>
                  <a:cubicBezTo>
                    <a:pt x="31484" y="2613"/>
                    <a:pt x="31980" y="2624"/>
                    <a:pt x="32478" y="2624"/>
                  </a:cubicBezTo>
                  <a:cubicBezTo>
                    <a:pt x="33473" y="2624"/>
                    <a:pt x="34473" y="2582"/>
                    <a:pt x="35457" y="2550"/>
                  </a:cubicBezTo>
                  <a:cubicBezTo>
                    <a:pt x="37222" y="2488"/>
                    <a:pt x="38988" y="2407"/>
                    <a:pt x="40753" y="2407"/>
                  </a:cubicBezTo>
                  <a:cubicBezTo>
                    <a:pt x="41381" y="2407"/>
                    <a:pt x="42009" y="2418"/>
                    <a:pt x="42637" y="2443"/>
                  </a:cubicBezTo>
                  <a:cubicBezTo>
                    <a:pt x="43099" y="2491"/>
                    <a:pt x="43546" y="2510"/>
                    <a:pt x="43979" y="2510"/>
                  </a:cubicBezTo>
                  <a:cubicBezTo>
                    <a:pt x="45433" y="2510"/>
                    <a:pt x="46736" y="2299"/>
                    <a:pt x="47976" y="2299"/>
                  </a:cubicBezTo>
                  <a:cubicBezTo>
                    <a:pt x="48002" y="2299"/>
                    <a:pt x="48028" y="2300"/>
                    <a:pt x="48054" y="2300"/>
                  </a:cubicBezTo>
                  <a:cubicBezTo>
                    <a:pt x="49637" y="2300"/>
                    <a:pt x="51221" y="2300"/>
                    <a:pt x="52805" y="2288"/>
                  </a:cubicBezTo>
                  <a:cubicBezTo>
                    <a:pt x="53703" y="2288"/>
                    <a:pt x="54608" y="2296"/>
                    <a:pt x="55513" y="2296"/>
                  </a:cubicBezTo>
                  <a:cubicBezTo>
                    <a:pt x="56192" y="2296"/>
                    <a:pt x="56870" y="2291"/>
                    <a:pt x="57543" y="2276"/>
                  </a:cubicBezTo>
                  <a:cubicBezTo>
                    <a:pt x="58830" y="2239"/>
                    <a:pt x="60118" y="2221"/>
                    <a:pt x="61407" y="2221"/>
                  </a:cubicBezTo>
                  <a:cubicBezTo>
                    <a:pt x="63410" y="2221"/>
                    <a:pt x="65414" y="2263"/>
                    <a:pt x="67413" y="2335"/>
                  </a:cubicBezTo>
                  <a:cubicBezTo>
                    <a:pt x="69045" y="2395"/>
                    <a:pt x="70676" y="2490"/>
                    <a:pt x="72307" y="2586"/>
                  </a:cubicBezTo>
                  <a:cubicBezTo>
                    <a:pt x="72799" y="2613"/>
                    <a:pt x="73295" y="2624"/>
                    <a:pt x="73793" y="2624"/>
                  </a:cubicBezTo>
                  <a:cubicBezTo>
                    <a:pt x="74787" y="2624"/>
                    <a:pt x="75788" y="2582"/>
                    <a:pt x="76772" y="2550"/>
                  </a:cubicBezTo>
                  <a:cubicBezTo>
                    <a:pt x="78554" y="2493"/>
                    <a:pt x="80336" y="2413"/>
                    <a:pt x="82118" y="2413"/>
                  </a:cubicBezTo>
                  <a:cubicBezTo>
                    <a:pt x="82575" y="2413"/>
                    <a:pt x="83031" y="2419"/>
                    <a:pt x="83487" y="2431"/>
                  </a:cubicBezTo>
                  <a:lnTo>
                    <a:pt x="83487" y="835"/>
                  </a:lnTo>
                  <a:cubicBezTo>
                    <a:pt x="82525" y="911"/>
                    <a:pt x="81556" y="940"/>
                    <a:pt x="80589" y="940"/>
                  </a:cubicBezTo>
                  <a:cubicBezTo>
                    <a:pt x="79726" y="940"/>
                    <a:pt x="78864" y="917"/>
                    <a:pt x="78010" y="883"/>
                  </a:cubicBezTo>
                  <a:lnTo>
                    <a:pt x="77998" y="883"/>
                  </a:lnTo>
                  <a:cubicBezTo>
                    <a:pt x="75248" y="776"/>
                    <a:pt x="72509" y="526"/>
                    <a:pt x="69759" y="359"/>
                  </a:cubicBezTo>
                  <a:cubicBezTo>
                    <a:pt x="66818" y="169"/>
                    <a:pt x="63854" y="109"/>
                    <a:pt x="60901" y="38"/>
                  </a:cubicBezTo>
                  <a:cubicBezTo>
                    <a:pt x="59952" y="13"/>
                    <a:pt x="58972" y="1"/>
                    <a:pt x="579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22"/>
            <p:cNvSpPr/>
            <p:nvPr/>
          </p:nvSpPr>
          <p:spPr>
            <a:xfrm rot="-5400000">
              <a:off x="-2277146" y="2491763"/>
              <a:ext cx="5192194" cy="104754"/>
            </a:xfrm>
            <a:custGeom>
              <a:avLst/>
              <a:gdLst/>
              <a:ahLst/>
              <a:cxnLst/>
              <a:rect l="l" t="t" r="r" b="b"/>
              <a:pathLst>
                <a:path w="83392" h="3539" extrusionOk="0">
                  <a:moveTo>
                    <a:pt x="20540" y="0"/>
                  </a:moveTo>
                  <a:cubicBezTo>
                    <a:pt x="20258" y="0"/>
                    <a:pt x="19975" y="1"/>
                    <a:pt x="19694" y="3"/>
                  </a:cubicBezTo>
                  <a:cubicBezTo>
                    <a:pt x="18086" y="3"/>
                    <a:pt x="16467" y="51"/>
                    <a:pt x="14860" y="63"/>
                  </a:cubicBezTo>
                  <a:cubicBezTo>
                    <a:pt x="11245" y="73"/>
                    <a:pt x="6844" y="240"/>
                    <a:pt x="2975" y="240"/>
                  </a:cubicBezTo>
                  <a:cubicBezTo>
                    <a:pt x="2205" y="240"/>
                    <a:pt x="1456" y="233"/>
                    <a:pt x="739" y="218"/>
                  </a:cubicBezTo>
                  <a:lnTo>
                    <a:pt x="739" y="218"/>
                  </a:lnTo>
                  <a:cubicBezTo>
                    <a:pt x="846" y="1122"/>
                    <a:pt x="1" y="1599"/>
                    <a:pt x="36" y="2515"/>
                  </a:cubicBezTo>
                  <a:cubicBezTo>
                    <a:pt x="36" y="2623"/>
                    <a:pt x="1179" y="3397"/>
                    <a:pt x="1179" y="3504"/>
                  </a:cubicBezTo>
                  <a:cubicBezTo>
                    <a:pt x="1506" y="3528"/>
                    <a:pt x="1846" y="3539"/>
                    <a:pt x="2196" y="3539"/>
                  </a:cubicBezTo>
                  <a:cubicBezTo>
                    <a:pt x="4814" y="3539"/>
                    <a:pt x="7990" y="2940"/>
                    <a:pt x="10532" y="2940"/>
                  </a:cubicBezTo>
                  <a:cubicBezTo>
                    <a:pt x="10655" y="2940"/>
                    <a:pt x="10775" y="2941"/>
                    <a:pt x="10895" y="2944"/>
                  </a:cubicBezTo>
                  <a:cubicBezTo>
                    <a:pt x="13895" y="3027"/>
                    <a:pt x="16896" y="3170"/>
                    <a:pt x="19896" y="3218"/>
                  </a:cubicBezTo>
                  <a:cubicBezTo>
                    <a:pt x="20646" y="3230"/>
                    <a:pt x="21396" y="3239"/>
                    <a:pt x="22146" y="3239"/>
                  </a:cubicBezTo>
                  <a:cubicBezTo>
                    <a:pt x="22896" y="3239"/>
                    <a:pt x="23646" y="3230"/>
                    <a:pt x="24397" y="3206"/>
                  </a:cubicBezTo>
                  <a:cubicBezTo>
                    <a:pt x="25837" y="3170"/>
                    <a:pt x="27278" y="3087"/>
                    <a:pt x="28719" y="3039"/>
                  </a:cubicBezTo>
                  <a:cubicBezTo>
                    <a:pt x="30089" y="2994"/>
                    <a:pt x="31464" y="2960"/>
                    <a:pt x="32838" y="2960"/>
                  </a:cubicBezTo>
                  <a:cubicBezTo>
                    <a:pt x="34376" y="2960"/>
                    <a:pt x="35912" y="3003"/>
                    <a:pt x="37434" y="3123"/>
                  </a:cubicBezTo>
                  <a:cubicBezTo>
                    <a:pt x="39101" y="3254"/>
                    <a:pt x="40803" y="3456"/>
                    <a:pt x="42494" y="3492"/>
                  </a:cubicBezTo>
                  <a:cubicBezTo>
                    <a:pt x="42494" y="3492"/>
                    <a:pt x="42494" y="3504"/>
                    <a:pt x="42494" y="3504"/>
                  </a:cubicBezTo>
                  <a:cubicBezTo>
                    <a:pt x="42821" y="3528"/>
                    <a:pt x="43161" y="3539"/>
                    <a:pt x="43511" y="3539"/>
                  </a:cubicBezTo>
                  <a:cubicBezTo>
                    <a:pt x="46129" y="3539"/>
                    <a:pt x="49305" y="2940"/>
                    <a:pt x="51847" y="2940"/>
                  </a:cubicBezTo>
                  <a:cubicBezTo>
                    <a:pt x="51969" y="2940"/>
                    <a:pt x="52090" y="2941"/>
                    <a:pt x="52210" y="2944"/>
                  </a:cubicBezTo>
                  <a:cubicBezTo>
                    <a:pt x="55210" y="3027"/>
                    <a:pt x="58210" y="3170"/>
                    <a:pt x="61211" y="3218"/>
                  </a:cubicBezTo>
                  <a:cubicBezTo>
                    <a:pt x="61961" y="3230"/>
                    <a:pt x="62711" y="3239"/>
                    <a:pt x="63461" y="3239"/>
                  </a:cubicBezTo>
                  <a:cubicBezTo>
                    <a:pt x="64211" y="3239"/>
                    <a:pt x="64961" y="3230"/>
                    <a:pt x="65711" y="3206"/>
                  </a:cubicBezTo>
                  <a:cubicBezTo>
                    <a:pt x="67152" y="3170"/>
                    <a:pt x="68593" y="3087"/>
                    <a:pt x="70033" y="3039"/>
                  </a:cubicBezTo>
                  <a:cubicBezTo>
                    <a:pt x="71403" y="2994"/>
                    <a:pt x="72779" y="2960"/>
                    <a:pt x="74152" y="2960"/>
                  </a:cubicBezTo>
                  <a:cubicBezTo>
                    <a:pt x="75691" y="2960"/>
                    <a:pt x="77226" y="3003"/>
                    <a:pt x="78749" y="3123"/>
                  </a:cubicBezTo>
                  <a:cubicBezTo>
                    <a:pt x="80284" y="3254"/>
                    <a:pt x="81844" y="3432"/>
                    <a:pt x="83392" y="3492"/>
                  </a:cubicBezTo>
                  <a:lnTo>
                    <a:pt x="83392" y="218"/>
                  </a:lnTo>
                  <a:cubicBezTo>
                    <a:pt x="82902" y="202"/>
                    <a:pt x="82412" y="196"/>
                    <a:pt x="81921" y="196"/>
                  </a:cubicBezTo>
                  <a:cubicBezTo>
                    <a:pt x="79738" y="196"/>
                    <a:pt x="77545" y="324"/>
                    <a:pt x="75367" y="372"/>
                  </a:cubicBezTo>
                  <a:cubicBezTo>
                    <a:pt x="75023" y="380"/>
                    <a:pt x="74679" y="384"/>
                    <a:pt x="74335" y="384"/>
                  </a:cubicBezTo>
                  <a:cubicBezTo>
                    <a:pt x="71531" y="384"/>
                    <a:pt x="68750" y="148"/>
                    <a:pt x="65949" y="63"/>
                  </a:cubicBezTo>
                  <a:cubicBezTo>
                    <a:pt x="64588" y="23"/>
                    <a:pt x="63219" y="0"/>
                    <a:pt x="61855" y="0"/>
                  </a:cubicBezTo>
                  <a:cubicBezTo>
                    <a:pt x="61572" y="0"/>
                    <a:pt x="61290" y="1"/>
                    <a:pt x="61008" y="3"/>
                  </a:cubicBezTo>
                  <a:cubicBezTo>
                    <a:pt x="59401" y="3"/>
                    <a:pt x="57782" y="63"/>
                    <a:pt x="56174" y="63"/>
                  </a:cubicBezTo>
                  <a:cubicBezTo>
                    <a:pt x="52560" y="73"/>
                    <a:pt x="48167" y="240"/>
                    <a:pt x="44294" y="240"/>
                  </a:cubicBezTo>
                  <a:cubicBezTo>
                    <a:pt x="43523" y="240"/>
                    <a:pt x="42773" y="233"/>
                    <a:pt x="42054" y="218"/>
                  </a:cubicBezTo>
                  <a:cubicBezTo>
                    <a:pt x="41564" y="202"/>
                    <a:pt x="41074" y="196"/>
                    <a:pt x="40583" y="196"/>
                  </a:cubicBezTo>
                  <a:cubicBezTo>
                    <a:pt x="38404" y="196"/>
                    <a:pt x="36220" y="324"/>
                    <a:pt x="34053" y="372"/>
                  </a:cubicBezTo>
                  <a:cubicBezTo>
                    <a:pt x="33708" y="380"/>
                    <a:pt x="33364" y="384"/>
                    <a:pt x="33021" y="384"/>
                  </a:cubicBezTo>
                  <a:cubicBezTo>
                    <a:pt x="30216" y="384"/>
                    <a:pt x="27435" y="148"/>
                    <a:pt x="24635" y="63"/>
                  </a:cubicBezTo>
                  <a:cubicBezTo>
                    <a:pt x="23274" y="23"/>
                    <a:pt x="21904" y="0"/>
                    <a:pt x="205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22"/>
            <p:cNvSpPr/>
            <p:nvPr/>
          </p:nvSpPr>
          <p:spPr>
            <a:xfrm rot="-5400000">
              <a:off x="-398081" y="3084003"/>
              <a:ext cx="1112755" cy="21075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601" y="1"/>
                  </a:moveTo>
                  <a:cubicBezTo>
                    <a:pt x="5731" y="1"/>
                    <a:pt x="2859" y="98"/>
                    <a:pt x="0" y="314"/>
                  </a:cubicBezTo>
                  <a:cubicBezTo>
                    <a:pt x="3215" y="481"/>
                    <a:pt x="6430" y="672"/>
                    <a:pt x="9656" y="707"/>
                  </a:cubicBezTo>
                  <a:cubicBezTo>
                    <a:pt x="9966" y="710"/>
                    <a:pt x="10277" y="712"/>
                    <a:pt x="10587" y="712"/>
                  </a:cubicBezTo>
                  <a:cubicBezTo>
                    <a:pt x="13010" y="712"/>
                    <a:pt x="15455" y="622"/>
                    <a:pt x="17872" y="326"/>
                  </a:cubicBezTo>
                  <a:cubicBezTo>
                    <a:pt x="17276" y="279"/>
                    <a:pt x="16669" y="243"/>
                    <a:pt x="16074" y="207"/>
                  </a:cubicBezTo>
                  <a:cubicBezTo>
                    <a:pt x="13592" y="74"/>
                    <a:pt x="11097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22"/>
            <p:cNvSpPr/>
            <p:nvPr/>
          </p:nvSpPr>
          <p:spPr>
            <a:xfrm rot="-5400000">
              <a:off x="-2151584" y="2479324"/>
              <a:ext cx="5128438" cy="64380"/>
            </a:xfrm>
            <a:custGeom>
              <a:avLst/>
              <a:gdLst/>
              <a:ahLst/>
              <a:cxnLst/>
              <a:rect l="l" t="t" r="r" b="b"/>
              <a:pathLst>
                <a:path w="82368" h="2175" extrusionOk="0">
                  <a:moveTo>
                    <a:pt x="73179" y="1"/>
                  </a:moveTo>
                  <a:cubicBezTo>
                    <a:pt x="71470" y="1"/>
                    <a:pt x="69755" y="63"/>
                    <a:pt x="68057" y="133"/>
                  </a:cubicBezTo>
                  <a:cubicBezTo>
                    <a:pt x="66592" y="192"/>
                    <a:pt x="65140" y="264"/>
                    <a:pt x="63675" y="288"/>
                  </a:cubicBezTo>
                  <a:cubicBezTo>
                    <a:pt x="63256" y="294"/>
                    <a:pt x="62837" y="297"/>
                    <a:pt x="62418" y="297"/>
                  </a:cubicBezTo>
                  <a:cubicBezTo>
                    <a:pt x="61337" y="297"/>
                    <a:pt x="60256" y="278"/>
                    <a:pt x="59175" y="252"/>
                  </a:cubicBezTo>
                  <a:cubicBezTo>
                    <a:pt x="58456" y="235"/>
                    <a:pt x="57721" y="227"/>
                    <a:pt x="56973" y="227"/>
                  </a:cubicBezTo>
                  <a:cubicBezTo>
                    <a:pt x="52059" y="227"/>
                    <a:pt x="46601" y="553"/>
                    <a:pt x="41744" y="573"/>
                  </a:cubicBezTo>
                  <a:lnTo>
                    <a:pt x="41744" y="562"/>
                  </a:lnTo>
                  <a:cubicBezTo>
                    <a:pt x="39636" y="538"/>
                    <a:pt x="37517" y="252"/>
                    <a:pt x="35433" y="109"/>
                  </a:cubicBezTo>
                  <a:cubicBezTo>
                    <a:pt x="34281" y="33"/>
                    <a:pt x="33121" y="4"/>
                    <a:pt x="31959" y="4"/>
                  </a:cubicBezTo>
                  <a:cubicBezTo>
                    <a:pt x="30217" y="4"/>
                    <a:pt x="28471" y="69"/>
                    <a:pt x="26742" y="133"/>
                  </a:cubicBezTo>
                  <a:cubicBezTo>
                    <a:pt x="25289" y="192"/>
                    <a:pt x="23825" y="264"/>
                    <a:pt x="22372" y="288"/>
                  </a:cubicBezTo>
                  <a:cubicBezTo>
                    <a:pt x="21953" y="294"/>
                    <a:pt x="21534" y="297"/>
                    <a:pt x="21114" y="297"/>
                  </a:cubicBezTo>
                  <a:cubicBezTo>
                    <a:pt x="20030" y="297"/>
                    <a:pt x="18944" y="278"/>
                    <a:pt x="17872" y="252"/>
                  </a:cubicBezTo>
                  <a:cubicBezTo>
                    <a:pt x="17164" y="235"/>
                    <a:pt x="16441" y="228"/>
                    <a:pt x="15706" y="228"/>
                  </a:cubicBezTo>
                  <a:cubicBezTo>
                    <a:pt x="10625" y="228"/>
                    <a:pt x="4972" y="573"/>
                    <a:pt x="0" y="573"/>
                  </a:cubicBezTo>
                  <a:cubicBezTo>
                    <a:pt x="12" y="1038"/>
                    <a:pt x="215" y="1693"/>
                    <a:pt x="215" y="2157"/>
                  </a:cubicBezTo>
                  <a:cubicBezTo>
                    <a:pt x="673" y="2169"/>
                    <a:pt x="1133" y="2174"/>
                    <a:pt x="1595" y="2174"/>
                  </a:cubicBezTo>
                  <a:cubicBezTo>
                    <a:pt x="7038" y="2174"/>
                    <a:pt x="12664" y="1427"/>
                    <a:pt x="17945" y="1427"/>
                  </a:cubicBezTo>
                  <a:cubicBezTo>
                    <a:pt x="18621" y="1427"/>
                    <a:pt x="19292" y="1439"/>
                    <a:pt x="19955" y="1466"/>
                  </a:cubicBezTo>
                  <a:cubicBezTo>
                    <a:pt x="24277" y="1645"/>
                    <a:pt x="28564" y="2050"/>
                    <a:pt x="32897" y="2086"/>
                  </a:cubicBezTo>
                  <a:cubicBezTo>
                    <a:pt x="35779" y="2109"/>
                    <a:pt x="38660" y="2086"/>
                    <a:pt x="41529" y="2157"/>
                  </a:cubicBezTo>
                  <a:cubicBezTo>
                    <a:pt x="41988" y="2169"/>
                    <a:pt x="42448" y="2174"/>
                    <a:pt x="42909" y="2174"/>
                  </a:cubicBezTo>
                  <a:cubicBezTo>
                    <a:pt x="48353" y="2174"/>
                    <a:pt x="53979" y="1427"/>
                    <a:pt x="59259" y="1427"/>
                  </a:cubicBezTo>
                  <a:cubicBezTo>
                    <a:pt x="59936" y="1427"/>
                    <a:pt x="60606" y="1439"/>
                    <a:pt x="61270" y="1466"/>
                  </a:cubicBezTo>
                  <a:cubicBezTo>
                    <a:pt x="65592" y="1645"/>
                    <a:pt x="69878" y="2050"/>
                    <a:pt x="74212" y="2086"/>
                  </a:cubicBezTo>
                  <a:cubicBezTo>
                    <a:pt x="76927" y="2109"/>
                    <a:pt x="79653" y="2086"/>
                    <a:pt x="82368" y="2145"/>
                  </a:cubicBezTo>
                  <a:lnTo>
                    <a:pt x="82368" y="550"/>
                  </a:lnTo>
                  <a:cubicBezTo>
                    <a:pt x="80487" y="478"/>
                    <a:pt x="78606" y="240"/>
                    <a:pt x="76748" y="109"/>
                  </a:cubicBezTo>
                  <a:lnTo>
                    <a:pt x="76736" y="109"/>
                  </a:lnTo>
                  <a:cubicBezTo>
                    <a:pt x="75558" y="31"/>
                    <a:pt x="74370" y="1"/>
                    <a:pt x="73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22"/>
            <p:cNvSpPr/>
            <p:nvPr/>
          </p:nvSpPr>
          <p:spPr>
            <a:xfrm rot="-5400000">
              <a:off x="-2088791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22"/>
            <p:cNvSpPr/>
            <p:nvPr/>
          </p:nvSpPr>
          <p:spPr>
            <a:xfrm rot="-5400000">
              <a:off x="-398112" y="511659"/>
              <a:ext cx="1112818" cy="21075"/>
            </a:xfrm>
            <a:custGeom>
              <a:avLst/>
              <a:gdLst/>
              <a:ahLst/>
              <a:cxnLst/>
              <a:rect l="l" t="t" r="r" b="b"/>
              <a:pathLst>
                <a:path w="17873" h="712" extrusionOk="0">
                  <a:moveTo>
                    <a:pt x="8601" y="1"/>
                  </a:moveTo>
                  <a:cubicBezTo>
                    <a:pt x="5732" y="1"/>
                    <a:pt x="2860" y="98"/>
                    <a:pt x="1" y="314"/>
                  </a:cubicBezTo>
                  <a:cubicBezTo>
                    <a:pt x="3216" y="481"/>
                    <a:pt x="6430" y="672"/>
                    <a:pt x="9657" y="707"/>
                  </a:cubicBezTo>
                  <a:cubicBezTo>
                    <a:pt x="9967" y="710"/>
                    <a:pt x="10277" y="712"/>
                    <a:pt x="10588" y="712"/>
                  </a:cubicBezTo>
                  <a:cubicBezTo>
                    <a:pt x="13011" y="712"/>
                    <a:pt x="15456" y="622"/>
                    <a:pt x="17872" y="326"/>
                  </a:cubicBezTo>
                  <a:cubicBezTo>
                    <a:pt x="17277" y="279"/>
                    <a:pt x="16670" y="243"/>
                    <a:pt x="16074" y="207"/>
                  </a:cubicBezTo>
                  <a:cubicBezTo>
                    <a:pt x="13593" y="74"/>
                    <a:pt x="11098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22"/>
            <p:cNvSpPr/>
            <p:nvPr/>
          </p:nvSpPr>
          <p:spPr>
            <a:xfrm rot="-5400000">
              <a:off x="-2517866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8" name="Google Shape;1268;p22"/>
          <p:cNvGrpSpPr/>
          <p:nvPr/>
        </p:nvGrpSpPr>
        <p:grpSpPr>
          <a:xfrm flipH="1">
            <a:off x="8631481" y="108"/>
            <a:ext cx="498605" cy="5198109"/>
            <a:chOff x="26406" y="-52705"/>
            <a:chExt cx="498605" cy="5198109"/>
          </a:xfrm>
        </p:grpSpPr>
        <p:sp>
          <p:nvSpPr>
            <p:cNvPr id="1269" name="Google Shape;1269;p22"/>
            <p:cNvSpPr/>
            <p:nvPr/>
          </p:nvSpPr>
          <p:spPr>
            <a:xfrm rot="-5400000">
              <a:off x="-2385939" y="2507515"/>
              <a:ext cx="5198109" cy="77670"/>
            </a:xfrm>
            <a:custGeom>
              <a:avLst/>
              <a:gdLst/>
              <a:ahLst/>
              <a:cxnLst/>
              <a:rect l="l" t="t" r="r" b="b"/>
              <a:pathLst>
                <a:path w="83487" h="2624" extrusionOk="0">
                  <a:moveTo>
                    <a:pt x="57972" y="1"/>
                  </a:moveTo>
                  <a:cubicBezTo>
                    <a:pt x="52757" y="1"/>
                    <a:pt x="46991" y="326"/>
                    <a:pt x="42256" y="835"/>
                  </a:cubicBezTo>
                  <a:cubicBezTo>
                    <a:pt x="41281" y="911"/>
                    <a:pt x="40296" y="940"/>
                    <a:pt x="39312" y="940"/>
                  </a:cubicBezTo>
                  <a:cubicBezTo>
                    <a:pt x="38433" y="940"/>
                    <a:pt x="37554" y="917"/>
                    <a:pt x="36683" y="883"/>
                  </a:cubicBezTo>
                  <a:cubicBezTo>
                    <a:pt x="33933" y="776"/>
                    <a:pt x="31195" y="526"/>
                    <a:pt x="28444" y="359"/>
                  </a:cubicBezTo>
                  <a:cubicBezTo>
                    <a:pt x="25503" y="169"/>
                    <a:pt x="22539" y="109"/>
                    <a:pt x="19586" y="38"/>
                  </a:cubicBezTo>
                  <a:cubicBezTo>
                    <a:pt x="18650" y="13"/>
                    <a:pt x="17684" y="2"/>
                    <a:pt x="16698" y="2"/>
                  </a:cubicBezTo>
                  <a:cubicBezTo>
                    <a:pt x="11424" y="2"/>
                    <a:pt x="5585" y="336"/>
                    <a:pt x="810" y="847"/>
                  </a:cubicBezTo>
                  <a:cubicBezTo>
                    <a:pt x="834" y="1550"/>
                    <a:pt x="0" y="1240"/>
                    <a:pt x="0" y="1943"/>
                  </a:cubicBezTo>
                  <a:cubicBezTo>
                    <a:pt x="12" y="2026"/>
                    <a:pt x="1262" y="2359"/>
                    <a:pt x="1274" y="2443"/>
                  </a:cubicBezTo>
                  <a:cubicBezTo>
                    <a:pt x="1742" y="2491"/>
                    <a:pt x="2194" y="2510"/>
                    <a:pt x="2631" y="2510"/>
                  </a:cubicBezTo>
                  <a:cubicBezTo>
                    <a:pt x="4100" y="2510"/>
                    <a:pt x="5412" y="2299"/>
                    <a:pt x="6661" y="2299"/>
                  </a:cubicBezTo>
                  <a:cubicBezTo>
                    <a:pt x="6687" y="2299"/>
                    <a:pt x="6713" y="2300"/>
                    <a:pt x="6739" y="2300"/>
                  </a:cubicBezTo>
                  <a:cubicBezTo>
                    <a:pt x="8323" y="2300"/>
                    <a:pt x="9894" y="2300"/>
                    <a:pt x="11478" y="2288"/>
                  </a:cubicBezTo>
                  <a:cubicBezTo>
                    <a:pt x="12270" y="2288"/>
                    <a:pt x="13064" y="2294"/>
                    <a:pt x="13858" y="2294"/>
                  </a:cubicBezTo>
                  <a:cubicBezTo>
                    <a:pt x="14651" y="2294"/>
                    <a:pt x="15443" y="2288"/>
                    <a:pt x="16229" y="2264"/>
                  </a:cubicBezTo>
                  <a:cubicBezTo>
                    <a:pt x="17489" y="2227"/>
                    <a:pt x="18752" y="2210"/>
                    <a:pt x="20015" y="2210"/>
                  </a:cubicBezTo>
                  <a:cubicBezTo>
                    <a:pt x="22042" y="2210"/>
                    <a:pt x="24069" y="2255"/>
                    <a:pt x="26087" y="2335"/>
                  </a:cubicBezTo>
                  <a:cubicBezTo>
                    <a:pt x="27730" y="2395"/>
                    <a:pt x="29361" y="2490"/>
                    <a:pt x="30992" y="2586"/>
                  </a:cubicBezTo>
                  <a:cubicBezTo>
                    <a:pt x="31484" y="2613"/>
                    <a:pt x="31980" y="2624"/>
                    <a:pt x="32478" y="2624"/>
                  </a:cubicBezTo>
                  <a:cubicBezTo>
                    <a:pt x="33473" y="2624"/>
                    <a:pt x="34473" y="2582"/>
                    <a:pt x="35457" y="2550"/>
                  </a:cubicBezTo>
                  <a:cubicBezTo>
                    <a:pt x="37222" y="2488"/>
                    <a:pt x="38988" y="2407"/>
                    <a:pt x="40753" y="2407"/>
                  </a:cubicBezTo>
                  <a:cubicBezTo>
                    <a:pt x="41381" y="2407"/>
                    <a:pt x="42009" y="2418"/>
                    <a:pt x="42637" y="2443"/>
                  </a:cubicBezTo>
                  <a:cubicBezTo>
                    <a:pt x="43099" y="2491"/>
                    <a:pt x="43546" y="2510"/>
                    <a:pt x="43979" y="2510"/>
                  </a:cubicBezTo>
                  <a:cubicBezTo>
                    <a:pt x="45433" y="2510"/>
                    <a:pt x="46736" y="2299"/>
                    <a:pt x="47976" y="2299"/>
                  </a:cubicBezTo>
                  <a:cubicBezTo>
                    <a:pt x="48002" y="2299"/>
                    <a:pt x="48028" y="2300"/>
                    <a:pt x="48054" y="2300"/>
                  </a:cubicBezTo>
                  <a:cubicBezTo>
                    <a:pt x="49637" y="2300"/>
                    <a:pt x="51221" y="2300"/>
                    <a:pt x="52805" y="2288"/>
                  </a:cubicBezTo>
                  <a:cubicBezTo>
                    <a:pt x="53703" y="2288"/>
                    <a:pt x="54608" y="2296"/>
                    <a:pt x="55513" y="2296"/>
                  </a:cubicBezTo>
                  <a:cubicBezTo>
                    <a:pt x="56192" y="2296"/>
                    <a:pt x="56870" y="2291"/>
                    <a:pt x="57543" y="2276"/>
                  </a:cubicBezTo>
                  <a:cubicBezTo>
                    <a:pt x="58830" y="2239"/>
                    <a:pt x="60118" y="2221"/>
                    <a:pt x="61407" y="2221"/>
                  </a:cubicBezTo>
                  <a:cubicBezTo>
                    <a:pt x="63410" y="2221"/>
                    <a:pt x="65414" y="2263"/>
                    <a:pt x="67413" y="2335"/>
                  </a:cubicBezTo>
                  <a:cubicBezTo>
                    <a:pt x="69045" y="2395"/>
                    <a:pt x="70676" y="2490"/>
                    <a:pt x="72307" y="2586"/>
                  </a:cubicBezTo>
                  <a:cubicBezTo>
                    <a:pt x="72799" y="2613"/>
                    <a:pt x="73295" y="2624"/>
                    <a:pt x="73793" y="2624"/>
                  </a:cubicBezTo>
                  <a:cubicBezTo>
                    <a:pt x="74787" y="2624"/>
                    <a:pt x="75788" y="2582"/>
                    <a:pt x="76772" y="2550"/>
                  </a:cubicBezTo>
                  <a:cubicBezTo>
                    <a:pt x="78554" y="2493"/>
                    <a:pt x="80336" y="2413"/>
                    <a:pt x="82118" y="2413"/>
                  </a:cubicBezTo>
                  <a:cubicBezTo>
                    <a:pt x="82575" y="2413"/>
                    <a:pt x="83031" y="2419"/>
                    <a:pt x="83487" y="2431"/>
                  </a:cubicBezTo>
                  <a:lnTo>
                    <a:pt x="83487" y="835"/>
                  </a:lnTo>
                  <a:cubicBezTo>
                    <a:pt x="82525" y="911"/>
                    <a:pt x="81556" y="940"/>
                    <a:pt x="80589" y="940"/>
                  </a:cubicBezTo>
                  <a:cubicBezTo>
                    <a:pt x="79726" y="940"/>
                    <a:pt x="78864" y="917"/>
                    <a:pt x="78010" y="883"/>
                  </a:cubicBezTo>
                  <a:lnTo>
                    <a:pt x="77998" y="883"/>
                  </a:lnTo>
                  <a:cubicBezTo>
                    <a:pt x="75248" y="776"/>
                    <a:pt x="72509" y="526"/>
                    <a:pt x="69759" y="359"/>
                  </a:cubicBezTo>
                  <a:cubicBezTo>
                    <a:pt x="66818" y="169"/>
                    <a:pt x="63854" y="109"/>
                    <a:pt x="60901" y="38"/>
                  </a:cubicBezTo>
                  <a:cubicBezTo>
                    <a:pt x="59952" y="13"/>
                    <a:pt x="58972" y="1"/>
                    <a:pt x="579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22"/>
            <p:cNvSpPr/>
            <p:nvPr/>
          </p:nvSpPr>
          <p:spPr>
            <a:xfrm rot="-5400000">
              <a:off x="-2277146" y="2491763"/>
              <a:ext cx="5192194" cy="104754"/>
            </a:xfrm>
            <a:custGeom>
              <a:avLst/>
              <a:gdLst/>
              <a:ahLst/>
              <a:cxnLst/>
              <a:rect l="l" t="t" r="r" b="b"/>
              <a:pathLst>
                <a:path w="83392" h="3539" extrusionOk="0">
                  <a:moveTo>
                    <a:pt x="20540" y="0"/>
                  </a:moveTo>
                  <a:cubicBezTo>
                    <a:pt x="20258" y="0"/>
                    <a:pt x="19975" y="1"/>
                    <a:pt x="19694" y="3"/>
                  </a:cubicBezTo>
                  <a:cubicBezTo>
                    <a:pt x="18086" y="3"/>
                    <a:pt x="16467" y="51"/>
                    <a:pt x="14860" y="63"/>
                  </a:cubicBezTo>
                  <a:cubicBezTo>
                    <a:pt x="11245" y="73"/>
                    <a:pt x="6844" y="240"/>
                    <a:pt x="2975" y="240"/>
                  </a:cubicBezTo>
                  <a:cubicBezTo>
                    <a:pt x="2205" y="240"/>
                    <a:pt x="1456" y="233"/>
                    <a:pt x="739" y="218"/>
                  </a:cubicBezTo>
                  <a:lnTo>
                    <a:pt x="739" y="218"/>
                  </a:lnTo>
                  <a:cubicBezTo>
                    <a:pt x="846" y="1122"/>
                    <a:pt x="1" y="1599"/>
                    <a:pt x="36" y="2515"/>
                  </a:cubicBezTo>
                  <a:cubicBezTo>
                    <a:pt x="36" y="2623"/>
                    <a:pt x="1179" y="3397"/>
                    <a:pt x="1179" y="3504"/>
                  </a:cubicBezTo>
                  <a:cubicBezTo>
                    <a:pt x="1506" y="3528"/>
                    <a:pt x="1846" y="3539"/>
                    <a:pt x="2196" y="3539"/>
                  </a:cubicBezTo>
                  <a:cubicBezTo>
                    <a:pt x="4814" y="3539"/>
                    <a:pt x="7990" y="2940"/>
                    <a:pt x="10532" y="2940"/>
                  </a:cubicBezTo>
                  <a:cubicBezTo>
                    <a:pt x="10655" y="2940"/>
                    <a:pt x="10775" y="2941"/>
                    <a:pt x="10895" y="2944"/>
                  </a:cubicBezTo>
                  <a:cubicBezTo>
                    <a:pt x="13895" y="3027"/>
                    <a:pt x="16896" y="3170"/>
                    <a:pt x="19896" y="3218"/>
                  </a:cubicBezTo>
                  <a:cubicBezTo>
                    <a:pt x="20646" y="3230"/>
                    <a:pt x="21396" y="3239"/>
                    <a:pt x="22146" y="3239"/>
                  </a:cubicBezTo>
                  <a:cubicBezTo>
                    <a:pt x="22896" y="3239"/>
                    <a:pt x="23646" y="3230"/>
                    <a:pt x="24397" y="3206"/>
                  </a:cubicBezTo>
                  <a:cubicBezTo>
                    <a:pt x="25837" y="3170"/>
                    <a:pt x="27278" y="3087"/>
                    <a:pt x="28719" y="3039"/>
                  </a:cubicBezTo>
                  <a:cubicBezTo>
                    <a:pt x="30089" y="2994"/>
                    <a:pt x="31464" y="2960"/>
                    <a:pt x="32838" y="2960"/>
                  </a:cubicBezTo>
                  <a:cubicBezTo>
                    <a:pt x="34376" y="2960"/>
                    <a:pt x="35912" y="3003"/>
                    <a:pt x="37434" y="3123"/>
                  </a:cubicBezTo>
                  <a:cubicBezTo>
                    <a:pt x="39101" y="3254"/>
                    <a:pt x="40803" y="3456"/>
                    <a:pt x="42494" y="3492"/>
                  </a:cubicBezTo>
                  <a:cubicBezTo>
                    <a:pt x="42494" y="3492"/>
                    <a:pt x="42494" y="3504"/>
                    <a:pt x="42494" y="3504"/>
                  </a:cubicBezTo>
                  <a:cubicBezTo>
                    <a:pt x="42821" y="3528"/>
                    <a:pt x="43161" y="3539"/>
                    <a:pt x="43511" y="3539"/>
                  </a:cubicBezTo>
                  <a:cubicBezTo>
                    <a:pt x="46129" y="3539"/>
                    <a:pt x="49305" y="2940"/>
                    <a:pt x="51847" y="2940"/>
                  </a:cubicBezTo>
                  <a:cubicBezTo>
                    <a:pt x="51969" y="2940"/>
                    <a:pt x="52090" y="2941"/>
                    <a:pt x="52210" y="2944"/>
                  </a:cubicBezTo>
                  <a:cubicBezTo>
                    <a:pt x="55210" y="3027"/>
                    <a:pt x="58210" y="3170"/>
                    <a:pt x="61211" y="3218"/>
                  </a:cubicBezTo>
                  <a:cubicBezTo>
                    <a:pt x="61961" y="3230"/>
                    <a:pt x="62711" y="3239"/>
                    <a:pt x="63461" y="3239"/>
                  </a:cubicBezTo>
                  <a:cubicBezTo>
                    <a:pt x="64211" y="3239"/>
                    <a:pt x="64961" y="3230"/>
                    <a:pt x="65711" y="3206"/>
                  </a:cubicBezTo>
                  <a:cubicBezTo>
                    <a:pt x="67152" y="3170"/>
                    <a:pt x="68593" y="3087"/>
                    <a:pt x="70033" y="3039"/>
                  </a:cubicBezTo>
                  <a:cubicBezTo>
                    <a:pt x="71403" y="2994"/>
                    <a:pt x="72779" y="2960"/>
                    <a:pt x="74152" y="2960"/>
                  </a:cubicBezTo>
                  <a:cubicBezTo>
                    <a:pt x="75691" y="2960"/>
                    <a:pt x="77226" y="3003"/>
                    <a:pt x="78749" y="3123"/>
                  </a:cubicBezTo>
                  <a:cubicBezTo>
                    <a:pt x="80284" y="3254"/>
                    <a:pt x="81844" y="3432"/>
                    <a:pt x="83392" y="3492"/>
                  </a:cubicBezTo>
                  <a:lnTo>
                    <a:pt x="83392" y="218"/>
                  </a:lnTo>
                  <a:cubicBezTo>
                    <a:pt x="82902" y="202"/>
                    <a:pt x="82412" y="196"/>
                    <a:pt x="81921" y="196"/>
                  </a:cubicBezTo>
                  <a:cubicBezTo>
                    <a:pt x="79738" y="196"/>
                    <a:pt x="77545" y="324"/>
                    <a:pt x="75367" y="372"/>
                  </a:cubicBezTo>
                  <a:cubicBezTo>
                    <a:pt x="75023" y="380"/>
                    <a:pt x="74679" y="384"/>
                    <a:pt x="74335" y="384"/>
                  </a:cubicBezTo>
                  <a:cubicBezTo>
                    <a:pt x="71531" y="384"/>
                    <a:pt x="68750" y="148"/>
                    <a:pt x="65949" y="63"/>
                  </a:cubicBezTo>
                  <a:cubicBezTo>
                    <a:pt x="64588" y="23"/>
                    <a:pt x="63219" y="0"/>
                    <a:pt x="61855" y="0"/>
                  </a:cubicBezTo>
                  <a:cubicBezTo>
                    <a:pt x="61572" y="0"/>
                    <a:pt x="61290" y="1"/>
                    <a:pt x="61008" y="3"/>
                  </a:cubicBezTo>
                  <a:cubicBezTo>
                    <a:pt x="59401" y="3"/>
                    <a:pt x="57782" y="63"/>
                    <a:pt x="56174" y="63"/>
                  </a:cubicBezTo>
                  <a:cubicBezTo>
                    <a:pt x="52560" y="73"/>
                    <a:pt x="48167" y="240"/>
                    <a:pt x="44294" y="240"/>
                  </a:cubicBezTo>
                  <a:cubicBezTo>
                    <a:pt x="43523" y="240"/>
                    <a:pt x="42773" y="233"/>
                    <a:pt x="42054" y="218"/>
                  </a:cubicBezTo>
                  <a:cubicBezTo>
                    <a:pt x="41564" y="202"/>
                    <a:pt x="41074" y="196"/>
                    <a:pt x="40583" y="196"/>
                  </a:cubicBezTo>
                  <a:cubicBezTo>
                    <a:pt x="38404" y="196"/>
                    <a:pt x="36220" y="324"/>
                    <a:pt x="34053" y="372"/>
                  </a:cubicBezTo>
                  <a:cubicBezTo>
                    <a:pt x="33708" y="380"/>
                    <a:pt x="33364" y="384"/>
                    <a:pt x="33021" y="384"/>
                  </a:cubicBezTo>
                  <a:cubicBezTo>
                    <a:pt x="30216" y="384"/>
                    <a:pt x="27435" y="148"/>
                    <a:pt x="24635" y="63"/>
                  </a:cubicBezTo>
                  <a:cubicBezTo>
                    <a:pt x="23274" y="23"/>
                    <a:pt x="21904" y="0"/>
                    <a:pt x="205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22"/>
            <p:cNvSpPr/>
            <p:nvPr/>
          </p:nvSpPr>
          <p:spPr>
            <a:xfrm rot="-5400000">
              <a:off x="-398081" y="3084003"/>
              <a:ext cx="1112755" cy="21075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601" y="1"/>
                  </a:moveTo>
                  <a:cubicBezTo>
                    <a:pt x="5731" y="1"/>
                    <a:pt x="2859" y="98"/>
                    <a:pt x="0" y="314"/>
                  </a:cubicBezTo>
                  <a:cubicBezTo>
                    <a:pt x="3215" y="481"/>
                    <a:pt x="6430" y="672"/>
                    <a:pt x="9656" y="707"/>
                  </a:cubicBezTo>
                  <a:cubicBezTo>
                    <a:pt x="9966" y="710"/>
                    <a:pt x="10277" y="712"/>
                    <a:pt x="10587" y="712"/>
                  </a:cubicBezTo>
                  <a:cubicBezTo>
                    <a:pt x="13010" y="712"/>
                    <a:pt x="15455" y="622"/>
                    <a:pt x="17872" y="326"/>
                  </a:cubicBezTo>
                  <a:cubicBezTo>
                    <a:pt x="17276" y="279"/>
                    <a:pt x="16669" y="243"/>
                    <a:pt x="16074" y="207"/>
                  </a:cubicBezTo>
                  <a:cubicBezTo>
                    <a:pt x="13592" y="74"/>
                    <a:pt x="11097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22"/>
            <p:cNvSpPr/>
            <p:nvPr/>
          </p:nvSpPr>
          <p:spPr>
            <a:xfrm rot="-5400000">
              <a:off x="-2151584" y="2479324"/>
              <a:ext cx="5128438" cy="64380"/>
            </a:xfrm>
            <a:custGeom>
              <a:avLst/>
              <a:gdLst/>
              <a:ahLst/>
              <a:cxnLst/>
              <a:rect l="l" t="t" r="r" b="b"/>
              <a:pathLst>
                <a:path w="82368" h="2175" extrusionOk="0">
                  <a:moveTo>
                    <a:pt x="73179" y="1"/>
                  </a:moveTo>
                  <a:cubicBezTo>
                    <a:pt x="71470" y="1"/>
                    <a:pt x="69755" y="63"/>
                    <a:pt x="68057" y="133"/>
                  </a:cubicBezTo>
                  <a:cubicBezTo>
                    <a:pt x="66592" y="192"/>
                    <a:pt x="65140" y="264"/>
                    <a:pt x="63675" y="288"/>
                  </a:cubicBezTo>
                  <a:cubicBezTo>
                    <a:pt x="63256" y="294"/>
                    <a:pt x="62837" y="297"/>
                    <a:pt x="62418" y="297"/>
                  </a:cubicBezTo>
                  <a:cubicBezTo>
                    <a:pt x="61337" y="297"/>
                    <a:pt x="60256" y="278"/>
                    <a:pt x="59175" y="252"/>
                  </a:cubicBezTo>
                  <a:cubicBezTo>
                    <a:pt x="58456" y="235"/>
                    <a:pt x="57721" y="227"/>
                    <a:pt x="56973" y="227"/>
                  </a:cubicBezTo>
                  <a:cubicBezTo>
                    <a:pt x="52059" y="227"/>
                    <a:pt x="46601" y="553"/>
                    <a:pt x="41744" y="573"/>
                  </a:cubicBezTo>
                  <a:lnTo>
                    <a:pt x="41744" y="562"/>
                  </a:lnTo>
                  <a:cubicBezTo>
                    <a:pt x="39636" y="538"/>
                    <a:pt x="37517" y="252"/>
                    <a:pt x="35433" y="109"/>
                  </a:cubicBezTo>
                  <a:cubicBezTo>
                    <a:pt x="34281" y="33"/>
                    <a:pt x="33121" y="4"/>
                    <a:pt x="31959" y="4"/>
                  </a:cubicBezTo>
                  <a:cubicBezTo>
                    <a:pt x="30217" y="4"/>
                    <a:pt x="28471" y="69"/>
                    <a:pt x="26742" y="133"/>
                  </a:cubicBezTo>
                  <a:cubicBezTo>
                    <a:pt x="25289" y="192"/>
                    <a:pt x="23825" y="264"/>
                    <a:pt x="22372" y="288"/>
                  </a:cubicBezTo>
                  <a:cubicBezTo>
                    <a:pt x="21953" y="294"/>
                    <a:pt x="21534" y="297"/>
                    <a:pt x="21114" y="297"/>
                  </a:cubicBezTo>
                  <a:cubicBezTo>
                    <a:pt x="20030" y="297"/>
                    <a:pt x="18944" y="278"/>
                    <a:pt x="17872" y="252"/>
                  </a:cubicBezTo>
                  <a:cubicBezTo>
                    <a:pt x="17164" y="235"/>
                    <a:pt x="16441" y="228"/>
                    <a:pt x="15706" y="228"/>
                  </a:cubicBezTo>
                  <a:cubicBezTo>
                    <a:pt x="10625" y="228"/>
                    <a:pt x="4972" y="573"/>
                    <a:pt x="0" y="573"/>
                  </a:cubicBezTo>
                  <a:cubicBezTo>
                    <a:pt x="12" y="1038"/>
                    <a:pt x="215" y="1693"/>
                    <a:pt x="215" y="2157"/>
                  </a:cubicBezTo>
                  <a:cubicBezTo>
                    <a:pt x="673" y="2169"/>
                    <a:pt x="1133" y="2174"/>
                    <a:pt x="1595" y="2174"/>
                  </a:cubicBezTo>
                  <a:cubicBezTo>
                    <a:pt x="7038" y="2174"/>
                    <a:pt x="12664" y="1427"/>
                    <a:pt x="17945" y="1427"/>
                  </a:cubicBezTo>
                  <a:cubicBezTo>
                    <a:pt x="18621" y="1427"/>
                    <a:pt x="19292" y="1439"/>
                    <a:pt x="19955" y="1466"/>
                  </a:cubicBezTo>
                  <a:cubicBezTo>
                    <a:pt x="24277" y="1645"/>
                    <a:pt x="28564" y="2050"/>
                    <a:pt x="32897" y="2086"/>
                  </a:cubicBezTo>
                  <a:cubicBezTo>
                    <a:pt x="35779" y="2109"/>
                    <a:pt x="38660" y="2086"/>
                    <a:pt x="41529" y="2157"/>
                  </a:cubicBezTo>
                  <a:cubicBezTo>
                    <a:pt x="41988" y="2169"/>
                    <a:pt x="42448" y="2174"/>
                    <a:pt x="42909" y="2174"/>
                  </a:cubicBezTo>
                  <a:cubicBezTo>
                    <a:pt x="48353" y="2174"/>
                    <a:pt x="53979" y="1427"/>
                    <a:pt x="59259" y="1427"/>
                  </a:cubicBezTo>
                  <a:cubicBezTo>
                    <a:pt x="59936" y="1427"/>
                    <a:pt x="60606" y="1439"/>
                    <a:pt x="61270" y="1466"/>
                  </a:cubicBezTo>
                  <a:cubicBezTo>
                    <a:pt x="65592" y="1645"/>
                    <a:pt x="69878" y="2050"/>
                    <a:pt x="74212" y="2086"/>
                  </a:cubicBezTo>
                  <a:cubicBezTo>
                    <a:pt x="76927" y="2109"/>
                    <a:pt x="79653" y="2086"/>
                    <a:pt x="82368" y="2145"/>
                  </a:cubicBezTo>
                  <a:lnTo>
                    <a:pt x="82368" y="550"/>
                  </a:lnTo>
                  <a:cubicBezTo>
                    <a:pt x="80487" y="478"/>
                    <a:pt x="78606" y="240"/>
                    <a:pt x="76748" y="109"/>
                  </a:cubicBezTo>
                  <a:lnTo>
                    <a:pt x="76736" y="109"/>
                  </a:lnTo>
                  <a:cubicBezTo>
                    <a:pt x="75558" y="31"/>
                    <a:pt x="74370" y="1"/>
                    <a:pt x="73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22"/>
            <p:cNvSpPr/>
            <p:nvPr/>
          </p:nvSpPr>
          <p:spPr>
            <a:xfrm rot="-5400000">
              <a:off x="-2088791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22"/>
            <p:cNvSpPr/>
            <p:nvPr/>
          </p:nvSpPr>
          <p:spPr>
            <a:xfrm rot="-5400000">
              <a:off x="-398112" y="511659"/>
              <a:ext cx="1112818" cy="21075"/>
            </a:xfrm>
            <a:custGeom>
              <a:avLst/>
              <a:gdLst/>
              <a:ahLst/>
              <a:cxnLst/>
              <a:rect l="l" t="t" r="r" b="b"/>
              <a:pathLst>
                <a:path w="17873" h="712" extrusionOk="0">
                  <a:moveTo>
                    <a:pt x="8601" y="1"/>
                  </a:moveTo>
                  <a:cubicBezTo>
                    <a:pt x="5732" y="1"/>
                    <a:pt x="2860" y="98"/>
                    <a:pt x="1" y="314"/>
                  </a:cubicBezTo>
                  <a:cubicBezTo>
                    <a:pt x="3216" y="481"/>
                    <a:pt x="6430" y="672"/>
                    <a:pt x="9657" y="707"/>
                  </a:cubicBezTo>
                  <a:cubicBezTo>
                    <a:pt x="9967" y="710"/>
                    <a:pt x="10277" y="712"/>
                    <a:pt x="10588" y="712"/>
                  </a:cubicBezTo>
                  <a:cubicBezTo>
                    <a:pt x="13011" y="712"/>
                    <a:pt x="15456" y="622"/>
                    <a:pt x="17872" y="326"/>
                  </a:cubicBezTo>
                  <a:cubicBezTo>
                    <a:pt x="17277" y="279"/>
                    <a:pt x="16670" y="243"/>
                    <a:pt x="16074" y="207"/>
                  </a:cubicBezTo>
                  <a:cubicBezTo>
                    <a:pt x="13593" y="74"/>
                    <a:pt x="11098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22"/>
            <p:cNvSpPr/>
            <p:nvPr/>
          </p:nvSpPr>
          <p:spPr>
            <a:xfrm rot="-5400000">
              <a:off x="-2517866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">
    <p:spTree>
      <p:nvGrpSpPr>
        <p:cNvPr id="1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452" name="Google Shape;1452;p29"/>
          <p:cNvGrpSpPr/>
          <p:nvPr/>
        </p:nvGrpSpPr>
        <p:grpSpPr>
          <a:xfrm rot="10800000">
            <a:off x="-61709" y="4653000"/>
            <a:ext cx="9267418" cy="513000"/>
            <a:chOff x="-14087" y="4772975"/>
            <a:chExt cx="9164772" cy="513000"/>
          </a:xfrm>
        </p:grpSpPr>
        <p:sp>
          <p:nvSpPr>
            <p:cNvPr id="1453" name="Google Shape;1453;p29"/>
            <p:cNvSpPr/>
            <p:nvPr/>
          </p:nvSpPr>
          <p:spPr>
            <a:xfrm rot="10800000" flipH="1">
              <a:off x="951926" y="5026250"/>
              <a:ext cx="262621" cy="4575"/>
            </a:xfrm>
            <a:custGeom>
              <a:avLst/>
              <a:gdLst/>
              <a:ahLst/>
              <a:cxnLst/>
              <a:rect l="l" t="t" r="r" b="b"/>
              <a:pathLst>
                <a:path w="8189" h="183" extrusionOk="0">
                  <a:moveTo>
                    <a:pt x="4669" y="1"/>
                  </a:moveTo>
                  <a:cubicBezTo>
                    <a:pt x="3113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8" y="181"/>
                    <a:pt x="595" y="183"/>
                    <a:pt x="1028" y="183"/>
                  </a:cubicBezTo>
                  <a:cubicBezTo>
                    <a:pt x="3436" y="183"/>
                    <a:pt x="8189" y="125"/>
                    <a:pt x="7622" y="125"/>
                  </a:cubicBezTo>
                  <a:cubicBezTo>
                    <a:pt x="7465" y="125"/>
                    <a:pt x="6900" y="129"/>
                    <a:pt x="5763" y="141"/>
                  </a:cubicBezTo>
                  <a:cubicBezTo>
                    <a:pt x="5311" y="141"/>
                    <a:pt x="6680" y="69"/>
                    <a:pt x="7145" y="34"/>
                  </a:cubicBezTo>
                  <a:cubicBezTo>
                    <a:pt x="6319" y="13"/>
                    <a:pt x="5494" y="1"/>
                    <a:pt x="46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9"/>
            <p:cNvSpPr/>
            <p:nvPr/>
          </p:nvSpPr>
          <p:spPr>
            <a:xfrm rot="10800000" flipH="1">
              <a:off x="716660" y="5015975"/>
              <a:ext cx="203612" cy="8375"/>
            </a:xfrm>
            <a:custGeom>
              <a:avLst/>
              <a:gdLst/>
              <a:ahLst/>
              <a:cxnLst/>
              <a:rect l="l" t="t" r="r" b="b"/>
              <a:pathLst>
                <a:path w="6349" h="335" extrusionOk="0">
                  <a:moveTo>
                    <a:pt x="6349" y="1"/>
                  </a:moveTo>
                  <a:cubicBezTo>
                    <a:pt x="5135" y="19"/>
                    <a:pt x="0" y="287"/>
                    <a:pt x="161" y="287"/>
                  </a:cubicBezTo>
                  <a:cubicBezTo>
                    <a:pt x="205" y="287"/>
                    <a:pt x="651" y="266"/>
                    <a:pt x="1693" y="215"/>
                  </a:cubicBezTo>
                  <a:cubicBezTo>
                    <a:pt x="1730" y="213"/>
                    <a:pt x="1752" y="212"/>
                    <a:pt x="1761" y="212"/>
                  </a:cubicBezTo>
                  <a:cubicBezTo>
                    <a:pt x="1852" y="212"/>
                    <a:pt x="919" y="302"/>
                    <a:pt x="586" y="334"/>
                  </a:cubicBezTo>
                  <a:cubicBezTo>
                    <a:pt x="2515" y="310"/>
                    <a:pt x="4432" y="227"/>
                    <a:pt x="6349" y="13"/>
                  </a:cubicBezTo>
                  <a:lnTo>
                    <a:pt x="63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9"/>
            <p:cNvSpPr/>
            <p:nvPr/>
          </p:nvSpPr>
          <p:spPr>
            <a:xfrm rot="10800000" flipH="1">
              <a:off x="2625146" y="5026250"/>
              <a:ext cx="262589" cy="4575"/>
            </a:xfrm>
            <a:custGeom>
              <a:avLst/>
              <a:gdLst/>
              <a:ahLst/>
              <a:cxnLst/>
              <a:rect l="l" t="t" r="r" b="b"/>
              <a:pathLst>
                <a:path w="8188" h="183" extrusionOk="0">
                  <a:moveTo>
                    <a:pt x="4668" y="1"/>
                  </a:moveTo>
                  <a:cubicBezTo>
                    <a:pt x="3112" y="1"/>
                    <a:pt x="1556" y="44"/>
                    <a:pt x="0" y="153"/>
                  </a:cubicBezTo>
                  <a:lnTo>
                    <a:pt x="0" y="176"/>
                  </a:lnTo>
                  <a:cubicBezTo>
                    <a:pt x="237" y="181"/>
                    <a:pt x="594" y="183"/>
                    <a:pt x="1027" y="183"/>
                  </a:cubicBezTo>
                  <a:cubicBezTo>
                    <a:pt x="3435" y="183"/>
                    <a:pt x="8188" y="125"/>
                    <a:pt x="7621" y="125"/>
                  </a:cubicBezTo>
                  <a:cubicBezTo>
                    <a:pt x="7464" y="125"/>
                    <a:pt x="6899" y="129"/>
                    <a:pt x="5763" y="141"/>
                  </a:cubicBezTo>
                  <a:cubicBezTo>
                    <a:pt x="5310" y="141"/>
                    <a:pt x="6679" y="69"/>
                    <a:pt x="7144" y="34"/>
                  </a:cubicBezTo>
                  <a:cubicBezTo>
                    <a:pt x="6318" y="13"/>
                    <a:pt x="5493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9"/>
            <p:cNvSpPr/>
            <p:nvPr/>
          </p:nvSpPr>
          <p:spPr>
            <a:xfrm rot="10800000" flipH="1">
              <a:off x="2389848" y="5015975"/>
              <a:ext cx="203612" cy="8375"/>
            </a:xfrm>
            <a:custGeom>
              <a:avLst/>
              <a:gdLst/>
              <a:ahLst/>
              <a:cxnLst/>
              <a:rect l="l" t="t" r="r" b="b"/>
              <a:pathLst>
                <a:path w="6349" h="335" extrusionOk="0">
                  <a:moveTo>
                    <a:pt x="6349" y="1"/>
                  </a:moveTo>
                  <a:cubicBezTo>
                    <a:pt x="5135" y="19"/>
                    <a:pt x="0" y="287"/>
                    <a:pt x="161" y="287"/>
                  </a:cubicBezTo>
                  <a:cubicBezTo>
                    <a:pt x="205" y="287"/>
                    <a:pt x="651" y="266"/>
                    <a:pt x="1693" y="215"/>
                  </a:cubicBezTo>
                  <a:cubicBezTo>
                    <a:pt x="1730" y="213"/>
                    <a:pt x="1752" y="212"/>
                    <a:pt x="1762" y="212"/>
                  </a:cubicBezTo>
                  <a:cubicBezTo>
                    <a:pt x="1852" y="212"/>
                    <a:pt x="919" y="302"/>
                    <a:pt x="586" y="334"/>
                  </a:cubicBezTo>
                  <a:cubicBezTo>
                    <a:pt x="2515" y="310"/>
                    <a:pt x="4432" y="227"/>
                    <a:pt x="6349" y="13"/>
                  </a:cubicBezTo>
                  <a:lnTo>
                    <a:pt x="63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9"/>
            <p:cNvSpPr/>
            <p:nvPr/>
          </p:nvSpPr>
          <p:spPr>
            <a:xfrm rot="10800000" flipH="1">
              <a:off x="4293748" y="5026250"/>
              <a:ext cx="262974" cy="4575"/>
            </a:xfrm>
            <a:custGeom>
              <a:avLst/>
              <a:gdLst/>
              <a:ahLst/>
              <a:cxnLst/>
              <a:rect l="l" t="t" r="r" b="b"/>
              <a:pathLst>
                <a:path w="8200" h="183" extrusionOk="0">
                  <a:moveTo>
                    <a:pt x="4668" y="1"/>
                  </a:moveTo>
                  <a:cubicBezTo>
                    <a:pt x="3112" y="1"/>
                    <a:pt x="1556" y="44"/>
                    <a:pt x="0" y="153"/>
                  </a:cubicBezTo>
                  <a:lnTo>
                    <a:pt x="0" y="176"/>
                  </a:lnTo>
                  <a:cubicBezTo>
                    <a:pt x="238" y="181"/>
                    <a:pt x="597" y="183"/>
                    <a:pt x="1031" y="183"/>
                  </a:cubicBezTo>
                  <a:cubicBezTo>
                    <a:pt x="3445" y="183"/>
                    <a:pt x="8200" y="125"/>
                    <a:pt x="7633" y="125"/>
                  </a:cubicBezTo>
                  <a:cubicBezTo>
                    <a:pt x="7477" y="125"/>
                    <a:pt x="6911" y="129"/>
                    <a:pt x="5775" y="141"/>
                  </a:cubicBezTo>
                  <a:cubicBezTo>
                    <a:pt x="5311" y="141"/>
                    <a:pt x="6692" y="69"/>
                    <a:pt x="7144" y="34"/>
                  </a:cubicBezTo>
                  <a:cubicBezTo>
                    <a:pt x="6319" y="13"/>
                    <a:pt x="5493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9"/>
            <p:cNvSpPr/>
            <p:nvPr/>
          </p:nvSpPr>
          <p:spPr>
            <a:xfrm rot="10800000" flipH="1">
              <a:off x="4058707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1" y="1"/>
                  </a:moveTo>
                  <a:cubicBezTo>
                    <a:pt x="5128" y="19"/>
                    <a:pt x="0" y="287"/>
                    <a:pt x="163" y="287"/>
                  </a:cubicBezTo>
                  <a:cubicBezTo>
                    <a:pt x="209" y="287"/>
                    <a:pt x="656" y="266"/>
                    <a:pt x="1698" y="215"/>
                  </a:cubicBezTo>
                  <a:cubicBezTo>
                    <a:pt x="1734" y="213"/>
                    <a:pt x="1756" y="212"/>
                    <a:pt x="1766" y="212"/>
                  </a:cubicBezTo>
                  <a:cubicBezTo>
                    <a:pt x="1856" y="212"/>
                    <a:pt x="923" y="302"/>
                    <a:pt x="590" y="334"/>
                  </a:cubicBezTo>
                  <a:cubicBezTo>
                    <a:pt x="2507" y="310"/>
                    <a:pt x="4424" y="227"/>
                    <a:pt x="6341" y="13"/>
                  </a:cubicBezTo>
                  <a:lnTo>
                    <a:pt x="63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9"/>
            <p:cNvSpPr/>
            <p:nvPr/>
          </p:nvSpPr>
          <p:spPr>
            <a:xfrm rot="10800000" flipH="1">
              <a:off x="5962350" y="5026250"/>
              <a:ext cx="262621" cy="4575"/>
            </a:xfrm>
            <a:custGeom>
              <a:avLst/>
              <a:gdLst/>
              <a:ahLst/>
              <a:cxnLst/>
              <a:rect l="l" t="t" r="r" b="b"/>
              <a:pathLst>
                <a:path w="8189" h="183" extrusionOk="0">
                  <a:moveTo>
                    <a:pt x="4668" y="1"/>
                  </a:moveTo>
                  <a:cubicBezTo>
                    <a:pt x="3112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7" y="181"/>
                    <a:pt x="595" y="183"/>
                    <a:pt x="1028" y="183"/>
                  </a:cubicBezTo>
                  <a:cubicBezTo>
                    <a:pt x="3435" y="183"/>
                    <a:pt x="8189" y="125"/>
                    <a:pt x="7622" y="125"/>
                  </a:cubicBezTo>
                  <a:cubicBezTo>
                    <a:pt x="7465" y="125"/>
                    <a:pt x="6900" y="129"/>
                    <a:pt x="5763" y="141"/>
                  </a:cubicBezTo>
                  <a:cubicBezTo>
                    <a:pt x="5311" y="141"/>
                    <a:pt x="6680" y="69"/>
                    <a:pt x="7144" y="34"/>
                  </a:cubicBezTo>
                  <a:cubicBezTo>
                    <a:pt x="6319" y="13"/>
                    <a:pt x="5494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9"/>
            <p:cNvSpPr/>
            <p:nvPr/>
          </p:nvSpPr>
          <p:spPr>
            <a:xfrm rot="10800000" flipH="1">
              <a:off x="5727309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1" y="1"/>
                  </a:moveTo>
                  <a:cubicBezTo>
                    <a:pt x="5128" y="19"/>
                    <a:pt x="0" y="287"/>
                    <a:pt x="158" y="287"/>
                  </a:cubicBezTo>
                  <a:cubicBezTo>
                    <a:pt x="202" y="287"/>
                    <a:pt x="647" y="266"/>
                    <a:pt x="1686" y="215"/>
                  </a:cubicBezTo>
                  <a:cubicBezTo>
                    <a:pt x="1724" y="213"/>
                    <a:pt x="1747" y="212"/>
                    <a:pt x="1757" y="212"/>
                  </a:cubicBezTo>
                  <a:cubicBezTo>
                    <a:pt x="1854" y="212"/>
                    <a:pt x="912" y="302"/>
                    <a:pt x="579" y="334"/>
                  </a:cubicBezTo>
                  <a:cubicBezTo>
                    <a:pt x="2508" y="310"/>
                    <a:pt x="4425" y="227"/>
                    <a:pt x="6341" y="13"/>
                  </a:cubicBezTo>
                  <a:lnTo>
                    <a:pt x="63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9"/>
            <p:cNvSpPr/>
            <p:nvPr/>
          </p:nvSpPr>
          <p:spPr>
            <a:xfrm rot="10800000" flipH="1">
              <a:off x="7631337" y="5026250"/>
              <a:ext cx="262878" cy="4575"/>
            </a:xfrm>
            <a:custGeom>
              <a:avLst/>
              <a:gdLst/>
              <a:ahLst/>
              <a:cxnLst/>
              <a:rect l="l" t="t" r="r" b="b"/>
              <a:pathLst>
                <a:path w="8197" h="183" extrusionOk="0">
                  <a:moveTo>
                    <a:pt x="4669" y="1"/>
                  </a:moveTo>
                  <a:cubicBezTo>
                    <a:pt x="3113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8" y="181"/>
                    <a:pt x="595" y="183"/>
                    <a:pt x="1028" y="183"/>
                  </a:cubicBezTo>
                  <a:cubicBezTo>
                    <a:pt x="3438" y="183"/>
                    <a:pt x="8196" y="125"/>
                    <a:pt x="7627" y="125"/>
                  </a:cubicBezTo>
                  <a:cubicBezTo>
                    <a:pt x="7469" y="125"/>
                    <a:pt x="6902" y="129"/>
                    <a:pt x="5763" y="141"/>
                  </a:cubicBezTo>
                  <a:cubicBezTo>
                    <a:pt x="5311" y="141"/>
                    <a:pt x="6692" y="69"/>
                    <a:pt x="7145" y="34"/>
                  </a:cubicBezTo>
                  <a:cubicBezTo>
                    <a:pt x="6319" y="13"/>
                    <a:pt x="5494" y="1"/>
                    <a:pt x="46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9"/>
            <p:cNvSpPr/>
            <p:nvPr/>
          </p:nvSpPr>
          <p:spPr>
            <a:xfrm rot="10800000" flipH="1">
              <a:off x="7396296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2" y="1"/>
                  </a:moveTo>
                  <a:cubicBezTo>
                    <a:pt x="5128" y="19"/>
                    <a:pt x="1" y="287"/>
                    <a:pt x="164" y="287"/>
                  </a:cubicBezTo>
                  <a:cubicBezTo>
                    <a:pt x="209" y="287"/>
                    <a:pt x="656" y="266"/>
                    <a:pt x="1698" y="215"/>
                  </a:cubicBezTo>
                  <a:cubicBezTo>
                    <a:pt x="1735" y="213"/>
                    <a:pt x="1757" y="212"/>
                    <a:pt x="1766" y="212"/>
                  </a:cubicBezTo>
                  <a:cubicBezTo>
                    <a:pt x="1857" y="212"/>
                    <a:pt x="924" y="302"/>
                    <a:pt x="591" y="334"/>
                  </a:cubicBezTo>
                  <a:cubicBezTo>
                    <a:pt x="2508" y="310"/>
                    <a:pt x="4425" y="227"/>
                    <a:pt x="6342" y="13"/>
                  </a:cubicBezTo>
                  <a:lnTo>
                    <a:pt x="634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9"/>
            <p:cNvSpPr/>
            <p:nvPr/>
          </p:nvSpPr>
          <p:spPr>
            <a:xfrm rot="10800000" flipH="1">
              <a:off x="-14087" y="5138425"/>
              <a:ext cx="9164387" cy="67650"/>
            </a:xfrm>
            <a:custGeom>
              <a:avLst/>
              <a:gdLst/>
              <a:ahLst/>
              <a:cxnLst/>
              <a:rect l="l" t="t" r="r" b="b"/>
              <a:pathLst>
                <a:path w="285762" h="2706" extrusionOk="0">
                  <a:moveTo>
                    <a:pt x="20295" y="1"/>
                  </a:moveTo>
                  <a:cubicBezTo>
                    <a:pt x="19958" y="1"/>
                    <a:pt x="19664" y="7"/>
                    <a:pt x="19419" y="19"/>
                  </a:cubicBezTo>
                  <a:cubicBezTo>
                    <a:pt x="12942" y="328"/>
                    <a:pt x="6429" y="269"/>
                    <a:pt x="0" y="1090"/>
                  </a:cubicBezTo>
                  <a:lnTo>
                    <a:pt x="0" y="2436"/>
                  </a:lnTo>
                  <a:cubicBezTo>
                    <a:pt x="1131" y="2351"/>
                    <a:pt x="2268" y="2339"/>
                    <a:pt x="3403" y="2339"/>
                  </a:cubicBezTo>
                  <a:cubicBezTo>
                    <a:pt x="3857" y="2339"/>
                    <a:pt x="4310" y="2341"/>
                    <a:pt x="4763" y="2341"/>
                  </a:cubicBezTo>
                  <a:cubicBezTo>
                    <a:pt x="5179" y="2257"/>
                    <a:pt x="5596" y="2174"/>
                    <a:pt x="6013" y="2102"/>
                  </a:cubicBezTo>
                  <a:cubicBezTo>
                    <a:pt x="7541" y="1812"/>
                    <a:pt x="9086" y="1738"/>
                    <a:pt x="10634" y="1738"/>
                  </a:cubicBezTo>
                  <a:cubicBezTo>
                    <a:pt x="12248" y="1738"/>
                    <a:pt x="13868" y="1819"/>
                    <a:pt x="15479" y="1819"/>
                  </a:cubicBezTo>
                  <a:cubicBezTo>
                    <a:pt x="16127" y="1819"/>
                    <a:pt x="16774" y="1806"/>
                    <a:pt x="17419" y="1769"/>
                  </a:cubicBezTo>
                  <a:cubicBezTo>
                    <a:pt x="17609" y="1757"/>
                    <a:pt x="17800" y="1757"/>
                    <a:pt x="17990" y="1745"/>
                  </a:cubicBezTo>
                  <a:cubicBezTo>
                    <a:pt x="18467" y="1650"/>
                    <a:pt x="18931" y="1567"/>
                    <a:pt x="19395" y="1495"/>
                  </a:cubicBezTo>
                  <a:cubicBezTo>
                    <a:pt x="19693" y="1444"/>
                    <a:pt x="20289" y="1409"/>
                    <a:pt x="21115" y="1409"/>
                  </a:cubicBezTo>
                  <a:cubicBezTo>
                    <a:pt x="22404" y="1409"/>
                    <a:pt x="24253" y="1494"/>
                    <a:pt x="26408" y="1733"/>
                  </a:cubicBezTo>
                  <a:cubicBezTo>
                    <a:pt x="32058" y="2362"/>
                    <a:pt x="39291" y="2627"/>
                    <a:pt x="40739" y="2627"/>
                  </a:cubicBezTo>
                  <a:cubicBezTo>
                    <a:pt x="40771" y="2627"/>
                    <a:pt x="40800" y="2627"/>
                    <a:pt x="40827" y="2626"/>
                  </a:cubicBezTo>
                  <a:cubicBezTo>
                    <a:pt x="41047" y="2624"/>
                    <a:pt x="41271" y="2623"/>
                    <a:pt x="41499" y="2623"/>
                  </a:cubicBezTo>
                  <a:cubicBezTo>
                    <a:pt x="43468" y="2623"/>
                    <a:pt x="45706" y="2702"/>
                    <a:pt x="47643" y="2702"/>
                  </a:cubicBezTo>
                  <a:cubicBezTo>
                    <a:pt x="48870" y="2702"/>
                    <a:pt x="49975" y="2670"/>
                    <a:pt x="50816" y="2567"/>
                  </a:cubicBezTo>
                  <a:lnTo>
                    <a:pt x="50816" y="2579"/>
                  </a:lnTo>
                  <a:cubicBezTo>
                    <a:pt x="52295" y="2380"/>
                    <a:pt x="53781" y="2344"/>
                    <a:pt x="55263" y="2344"/>
                  </a:cubicBezTo>
                  <a:cubicBezTo>
                    <a:pt x="55821" y="2344"/>
                    <a:pt x="56379" y="2349"/>
                    <a:pt x="56936" y="2352"/>
                  </a:cubicBezTo>
                  <a:cubicBezTo>
                    <a:pt x="57352" y="2257"/>
                    <a:pt x="57769" y="2174"/>
                    <a:pt x="58186" y="2102"/>
                  </a:cubicBezTo>
                  <a:cubicBezTo>
                    <a:pt x="59694" y="1815"/>
                    <a:pt x="61221" y="1742"/>
                    <a:pt x="62754" y="1742"/>
                  </a:cubicBezTo>
                  <a:cubicBezTo>
                    <a:pt x="64365" y="1742"/>
                    <a:pt x="65982" y="1823"/>
                    <a:pt x="67591" y="1823"/>
                  </a:cubicBezTo>
                  <a:cubicBezTo>
                    <a:pt x="68260" y="1823"/>
                    <a:pt x="68927" y="1809"/>
                    <a:pt x="69592" y="1769"/>
                  </a:cubicBezTo>
                  <a:cubicBezTo>
                    <a:pt x="69783" y="1757"/>
                    <a:pt x="69973" y="1757"/>
                    <a:pt x="70164" y="1745"/>
                  </a:cubicBezTo>
                  <a:cubicBezTo>
                    <a:pt x="70628" y="1662"/>
                    <a:pt x="71104" y="1579"/>
                    <a:pt x="71568" y="1495"/>
                  </a:cubicBezTo>
                  <a:cubicBezTo>
                    <a:pt x="71866" y="1444"/>
                    <a:pt x="72462" y="1409"/>
                    <a:pt x="73288" y="1409"/>
                  </a:cubicBezTo>
                  <a:cubicBezTo>
                    <a:pt x="74577" y="1409"/>
                    <a:pt x="76427" y="1494"/>
                    <a:pt x="78581" y="1733"/>
                  </a:cubicBezTo>
                  <a:cubicBezTo>
                    <a:pt x="84231" y="2362"/>
                    <a:pt x="91464" y="2627"/>
                    <a:pt x="92912" y="2627"/>
                  </a:cubicBezTo>
                  <a:cubicBezTo>
                    <a:pt x="92944" y="2627"/>
                    <a:pt x="92973" y="2627"/>
                    <a:pt x="93000" y="2626"/>
                  </a:cubicBezTo>
                  <a:cubicBezTo>
                    <a:pt x="93216" y="2624"/>
                    <a:pt x="93436" y="2623"/>
                    <a:pt x="93660" y="2623"/>
                  </a:cubicBezTo>
                  <a:cubicBezTo>
                    <a:pt x="95619" y="2623"/>
                    <a:pt x="97850" y="2701"/>
                    <a:pt x="99787" y="2701"/>
                  </a:cubicBezTo>
                  <a:cubicBezTo>
                    <a:pt x="101106" y="2701"/>
                    <a:pt x="102288" y="2665"/>
                    <a:pt x="103156" y="2543"/>
                  </a:cubicBezTo>
                  <a:cubicBezTo>
                    <a:pt x="104576" y="2376"/>
                    <a:pt x="106010" y="2345"/>
                    <a:pt x="107442" y="2345"/>
                  </a:cubicBezTo>
                  <a:cubicBezTo>
                    <a:pt x="107955" y="2345"/>
                    <a:pt x="108467" y="2349"/>
                    <a:pt x="108978" y="2352"/>
                  </a:cubicBezTo>
                  <a:cubicBezTo>
                    <a:pt x="109383" y="2269"/>
                    <a:pt x="109799" y="2174"/>
                    <a:pt x="110216" y="2102"/>
                  </a:cubicBezTo>
                  <a:cubicBezTo>
                    <a:pt x="111729" y="1815"/>
                    <a:pt x="113259" y="1742"/>
                    <a:pt x="114793" y="1742"/>
                  </a:cubicBezTo>
                  <a:cubicBezTo>
                    <a:pt x="116405" y="1742"/>
                    <a:pt x="118021" y="1823"/>
                    <a:pt x="119627" y="1823"/>
                  </a:cubicBezTo>
                  <a:cubicBezTo>
                    <a:pt x="120294" y="1823"/>
                    <a:pt x="120960" y="1809"/>
                    <a:pt x="121622" y="1769"/>
                  </a:cubicBezTo>
                  <a:cubicBezTo>
                    <a:pt x="121813" y="1769"/>
                    <a:pt x="122003" y="1757"/>
                    <a:pt x="122206" y="1745"/>
                  </a:cubicBezTo>
                  <a:cubicBezTo>
                    <a:pt x="122670" y="1662"/>
                    <a:pt x="123134" y="1579"/>
                    <a:pt x="123599" y="1495"/>
                  </a:cubicBezTo>
                  <a:cubicBezTo>
                    <a:pt x="123896" y="1444"/>
                    <a:pt x="124492" y="1409"/>
                    <a:pt x="125318" y="1409"/>
                  </a:cubicBezTo>
                  <a:cubicBezTo>
                    <a:pt x="126607" y="1409"/>
                    <a:pt x="128457" y="1494"/>
                    <a:pt x="130612" y="1733"/>
                  </a:cubicBezTo>
                  <a:cubicBezTo>
                    <a:pt x="136168" y="2351"/>
                    <a:pt x="143228" y="2628"/>
                    <a:pt x="144867" y="2628"/>
                  </a:cubicBezTo>
                  <a:cubicBezTo>
                    <a:pt x="144934" y="2628"/>
                    <a:pt x="144993" y="2627"/>
                    <a:pt x="145042" y="2626"/>
                  </a:cubicBezTo>
                  <a:cubicBezTo>
                    <a:pt x="145259" y="2624"/>
                    <a:pt x="145480" y="2623"/>
                    <a:pt x="145704" y="2623"/>
                  </a:cubicBezTo>
                  <a:cubicBezTo>
                    <a:pt x="147673" y="2623"/>
                    <a:pt x="149922" y="2701"/>
                    <a:pt x="151867" y="2701"/>
                  </a:cubicBezTo>
                  <a:cubicBezTo>
                    <a:pt x="153192" y="2701"/>
                    <a:pt x="154375" y="2665"/>
                    <a:pt x="155234" y="2543"/>
                  </a:cubicBezTo>
                  <a:cubicBezTo>
                    <a:pt x="156646" y="2376"/>
                    <a:pt x="158064" y="2345"/>
                    <a:pt x="159479" y="2345"/>
                  </a:cubicBezTo>
                  <a:cubicBezTo>
                    <a:pt x="159985" y="2345"/>
                    <a:pt x="160491" y="2349"/>
                    <a:pt x="160996" y="2352"/>
                  </a:cubicBezTo>
                  <a:cubicBezTo>
                    <a:pt x="161413" y="2269"/>
                    <a:pt x="161830" y="2186"/>
                    <a:pt x="162235" y="2102"/>
                  </a:cubicBezTo>
                  <a:cubicBezTo>
                    <a:pt x="163740" y="1817"/>
                    <a:pt x="165262" y="1742"/>
                    <a:pt x="166788" y="1742"/>
                  </a:cubicBezTo>
                  <a:cubicBezTo>
                    <a:pt x="168441" y="1742"/>
                    <a:pt x="170100" y="1830"/>
                    <a:pt x="171747" y="1830"/>
                  </a:cubicBezTo>
                  <a:cubicBezTo>
                    <a:pt x="172380" y="1830"/>
                    <a:pt x="173012" y="1817"/>
                    <a:pt x="173641" y="1781"/>
                  </a:cubicBezTo>
                  <a:cubicBezTo>
                    <a:pt x="173843" y="1769"/>
                    <a:pt x="174034" y="1757"/>
                    <a:pt x="174224" y="1745"/>
                  </a:cubicBezTo>
                  <a:cubicBezTo>
                    <a:pt x="174689" y="1662"/>
                    <a:pt x="175165" y="1579"/>
                    <a:pt x="175629" y="1495"/>
                  </a:cubicBezTo>
                  <a:cubicBezTo>
                    <a:pt x="175920" y="1445"/>
                    <a:pt x="176495" y="1413"/>
                    <a:pt x="177291" y="1413"/>
                  </a:cubicBezTo>
                  <a:cubicBezTo>
                    <a:pt x="178578" y="1413"/>
                    <a:pt x="180445" y="1498"/>
                    <a:pt x="182630" y="1733"/>
                  </a:cubicBezTo>
                  <a:cubicBezTo>
                    <a:pt x="188186" y="2351"/>
                    <a:pt x="195257" y="2628"/>
                    <a:pt x="196886" y="2628"/>
                  </a:cubicBezTo>
                  <a:cubicBezTo>
                    <a:pt x="196954" y="2628"/>
                    <a:pt x="197012" y="2627"/>
                    <a:pt x="197060" y="2626"/>
                  </a:cubicBezTo>
                  <a:cubicBezTo>
                    <a:pt x="197274" y="2624"/>
                    <a:pt x="197493" y="2623"/>
                    <a:pt x="197714" y="2623"/>
                  </a:cubicBezTo>
                  <a:cubicBezTo>
                    <a:pt x="199691" y="2623"/>
                    <a:pt x="201944" y="2704"/>
                    <a:pt x="203894" y="2704"/>
                  </a:cubicBezTo>
                  <a:cubicBezTo>
                    <a:pt x="205168" y="2704"/>
                    <a:pt x="206314" y="2669"/>
                    <a:pt x="207169" y="2555"/>
                  </a:cubicBezTo>
                  <a:cubicBezTo>
                    <a:pt x="208621" y="2378"/>
                    <a:pt x="210079" y="2346"/>
                    <a:pt x="211534" y="2346"/>
                  </a:cubicBezTo>
                  <a:cubicBezTo>
                    <a:pt x="212036" y="2346"/>
                    <a:pt x="212538" y="2349"/>
                    <a:pt x="213039" y="2352"/>
                  </a:cubicBezTo>
                  <a:cubicBezTo>
                    <a:pt x="213455" y="2269"/>
                    <a:pt x="213872" y="2186"/>
                    <a:pt x="214289" y="2102"/>
                  </a:cubicBezTo>
                  <a:cubicBezTo>
                    <a:pt x="215794" y="1817"/>
                    <a:pt x="217314" y="1742"/>
                    <a:pt x="218839" y="1742"/>
                  </a:cubicBezTo>
                  <a:cubicBezTo>
                    <a:pt x="220490" y="1742"/>
                    <a:pt x="222148" y="1830"/>
                    <a:pt x="223797" y="1830"/>
                  </a:cubicBezTo>
                  <a:cubicBezTo>
                    <a:pt x="224431" y="1830"/>
                    <a:pt x="225064" y="1817"/>
                    <a:pt x="225695" y="1781"/>
                  </a:cubicBezTo>
                  <a:cubicBezTo>
                    <a:pt x="225885" y="1769"/>
                    <a:pt x="226076" y="1757"/>
                    <a:pt x="226266" y="1745"/>
                  </a:cubicBezTo>
                  <a:cubicBezTo>
                    <a:pt x="226743" y="1662"/>
                    <a:pt x="227207" y="1579"/>
                    <a:pt x="227671" y="1495"/>
                  </a:cubicBezTo>
                  <a:cubicBezTo>
                    <a:pt x="227960" y="1446"/>
                    <a:pt x="228527" y="1413"/>
                    <a:pt x="229313" y="1413"/>
                  </a:cubicBezTo>
                  <a:cubicBezTo>
                    <a:pt x="230605" y="1413"/>
                    <a:pt x="232486" y="1501"/>
                    <a:pt x="234684" y="1745"/>
                  </a:cubicBezTo>
                  <a:cubicBezTo>
                    <a:pt x="240339" y="2363"/>
                    <a:pt x="247580" y="2639"/>
                    <a:pt x="249019" y="2639"/>
                  </a:cubicBezTo>
                  <a:cubicBezTo>
                    <a:pt x="249049" y="2639"/>
                    <a:pt x="249077" y="2638"/>
                    <a:pt x="249103" y="2638"/>
                  </a:cubicBezTo>
                  <a:cubicBezTo>
                    <a:pt x="249390" y="2634"/>
                    <a:pt x="249684" y="2632"/>
                    <a:pt x="249985" y="2632"/>
                  </a:cubicBezTo>
                  <a:cubicBezTo>
                    <a:pt x="251902" y="2632"/>
                    <a:pt x="254051" y="2706"/>
                    <a:pt x="255921" y="2706"/>
                  </a:cubicBezTo>
                  <a:cubicBezTo>
                    <a:pt x="257111" y="2706"/>
                    <a:pt x="258188" y="2676"/>
                    <a:pt x="259020" y="2579"/>
                  </a:cubicBezTo>
                  <a:lnTo>
                    <a:pt x="259020" y="2591"/>
                  </a:lnTo>
                  <a:cubicBezTo>
                    <a:pt x="260571" y="2382"/>
                    <a:pt x="262129" y="2346"/>
                    <a:pt x="263683" y="2346"/>
                  </a:cubicBezTo>
                  <a:cubicBezTo>
                    <a:pt x="264169" y="2346"/>
                    <a:pt x="264655" y="2350"/>
                    <a:pt x="265140" y="2352"/>
                  </a:cubicBezTo>
                  <a:cubicBezTo>
                    <a:pt x="265557" y="2269"/>
                    <a:pt x="265974" y="2186"/>
                    <a:pt x="266379" y="2102"/>
                  </a:cubicBezTo>
                  <a:cubicBezTo>
                    <a:pt x="267889" y="1820"/>
                    <a:pt x="269418" y="1748"/>
                    <a:pt x="270950" y="1748"/>
                  </a:cubicBezTo>
                  <a:cubicBezTo>
                    <a:pt x="272585" y="1748"/>
                    <a:pt x="274225" y="1830"/>
                    <a:pt x="275853" y="1830"/>
                  </a:cubicBezTo>
                  <a:cubicBezTo>
                    <a:pt x="276499" y="1830"/>
                    <a:pt x="277143" y="1817"/>
                    <a:pt x="277785" y="1781"/>
                  </a:cubicBezTo>
                  <a:cubicBezTo>
                    <a:pt x="277987" y="1769"/>
                    <a:pt x="278178" y="1757"/>
                    <a:pt x="278368" y="1745"/>
                  </a:cubicBezTo>
                  <a:cubicBezTo>
                    <a:pt x="278832" y="1662"/>
                    <a:pt x="279297" y="1579"/>
                    <a:pt x="279773" y="1495"/>
                  </a:cubicBezTo>
                  <a:cubicBezTo>
                    <a:pt x="280069" y="1449"/>
                    <a:pt x="280654" y="1416"/>
                    <a:pt x="281464" y="1416"/>
                  </a:cubicBezTo>
                  <a:cubicBezTo>
                    <a:pt x="282545" y="1416"/>
                    <a:pt x="284027" y="1475"/>
                    <a:pt x="285762" y="1638"/>
                  </a:cubicBezTo>
                  <a:lnTo>
                    <a:pt x="285762" y="197"/>
                  </a:lnTo>
                  <a:cubicBezTo>
                    <a:pt x="283635" y="82"/>
                    <a:pt x="281789" y="5"/>
                    <a:pt x="280562" y="5"/>
                  </a:cubicBezTo>
                  <a:cubicBezTo>
                    <a:pt x="280270" y="5"/>
                    <a:pt x="280014" y="10"/>
                    <a:pt x="279797" y="19"/>
                  </a:cubicBezTo>
                  <a:lnTo>
                    <a:pt x="279809" y="19"/>
                  </a:lnTo>
                  <a:cubicBezTo>
                    <a:pt x="272998" y="340"/>
                    <a:pt x="266152" y="269"/>
                    <a:pt x="259413" y="1221"/>
                  </a:cubicBezTo>
                  <a:lnTo>
                    <a:pt x="259413" y="1209"/>
                  </a:lnTo>
                  <a:cubicBezTo>
                    <a:pt x="258500" y="1355"/>
                    <a:pt x="257639" y="1405"/>
                    <a:pt x="256803" y="1405"/>
                  </a:cubicBezTo>
                  <a:cubicBezTo>
                    <a:pt x="254953" y="1405"/>
                    <a:pt x="253226" y="1159"/>
                    <a:pt x="251319" y="1159"/>
                  </a:cubicBezTo>
                  <a:cubicBezTo>
                    <a:pt x="251204" y="1159"/>
                    <a:pt x="251088" y="1160"/>
                    <a:pt x="250972" y="1162"/>
                  </a:cubicBezTo>
                  <a:cubicBezTo>
                    <a:pt x="250907" y="1163"/>
                    <a:pt x="250838" y="1163"/>
                    <a:pt x="250766" y="1163"/>
                  </a:cubicBezTo>
                  <a:cubicBezTo>
                    <a:pt x="246887" y="1163"/>
                    <a:pt x="233281" y="3"/>
                    <a:pt x="228532" y="3"/>
                  </a:cubicBezTo>
                  <a:cubicBezTo>
                    <a:pt x="228216" y="3"/>
                    <a:pt x="227939" y="8"/>
                    <a:pt x="227707" y="19"/>
                  </a:cubicBezTo>
                  <a:cubicBezTo>
                    <a:pt x="220754" y="352"/>
                    <a:pt x="213753" y="257"/>
                    <a:pt x="206871" y="1281"/>
                  </a:cubicBezTo>
                  <a:cubicBezTo>
                    <a:pt x="206131" y="1374"/>
                    <a:pt x="205425" y="1408"/>
                    <a:pt x="204736" y="1408"/>
                  </a:cubicBezTo>
                  <a:cubicBezTo>
                    <a:pt x="202875" y="1408"/>
                    <a:pt x="201139" y="1160"/>
                    <a:pt x="199211" y="1160"/>
                  </a:cubicBezTo>
                  <a:cubicBezTo>
                    <a:pt x="199118" y="1160"/>
                    <a:pt x="199024" y="1161"/>
                    <a:pt x="198930" y="1162"/>
                  </a:cubicBezTo>
                  <a:cubicBezTo>
                    <a:pt x="198864" y="1163"/>
                    <a:pt x="198796" y="1163"/>
                    <a:pt x="198724" y="1163"/>
                  </a:cubicBezTo>
                  <a:cubicBezTo>
                    <a:pt x="194844" y="1163"/>
                    <a:pt x="181228" y="3"/>
                    <a:pt x="176478" y="3"/>
                  </a:cubicBezTo>
                  <a:cubicBezTo>
                    <a:pt x="176162" y="3"/>
                    <a:pt x="175885" y="8"/>
                    <a:pt x="175653" y="19"/>
                  </a:cubicBezTo>
                  <a:cubicBezTo>
                    <a:pt x="168712" y="352"/>
                    <a:pt x="161711" y="257"/>
                    <a:pt x="154829" y="1281"/>
                  </a:cubicBezTo>
                  <a:cubicBezTo>
                    <a:pt x="154089" y="1374"/>
                    <a:pt x="153383" y="1408"/>
                    <a:pt x="152694" y="1408"/>
                  </a:cubicBezTo>
                  <a:cubicBezTo>
                    <a:pt x="150833" y="1408"/>
                    <a:pt x="149099" y="1160"/>
                    <a:pt x="147179" y="1160"/>
                  </a:cubicBezTo>
                  <a:cubicBezTo>
                    <a:pt x="147086" y="1160"/>
                    <a:pt x="146993" y="1161"/>
                    <a:pt x="146899" y="1162"/>
                  </a:cubicBezTo>
                  <a:cubicBezTo>
                    <a:pt x="146834" y="1163"/>
                    <a:pt x="146765" y="1163"/>
                    <a:pt x="146693" y="1163"/>
                  </a:cubicBezTo>
                  <a:cubicBezTo>
                    <a:pt x="142814" y="1163"/>
                    <a:pt x="129209" y="3"/>
                    <a:pt x="124459" y="3"/>
                  </a:cubicBezTo>
                  <a:cubicBezTo>
                    <a:pt x="124143" y="3"/>
                    <a:pt x="123867" y="8"/>
                    <a:pt x="123635" y="19"/>
                  </a:cubicBezTo>
                  <a:cubicBezTo>
                    <a:pt x="116681" y="352"/>
                    <a:pt x="109680" y="257"/>
                    <a:pt x="102810" y="1281"/>
                  </a:cubicBezTo>
                  <a:cubicBezTo>
                    <a:pt x="102068" y="1374"/>
                    <a:pt x="101359" y="1408"/>
                    <a:pt x="100668" y="1408"/>
                  </a:cubicBezTo>
                  <a:cubicBezTo>
                    <a:pt x="98803" y="1408"/>
                    <a:pt x="97069" y="1160"/>
                    <a:pt x="95149" y="1160"/>
                  </a:cubicBezTo>
                  <a:cubicBezTo>
                    <a:pt x="95056" y="1160"/>
                    <a:pt x="94963" y="1161"/>
                    <a:pt x="94869" y="1162"/>
                  </a:cubicBezTo>
                  <a:cubicBezTo>
                    <a:pt x="94804" y="1163"/>
                    <a:pt x="94735" y="1163"/>
                    <a:pt x="94663" y="1163"/>
                  </a:cubicBezTo>
                  <a:cubicBezTo>
                    <a:pt x="90784" y="1163"/>
                    <a:pt x="77168" y="3"/>
                    <a:pt x="72417" y="3"/>
                  </a:cubicBezTo>
                  <a:cubicBezTo>
                    <a:pt x="72101" y="3"/>
                    <a:pt x="71824" y="8"/>
                    <a:pt x="71592" y="19"/>
                  </a:cubicBezTo>
                  <a:cubicBezTo>
                    <a:pt x="64770" y="340"/>
                    <a:pt x="57900" y="269"/>
                    <a:pt x="51137" y="1233"/>
                  </a:cubicBezTo>
                  <a:lnTo>
                    <a:pt x="51137" y="1209"/>
                  </a:lnTo>
                  <a:cubicBezTo>
                    <a:pt x="50223" y="1355"/>
                    <a:pt x="49363" y="1405"/>
                    <a:pt x="48530" y="1405"/>
                  </a:cubicBezTo>
                  <a:cubicBezTo>
                    <a:pt x="46647" y="1405"/>
                    <a:pt x="44897" y="1148"/>
                    <a:pt x="42947" y="1148"/>
                  </a:cubicBezTo>
                  <a:cubicBezTo>
                    <a:pt x="42860" y="1148"/>
                    <a:pt x="42772" y="1149"/>
                    <a:pt x="42684" y="1150"/>
                  </a:cubicBezTo>
                  <a:cubicBezTo>
                    <a:pt x="42604" y="1151"/>
                    <a:pt x="42518" y="1152"/>
                    <a:pt x="42427" y="1152"/>
                  </a:cubicBezTo>
                  <a:cubicBezTo>
                    <a:pt x="38506" y="1152"/>
                    <a:pt x="25071" y="1"/>
                    <a:pt x="202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9"/>
            <p:cNvSpPr/>
            <p:nvPr/>
          </p:nvSpPr>
          <p:spPr>
            <a:xfrm rot="10800000" flipH="1">
              <a:off x="-13734" y="5193975"/>
              <a:ext cx="9164419" cy="92000"/>
            </a:xfrm>
            <a:custGeom>
              <a:avLst/>
              <a:gdLst/>
              <a:ahLst/>
              <a:cxnLst/>
              <a:rect l="l" t="t" r="r" b="b"/>
              <a:pathLst>
                <a:path w="285763" h="3680" extrusionOk="0">
                  <a:moveTo>
                    <a:pt x="31183" y="0"/>
                  </a:moveTo>
                  <a:cubicBezTo>
                    <a:pt x="29856" y="89"/>
                    <a:pt x="28529" y="117"/>
                    <a:pt x="27202" y="117"/>
                  </a:cubicBezTo>
                  <a:cubicBezTo>
                    <a:pt x="25170" y="117"/>
                    <a:pt x="23138" y="53"/>
                    <a:pt x="21106" y="53"/>
                  </a:cubicBezTo>
                  <a:cubicBezTo>
                    <a:pt x="20750" y="53"/>
                    <a:pt x="20395" y="55"/>
                    <a:pt x="20039" y="60"/>
                  </a:cubicBezTo>
                  <a:cubicBezTo>
                    <a:pt x="18075" y="95"/>
                    <a:pt x="16110" y="167"/>
                    <a:pt x="14146" y="345"/>
                  </a:cubicBezTo>
                  <a:cubicBezTo>
                    <a:pt x="12181" y="524"/>
                    <a:pt x="10228" y="846"/>
                    <a:pt x="8276" y="1203"/>
                  </a:cubicBezTo>
                  <a:cubicBezTo>
                    <a:pt x="5525" y="1703"/>
                    <a:pt x="2763" y="2215"/>
                    <a:pt x="1" y="2227"/>
                  </a:cubicBezTo>
                  <a:lnTo>
                    <a:pt x="1" y="3334"/>
                  </a:lnTo>
                  <a:cubicBezTo>
                    <a:pt x="3085" y="2893"/>
                    <a:pt x="6180" y="2477"/>
                    <a:pt x="9288" y="2131"/>
                  </a:cubicBezTo>
                  <a:cubicBezTo>
                    <a:pt x="13038" y="1703"/>
                    <a:pt x="16801" y="1393"/>
                    <a:pt x="20575" y="1250"/>
                  </a:cubicBezTo>
                  <a:cubicBezTo>
                    <a:pt x="21852" y="1202"/>
                    <a:pt x="23130" y="1184"/>
                    <a:pt x="24407" y="1184"/>
                  </a:cubicBezTo>
                  <a:cubicBezTo>
                    <a:pt x="26916" y="1184"/>
                    <a:pt x="29425" y="1255"/>
                    <a:pt x="31933" y="1310"/>
                  </a:cubicBezTo>
                  <a:cubicBezTo>
                    <a:pt x="37380" y="1425"/>
                    <a:pt x="43506" y="3679"/>
                    <a:pt x="48643" y="3679"/>
                  </a:cubicBezTo>
                  <a:cubicBezTo>
                    <a:pt x="49356" y="3679"/>
                    <a:pt x="50051" y="3635"/>
                    <a:pt x="50722" y="3536"/>
                  </a:cubicBezTo>
                  <a:lnTo>
                    <a:pt x="50722" y="3548"/>
                  </a:lnTo>
                  <a:cubicBezTo>
                    <a:pt x="54293" y="3024"/>
                    <a:pt x="57865" y="2524"/>
                    <a:pt x="61461" y="2131"/>
                  </a:cubicBezTo>
                  <a:cubicBezTo>
                    <a:pt x="65211" y="1715"/>
                    <a:pt x="68974" y="1393"/>
                    <a:pt x="72748" y="1250"/>
                  </a:cubicBezTo>
                  <a:cubicBezTo>
                    <a:pt x="73980" y="1204"/>
                    <a:pt x="75211" y="1186"/>
                    <a:pt x="76443" y="1186"/>
                  </a:cubicBezTo>
                  <a:cubicBezTo>
                    <a:pt x="78997" y="1186"/>
                    <a:pt x="81552" y="1262"/>
                    <a:pt x="84107" y="1310"/>
                  </a:cubicBezTo>
                  <a:cubicBezTo>
                    <a:pt x="89549" y="1423"/>
                    <a:pt x="95673" y="3679"/>
                    <a:pt x="100814" y="3679"/>
                  </a:cubicBezTo>
                  <a:cubicBezTo>
                    <a:pt x="101634" y="3679"/>
                    <a:pt x="102429" y="3621"/>
                    <a:pt x="103192" y="3489"/>
                  </a:cubicBezTo>
                  <a:cubicBezTo>
                    <a:pt x="106609" y="2977"/>
                    <a:pt x="110050" y="2512"/>
                    <a:pt x="113491" y="2131"/>
                  </a:cubicBezTo>
                  <a:cubicBezTo>
                    <a:pt x="117242" y="1715"/>
                    <a:pt x="121004" y="1393"/>
                    <a:pt x="124778" y="1250"/>
                  </a:cubicBezTo>
                  <a:cubicBezTo>
                    <a:pt x="126014" y="1204"/>
                    <a:pt x="127247" y="1186"/>
                    <a:pt x="128478" y="1186"/>
                  </a:cubicBezTo>
                  <a:cubicBezTo>
                    <a:pt x="131033" y="1186"/>
                    <a:pt x="133582" y="1262"/>
                    <a:pt x="136137" y="1310"/>
                  </a:cubicBezTo>
                  <a:cubicBezTo>
                    <a:pt x="141589" y="1423"/>
                    <a:pt x="147706" y="3679"/>
                    <a:pt x="152845" y="3679"/>
                  </a:cubicBezTo>
                  <a:cubicBezTo>
                    <a:pt x="153664" y="3679"/>
                    <a:pt x="154459" y="3621"/>
                    <a:pt x="155223" y="3489"/>
                  </a:cubicBezTo>
                  <a:cubicBezTo>
                    <a:pt x="158652" y="2977"/>
                    <a:pt x="162081" y="2512"/>
                    <a:pt x="165522" y="2131"/>
                  </a:cubicBezTo>
                  <a:cubicBezTo>
                    <a:pt x="169272" y="1715"/>
                    <a:pt x="173034" y="1393"/>
                    <a:pt x="176809" y="1250"/>
                  </a:cubicBezTo>
                  <a:cubicBezTo>
                    <a:pt x="178040" y="1204"/>
                    <a:pt x="179272" y="1186"/>
                    <a:pt x="180503" y="1186"/>
                  </a:cubicBezTo>
                  <a:cubicBezTo>
                    <a:pt x="183058" y="1186"/>
                    <a:pt x="185613" y="1262"/>
                    <a:pt x="188167" y="1310"/>
                  </a:cubicBezTo>
                  <a:cubicBezTo>
                    <a:pt x="193609" y="1423"/>
                    <a:pt x="199733" y="3679"/>
                    <a:pt x="204874" y="3679"/>
                  </a:cubicBezTo>
                  <a:cubicBezTo>
                    <a:pt x="205695" y="3679"/>
                    <a:pt x="206490" y="3621"/>
                    <a:pt x="207253" y="3489"/>
                  </a:cubicBezTo>
                  <a:cubicBezTo>
                    <a:pt x="210682" y="2989"/>
                    <a:pt x="214111" y="2512"/>
                    <a:pt x="217564" y="2131"/>
                  </a:cubicBezTo>
                  <a:cubicBezTo>
                    <a:pt x="221314" y="1715"/>
                    <a:pt x="225077" y="1393"/>
                    <a:pt x="228851" y="1250"/>
                  </a:cubicBezTo>
                  <a:cubicBezTo>
                    <a:pt x="230086" y="1204"/>
                    <a:pt x="231319" y="1186"/>
                    <a:pt x="232551" y="1186"/>
                  </a:cubicBezTo>
                  <a:cubicBezTo>
                    <a:pt x="235106" y="1186"/>
                    <a:pt x="237655" y="1262"/>
                    <a:pt x="240210" y="1310"/>
                  </a:cubicBezTo>
                  <a:cubicBezTo>
                    <a:pt x="245659" y="1425"/>
                    <a:pt x="251785" y="3680"/>
                    <a:pt x="256921" y="3680"/>
                  </a:cubicBezTo>
                  <a:cubicBezTo>
                    <a:pt x="257608" y="3680"/>
                    <a:pt x="258278" y="3640"/>
                    <a:pt x="258926" y="3548"/>
                  </a:cubicBezTo>
                  <a:cubicBezTo>
                    <a:pt x="262498" y="3024"/>
                    <a:pt x="266082" y="2524"/>
                    <a:pt x="269666" y="2131"/>
                  </a:cubicBezTo>
                  <a:cubicBezTo>
                    <a:pt x="273416" y="1715"/>
                    <a:pt x="277178" y="1393"/>
                    <a:pt x="280953" y="1250"/>
                  </a:cubicBezTo>
                  <a:cubicBezTo>
                    <a:pt x="282199" y="1204"/>
                    <a:pt x="283445" y="1187"/>
                    <a:pt x="284685" y="1187"/>
                  </a:cubicBezTo>
                  <a:cubicBezTo>
                    <a:pt x="285045" y="1187"/>
                    <a:pt x="285404" y="1188"/>
                    <a:pt x="285763" y="1191"/>
                  </a:cubicBezTo>
                  <a:lnTo>
                    <a:pt x="285763" y="107"/>
                  </a:lnTo>
                  <a:cubicBezTo>
                    <a:pt x="284401" y="89"/>
                    <a:pt x="283032" y="64"/>
                    <a:pt x="281662" y="64"/>
                  </a:cubicBezTo>
                  <a:cubicBezTo>
                    <a:pt x="281247" y="64"/>
                    <a:pt x="280832" y="66"/>
                    <a:pt x="280417" y="72"/>
                  </a:cubicBezTo>
                  <a:lnTo>
                    <a:pt x="280405" y="60"/>
                  </a:lnTo>
                  <a:cubicBezTo>
                    <a:pt x="278440" y="95"/>
                    <a:pt x="276476" y="167"/>
                    <a:pt x="274511" y="345"/>
                  </a:cubicBezTo>
                  <a:cubicBezTo>
                    <a:pt x="272547" y="524"/>
                    <a:pt x="270594" y="846"/>
                    <a:pt x="268654" y="1203"/>
                  </a:cubicBezTo>
                  <a:cubicBezTo>
                    <a:pt x="265882" y="1707"/>
                    <a:pt x="263092" y="2220"/>
                    <a:pt x="260307" y="2220"/>
                  </a:cubicBezTo>
                  <a:cubicBezTo>
                    <a:pt x="259934" y="2220"/>
                    <a:pt x="259561" y="2211"/>
                    <a:pt x="259188" y="2191"/>
                  </a:cubicBezTo>
                  <a:cubicBezTo>
                    <a:pt x="255747" y="2000"/>
                    <a:pt x="251890" y="750"/>
                    <a:pt x="248258" y="584"/>
                  </a:cubicBezTo>
                  <a:cubicBezTo>
                    <a:pt x="245317" y="465"/>
                    <a:pt x="242388" y="214"/>
                    <a:pt x="239448" y="0"/>
                  </a:cubicBezTo>
                  <a:cubicBezTo>
                    <a:pt x="238125" y="89"/>
                    <a:pt x="236799" y="117"/>
                    <a:pt x="235472" y="117"/>
                  </a:cubicBezTo>
                  <a:cubicBezTo>
                    <a:pt x="233440" y="117"/>
                    <a:pt x="231407" y="53"/>
                    <a:pt x="229379" y="53"/>
                  </a:cubicBezTo>
                  <a:cubicBezTo>
                    <a:pt x="229024" y="53"/>
                    <a:pt x="228670" y="55"/>
                    <a:pt x="228315" y="60"/>
                  </a:cubicBezTo>
                  <a:cubicBezTo>
                    <a:pt x="226351" y="95"/>
                    <a:pt x="224374" y="167"/>
                    <a:pt x="222410" y="345"/>
                  </a:cubicBezTo>
                  <a:cubicBezTo>
                    <a:pt x="220457" y="524"/>
                    <a:pt x="218504" y="846"/>
                    <a:pt x="216552" y="1203"/>
                  </a:cubicBezTo>
                  <a:cubicBezTo>
                    <a:pt x="213785" y="1710"/>
                    <a:pt x="210999" y="2217"/>
                    <a:pt x="208211" y="2217"/>
                  </a:cubicBezTo>
                  <a:cubicBezTo>
                    <a:pt x="207856" y="2217"/>
                    <a:pt x="207501" y="2208"/>
                    <a:pt x="207146" y="2191"/>
                  </a:cubicBezTo>
                  <a:cubicBezTo>
                    <a:pt x="203705" y="2000"/>
                    <a:pt x="199847" y="750"/>
                    <a:pt x="196216" y="584"/>
                  </a:cubicBezTo>
                  <a:cubicBezTo>
                    <a:pt x="193275" y="465"/>
                    <a:pt x="190346" y="214"/>
                    <a:pt x="187405" y="0"/>
                  </a:cubicBezTo>
                  <a:cubicBezTo>
                    <a:pt x="186082" y="89"/>
                    <a:pt x="184756" y="117"/>
                    <a:pt x="183429" y="117"/>
                  </a:cubicBezTo>
                  <a:cubicBezTo>
                    <a:pt x="181398" y="117"/>
                    <a:pt x="179365" y="53"/>
                    <a:pt x="177337" y="53"/>
                  </a:cubicBezTo>
                  <a:cubicBezTo>
                    <a:pt x="176982" y="53"/>
                    <a:pt x="176627" y="55"/>
                    <a:pt x="176273" y="60"/>
                  </a:cubicBezTo>
                  <a:cubicBezTo>
                    <a:pt x="174308" y="95"/>
                    <a:pt x="172332" y="167"/>
                    <a:pt x="170367" y="345"/>
                  </a:cubicBezTo>
                  <a:cubicBezTo>
                    <a:pt x="168415" y="524"/>
                    <a:pt x="166462" y="846"/>
                    <a:pt x="164510" y="1203"/>
                  </a:cubicBezTo>
                  <a:cubicBezTo>
                    <a:pt x="161742" y="1710"/>
                    <a:pt x="158966" y="2217"/>
                    <a:pt x="156188" y="2217"/>
                  </a:cubicBezTo>
                  <a:cubicBezTo>
                    <a:pt x="155835" y="2217"/>
                    <a:pt x="155481" y="2208"/>
                    <a:pt x="155127" y="2191"/>
                  </a:cubicBezTo>
                  <a:cubicBezTo>
                    <a:pt x="151687" y="2000"/>
                    <a:pt x="147829" y="750"/>
                    <a:pt x="144186" y="584"/>
                  </a:cubicBezTo>
                  <a:cubicBezTo>
                    <a:pt x="141257" y="465"/>
                    <a:pt x="138316" y="214"/>
                    <a:pt x="135387" y="0"/>
                  </a:cubicBezTo>
                  <a:cubicBezTo>
                    <a:pt x="134060" y="89"/>
                    <a:pt x="132732" y="117"/>
                    <a:pt x="131405" y="117"/>
                  </a:cubicBezTo>
                  <a:cubicBezTo>
                    <a:pt x="129373" y="117"/>
                    <a:pt x="127342" y="53"/>
                    <a:pt x="125310" y="53"/>
                  </a:cubicBezTo>
                  <a:cubicBezTo>
                    <a:pt x="124954" y="53"/>
                    <a:pt x="124598" y="55"/>
                    <a:pt x="124243" y="60"/>
                  </a:cubicBezTo>
                  <a:cubicBezTo>
                    <a:pt x="122278" y="95"/>
                    <a:pt x="120314" y="167"/>
                    <a:pt x="118349" y="345"/>
                  </a:cubicBezTo>
                  <a:cubicBezTo>
                    <a:pt x="116385" y="524"/>
                    <a:pt x="114432" y="846"/>
                    <a:pt x="112491" y="1203"/>
                  </a:cubicBezTo>
                  <a:cubicBezTo>
                    <a:pt x="109724" y="1710"/>
                    <a:pt x="106938" y="2217"/>
                    <a:pt x="104158" y="2217"/>
                  </a:cubicBezTo>
                  <a:cubicBezTo>
                    <a:pt x="103805" y="2217"/>
                    <a:pt x="103451" y="2208"/>
                    <a:pt x="103097" y="2191"/>
                  </a:cubicBezTo>
                  <a:cubicBezTo>
                    <a:pt x="99644" y="2000"/>
                    <a:pt x="95799" y="750"/>
                    <a:pt x="92155" y="584"/>
                  </a:cubicBezTo>
                  <a:cubicBezTo>
                    <a:pt x="89214" y="465"/>
                    <a:pt x="86286" y="214"/>
                    <a:pt x="83357" y="0"/>
                  </a:cubicBezTo>
                  <a:cubicBezTo>
                    <a:pt x="82029" y="89"/>
                    <a:pt x="80702" y="117"/>
                    <a:pt x="79375" y="117"/>
                  </a:cubicBezTo>
                  <a:cubicBezTo>
                    <a:pt x="77343" y="117"/>
                    <a:pt x="75311" y="53"/>
                    <a:pt x="73279" y="53"/>
                  </a:cubicBezTo>
                  <a:cubicBezTo>
                    <a:pt x="72924" y="53"/>
                    <a:pt x="72568" y="55"/>
                    <a:pt x="72212" y="60"/>
                  </a:cubicBezTo>
                  <a:cubicBezTo>
                    <a:pt x="70248" y="95"/>
                    <a:pt x="68283" y="167"/>
                    <a:pt x="66319" y="345"/>
                  </a:cubicBezTo>
                  <a:cubicBezTo>
                    <a:pt x="64354" y="524"/>
                    <a:pt x="62402" y="846"/>
                    <a:pt x="60449" y="1203"/>
                  </a:cubicBezTo>
                  <a:cubicBezTo>
                    <a:pt x="57682" y="1713"/>
                    <a:pt x="54889" y="2224"/>
                    <a:pt x="52100" y="2224"/>
                  </a:cubicBezTo>
                  <a:cubicBezTo>
                    <a:pt x="51636" y="2224"/>
                    <a:pt x="51173" y="2210"/>
                    <a:pt x="50710" y="2179"/>
                  </a:cubicBezTo>
                  <a:cubicBezTo>
                    <a:pt x="47328" y="1941"/>
                    <a:pt x="43554" y="738"/>
                    <a:pt x="39982" y="584"/>
                  </a:cubicBezTo>
                  <a:cubicBezTo>
                    <a:pt x="37041" y="465"/>
                    <a:pt x="34112" y="214"/>
                    <a:pt x="311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9"/>
            <p:cNvSpPr/>
            <p:nvPr/>
          </p:nvSpPr>
          <p:spPr>
            <a:xfrm rot="10800000" flipH="1">
              <a:off x="-14087" y="5071050"/>
              <a:ext cx="9164387" cy="51525"/>
            </a:xfrm>
            <a:custGeom>
              <a:avLst/>
              <a:gdLst/>
              <a:ahLst/>
              <a:cxnLst/>
              <a:rect l="l" t="t" r="r" b="b"/>
              <a:pathLst>
                <a:path w="285762" h="2061" extrusionOk="0">
                  <a:moveTo>
                    <a:pt x="285762" y="1"/>
                  </a:moveTo>
                  <a:cubicBezTo>
                    <a:pt x="280678" y="13"/>
                    <a:pt x="273701" y="394"/>
                    <a:pt x="269736" y="608"/>
                  </a:cubicBezTo>
                  <a:cubicBezTo>
                    <a:pt x="268188" y="703"/>
                    <a:pt x="267069" y="763"/>
                    <a:pt x="266676" y="763"/>
                  </a:cubicBezTo>
                  <a:lnTo>
                    <a:pt x="266676" y="775"/>
                  </a:lnTo>
                  <a:cubicBezTo>
                    <a:pt x="266302" y="775"/>
                    <a:pt x="264409" y="866"/>
                    <a:pt x="262946" y="866"/>
                  </a:cubicBezTo>
                  <a:cubicBezTo>
                    <a:pt x="262361" y="866"/>
                    <a:pt x="261844" y="851"/>
                    <a:pt x="261521" y="810"/>
                  </a:cubicBezTo>
                  <a:cubicBezTo>
                    <a:pt x="260848" y="731"/>
                    <a:pt x="260159" y="644"/>
                    <a:pt x="259467" y="644"/>
                  </a:cubicBezTo>
                  <a:cubicBezTo>
                    <a:pt x="259326" y="644"/>
                    <a:pt x="259185" y="647"/>
                    <a:pt x="259044" y="656"/>
                  </a:cubicBezTo>
                  <a:cubicBezTo>
                    <a:pt x="256508" y="727"/>
                    <a:pt x="255377" y="1501"/>
                    <a:pt x="253472" y="1525"/>
                  </a:cubicBezTo>
                  <a:cubicBezTo>
                    <a:pt x="253055" y="1525"/>
                    <a:pt x="252222" y="1406"/>
                    <a:pt x="251067" y="1251"/>
                  </a:cubicBezTo>
                  <a:cubicBezTo>
                    <a:pt x="248269" y="882"/>
                    <a:pt x="243054" y="179"/>
                    <a:pt x="235613" y="24"/>
                  </a:cubicBezTo>
                  <a:cubicBezTo>
                    <a:pt x="235088" y="13"/>
                    <a:pt x="234529" y="8"/>
                    <a:pt x="233942" y="8"/>
                  </a:cubicBezTo>
                  <a:cubicBezTo>
                    <a:pt x="228832" y="8"/>
                    <a:pt x="221672" y="396"/>
                    <a:pt x="217634" y="620"/>
                  </a:cubicBezTo>
                  <a:cubicBezTo>
                    <a:pt x="216087" y="703"/>
                    <a:pt x="214967" y="763"/>
                    <a:pt x="214574" y="775"/>
                  </a:cubicBezTo>
                  <a:cubicBezTo>
                    <a:pt x="214200" y="775"/>
                    <a:pt x="212313" y="866"/>
                    <a:pt x="210849" y="866"/>
                  </a:cubicBezTo>
                  <a:cubicBezTo>
                    <a:pt x="210264" y="866"/>
                    <a:pt x="209746" y="851"/>
                    <a:pt x="209419" y="810"/>
                  </a:cubicBezTo>
                  <a:cubicBezTo>
                    <a:pt x="208746" y="731"/>
                    <a:pt x="208057" y="644"/>
                    <a:pt x="207372" y="644"/>
                  </a:cubicBezTo>
                  <a:cubicBezTo>
                    <a:pt x="207233" y="644"/>
                    <a:pt x="207094" y="647"/>
                    <a:pt x="206954" y="656"/>
                  </a:cubicBezTo>
                  <a:lnTo>
                    <a:pt x="206954" y="667"/>
                  </a:lnTo>
                  <a:cubicBezTo>
                    <a:pt x="204454" y="739"/>
                    <a:pt x="203311" y="1501"/>
                    <a:pt x="201418" y="1525"/>
                  </a:cubicBezTo>
                  <a:cubicBezTo>
                    <a:pt x="201013" y="1525"/>
                    <a:pt x="200180" y="1406"/>
                    <a:pt x="199025" y="1251"/>
                  </a:cubicBezTo>
                  <a:cubicBezTo>
                    <a:pt x="196227" y="882"/>
                    <a:pt x="191012" y="179"/>
                    <a:pt x="183571" y="24"/>
                  </a:cubicBezTo>
                  <a:cubicBezTo>
                    <a:pt x="183045" y="13"/>
                    <a:pt x="182484" y="8"/>
                    <a:pt x="181897" y="8"/>
                  </a:cubicBezTo>
                  <a:cubicBezTo>
                    <a:pt x="176780" y="8"/>
                    <a:pt x="169629" y="396"/>
                    <a:pt x="165592" y="620"/>
                  </a:cubicBezTo>
                  <a:cubicBezTo>
                    <a:pt x="164044" y="703"/>
                    <a:pt x="162925" y="763"/>
                    <a:pt x="162532" y="775"/>
                  </a:cubicBezTo>
                  <a:cubicBezTo>
                    <a:pt x="162158" y="775"/>
                    <a:pt x="160265" y="866"/>
                    <a:pt x="158802" y="866"/>
                  </a:cubicBezTo>
                  <a:cubicBezTo>
                    <a:pt x="158217" y="866"/>
                    <a:pt x="157700" y="851"/>
                    <a:pt x="157377" y="810"/>
                  </a:cubicBezTo>
                  <a:cubicBezTo>
                    <a:pt x="156704" y="731"/>
                    <a:pt x="156015" y="644"/>
                    <a:pt x="155323" y="644"/>
                  </a:cubicBezTo>
                  <a:cubicBezTo>
                    <a:pt x="155182" y="644"/>
                    <a:pt x="155041" y="647"/>
                    <a:pt x="154900" y="656"/>
                  </a:cubicBezTo>
                  <a:lnTo>
                    <a:pt x="154900" y="667"/>
                  </a:lnTo>
                  <a:cubicBezTo>
                    <a:pt x="152412" y="739"/>
                    <a:pt x="151281" y="1513"/>
                    <a:pt x="149400" y="1525"/>
                  </a:cubicBezTo>
                  <a:cubicBezTo>
                    <a:pt x="148983" y="1525"/>
                    <a:pt x="148149" y="1418"/>
                    <a:pt x="146995" y="1263"/>
                  </a:cubicBezTo>
                  <a:cubicBezTo>
                    <a:pt x="144197" y="882"/>
                    <a:pt x="138982" y="179"/>
                    <a:pt x="131540" y="24"/>
                  </a:cubicBezTo>
                  <a:cubicBezTo>
                    <a:pt x="131016" y="13"/>
                    <a:pt x="130456" y="8"/>
                    <a:pt x="129870" y="8"/>
                  </a:cubicBezTo>
                  <a:cubicBezTo>
                    <a:pt x="124759" y="8"/>
                    <a:pt x="117599" y="396"/>
                    <a:pt x="113562" y="620"/>
                  </a:cubicBezTo>
                  <a:cubicBezTo>
                    <a:pt x="112014" y="703"/>
                    <a:pt x="110895" y="763"/>
                    <a:pt x="110514" y="775"/>
                  </a:cubicBezTo>
                  <a:cubicBezTo>
                    <a:pt x="110131" y="775"/>
                    <a:pt x="108242" y="866"/>
                    <a:pt x="106777" y="866"/>
                  </a:cubicBezTo>
                  <a:cubicBezTo>
                    <a:pt x="106191" y="866"/>
                    <a:pt x="105673" y="851"/>
                    <a:pt x="105347" y="810"/>
                  </a:cubicBezTo>
                  <a:cubicBezTo>
                    <a:pt x="104666" y="729"/>
                    <a:pt x="103951" y="648"/>
                    <a:pt x="103246" y="648"/>
                  </a:cubicBezTo>
                  <a:cubicBezTo>
                    <a:pt x="103124" y="648"/>
                    <a:pt x="103003" y="650"/>
                    <a:pt x="102882" y="656"/>
                  </a:cubicBezTo>
                  <a:lnTo>
                    <a:pt x="102882" y="667"/>
                  </a:lnTo>
                  <a:cubicBezTo>
                    <a:pt x="100394" y="739"/>
                    <a:pt x="99251" y="1513"/>
                    <a:pt x="97369" y="1525"/>
                  </a:cubicBezTo>
                  <a:cubicBezTo>
                    <a:pt x="96953" y="1525"/>
                    <a:pt x="96119" y="1418"/>
                    <a:pt x="94964" y="1263"/>
                  </a:cubicBezTo>
                  <a:cubicBezTo>
                    <a:pt x="92166" y="882"/>
                    <a:pt x="86951" y="179"/>
                    <a:pt x="79510" y="24"/>
                  </a:cubicBezTo>
                  <a:cubicBezTo>
                    <a:pt x="78985" y="13"/>
                    <a:pt x="78426" y="8"/>
                    <a:pt x="77839" y="8"/>
                  </a:cubicBezTo>
                  <a:cubicBezTo>
                    <a:pt x="72729" y="8"/>
                    <a:pt x="65569" y="396"/>
                    <a:pt x="61532" y="620"/>
                  </a:cubicBezTo>
                  <a:cubicBezTo>
                    <a:pt x="59984" y="703"/>
                    <a:pt x="58865" y="763"/>
                    <a:pt x="58472" y="775"/>
                  </a:cubicBezTo>
                  <a:cubicBezTo>
                    <a:pt x="58097" y="775"/>
                    <a:pt x="56211" y="866"/>
                    <a:pt x="54746" y="866"/>
                  </a:cubicBezTo>
                  <a:cubicBezTo>
                    <a:pt x="54161" y="866"/>
                    <a:pt x="53643" y="851"/>
                    <a:pt x="53316" y="810"/>
                  </a:cubicBezTo>
                  <a:cubicBezTo>
                    <a:pt x="52626" y="729"/>
                    <a:pt x="51918" y="648"/>
                    <a:pt x="51215" y="648"/>
                  </a:cubicBezTo>
                  <a:cubicBezTo>
                    <a:pt x="51094" y="648"/>
                    <a:pt x="50973" y="650"/>
                    <a:pt x="50852" y="656"/>
                  </a:cubicBezTo>
                  <a:cubicBezTo>
                    <a:pt x="48256" y="715"/>
                    <a:pt x="47113" y="1513"/>
                    <a:pt x="45196" y="1525"/>
                  </a:cubicBezTo>
                  <a:cubicBezTo>
                    <a:pt x="44779" y="1525"/>
                    <a:pt x="43946" y="1418"/>
                    <a:pt x="42791" y="1263"/>
                  </a:cubicBezTo>
                  <a:cubicBezTo>
                    <a:pt x="39993" y="882"/>
                    <a:pt x="34778" y="191"/>
                    <a:pt x="27337" y="24"/>
                  </a:cubicBezTo>
                  <a:cubicBezTo>
                    <a:pt x="26811" y="13"/>
                    <a:pt x="26250" y="8"/>
                    <a:pt x="25663" y="8"/>
                  </a:cubicBezTo>
                  <a:cubicBezTo>
                    <a:pt x="20546" y="8"/>
                    <a:pt x="13395" y="396"/>
                    <a:pt x="9358" y="620"/>
                  </a:cubicBezTo>
                  <a:cubicBezTo>
                    <a:pt x="7811" y="703"/>
                    <a:pt x="6691" y="763"/>
                    <a:pt x="6298" y="775"/>
                  </a:cubicBezTo>
                  <a:cubicBezTo>
                    <a:pt x="5924" y="775"/>
                    <a:pt x="4031" y="866"/>
                    <a:pt x="2568" y="866"/>
                  </a:cubicBezTo>
                  <a:cubicBezTo>
                    <a:pt x="1983" y="866"/>
                    <a:pt x="1466" y="851"/>
                    <a:pt x="1143" y="810"/>
                  </a:cubicBezTo>
                  <a:cubicBezTo>
                    <a:pt x="762" y="775"/>
                    <a:pt x="381" y="727"/>
                    <a:pt x="0" y="691"/>
                  </a:cubicBezTo>
                  <a:lnTo>
                    <a:pt x="0" y="1227"/>
                  </a:lnTo>
                  <a:cubicBezTo>
                    <a:pt x="357" y="1263"/>
                    <a:pt x="726" y="1310"/>
                    <a:pt x="1072" y="1346"/>
                  </a:cubicBezTo>
                  <a:cubicBezTo>
                    <a:pt x="1395" y="1387"/>
                    <a:pt x="1918" y="1401"/>
                    <a:pt x="2513" y="1401"/>
                  </a:cubicBezTo>
                  <a:cubicBezTo>
                    <a:pt x="4001" y="1401"/>
                    <a:pt x="5936" y="1310"/>
                    <a:pt x="6310" y="1310"/>
                  </a:cubicBezTo>
                  <a:cubicBezTo>
                    <a:pt x="6703" y="1298"/>
                    <a:pt x="7834" y="1239"/>
                    <a:pt x="9382" y="1156"/>
                  </a:cubicBezTo>
                  <a:cubicBezTo>
                    <a:pt x="13419" y="931"/>
                    <a:pt x="20561" y="544"/>
                    <a:pt x="25658" y="544"/>
                  </a:cubicBezTo>
                  <a:cubicBezTo>
                    <a:pt x="26243" y="544"/>
                    <a:pt x="26801" y="549"/>
                    <a:pt x="27325" y="560"/>
                  </a:cubicBezTo>
                  <a:cubicBezTo>
                    <a:pt x="34742" y="727"/>
                    <a:pt x="39934" y="1418"/>
                    <a:pt x="42720" y="1787"/>
                  </a:cubicBezTo>
                  <a:cubicBezTo>
                    <a:pt x="43934" y="1953"/>
                    <a:pt x="44744" y="2060"/>
                    <a:pt x="45196" y="2060"/>
                  </a:cubicBezTo>
                  <a:cubicBezTo>
                    <a:pt x="47244" y="2049"/>
                    <a:pt x="48744" y="1191"/>
                    <a:pt x="51173" y="1191"/>
                  </a:cubicBezTo>
                  <a:lnTo>
                    <a:pt x="51173" y="1179"/>
                  </a:lnTo>
                  <a:cubicBezTo>
                    <a:pt x="51852" y="1179"/>
                    <a:pt x="52566" y="1263"/>
                    <a:pt x="53245" y="1346"/>
                  </a:cubicBezTo>
                  <a:cubicBezTo>
                    <a:pt x="53571" y="1387"/>
                    <a:pt x="54096" y="1401"/>
                    <a:pt x="54692" y="1401"/>
                  </a:cubicBezTo>
                  <a:cubicBezTo>
                    <a:pt x="56180" y="1401"/>
                    <a:pt x="58109" y="1310"/>
                    <a:pt x="58484" y="1310"/>
                  </a:cubicBezTo>
                  <a:cubicBezTo>
                    <a:pt x="58888" y="1298"/>
                    <a:pt x="60008" y="1239"/>
                    <a:pt x="61555" y="1156"/>
                  </a:cubicBezTo>
                  <a:cubicBezTo>
                    <a:pt x="65592" y="931"/>
                    <a:pt x="72734" y="544"/>
                    <a:pt x="77831" y="544"/>
                  </a:cubicBezTo>
                  <a:cubicBezTo>
                    <a:pt x="78416" y="544"/>
                    <a:pt x="78975" y="549"/>
                    <a:pt x="79498" y="560"/>
                  </a:cubicBezTo>
                  <a:cubicBezTo>
                    <a:pt x="86916" y="715"/>
                    <a:pt x="92107" y="1418"/>
                    <a:pt x="94893" y="1787"/>
                  </a:cubicBezTo>
                  <a:cubicBezTo>
                    <a:pt x="96107" y="1953"/>
                    <a:pt x="96917" y="2060"/>
                    <a:pt x="97369" y="2060"/>
                  </a:cubicBezTo>
                  <a:cubicBezTo>
                    <a:pt x="99417" y="2049"/>
                    <a:pt x="100917" y="1191"/>
                    <a:pt x="103346" y="1191"/>
                  </a:cubicBezTo>
                  <a:lnTo>
                    <a:pt x="103346" y="1179"/>
                  </a:lnTo>
                  <a:cubicBezTo>
                    <a:pt x="103989" y="1191"/>
                    <a:pt x="104644" y="1263"/>
                    <a:pt x="105287" y="1346"/>
                  </a:cubicBezTo>
                  <a:cubicBezTo>
                    <a:pt x="105603" y="1383"/>
                    <a:pt x="106109" y="1396"/>
                    <a:pt x="106686" y="1396"/>
                  </a:cubicBezTo>
                  <a:cubicBezTo>
                    <a:pt x="108175" y="1396"/>
                    <a:pt x="110136" y="1307"/>
                    <a:pt x="110514" y="1298"/>
                  </a:cubicBezTo>
                  <a:cubicBezTo>
                    <a:pt x="110919" y="1298"/>
                    <a:pt x="112038" y="1239"/>
                    <a:pt x="113598" y="1156"/>
                  </a:cubicBezTo>
                  <a:cubicBezTo>
                    <a:pt x="117624" y="931"/>
                    <a:pt x="124774" y="544"/>
                    <a:pt x="129865" y="544"/>
                  </a:cubicBezTo>
                  <a:cubicBezTo>
                    <a:pt x="130449" y="544"/>
                    <a:pt x="131006" y="549"/>
                    <a:pt x="131528" y="560"/>
                  </a:cubicBezTo>
                  <a:cubicBezTo>
                    <a:pt x="138946" y="715"/>
                    <a:pt x="144137" y="1418"/>
                    <a:pt x="146923" y="1787"/>
                  </a:cubicBezTo>
                  <a:cubicBezTo>
                    <a:pt x="148149" y="1953"/>
                    <a:pt x="148959" y="2060"/>
                    <a:pt x="149400" y="2060"/>
                  </a:cubicBezTo>
                  <a:cubicBezTo>
                    <a:pt x="151448" y="2037"/>
                    <a:pt x="152948" y="1191"/>
                    <a:pt x="155377" y="1191"/>
                  </a:cubicBezTo>
                  <a:lnTo>
                    <a:pt x="155377" y="1179"/>
                  </a:lnTo>
                  <a:cubicBezTo>
                    <a:pt x="156020" y="1191"/>
                    <a:pt x="156674" y="1263"/>
                    <a:pt x="157305" y="1346"/>
                  </a:cubicBezTo>
                  <a:cubicBezTo>
                    <a:pt x="157621" y="1383"/>
                    <a:pt x="158128" y="1396"/>
                    <a:pt x="158707" y="1396"/>
                  </a:cubicBezTo>
                  <a:cubicBezTo>
                    <a:pt x="160200" y="1396"/>
                    <a:pt x="162167" y="1307"/>
                    <a:pt x="162544" y="1298"/>
                  </a:cubicBezTo>
                  <a:cubicBezTo>
                    <a:pt x="162937" y="1298"/>
                    <a:pt x="164068" y="1239"/>
                    <a:pt x="165616" y="1156"/>
                  </a:cubicBezTo>
                  <a:cubicBezTo>
                    <a:pt x="169653" y="931"/>
                    <a:pt x="176794" y="544"/>
                    <a:pt x="181892" y="544"/>
                  </a:cubicBezTo>
                  <a:cubicBezTo>
                    <a:pt x="182477" y="544"/>
                    <a:pt x="183035" y="549"/>
                    <a:pt x="183559" y="560"/>
                  </a:cubicBezTo>
                  <a:cubicBezTo>
                    <a:pt x="190964" y="715"/>
                    <a:pt x="196167" y="1418"/>
                    <a:pt x="198953" y="1787"/>
                  </a:cubicBezTo>
                  <a:cubicBezTo>
                    <a:pt x="200168" y="1953"/>
                    <a:pt x="200978" y="2060"/>
                    <a:pt x="201430" y="2060"/>
                  </a:cubicBezTo>
                  <a:cubicBezTo>
                    <a:pt x="203478" y="2037"/>
                    <a:pt x="204978" y="1191"/>
                    <a:pt x="207407" y="1191"/>
                  </a:cubicBezTo>
                  <a:lnTo>
                    <a:pt x="207407" y="1179"/>
                  </a:lnTo>
                  <a:cubicBezTo>
                    <a:pt x="208050" y="1191"/>
                    <a:pt x="208705" y="1263"/>
                    <a:pt x="209360" y="1346"/>
                  </a:cubicBezTo>
                  <a:cubicBezTo>
                    <a:pt x="209675" y="1383"/>
                    <a:pt x="210182" y="1396"/>
                    <a:pt x="210759" y="1396"/>
                  </a:cubicBezTo>
                  <a:cubicBezTo>
                    <a:pt x="212248" y="1396"/>
                    <a:pt x="214209" y="1307"/>
                    <a:pt x="214586" y="1298"/>
                  </a:cubicBezTo>
                  <a:cubicBezTo>
                    <a:pt x="214991" y="1298"/>
                    <a:pt x="216110" y="1239"/>
                    <a:pt x="217658" y="1144"/>
                  </a:cubicBezTo>
                  <a:cubicBezTo>
                    <a:pt x="221695" y="930"/>
                    <a:pt x="228835" y="544"/>
                    <a:pt x="233932" y="544"/>
                  </a:cubicBezTo>
                  <a:cubicBezTo>
                    <a:pt x="234518" y="544"/>
                    <a:pt x="235077" y="549"/>
                    <a:pt x="235601" y="560"/>
                  </a:cubicBezTo>
                  <a:cubicBezTo>
                    <a:pt x="243018" y="715"/>
                    <a:pt x="248210" y="1406"/>
                    <a:pt x="250996" y="1787"/>
                  </a:cubicBezTo>
                  <a:cubicBezTo>
                    <a:pt x="252160" y="1945"/>
                    <a:pt x="252938" y="2049"/>
                    <a:pt x="253401" y="2049"/>
                  </a:cubicBezTo>
                  <a:cubicBezTo>
                    <a:pt x="253425" y="2049"/>
                    <a:pt x="253449" y="2049"/>
                    <a:pt x="253472" y="2049"/>
                  </a:cubicBezTo>
                  <a:cubicBezTo>
                    <a:pt x="255520" y="2037"/>
                    <a:pt x="257020" y="1191"/>
                    <a:pt x="259449" y="1191"/>
                  </a:cubicBezTo>
                  <a:lnTo>
                    <a:pt x="259449" y="1179"/>
                  </a:lnTo>
                  <a:cubicBezTo>
                    <a:pt x="260116" y="1179"/>
                    <a:pt x="260795" y="1263"/>
                    <a:pt x="261449" y="1346"/>
                  </a:cubicBezTo>
                  <a:cubicBezTo>
                    <a:pt x="261765" y="1383"/>
                    <a:pt x="262272" y="1396"/>
                    <a:pt x="262851" y="1396"/>
                  </a:cubicBezTo>
                  <a:cubicBezTo>
                    <a:pt x="264344" y="1396"/>
                    <a:pt x="266311" y="1307"/>
                    <a:pt x="266688" y="1298"/>
                  </a:cubicBezTo>
                  <a:cubicBezTo>
                    <a:pt x="267081" y="1298"/>
                    <a:pt x="268212" y="1239"/>
                    <a:pt x="269760" y="1144"/>
                  </a:cubicBezTo>
                  <a:cubicBezTo>
                    <a:pt x="273725" y="929"/>
                    <a:pt x="280690" y="548"/>
                    <a:pt x="285762" y="536"/>
                  </a:cubicBezTo>
                  <a:lnTo>
                    <a:pt x="2857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9"/>
            <p:cNvSpPr/>
            <p:nvPr/>
          </p:nvSpPr>
          <p:spPr>
            <a:xfrm rot="10800000" flipH="1">
              <a:off x="-14087" y="5018450"/>
              <a:ext cx="9164003" cy="57200"/>
            </a:xfrm>
            <a:custGeom>
              <a:avLst/>
              <a:gdLst/>
              <a:ahLst/>
              <a:cxnLst/>
              <a:rect l="l" t="t" r="r" b="b"/>
              <a:pathLst>
                <a:path w="285750" h="2288" extrusionOk="0">
                  <a:moveTo>
                    <a:pt x="33430" y="0"/>
                  </a:moveTo>
                  <a:cubicBezTo>
                    <a:pt x="28693" y="0"/>
                    <a:pt x="23955" y="509"/>
                    <a:pt x="21360" y="791"/>
                  </a:cubicBezTo>
                  <a:cubicBezTo>
                    <a:pt x="20729" y="862"/>
                    <a:pt x="20229" y="910"/>
                    <a:pt x="19907" y="934"/>
                  </a:cubicBezTo>
                  <a:cubicBezTo>
                    <a:pt x="19405" y="977"/>
                    <a:pt x="18917" y="996"/>
                    <a:pt x="18440" y="996"/>
                  </a:cubicBezTo>
                  <a:cubicBezTo>
                    <a:pt x="16963" y="996"/>
                    <a:pt x="15582" y="816"/>
                    <a:pt x="14133" y="636"/>
                  </a:cubicBezTo>
                  <a:cubicBezTo>
                    <a:pt x="12720" y="463"/>
                    <a:pt x="11254" y="273"/>
                    <a:pt x="9685" y="273"/>
                  </a:cubicBezTo>
                  <a:cubicBezTo>
                    <a:pt x="9417" y="273"/>
                    <a:pt x="9145" y="278"/>
                    <a:pt x="8870" y="291"/>
                  </a:cubicBezTo>
                  <a:cubicBezTo>
                    <a:pt x="8001" y="326"/>
                    <a:pt x="6929" y="553"/>
                    <a:pt x="5679" y="826"/>
                  </a:cubicBezTo>
                  <a:cubicBezTo>
                    <a:pt x="4084" y="1172"/>
                    <a:pt x="2155" y="1576"/>
                    <a:pt x="0" y="1707"/>
                  </a:cubicBezTo>
                  <a:lnTo>
                    <a:pt x="0" y="2243"/>
                  </a:lnTo>
                  <a:cubicBezTo>
                    <a:pt x="2203" y="2124"/>
                    <a:pt x="4167" y="1696"/>
                    <a:pt x="5798" y="1350"/>
                  </a:cubicBezTo>
                  <a:cubicBezTo>
                    <a:pt x="7013" y="1088"/>
                    <a:pt x="8061" y="862"/>
                    <a:pt x="8894" y="826"/>
                  </a:cubicBezTo>
                  <a:cubicBezTo>
                    <a:pt x="9140" y="817"/>
                    <a:pt x="9384" y="812"/>
                    <a:pt x="9626" y="812"/>
                  </a:cubicBezTo>
                  <a:cubicBezTo>
                    <a:pt x="11184" y="812"/>
                    <a:pt x="12651" y="996"/>
                    <a:pt x="14073" y="1172"/>
                  </a:cubicBezTo>
                  <a:cubicBezTo>
                    <a:pt x="15468" y="1352"/>
                    <a:pt x="16904" y="1532"/>
                    <a:pt x="18432" y="1532"/>
                  </a:cubicBezTo>
                  <a:cubicBezTo>
                    <a:pt x="18926" y="1532"/>
                    <a:pt x="19429" y="1513"/>
                    <a:pt x="19943" y="1469"/>
                  </a:cubicBezTo>
                  <a:cubicBezTo>
                    <a:pt x="20276" y="1446"/>
                    <a:pt x="20776" y="1398"/>
                    <a:pt x="21419" y="1326"/>
                  </a:cubicBezTo>
                  <a:cubicBezTo>
                    <a:pt x="24010" y="1045"/>
                    <a:pt x="28732" y="541"/>
                    <a:pt x="33443" y="541"/>
                  </a:cubicBezTo>
                  <a:cubicBezTo>
                    <a:pt x="34903" y="541"/>
                    <a:pt x="36361" y="589"/>
                    <a:pt x="37755" y="707"/>
                  </a:cubicBezTo>
                  <a:cubicBezTo>
                    <a:pt x="41458" y="1029"/>
                    <a:pt x="44875" y="1505"/>
                    <a:pt x="47363" y="1850"/>
                  </a:cubicBezTo>
                  <a:cubicBezTo>
                    <a:pt x="49030" y="2088"/>
                    <a:pt x="50232" y="2255"/>
                    <a:pt x="50875" y="2279"/>
                  </a:cubicBezTo>
                  <a:lnTo>
                    <a:pt x="50923" y="2279"/>
                  </a:lnTo>
                  <a:cubicBezTo>
                    <a:pt x="50977" y="2285"/>
                    <a:pt x="51027" y="2288"/>
                    <a:pt x="51073" y="2288"/>
                  </a:cubicBezTo>
                  <a:cubicBezTo>
                    <a:pt x="51119" y="2288"/>
                    <a:pt x="51161" y="2285"/>
                    <a:pt x="51197" y="2279"/>
                  </a:cubicBezTo>
                  <a:cubicBezTo>
                    <a:pt x="53804" y="2243"/>
                    <a:pt x="56102" y="1743"/>
                    <a:pt x="57972" y="1350"/>
                  </a:cubicBezTo>
                  <a:cubicBezTo>
                    <a:pt x="59186" y="1088"/>
                    <a:pt x="60234" y="862"/>
                    <a:pt x="61067" y="826"/>
                  </a:cubicBezTo>
                  <a:cubicBezTo>
                    <a:pt x="61314" y="817"/>
                    <a:pt x="61558" y="812"/>
                    <a:pt x="61800" y="812"/>
                  </a:cubicBezTo>
                  <a:cubicBezTo>
                    <a:pt x="63357" y="812"/>
                    <a:pt x="64824" y="996"/>
                    <a:pt x="66246" y="1172"/>
                  </a:cubicBezTo>
                  <a:cubicBezTo>
                    <a:pt x="67641" y="1352"/>
                    <a:pt x="69077" y="1532"/>
                    <a:pt x="70605" y="1532"/>
                  </a:cubicBezTo>
                  <a:cubicBezTo>
                    <a:pt x="71099" y="1532"/>
                    <a:pt x="71602" y="1513"/>
                    <a:pt x="72116" y="1469"/>
                  </a:cubicBezTo>
                  <a:cubicBezTo>
                    <a:pt x="72450" y="1446"/>
                    <a:pt x="72950" y="1398"/>
                    <a:pt x="73593" y="1326"/>
                  </a:cubicBezTo>
                  <a:cubicBezTo>
                    <a:pt x="76183" y="1045"/>
                    <a:pt x="80905" y="541"/>
                    <a:pt x="85617" y="541"/>
                  </a:cubicBezTo>
                  <a:cubicBezTo>
                    <a:pt x="87076" y="541"/>
                    <a:pt x="88534" y="589"/>
                    <a:pt x="89928" y="707"/>
                  </a:cubicBezTo>
                  <a:cubicBezTo>
                    <a:pt x="93631" y="1029"/>
                    <a:pt x="97048" y="1505"/>
                    <a:pt x="99536" y="1850"/>
                  </a:cubicBezTo>
                  <a:cubicBezTo>
                    <a:pt x="101096" y="2065"/>
                    <a:pt x="102239" y="2231"/>
                    <a:pt x="102906" y="2279"/>
                  </a:cubicBezTo>
                  <a:lnTo>
                    <a:pt x="103061" y="2279"/>
                  </a:lnTo>
                  <a:cubicBezTo>
                    <a:pt x="103120" y="2285"/>
                    <a:pt x="103177" y="2288"/>
                    <a:pt x="103229" y="2288"/>
                  </a:cubicBezTo>
                  <a:cubicBezTo>
                    <a:pt x="103281" y="2288"/>
                    <a:pt x="103328" y="2285"/>
                    <a:pt x="103370" y="2279"/>
                  </a:cubicBezTo>
                  <a:cubicBezTo>
                    <a:pt x="105918" y="2231"/>
                    <a:pt x="108168" y="1743"/>
                    <a:pt x="110002" y="1350"/>
                  </a:cubicBezTo>
                  <a:cubicBezTo>
                    <a:pt x="111216" y="1088"/>
                    <a:pt x="112264" y="850"/>
                    <a:pt x="113097" y="826"/>
                  </a:cubicBezTo>
                  <a:cubicBezTo>
                    <a:pt x="113375" y="814"/>
                    <a:pt x="113650" y="808"/>
                    <a:pt x="113922" y="808"/>
                  </a:cubicBezTo>
                  <a:cubicBezTo>
                    <a:pt x="115445" y="808"/>
                    <a:pt x="116883" y="990"/>
                    <a:pt x="118277" y="1172"/>
                  </a:cubicBezTo>
                  <a:cubicBezTo>
                    <a:pt x="119672" y="1352"/>
                    <a:pt x="121108" y="1532"/>
                    <a:pt x="122636" y="1532"/>
                  </a:cubicBezTo>
                  <a:cubicBezTo>
                    <a:pt x="123129" y="1532"/>
                    <a:pt x="123632" y="1513"/>
                    <a:pt x="124146" y="1469"/>
                  </a:cubicBezTo>
                  <a:cubicBezTo>
                    <a:pt x="124480" y="1446"/>
                    <a:pt x="124980" y="1386"/>
                    <a:pt x="125623" y="1326"/>
                  </a:cubicBezTo>
                  <a:cubicBezTo>
                    <a:pt x="128209" y="1045"/>
                    <a:pt x="132917" y="536"/>
                    <a:pt x="137619" y="536"/>
                  </a:cubicBezTo>
                  <a:cubicBezTo>
                    <a:pt x="139088" y="536"/>
                    <a:pt x="140556" y="585"/>
                    <a:pt x="141958" y="707"/>
                  </a:cubicBezTo>
                  <a:cubicBezTo>
                    <a:pt x="145661" y="1029"/>
                    <a:pt x="149078" y="1505"/>
                    <a:pt x="151567" y="1850"/>
                  </a:cubicBezTo>
                  <a:cubicBezTo>
                    <a:pt x="153114" y="2065"/>
                    <a:pt x="154257" y="2219"/>
                    <a:pt x="154924" y="2267"/>
                  </a:cubicBezTo>
                  <a:lnTo>
                    <a:pt x="154924" y="2279"/>
                  </a:lnTo>
                  <a:lnTo>
                    <a:pt x="155091" y="2279"/>
                  </a:lnTo>
                  <a:cubicBezTo>
                    <a:pt x="155156" y="2285"/>
                    <a:pt x="155216" y="2288"/>
                    <a:pt x="155268" y="2288"/>
                  </a:cubicBezTo>
                  <a:cubicBezTo>
                    <a:pt x="155320" y="2288"/>
                    <a:pt x="155365" y="2285"/>
                    <a:pt x="155400" y="2279"/>
                  </a:cubicBezTo>
                  <a:cubicBezTo>
                    <a:pt x="157948" y="2219"/>
                    <a:pt x="160199" y="1743"/>
                    <a:pt x="162020" y="1338"/>
                  </a:cubicBezTo>
                  <a:cubicBezTo>
                    <a:pt x="163247" y="1076"/>
                    <a:pt x="164294" y="850"/>
                    <a:pt x="165116" y="826"/>
                  </a:cubicBezTo>
                  <a:cubicBezTo>
                    <a:pt x="165394" y="814"/>
                    <a:pt x="165668" y="808"/>
                    <a:pt x="165940" y="808"/>
                  </a:cubicBezTo>
                  <a:cubicBezTo>
                    <a:pt x="167464" y="808"/>
                    <a:pt x="168901" y="990"/>
                    <a:pt x="170295" y="1172"/>
                  </a:cubicBezTo>
                  <a:cubicBezTo>
                    <a:pt x="171710" y="1344"/>
                    <a:pt x="173159" y="1530"/>
                    <a:pt x="174701" y="1530"/>
                  </a:cubicBezTo>
                  <a:cubicBezTo>
                    <a:pt x="175183" y="1530"/>
                    <a:pt x="175675" y="1512"/>
                    <a:pt x="176177" y="1469"/>
                  </a:cubicBezTo>
                  <a:cubicBezTo>
                    <a:pt x="176498" y="1446"/>
                    <a:pt x="177010" y="1386"/>
                    <a:pt x="177641" y="1326"/>
                  </a:cubicBezTo>
                  <a:cubicBezTo>
                    <a:pt x="180227" y="1045"/>
                    <a:pt x="184942" y="536"/>
                    <a:pt x="189648" y="536"/>
                  </a:cubicBezTo>
                  <a:cubicBezTo>
                    <a:pt x="191117" y="536"/>
                    <a:pt x="192586" y="585"/>
                    <a:pt x="193989" y="707"/>
                  </a:cubicBezTo>
                  <a:cubicBezTo>
                    <a:pt x="197691" y="1029"/>
                    <a:pt x="201097" y="1505"/>
                    <a:pt x="203585" y="1850"/>
                  </a:cubicBezTo>
                  <a:cubicBezTo>
                    <a:pt x="205157" y="2065"/>
                    <a:pt x="206312" y="2231"/>
                    <a:pt x="206978" y="2267"/>
                  </a:cubicBezTo>
                  <a:lnTo>
                    <a:pt x="206978" y="2279"/>
                  </a:lnTo>
                  <a:lnTo>
                    <a:pt x="207121" y="2279"/>
                  </a:lnTo>
                  <a:cubicBezTo>
                    <a:pt x="207181" y="2285"/>
                    <a:pt x="207237" y="2288"/>
                    <a:pt x="207289" y="2288"/>
                  </a:cubicBezTo>
                  <a:cubicBezTo>
                    <a:pt x="207341" y="2288"/>
                    <a:pt x="207389" y="2285"/>
                    <a:pt x="207431" y="2279"/>
                  </a:cubicBezTo>
                  <a:cubicBezTo>
                    <a:pt x="209979" y="2219"/>
                    <a:pt x="212241" y="1743"/>
                    <a:pt x="214074" y="1338"/>
                  </a:cubicBezTo>
                  <a:cubicBezTo>
                    <a:pt x="215289" y="1076"/>
                    <a:pt x="216337" y="850"/>
                    <a:pt x="217158" y="814"/>
                  </a:cubicBezTo>
                  <a:cubicBezTo>
                    <a:pt x="217405" y="805"/>
                    <a:pt x="217650" y="800"/>
                    <a:pt x="217892" y="800"/>
                  </a:cubicBezTo>
                  <a:cubicBezTo>
                    <a:pt x="219456" y="800"/>
                    <a:pt x="220914" y="986"/>
                    <a:pt x="222337" y="1172"/>
                  </a:cubicBezTo>
                  <a:cubicBezTo>
                    <a:pt x="223752" y="1344"/>
                    <a:pt x="225201" y="1530"/>
                    <a:pt x="226743" y="1530"/>
                  </a:cubicBezTo>
                  <a:cubicBezTo>
                    <a:pt x="227225" y="1530"/>
                    <a:pt x="227717" y="1512"/>
                    <a:pt x="228219" y="1469"/>
                  </a:cubicBezTo>
                  <a:cubicBezTo>
                    <a:pt x="228540" y="1446"/>
                    <a:pt x="229052" y="1386"/>
                    <a:pt x="229683" y="1315"/>
                  </a:cubicBezTo>
                  <a:cubicBezTo>
                    <a:pt x="232268" y="1043"/>
                    <a:pt x="236980" y="536"/>
                    <a:pt x="241683" y="536"/>
                  </a:cubicBezTo>
                  <a:cubicBezTo>
                    <a:pt x="243155" y="536"/>
                    <a:pt x="244626" y="585"/>
                    <a:pt x="246031" y="707"/>
                  </a:cubicBezTo>
                  <a:cubicBezTo>
                    <a:pt x="249734" y="1017"/>
                    <a:pt x="253139" y="1493"/>
                    <a:pt x="255627" y="1850"/>
                  </a:cubicBezTo>
                  <a:cubicBezTo>
                    <a:pt x="257246" y="2065"/>
                    <a:pt x="258413" y="2231"/>
                    <a:pt x="259068" y="2267"/>
                  </a:cubicBezTo>
                  <a:lnTo>
                    <a:pt x="259068" y="2279"/>
                  </a:lnTo>
                  <a:lnTo>
                    <a:pt x="259473" y="2279"/>
                  </a:lnTo>
                  <a:cubicBezTo>
                    <a:pt x="262045" y="2231"/>
                    <a:pt x="264319" y="1743"/>
                    <a:pt x="266164" y="1338"/>
                  </a:cubicBezTo>
                  <a:cubicBezTo>
                    <a:pt x="267379" y="1076"/>
                    <a:pt x="268426" y="850"/>
                    <a:pt x="269260" y="814"/>
                  </a:cubicBezTo>
                  <a:cubicBezTo>
                    <a:pt x="269506" y="805"/>
                    <a:pt x="269749" y="800"/>
                    <a:pt x="269990" y="800"/>
                  </a:cubicBezTo>
                  <a:cubicBezTo>
                    <a:pt x="271549" y="800"/>
                    <a:pt x="273016" y="986"/>
                    <a:pt x="274439" y="1172"/>
                  </a:cubicBezTo>
                  <a:cubicBezTo>
                    <a:pt x="275854" y="1344"/>
                    <a:pt x="277303" y="1530"/>
                    <a:pt x="278845" y="1530"/>
                  </a:cubicBezTo>
                  <a:cubicBezTo>
                    <a:pt x="279327" y="1530"/>
                    <a:pt x="279819" y="1512"/>
                    <a:pt x="280321" y="1469"/>
                  </a:cubicBezTo>
                  <a:cubicBezTo>
                    <a:pt x="280642" y="1446"/>
                    <a:pt x="281142" y="1386"/>
                    <a:pt x="281785" y="1315"/>
                  </a:cubicBezTo>
                  <a:cubicBezTo>
                    <a:pt x="282821" y="1207"/>
                    <a:pt x="284178" y="1065"/>
                    <a:pt x="285750" y="922"/>
                  </a:cubicBezTo>
                  <a:lnTo>
                    <a:pt x="285750" y="386"/>
                  </a:lnTo>
                  <a:cubicBezTo>
                    <a:pt x="284155" y="529"/>
                    <a:pt x="282773" y="672"/>
                    <a:pt x="281726" y="779"/>
                  </a:cubicBezTo>
                  <a:cubicBezTo>
                    <a:pt x="281095" y="850"/>
                    <a:pt x="280595" y="910"/>
                    <a:pt x="280273" y="934"/>
                  </a:cubicBezTo>
                  <a:lnTo>
                    <a:pt x="280285" y="934"/>
                  </a:lnTo>
                  <a:cubicBezTo>
                    <a:pt x="279773" y="978"/>
                    <a:pt x="279276" y="998"/>
                    <a:pt x="278789" y="998"/>
                  </a:cubicBezTo>
                  <a:cubicBezTo>
                    <a:pt x="277326" y="998"/>
                    <a:pt x="275951" y="823"/>
                    <a:pt x="274522" y="636"/>
                  </a:cubicBezTo>
                  <a:cubicBezTo>
                    <a:pt x="273099" y="463"/>
                    <a:pt x="271632" y="273"/>
                    <a:pt x="270063" y="273"/>
                  </a:cubicBezTo>
                  <a:cubicBezTo>
                    <a:pt x="269794" y="273"/>
                    <a:pt x="269523" y="278"/>
                    <a:pt x="269248" y="291"/>
                  </a:cubicBezTo>
                  <a:cubicBezTo>
                    <a:pt x="268379" y="326"/>
                    <a:pt x="267307" y="553"/>
                    <a:pt x="266069" y="826"/>
                  </a:cubicBezTo>
                  <a:cubicBezTo>
                    <a:pt x="264176" y="1231"/>
                    <a:pt x="261830" y="1731"/>
                    <a:pt x="259187" y="1743"/>
                  </a:cubicBezTo>
                  <a:cubicBezTo>
                    <a:pt x="258580" y="1719"/>
                    <a:pt x="257342" y="1541"/>
                    <a:pt x="255722" y="1315"/>
                  </a:cubicBezTo>
                  <a:cubicBezTo>
                    <a:pt x="253222" y="969"/>
                    <a:pt x="249805" y="493"/>
                    <a:pt x="246090" y="172"/>
                  </a:cubicBezTo>
                  <a:cubicBezTo>
                    <a:pt x="244674" y="50"/>
                    <a:pt x="243193" y="0"/>
                    <a:pt x="241712" y="0"/>
                  </a:cubicBezTo>
                  <a:cubicBezTo>
                    <a:pt x="236973" y="0"/>
                    <a:pt x="232240" y="509"/>
                    <a:pt x="229636" y="791"/>
                  </a:cubicBezTo>
                  <a:cubicBezTo>
                    <a:pt x="229005" y="862"/>
                    <a:pt x="228505" y="910"/>
                    <a:pt x="228183" y="934"/>
                  </a:cubicBezTo>
                  <a:cubicBezTo>
                    <a:pt x="227683" y="977"/>
                    <a:pt x="227198" y="996"/>
                    <a:pt x="226722" y="996"/>
                  </a:cubicBezTo>
                  <a:cubicBezTo>
                    <a:pt x="225246" y="996"/>
                    <a:pt x="223861" y="816"/>
                    <a:pt x="222421" y="636"/>
                  </a:cubicBezTo>
                  <a:cubicBezTo>
                    <a:pt x="220997" y="463"/>
                    <a:pt x="219531" y="273"/>
                    <a:pt x="217961" y="273"/>
                  </a:cubicBezTo>
                  <a:cubicBezTo>
                    <a:pt x="217693" y="273"/>
                    <a:pt x="217421" y="278"/>
                    <a:pt x="217146" y="291"/>
                  </a:cubicBezTo>
                  <a:cubicBezTo>
                    <a:pt x="216277" y="326"/>
                    <a:pt x="215205" y="553"/>
                    <a:pt x="213967" y="826"/>
                  </a:cubicBezTo>
                  <a:cubicBezTo>
                    <a:pt x="212086" y="1231"/>
                    <a:pt x="209752" y="1731"/>
                    <a:pt x="207121" y="1743"/>
                  </a:cubicBezTo>
                  <a:cubicBezTo>
                    <a:pt x="206514" y="1719"/>
                    <a:pt x="205288" y="1541"/>
                    <a:pt x="203668" y="1315"/>
                  </a:cubicBezTo>
                  <a:cubicBezTo>
                    <a:pt x="201180" y="969"/>
                    <a:pt x="197763" y="493"/>
                    <a:pt x="194036" y="172"/>
                  </a:cubicBezTo>
                  <a:cubicBezTo>
                    <a:pt x="192622" y="50"/>
                    <a:pt x="191143" y="0"/>
                    <a:pt x="189663" y="0"/>
                  </a:cubicBezTo>
                  <a:cubicBezTo>
                    <a:pt x="184926" y="0"/>
                    <a:pt x="180188" y="509"/>
                    <a:pt x="177594" y="791"/>
                  </a:cubicBezTo>
                  <a:cubicBezTo>
                    <a:pt x="176963" y="862"/>
                    <a:pt x="176463" y="910"/>
                    <a:pt x="176141" y="934"/>
                  </a:cubicBezTo>
                  <a:cubicBezTo>
                    <a:pt x="175641" y="977"/>
                    <a:pt x="175156" y="996"/>
                    <a:pt x="174679" y="996"/>
                  </a:cubicBezTo>
                  <a:cubicBezTo>
                    <a:pt x="173204" y="996"/>
                    <a:pt x="171818" y="816"/>
                    <a:pt x="170378" y="636"/>
                  </a:cubicBezTo>
                  <a:cubicBezTo>
                    <a:pt x="168955" y="463"/>
                    <a:pt x="167488" y="273"/>
                    <a:pt x="165919" y="273"/>
                  </a:cubicBezTo>
                  <a:cubicBezTo>
                    <a:pt x="165650" y="273"/>
                    <a:pt x="165379" y="278"/>
                    <a:pt x="165104" y="291"/>
                  </a:cubicBezTo>
                  <a:cubicBezTo>
                    <a:pt x="164235" y="326"/>
                    <a:pt x="163163" y="553"/>
                    <a:pt x="161925" y="826"/>
                  </a:cubicBezTo>
                  <a:cubicBezTo>
                    <a:pt x="160044" y="1231"/>
                    <a:pt x="157722" y="1731"/>
                    <a:pt x="155103" y="1743"/>
                  </a:cubicBezTo>
                  <a:cubicBezTo>
                    <a:pt x="154484" y="1719"/>
                    <a:pt x="153257" y="1541"/>
                    <a:pt x="151650" y="1315"/>
                  </a:cubicBezTo>
                  <a:cubicBezTo>
                    <a:pt x="149150" y="969"/>
                    <a:pt x="145733" y="493"/>
                    <a:pt x="142018" y="172"/>
                  </a:cubicBezTo>
                  <a:cubicBezTo>
                    <a:pt x="140601" y="50"/>
                    <a:pt x="139120" y="0"/>
                    <a:pt x="137640" y="0"/>
                  </a:cubicBezTo>
                  <a:cubicBezTo>
                    <a:pt x="132901" y="0"/>
                    <a:pt x="128170" y="509"/>
                    <a:pt x="125575" y="791"/>
                  </a:cubicBezTo>
                  <a:cubicBezTo>
                    <a:pt x="124932" y="862"/>
                    <a:pt x="124432" y="910"/>
                    <a:pt x="124111" y="934"/>
                  </a:cubicBezTo>
                  <a:cubicBezTo>
                    <a:pt x="123611" y="977"/>
                    <a:pt x="123125" y="996"/>
                    <a:pt x="122649" y="996"/>
                  </a:cubicBezTo>
                  <a:cubicBezTo>
                    <a:pt x="121174" y="996"/>
                    <a:pt x="119788" y="816"/>
                    <a:pt x="118348" y="636"/>
                  </a:cubicBezTo>
                  <a:cubicBezTo>
                    <a:pt x="116925" y="463"/>
                    <a:pt x="115458" y="273"/>
                    <a:pt x="113896" y="273"/>
                  </a:cubicBezTo>
                  <a:cubicBezTo>
                    <a:pt x="113629" y="273"/>
                    <a:pt x="113359" y="278"/>
                    <a:pt x="113086" y="291"/>
                  </a:cubicBezTo>
                  <a:cubicBezTo>
                    <a:pt x="112205" y="326"/>
                    <a:pt x="111133" y="553"/>
                    <a:pt x="109895" y="826"/>
                  </a:cubicBezTo>
                  <a:cubicBezTo>
                    <a:pt x="108014" y="1231"/>
                    <a:pt x="105680" y="1731"/>
                    <a:pt x="103061" y="1743"/>
                  </a:cubicBezTo>
                  <a:cubicBezTo>
                    <a:pt x="102453" y="1719"/>
                    <a:pt x="101227" y="1541"/>
                    <a:pt x="99608" y="1315"/>
                  </a:cubicBezTo>
                  <a:cubicBezTo>
                    <a:pt x="97119" y="969"/>
                    <a:pt x="93702" y="493"/>
                    <a:pt x="89976" y="172"/>
                  </a:cubicBezTo>
                  <a:cubicBezTo>
                    <a:pt x="88562" y="50"/>
                    <a:pt x="87082" y="0"/>
                    <a:pt x="85603" y="0"/>
                  </a:cubicBezTo>
                  <a:cubicBezTo>
                    <a:pt x="80866" y="0"/>
                    <a:pt x="76128" y="509"/>
                    <a:pt x="73533" y="791"/>
                  </a:cubicBezTo>
                  <a:cubicBezTo>
                    <a:pt x="72902" y="862"/>
                    <a:pt x="72402" y="910"/>
                    <a:pt x="72080" y="934"/>
                  </a:cubicBezTo>
                  <a:cubicBezTo>
                    <a:pt x="71581" y="977"/>
                    <a:pt x="71095" y="996"/>
                    <a:pt x="70619" y="996"/>
                  </a:cubicBezTo>
                  <a:cubicBezTo>
                    <a:pt x="69143" y="996"/>
                    <a:pt x="67758" y="816"/>
                    <a:pt x="66318" y="636"/>
                  </a:cubicBezTo>
                  <a:cubicBezTo>
                    <a:pt x="64894" y="463"/>
                    <a:pt x="63428" y="273"/>
                    <a:pt x="61858" y="273"/>
                  </a:cubicBezTo>
                  <a:cubicBezTo>
                    <a:pt x="61590" y="273"/>
                    <a:pt x="61318" y="278"/>
                    <a:pt x="61043" y="291"/>
                  </a:cubicBezTo>
                  <a:cubicBezTo>
                    <a:pt x="60174" y="326"/>
                    <a:pt x="59103" y="553"/>
                    <a:pt x="57864" y="826"/>
                  </a:cubicBezTo>
                  <a:cubicBezTo>
                    <a:pt x="55947" y="1231"/>
                    <a:pt x="53578" y="1743"/>
                    <a:pt x="50911" y="1743"/>
                  </a:cubicBezTo>
                  <a:cubicBezTo>
                    <a:pt x="50316" y="1719"/>
                    <a:pt x="49066" y="1541"/>
                    <a:pt x="47435" y="1315"/>
                  </a:cubicBezTo>
                  <a:cubicBezTo>
                    <a:pt x="44946" y="969"/>
                    <a:pt x="41529" y="493"/>
                    <a:pt x="37802" y="172"/>
                  </a:cubicBezTo>
                  <a:cubicBezTo>
                    <a:pt x="36388" y="50"/>
                    <a:pt x="34909" y="0"/>
                    <a:pt x="33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9"/>
            <p:cNvSpPr/>
            <p:nvPr/>
          </p:nvSpPr>
          <p:spPr>
            <a:xfrm rot="10800000" flipH="1">
              <a:off x="-14087" y="4940600"/>
              <a:ext cx="9164387" cy="60325"/>
            </a:xfrm>
            <a:custGeom>
              <a:avLst/>
              <a:gdLst/>
              <a:ahLst/>
              <a:cxnLst/>
              <a:rect l="l" t="t" r="r" b="b"/>
              <a:pathLst>
                <a:path w="285762" h="2413" extrusionOk="0">
                  <a:moveTo>
                    <a:pt x="46663" y="1"/>
                  </a:moveTo>
                  <a:cubicBezTo>
                    <a:pt x="43721" y="1"/>
                    <a:pt x="40356" y="198"/>
                    <a:pt x="35101" y="198"/>
                  </a:cubicBezTo>
                  <a:cubicBezTo>
                    <a:pt x="34729" y="198"/>
                    <a:pt x="34348" y="197"/>
                    <a:pt x="33957" y="195"/>
                  </a:cubicBezTo>
                  <a:cubicBezTo>
                    <a:pt x="32886" y="188"/>
                    <a:pt x="31813" y="185"/>
                    <a:pt x="30744" y="185"/>
                  </a:cubicBezTo>
                  <a:cubicBezTo>
                    <a:pt x="20651" y="185"/>
                    <a:pt x="10820" y="464"/>
                    <a:pt x="4834" y="528"/>
                  </a:cubicBezTo>
                  <a:cubicBezTo>
                    <a:pt x="4788" y="529"/>
                    <a:pt x="4740" y="529"/>
                    <a:pt x="4692" y="529"/>
                  </a:cubicBezTo>
                  <a:cubicBezTo>
                    <a:pt x="3334" y="529"/>
                    <a:pt x="1322" y="370"/>
                    <a:pt x="0" y="278"/>
                  </a:cubicBezTo>
                  <a:lnTo>
                    <a:pt x="0" y="1647"/>
                  </a:lnTo>
                  <a:cubicBezTo>
                    <a:pt x="1288" y="1921"/>
                    <a:pt x="2924" y="2412"/>
                    <a:pt x="3835" y="2412"/>
                  </a:cubicBezTo>
                  <a:cubicBezTo>
                    <a:pt x="3876" y="2412"/>
                    <a:pt x="3915" y="2411"/>
                    <a:pt x="3953" y="2409"/>
                  </a:cubicBezTo>
                  <a:cubicBezTo>
                    <a:pt x="4682" y="2344"/>
                    <a:pt x="14922" y="2130"/>
                    <a:pt x="26406" y="2130"/>
                  </a:cubicBezTo>
                  <a:cubicBezTo>
                    <a:pt x="27486" y="2130"/>
                    <a:pt x="28576" y="2131"/>
                    <a:pt x="29670" y="2136"/>
                  </a:cubicBezTo>
                  <a:cubicBezTo>
                    <a:pt x="29952" y="2137"/>
                    <a:pt x="30232" y="2137"/>
                    <a:pt x="30508" y="2137"/>
                  </a:cubicBezTo>
                  <a:cubicBezTo>
                    <a:pt x="39612" y="2137"/>
                    <a:pt x="45792" y="1468"/>
                    <a:pt x="49925" y="1468"/>
                  </a:cubicBezTo>
                  <a:cubicBezTo>
                    <a:pt x="50364" y="1468"/>
                    <a:pt x="50779" y="1476"/>
                    <a:pt x="51173" y="1493"/>
                  </a:cubicBezTo>
                  <a:cubicBezTo>
                    <a:pt x="52482" y="1597"/>
                    <a:pt x="54873" y="2411"/>
                    <a:pt x="56033" y="2411"/>
                  </a:cubicBezTo>
                  <a:cubicBezTo>
                    <a:pt x="56065" y="2411"/>
                    <a:pt x="56096" y="2411"/>
                    <a:pt x="56126" y="2409"/>
                  </a:cubicBezTo>
                  <a:cubicBezTo>
                    <a:pt x="56840" y="2335"/>
                    <a:pt x="66681" y="2126"/>
                    <a:pt x="77878" y="2126"/>
                  </a:cubicBezTo>
                  <a:cubicBezTo>
                    <a:pt x="79185" y="2126"/>
                    <a:pt x="80511" y="2129"/>
                    <a:pt x="81844" y="2136"/>
                  </a:cubicBezTo>
                  <a:cubicBezTo>
                    <a:pt x="82128" y="2137"/>
                    <a:pt x="82410" y="2137"/>
                    <a:pt x="82689" y="2137"/>
                  </a:cubicBezTo>
                  <a:cubicBezTo>
                    <a:pt x="91793" y="2137"/>
                    <a:pt x="97974" y="1471"/>
                    <a:pt x="102103" y="1471"/>
                  </a:cubicBezTo>
                  <a:cubicBezTo>
                    <a:pt x="102518" y="1471"/>
                    <a:pt x="102912" y="1478"/>
                    <a:pt x="103287" y="1493"/>
                  </a:cubicBezTo>
                  <a:cubicBezTo>
                    <a:pt x="104606" y="1631"/>
                    <a:pt x="106926" y="2411"/>
                    <a:pt x="108061" y="2411"/>
                  </a:cubicBezTo>
                  <a:cubicBezTo>
                    <a:pt x="108094" y="2411"/>
                    <a:pt x="108126" y="2411"/>
                    <a:pt x="108156" y="2409"/>
                  </a:cubicBezTo>
                  <a:cubicBezTo>
                    <a:pt x="108871" y="2335"/>
                    <a:pt x="118721" y="2126"/>
                    <a:pt x="129920" y="2126"/>
                  </a:cubicBezTo>
                  <a:cubicBezTo>
                    <a:pt x="131228" y="2126"/>
                    <a:pt x="132554" y="2129"/>
                    <a:pt x="133886" y="2136"/>
                  </a:cubicBezTo>
                  <a:cubicBezTo>
                    <a:pt x="134170" y="2137"/>
                    <a:pt x="134451" y="2137"/>
                    <a:pt x="134729" y="2137"/>
                  </a:cubicBezTo>
                  <a:cubicBezTo>
                    <a:pt x="143813" y="2137"/>
                    <a:pt x="149992" y="1471"/>
                    <a:pt x="154122" y="1471"/>
                  </a:cubicBezTo>
                  <a:cubicBezTo>
                    <a:pt x="154537" y="1471"/>
                    <a:pt x="154931" y="1478"/>
                    <a:pt x="155305" y="1493"/>
                  </a:cubicBezTo>
                  <a:cubicBezTo>
                    <a:pt x="156624" y="1631"/>
                    <a:pt x="158944" y="2411"/>
                    <a:pt x="160090" y="2411"/>
                  </a:cubicBezTo>
                  <a:cubicBezTo>
                    <a:pt x="160123" y="2411"/>
                    <a:pt x="160156" y="2411"/>
                    <a:pt x="160187" y="2409"/>
                  </a:cubicBezTo>
                  <a:cubicBezTo>
                    <a:pt x="160901" y="2335"/>
                    <a:pt x="170742" y="2126"/>
                    <a:pt x="181939" y="2126"/>
                  </a:cubicBezTo>
                  <a:cubicBezTo>
                    <a:pt x="183246" y="2126"/>
                    <a:pt x="184572" y="2129"/>
                    <a:pt x="185904" y="2136"/>
                  </a:cubicBezTo>
                  <a:cubicBezTo>
                    <a:pt x="186189" y="2137"/>
                    <a:pt x="186471" y="2137"/>
                    <a:pt x="186751" y="2137"/>
                  </a:cubicBezTo>
                  <a:cubicBezTo>
                    <a:pt x="195864" y="2137"/>
                    <a:pt x="202046" y="1471"/>
                    <a:pt x="206176" y="1471"/>
                  </a:cubicBezTo>
                  <a:cubicBezTo>
                    <a:pt x="206591" y="1471"/>
                    <a:pt x="206985" y="1478"/>
                    <a:pt x="207359" y="1493"/>
                  </a:cubicBezTo>
                  <a:cubicBezTo>
                    <a:pt x="208690" y="1631"/>
                    <a:pt x="210999" y="2411"/>
                    <a:pt x="212134" y="2411"/>
                  </a:cubicBezTo>
                  <a:cubicBezTo>
                    <a:pt x="212166" y="2411"/>
                    <a:pt x="212198" y="2411"/>
                    <a:pt x="212229" y="2409"/>
                  </a:cubicBezTo>
                  <a:cubicBezTo>
                    <a:pt x="212943" y="2335"/>
                    <a:pt x="222794" y="2126"/>
                    <a:pt x="233992" y="2126"/>
                  </a:cubicBezTo>
                  <a:cubicBezTo>
                    <a:pt x="235300" y="2126"/>
                    <a:pt x="236626" y="2129"/>
                    <a:pt x="237958" y="2136"/>
                  </a:cubicBezTo>
                  <a:cubicBezTo>
                    <a:pt x="238240" y="2137"/>
                    <a:pt x="238519" y="2137"/>
                    <a:pt x="238796" y="2137"/>
                  </a:cubicBezTo>
                  <a:cubicBezTo>
                    <a:pt x="247889" y="2137"/>
                    <a:pt x="254077" y="1468"/>
                    <a:pt x="258204" y="1468"/>
                  </a:cubicBezTo>
                  <a:cubicBezTo>
                    <a:pt x="258642" y="1468"/>
                    <a:pt x="259057" y="1476"/>
                    <a:pt x="259449" y="1493"/>
                  </a:cubicBezTo>
                  <a:cubicBezTo>
                    <a:pt x="260769" y="1620"/>
                    <a:pt x="263090" y="2411"/>
                    <a:pt x="264236" y="2411"/>
                  </a:cubicBezTo>
                  <a:cubicBezTo>
                    <a:pt x="264268" y="2411"/>
                    <a:pt x="264300" y="2411"/>
                    <a:pt x="264331" y="2409"/>
                  </a:cubicBezTo>
                  <a:cubicBezTo>
                    <a:pt x="265033" y="2338"/>
                    <a:pt x="274701" y="2136"/>
                    <a:pt x="285762" y="2124"/>
                  </a:cubicBezTo>
                  <a:lnTo>
                    <a:pt x="285762" y="207"/>
                  </a:lnTo>
                  <a:cubicBezTo>
                    <a:pt x="277642" y="278"/>
                    <a:pt x="270129" y="469"/>
                    <a:pt x="265212" y="516"/>
                  </a:cubicBezTo>
                  <a:cubicBezTo>
                    <a:pt x="265140" y="517"/>
                    <a:pt x="265065" y="518"/>
                    <a:pt x="264989" y="518"/>
                  </a:cubicBezTo>
                  <a:cubicBezTo>
                    <a:pt x="263232" y="518"/>
                    <a:pt x="260488" y="264"/>
                    <a:pt x="259449" y="219"/>
                  </a:cubicBezTo>
                  <a:cubicBezTo>
                    <a:pt x="257930" y="55"/>
                    <a:pt x="256506" y="1"/>
                    <a:pt x="254966" y="1"/>
                  </a:cubicBezTo>
                  <a:cubicBezTo>
                    <a:pt x="252020" y="1"/>
                    <a:pt x="248652" y="198"/>
                    <a:pt x="243391" y="198"/>
                  </a:cubicBezTo>
                  <a:cubicBezTo>
                    <a:pt x="243018" y="198"/>
                    <a:pt x="242636" y="197"/>
                    <a:pt x="242245" y="195"/>
                  </a:cubicBezTo>
                  <a:cubicBezTo>
                    <a:pt x="241174" y="188"/>
                    <a:pt x="240101" y="185"/>
                    <a:pt x="239032" y="185"/>
                  </a:cubicBezTo>
                  <a:cubicBezTo>
                    <a:pt x="228936" y="185"/>
                    <a:pt x="219096" y="464"/>
                    <a:pt x="213110" y="528"/>
                  </a:cubicBezTo>
                  <a:cubicBezTo>
                    <a:pt x="213073" y="528"/>
                    <a:pt x="213035" y="529"/>
                    <a:pt x="212997" y="529"/>
                  </a:cubicBezTo>
                  <a:cubicBezTo>
                    <a:pt x="211306" y="529"/>
                    <a:pt x="208572" y="277"/>
                    <a:pt x="207443" y="231"/>
                  </a:cubicBezTo>
                  <a:cubicBezTo>
                    <a:pt x="205895" y="60"/>
                    <a:pt x="204446" y="4"/>
                    <a:pt x="202875" y="4"/>
                  </a:cubicBezTo>
                  <a:cubicBezTo>
                    <a:pt x="199941" y="4"/>
                    <a:pt x="196578" y="198"/>
                    <a:pt x="191342" y="198"/>
                  </a:cubicBezTo>
                  <a:cubicBezTo>
                    <a:pt x="190968" y="198"/>
                    <a:pt x="190584" y="197"/>
                    <a:pt x="190190" y="195"/>
                  </a:cubicBezTo>
                  <a:cubicBezTo>
                    <a:pt x="189119" y="188"/>
                    <a:pt x="188047" y="185"/>
                    <a:pt x="186978" y="185"/>
                  </a:cubicBezTo>
                  <a:cubicBezTo>
                    <a:pt x="176884" y="185"/>
                    <a:pt x="167054" y="464"/>
                    <a:pt x="161068" y="528"/>
                  </a:cubicBezTo>
                  <a:cubicBezTo>
                    <a:pt x="161029" y="528"/>
                    <a:pt x="160990" y="529"/>
                    <a:pt x="160950" y="529"/>
                  </a:cubicBezTo>
                  <a:cubicBezTo>
                    <a:pt x="159273" y="529"/>
                    <a:pt x="156587" y="289"/>
                    <a:pt x="155436" y="231"/>
                  </a:cubicBezTo>
                  <a:cubicBezTo>
                    <a:pt x="153884" y="60"/>
                    <a:pt x="152433" y="4"/>
                    <a:pt x="150860" y="4"/>
                  </a:cubicBezTo>
                  <a:cubicBezTo>
                    <a:pt x="147923" y="4"/>
                    <a:pt x="144560" y="198"/>
                    <a:pt x="139323" y="198"/>
                  </a:cubicBezTo>
                  <a:cubicBezTo>
                    <a:pt x="138949" y="198"/>
                    <a:pt x="138566" y="197"/>
                    <a:pt x="138172" y="195"/>
                  </a:cubicBezTo>
                  <a:cubicBezTo>
                    <a:pt x="137101" y="188"/>
                    <a:pt x="136029" y="185"/>
                    <a:pt x="134959" y="185"/>
                  </a:cubicBezTo>
                  <a:cubicBezTo>
                    <a:pt x="124864" y="185"/>
                    <a:pt x="115024" y="464"/>
                    <a:pt x="109049" y="528"/>
                  </a:cubicBezTo>
                  <a:cubicBezTo>
                    <a:pt x="109010" y="528"/>
                    <a:pt x="108970" y="529"/>
                    <a:pt x="108930" y="529"/>
                  </a:cubicBezTo>
                  <a:cubicBezTo>
                    <a:pt x="107230" y="529"/>
                    <a:pt x="104534" y="289"/>
                    <a:pt x="103394" y="231"/>
                  </a:cubicBezTo>
                  <a:cubicBezTo>
                    <a:pt x="101842" y="60"/>
                    <a:pt x="100392" y="4"/>
                    <a:pt x="98820" y="4"/>
                  </a:cubicBezTo>
                  <a:cubicBezTo>
                    <a:pt x="95886" y="4"/>
                    <a:pt x="92525" y="198"/>
                    <a:pt x="87283" y="198"/>
                  </a:cubicBezTo>
                  <a:cubicBezTo>
                    <a:pt x="86908" y="198"/>
                    <a:pt x="86524" y="197"/>
                    <a:pt x="86130" y="195"/>
                  </a:cubicBezTo>
                  <a:cubicBezTo>
                    <a:pt x="85059" y="188"/>
                    <a:pt x="83987" y="185"/>
                    <a:pt x="82917" y="185"/>
                  </a:cubicBezTo>
                  <a:cubicBezTo>
                    <a:pt x="72824" y="185"/>
                    <a:pt x="62993" y="464"/>
                    <a:pt x="57007" y="528"/>
                  </a:cubicBezTo>
                  <a:cubicBezTo>
                    <a:pt x="56972" y="528"/>
                    <a:pt x="56936" y="529"/>
                    <a:pt x="56900" y="529"/>
                  </a:cubicBezTo>
                  <a:cubicBezTo>
                    <a:pt x="55089" y="529"/>
                    <a:pt x="52095" y="242"/>
                    <a:pt x="51137" y="219"/>
                  </a:cubicBezTo>
                  <a:cubicBezTo>
                    <a:pt x="49622" y="55"/>
                    <a:pt x="48200" y="1"/>
                    <a:pt x="466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9"/>
            <p:cNvSpPr/>
            <p:nvPr/>
          </p:nvSpPr>
          <p:spPr>
            <a:xfrm rot="10800000" flipH="1">
              <a:off x="-14087" y="4879075"/>
              <a:ext cx="9164387" cy="35800"/>
            </a:xfrm>
            <a:custGeom>
              <a:avLst/>
              <a:gdLst/>
              <a:ahLst/>
              <a:cxnLst/>
              <a:rect l="l" t="t" r="r" b="b"/>
              <a:pathLst>
                <a:path w="285762" h="1432" extrusionOk="0">
                  <a:moveTo>
                    <a:pt x="31820" y="1"/>
                  </a:moveTo>
                  <a:cubicBezTo>
                    <a:pt x="30994" y="1"/>
                    <a:pt x="30174" y="13"/>
                    <a:pt x="29361" y="39"/>
                  </a:cubicBezTo>
                  <a:cubicBezTo>
                    <a:pt x="26753" y="134"/>
                    <a:pt x="24110" y="229"/>
                    <a:pt x="21550" y="337"/>
                  </a:cubicBezTo>
                  <a:cubicBezTo>
                    <a:pt x="16538" y="527"/>
                    <a:pt x="11359" y="730"/>
                    <a:pt x="6263" y="825"/>
                  </a:cubicBezTo>
                  <a:cubicBezTo>
                    <a:pt x="4262" y="872"/>
                    <a:pt x="2155" y="896"/>
                    <a:pt x="0" y="896"/>
                  </a:cubicBezTo>
                  <a:lnTo>
                    <a:pt x="0" y="1432"/>
                  </a:lnTo>
                  <a:cubicBezTo>
                    <a:pt x="2155" y="1432"/>
                    <a:pt x="4262" y="1408"/>
                    <a:pt x="6275" y="1372"/>
                  </a:cubicBezTo>
                  <a:cubicBezTo>
                    <a:pt x="11370" y="1265"/>
                    <a:pt x="16562" y="1063"/>
                    <a:pt x="21574" y="872"/>
                  </a:cubicBezTo>
                  <a:cubicBezTo>
                    <a:pt x="24134" y="777"/>
                    <a:pt x="26777" y="670"/>
                    <a:pt x="29373" y="575"/>
                  </a:cubicBezTo>
                  <a:cubicBezTo>
                    <a:pt x="30164" y="549"/>
                    <a:pt x="30961" y="538"/>
                    <a:pt x="31764" y="538"/>
                  </a:cubicBezTo>
                  <a:cubicBezTo>
                    <a:pt x="35444" y="538"/>
                    <a:pt x="39223" y="779"/>
                    <a:pt x="42898" y="1003"/>
                  </a:cubicBezTo>
                  <a:cubicBezTo>
                    <a:pt x="45530" y="1170"/>
                    <a:pt x="48232" y="1349"/>
                    <a:pt x="50840" y="1420"/>
                  </a:cubicBezTo>
                  <a:lnTo>
                    <a:pt x="50840" y="1432"/>
                  </a:lnTo>
                  <a:lnTo>
                    <a:pt x="51125" y="1432"/>
                  </a:lnTo>
                  <a:cubicBezTo>
                    <a:pt x="53650" y="1432"/>
                    <a:pt x="56114" y="1408"/>
                    <a:pt x="58448" y="1361"/>
                  </a:cubicBezTo>
                  <a:cubicBezTo>
                    <a:pt x="63544" y="1253"/>
                    <a:pt x="68735" y="1063"/>
                    <a:pt x="73747" y="860"/>
                  </a:cubicBezTo>
                  <a:cubicBezTo>
                    <a:pt x="76307" y="765"/>
                    <a:pt x="78950" y="670"/>
                    <a:pt x="81546" y="575"/>
                  </a:cubicBezTo>
                  <a:cubicBezTo>
                    <a:pt x="82356" y="549"/>
                    <a:pt x="83174" y="537"/>
                    <a:pt x="83997" y="537"/>
                  </a:cubicBezTo>
                  <a:cubicBezTo>
                    <a:pt x="87658" y="537"/>
                    <a:pt x="91416" y="770"/>
                    <a:pt x="95071" y="1003"/>
                  </a:cubicBezTo>
                  <a:cubicBezTo>
                    <a:pt x="97655" y="1170"/>
                    <a:pt x="100310" y="1337"/>
                    <a:pt x="102882" y="1408"/>
                  </a:cubicBezTo>
                  <a:lnTo>
                    <a:pt x="102882" y="1420"/>
                  </a:lnTo>
                  <a:lnTo>
                    <a:pt x="103299" y="1420"/>
                  </a:lnTo>
                  <a:cubicBezTo>
                    <a:pt x="103724" y="1422"/>
                    <a:pt x="104147" y="1423"/>
                    <a:pt x="104568" y="1423"/>
                  </a:cubicBezTo>
                  <a:cubicBezTo>
                    <a:pt x="106601" y="1423"/>
                    <a:pt x="108584" y="1400"/>
                    <a:pt x="110478" y="1361"/>
                  </a:cubicBezTo>
                  <a:cubicBezTo>
                    <a:pt x="115586" y="1253"/>
                    <a:pt x="120765" y="1051"/>
                    <a:pt x="125778" y="860"/>
                  </a:cubicBezTo>
                  <a:cubicBezTo>
                    <a:pt x="128337" y="765"/>
                    <a:pt x="130981" y="658"/>
                    <a:pt x="133588" y="575"/>
                  </a:cubicBezTo>
                  <a:cubicBezTo>
                    <a:pt x="134423" y="545"/>
                    <a:pt x="135266" y="532"/>
                    <a:pt x="136114" y="532"/>
                  </a:cubicBezTo>
                  <a:cubicBezTo>
                    <a:pt x="139743" y="532"/>
                    <a:pt x="143475" y="772"/>
                    <a:pt x="147114" y="1003"/>
                  </a:cubicBezTo>
                  <a:cubicBezTo>
                    <a:pt x="149685" y="1158"/>
                    <a:pt x="152340" y="1337"/>
                    <a:pt x="154900" y="1408"/>
                  </a:cubicBezTo>
                  <a:lnTo>
                    <a:pt x="154900" y="1420"/>
                  </a:lnTo>
                  <a:lnTo>
                    <a:pt x="155341" y="1420"/>
                  </a:lnTo>
                  <a:cubicBezTo>
                    <a:pt x="157817" y="1420"/>
                    <a:pt x="160222" y="1408"/>
                    <a:pt x="162508" y="1361"/>
                  </a:cubicBezTo>
                  <a:cubicBezTo>
                    <a:pt x="167604" y="1253"/>
                    <a:pt x="172795" y="1051"/>
                    <a:pt x="177808" y="860"/>
                  </a:cubicBezTo>
                  <a:cubicBezTo>
                    <a:pt x="180368" y="765"/>
                    <a:pt x="183011" y="658"/>
                    <a:pt x="185607" y="575"/>
                  </a:cubicBezTo>
                  <a:cubicBezTo>
                    <a:pt x="186443" y="545"/>
                    <a:pt x="187288" y="532"/>
                    <a:pt x="188138" y="532"/>
                  </a:cubicBezTo>
                  <a:cubicBezTo>
                    <a:pt x="191773" y="532"/>
                    <a:pt x="195504" y="772"/>
                    <a:pt x="199132" y="1003"/>
                  </a:cubicBezTo>
                  <a:cubicBezTo>
                    <a:pt x="201716" y="1158"/>
                    <a:pt x="204383" y="1325"/>
                    <a:pt x="206954" y="1408"/>
                  </a:cubicBezTo>
                  <a:lnTo>
                    <a:pt x="206954" y="1420"/>
                  </a:lnTo>
                  <a:lnTo>
                    <a:pt x="207359" y="1420"/>
                  </a:lnTo>
                  <a:cubicBezTo>
                    <a:pt x="209848" y="1420"/>
                    <a:pt x="212265" y="1396"/>
                    <a:pt x="214551" y="1349"/>
                  </a:cubicBezTo>
                  <a:cubicBezTo>
                    <a:pt x="219658" y="1253"/>
                    <a:pt x="224838" y="1051"/>
                    <a:pt x="229850" y="860"/>
                  </a:cubicBezTo>
                  <a:cubicBezTo>
                    <a:pt x="232410" y="753"/>
                    <a:pt x="235053" y="658"/>
                    <a:pt x="237661" y="563"/>
                  </a:cubicBezTo>
                  <a:cubicBezTo>
                    <a:pt x="238449" y="537"/>
                    <a:pt x="239246" y="526"/>
                    <a:pt x="240047" y="526"/>
                  </a:cubicBezTo>
                  <a:cubicBezTo>
                    <a:pt x="243720" y="526"/>
                    <a:pt x="247501" y="767"/>
                    <a:pt x="251186" y="991"/>
                  </a:cubicBezTo>
                  <a:cubicBezTo>
                    <a:pt x="253782" y="1158"/>
                    <a:pt x="256461" y="1325"/>
                    <a:pt x="259056" y="1408"/>
                  </a:cubicBezTo>
                  <a:lnTo>
                    <a:pt x="259056" y="1420"/>
                  </a:lnTo>
                  <a:lnTo>
                    <a:pt x="259401" y="1420"/>
                  </a:lnTo>
                  <a:cubicBezTo>
                    <a:pt x="261914" y="1420"/>
                    <a:pt x="264343" y="1396"/>
                    <a:pt x="266652" y="1349"/>
                  </a:cubicBezTo>
                  <a:cubicBezTo>
                    <a:pt x="271760" y="1253"/>
                    <a:pt x="276939" y="1051"/>
                    <a:pt x="281952" y="860"/>
                  </a:cubicBezTo>
                  <a:cubicBezTo>
                    <a:pt x="283202" y="813"/>
                    <a:pt x="284488" y="753"/>
                    <a:pt x="285762" y="706"/>
                  </a:cubicBezTo>
                  <a:lnTo>
                    <a:pt x="285762" y="170"/>
                  </a:lnTo>
                  <a:cubicBezTo>
                    <a:pt x="284476" y="218"/>
                    <a:pt x="283190" y="265"/>
                    <a:pt x="281928" y="313"/>
                  </a:cubicBezTo>
                  <a:cubicBezTo>
                    <a:pt x="276916" y="515"/>
                    <a:pt x="271736" y="706"/>
                    <a:pt x="266640" y="813"/>
                  </a:cubicBezTo>
                  <a:lnTo>
                    <a:pt x="266640" y="825"/>
                  </a:lnTo>
                  <a:cubicBezTo>
                    <a:pt x="264331" y="872"/>
                    <a:pt x="261890" y="896"/>
                    <a:pt x="259390" y="896"/>
                  </a:cubicBezTo>
                  <a:cubicBezTo>
                    <a:pt x="256711" y="813"/>
                    <a:pt x="253925" y="646"/>
                    <a:pt x="251210" y="468"/>
                  </a:cubicBezTo>
                  <a:cubicBezTo>
                    <a:pt x="247545" y="234"/>
                    <a:pt x="243777" y="1"/>
                    <a:pt x="240100" y="1"/>
                  </a:cubicBezTo>
                  <a:cubicBezTo>
                    <a:pt x="239274" y="1"/>
                    <a:pt x="238452" y="13"/>
                    <a:pt x="237637" y="39"/>
                  </a:cubicBezTo>
                  <a:cubicBezTo>
                    <a:pt x="235029" y="134"/>
                    <a:pt x="232386" y="229"/>
                    <a:pt x="229826" y="337"/>
                  </a:cubicBezTo>
                  <a:cubicBezTo>
                    <a:pt x="224826" y="527"/>
                    <a:pt x="219635" y="730"/>
                    <a:pt x="214539" y="825"/>
                  </a:cubicBezTo>
                  <a:cubicBezTo>
                    <a:pt x="212253" y="872"/>
                    <a:pt x="209836" y="896"/>
                    <a:pt x="207347" y="896"/>
                  </a:cubicBezTo>
                  <a:cubicBezTo>
                    <a:pt x="204668" y="813"/>
                    <a:pt x="201870" y="646"/>
                    <a:pt x="199168" y="468"/>
                  </a:cubicBezTo>
                  <a:cubicBezTo>
                    <a:pt x="195503" y="234"/>
                    <a:pt x="191727" y="1"/>
                    <a:pt x="188053" y="1"/>
                  </a:cubicBezTo>
                  <a:cubicBezTo>
                    <a:pt x="187228" y="1"/>
                    <a:pt x="186407" y="13"/>
                    <a:pt x="185595" y="39"/>
                  </a:cubicBezTo>
                  <a:cubicBezTo>
                    <a:pt x="182987" y="134"/>
                    <a:pt x="180344" y="229"/>
                    <a:pt x="177784" y="337"/>
                  </a:cubicBezTo>
                  <a:cubicBezTo>
                    <a:pt x="172772" y="527"/>
                    <a:pt x="167592" y="730"/>
                    <a:pt x="162497" y="825"/>
                  </a:cubicBezTo>
                  <a:cubicBezTo>
                    <a:pt x="160211" y="872"/>
                    <a:pt x="157805" y="896"/>
                    <a:pt x="155317" y="896"/>
                  </a:cubicBezTo>
                  <a:cubicBezTo>
                    <a:pt x="152638" y="813"/>
                    <a:pt x="149852" y="646"/>
                    <a:pt x="147149" y="468"/>
                  </a:cubicBezTo>
                  <a:cubicBezTo>
                    <a:pt x="143475" y="234"/>
                    <a:pt x="139705" y="1"/>
                    <a:pt x="136027" y="1"/>
                  </a:cubicBezTo>
                  <a:cubicBezTo>
                    <a:pt x="135201" y="1"/>
                    <a:pt x="134379" y="13"/>
                    <a:pt x="133564" y="39"/>
                  </a:cubicBezTo>
                  <a:cubicBezTo>
                    <a:pt x="130969" y="134"/>
                    <a:pt x="128314" y="229"/>
                    <a:pt x="125766" y="337"/>
                  </a:cubicBezTo>
                  <a:cubicBezTo>
                    <a:pt x="120753" y="527"/>
                    <a:pt x="115562" y="730"/>
                    <a:pt x="110466" y="825"/>
                  </a:cubicBezTo>
                  <a:cubicBezTo>
                    <a:pt x="108180" y="872"/>
                    <a:pt x="105763" y="896"/>
                    <a:pt x="103287" y="896"/>
                  </a:cubicBezTo>
                  <a:cubicBezTo>
                    <a:pt x="100608" y="813"/>
                    <a:pt x="97810" y="646"/>
                    <a:pt x="95107" y="468"/>
                  </a:cubicBezTo>
                  <a:cubicBezTo>
                    <a:pt x="91442" y="234"/>
                    <a:pt x="87666" y="1"/>
                    <a:pt x="83993" y="1"/>
                  </a:cubicBezTo>
                  <a:cubicBezTo>
                    <a:pt x="83167" y="1"/>
                    <a:pt x="82347" y="13"/>
                    <a:pt x="81534" y="39"/>
                  </a:cubicBezTo>
                  <a:cubicBezTo>
                    <a:pt x="78927" y="134"/>
                    <a:pt x="76283" y="229"/>
                    <a:pt x="73724" y="337"/>
                  </a:cubicBezTo>
                  <a:cubicBezTo>
                    <a:pt x="68711" y="527"/>
                    <a:pt x="63532" y="730"/>
                    <a:pt x="58436" y="825"/>
                  </a:cubicBezTo>
                  <a:cubicBezTo>
                    <a:pt x="56102" y="872"/>
                    <a:pt x="53638" y="896"/>
                    <a:pt x="51102" y="896"/>
                  </a:cubicBezTo>
                  <a:cubicBezTo>
                    <a:pt x="48423" y="813"/>
                    <a:pt x="45637" y="646"/>
                    <a:pt x="42934" y="468"/>
                  </a:cubicBezTo>
                  <a:cubicBezTo>
                    <a:pt x="39269" y="234"/>
                    <a:pt x="35493" y="1"/>
                    <a:pt x="318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9"/>
            <p:cNvSpPr/>
            <p:nvPr/>
          </p:nvSpPr>
          <p:spPr>
            <a:xfrm rot="10800000" flipH="1">
              <a:off x="-14087" y="4772975"/>
              <a:ext cx="9164772" cy="46400"/>
            </a:xfrm>
            <a:custGeom>
              <a:avLst/>
              <a:gdLst/>
              <a:ahLst/>
              <a:cxnLst/>
              <a:rect l="l" t="t" r="r" b="b"/>
              <a:pathLst>
                <a:path w="285774" h="1856" extrusionOk="0">
                  <a:moveTo>
                    <a:pt x="281433" y="1"/>
                  </a:moveTo>
                  <a:cubicBezTo>
                    <a:pt x="280904" y="1"/>
                    <a:pt x="280374" y="10"/>
                    <a:pt x="279845" y="29"/>
                  </a:cubicBezTo>
                  <a:lnTo>
                    <a:pt x="279833" y="41"/>
                  </a:lnTo>
                  <a:cubicBezTo>
                    <a:pt x="276773" y="148"/>
                    <a:pt x="273665" y="362"/>
                    <a:pt x="270665" y="577"/>
                  </a:cubicBezTo>
                  <a:cubicBezTo>
                    <a:pt x="269307" y="672"/>
                    <a:pt x="267903" y="767"/>
                    <a:pt x="266521" y="862"/>
                  </a:cubicBezTo>
                  <a:cubicBezTo>
                    <a:pt x="264128" y="1005"/>
                    <a:pt x="261759" y="1136"/>
                    <a:pt x="259449" y="1231"/>
                  </a:cubicBezTo>
                  <a:cubicBezTo>
                    <a:pt x="258765" y="1261"/>
                    <a:pt x="258077" y="1273"/>
                    <a:pt x="257394" y="1273"/>
                  </a:cubicBezTo>
                  <a:cubicBezTo>
                    <a:pt x="256711" y="1273"/>
                    <a:pt x="256032" y="1261"/>
                    <a:pt x="255365" y="1243"/>
                  </a:cubicBezTo>
                  <a:cubicBezTo>
                    <a:pt x="254618" y="1225"/>
                    <a:pt x="253895" y="1209"/>
                    <a:pt x="253187" y="1209"/>
                  </a:cubicBezTo>
                  <a:cubicBezTo>
                    <a:pt x="252552" y="1209"/>
                    <a:pt x="251931" y="1221"/>
                    <a:pt x="251317" y="1255"/>
                  </a:cubicBezTo>
                  <a:cubicBezTo>
                    <a:pt x="250514" y="1300"/>
                    <a:pt x="249709" y="1319"/>
                    <a:pt x="248905" y="1319"/>
                  </a:cubicBezTo>
                  <a:cubicBezTo>
                    <a:pt x="245630" y="1319"/>
                    <a:pt x="242379" y="994"/>
                    <a:pt x="239435" y="708"/>
                  </a:cubicBezTo>
                  <a:lnTo>
                    <a:pt x="238542" y="624"/>
                  </a:lnTo>
                  <a:cubicBezTo>
                    <a:pt x="235540" y="321"/>
                    <a:pt x="232453" y="9"/>
                    <a:pt x="229375" y="9"/>
                  </a:cubicBezTo>
                  <a:cubicBezTo>
                    <a:pt x="228826" y="9"/>
                    <a:pt x="228278" y="19"/>
                    <a:pt x="227731" y="41"/>
                  </a:cubicBezTo>
                  <a:cubicBezTo>
                    <a:pt x="224671" y="148"/>
                    <a:pt x="221563" y="362"/>
                    <a:pt x="218563" y="577"/>
                  </a:cubicBezTo>
                  <a:cubicBezTo>
                    <a:pt x="217206" y="672"/>
                    <a:pt x="215801" y="767"/>
                    <a:pt x="214420" y="862"/>
                  </a:cubicBezTo>
                  <a:cubicBezTo>
                    <a:pt x="211979" y="1017"/>
                    <a:pt x="209538" y="1136"/>
                    <a:pt x="207181" y="1243"/>
                  </a:cubicBezTo>
                  <a:cubicBezTo>
                    <a:pt x="206577" y="1266"/>
                    <a:pt x="205974" y="1275"/>
                    <a:pt x="205375" y="1275"/>
                  </a:cubicBezTo>
                  <a:cubicBezTo>
                    <a:pt x="204684" y="1275"/>
                    <a:pt x="203998" y="1262"/>
                    <a:pt x="203323" y="1243"/>
                  </a:cubicBezTo>
                  <a:cubicBezTo>
                    <a:pt x="202576" y="1225"/>
                    <a:pt x="201852" y="1209"/>
                    <a:pt x="201143" y="1209"/>
                  </a:cubicBezTo>
                  <a:cubicBezTo>
                    <a:pt x="200507" y="1209"/>
                    <a:pt x="199882" y="1221"/>
                    <a:pt x="199263" y="1255"/>
                  </a:cubicBezTo>
                  <a:cubicBezTo>
                    <a:pt x="198463" y="1300"/>
                    <a:pt x="197658" y="1319"/>
                    <a:pt x="196855" y="1319"/>
                  </a:cubicBezTo>
                  <a:cubicBezTo>
                    <a:pt x="193584" y="1319"/>
                    <a:pt x="190327" y="994"/>
                    <a:pt x="187392" y="708"/>
                  </a:cubicBezTo>
                  <a:lnTo>
                    <a:pt x="186488" y="624"/>
                  </a:lnTo>
                  <a:cubicBezTo>
                    <a:pt x="183486" y="321"/>
                    <a:pt x="180399" y="9"/>
                    <a:pt x="177328" y="9"/>
                  </a:cubicBezTo>
                  <a:cubicBezTo>
                    <a:pt x="176781" y="9"/>
                    <a:pt x="176234" y="19"/>
                    <a:pt x="175689" y="41"/>
                  </a:cubicBezTo>
                  <a:cubicBezTo>
                    <a:pt x="172629" y="148"/>
                    <a:pt x="169521" y="362"/>
                    <a:pt x="166521" y="577"/>
                  </a:cubicBezTo>
                  <a:cubicBezTo>
                    <a:pt x="165164" y="672"/>
                    <a:pt x="163759" y="767"/>
                    <a:pt x="162377" y="862"/>
                  </a:cubicBezTo>
                  <a:cubicBezTo>
                    <a:pt x="159913" y="1017"/>
                    <a:pt x="157448" y="1148"/>
                    <a:pt x="155079" y="1243"/>
                  </a:cubicBezTo>
                  <a:cubicBezTo>
                    <a:pt x="154487" y="1266"/>
                    <a:pt x="153895" y="1275"/>
                    <a:pt x="153307" y="1275"/>
                  </a:cubicBezTo>
                  <a:cubicBezTo>
                    <a:pt x="152631" y="1275"/>
                    <a:pt x="151961" y="1262"/>
                    <a:pt x="151305" y="1243"/>
                  </a:cubicBezTo>
                  <a:cubicBezTo>
                    <a:pt x="150558" y="1225"/>
                    <a:pt x="149831" y="1209"/>
                    <a:pt x="149120" y="1209"/>
                  </a:cubicBezTo>
                  <a:cubicBezTo>
                    <a:pt x="148482" y="1209"/>
                    <a:pt x="147858" y="1221"/>
                    <a:pt x="147245" y="1255"/>
                  </a:cubicBezTo>
                  <a:cubicBezTo>
                    <a:pt x="146444" y="1300"/>
                    <a:pt x="145640" y="1319"/>
                    <a:pt x="144837" y="1319"/>
                  </a:cubicBezTo>
                  <a:cubicBezTo>
                    <a:pt x="141565" y="1319"/>
                    <a:pt x="138309" y="994"/>
                    <a:pt x="135374" y="708"/>
                  </a:cubicBezTo>
                  <a:lnTo>
                    <a:pt x="134469" y="624"/>
                  </a:lnTo>
                  <a:cubicBezTo>
                    <a:pt x="131468" y="321"/>
                    <a:pt x="128381" y="9"/>
                    <a:pt x="125310" y="9"/>
                  </a:cubicBezTo>
                  <a:cubicBezTo>
                    <a:pt x="124763" y="9"/>
                    <a:pt x="124216" y="19"/>
                    <a:pt x="123670" y="41"/>
                  </a:cubicBezTo>
                  <a:cubicBezTo>
                    <a:pt x="120610" y="148"/>
                    <a:pt x="117503" y="362"/>
                    <a:pt x="114491" y="577"/>
                  </a:cubicBezTo>
                  <a:cubicBezTo>
                    <a:pt x="113133" y="672"/>
                    <a:pt x="111740" y="767"/>
                    <a:pt x="110359" y="862"/>
                  </a:cubicBezTo>
                  <a:cubicBezTo>
                    <a:pt x="107894" y="1017"/>
                    <a:pt x="105454" y="1148"/>
                    <a:pt x="103084" y="1243"/>
                  </a:cubicBezTo>
                  <a:cubicBezTo>
                    <a:pt x="102487" y="1266"/>
                    <a:pt x="101889" y="1275"/>
                    <a:pt x="101295" y="1275"/>
                  </a:cubicBezTo>
                  <a:cubicBezTo>
                    <a:pt x="100611" y="1275"/>
                    <a:pt x="99931" y="1262"/>
                    <a:pt x="99262" y="1243"/>
                  </a:cubicBezTo>
                  <a:cubicBezTo>
                    <a:pt x="98515" y="1225"/>
                    <a:pt x="97792" y="1209"/>
                    <a:pt x="97084" y="1209"/>
                  </a:cubicBezTo>
                  <a:cubicBezTo>
                    <a:pt x="96449" y="1209"/>
                    <a:pt x="95828" y="1221"/>
                    <a:pt x="95214" y="1255"/>
                  </a:cubicBezTo>
                  <a:cubicBezTo>
                    <a:pt x="94411" y="1300"/>
                    <a:pt x="93606" y="1319"/>
                    <a:pt x="92802" y="1319"/>
                  </a:cubicBezTo>
                  <a:cubicBezTo>
                    <a:pt x="89527" y="1319"/>
                    <a:pt x="86276" y="994"/>
                    <a:pt x="83332" y="708"/>
                  </a:cubicBezTo>
                  <a:lnTo>
                    <a:pt x="82439" y="624"/>
                  </a:lnTo>
                  <a:cubicBezTo>
                    <a:pt x="79438" y="321"/>
                    <a:pt x="76350" y="9"/>
                    <a:pt x="73272" y="9"/>
                  </a:cubicBezTo>
                  <a:cubicBezTo>
                    <a:pt x="72724" y="9"/>
                    <a:pt x="72175" y="19"/>
                    <a:pt x="71628" y="41"/>
                  </a:cubicBezTo>
                  <a:cubicBezTo>
                    <a:pt x="68568" y="148"/>
                    <a:pt x="65461" y="362"/>
                    <a:pt x="62460" y="577"/>
                  </a:cubicBezTo>
                  <a:cubicBezTo>
                    <a:pt x="61103" y="672"/>
                    <a:pt x="59698" y="767"/>
                    <a:pt x="58317" y="862"/>
                  </a:cubicBezTo>
                  <a:cubicBezTo>
                    <a:pt x="55936" y="1005"/>
                    <a:pt x="53554" y="1136"/>
                    <a:pt x="51256" y="1231"/>
                  </a:cubicBezTo>
                  <a:cubicBezTo>
                    <a:pt x="50598" y="1265"/>
                    <a:pt x="49937" y="1278"/>
                    <a:pt x="49278" y="1278"/>
                  </a:cubicBezTo>
                  <a:cubicBezTo>
                    <a:pt x="48543" y="1278"/>
                    <a:pt x="47811" y="1262"/>
                    <a:pt x="47089" y="1243"/>
                  </a:cubicBezTo>
                  <a:cubicBezTo>
                    <a:pt x="46342" y="1225"/>
                    <a:pt x="45618" y="1209"/>
                    <a:pt x="44909" y="1209"/>
                  </a:cubicBezTo>
                  <a:cubicBezTo>
                    <a:pt x="44273" y="1209"/>
                    <a:pt x="43648" y="1221"/>
                    <a:pt x="43029" y="1255"/>
                  </a:cubicBezTo>
                  <a:cubicBezTo>
                    <a:pt x="42229" y="1300"/>
                    <a:pt x="41425" y="1319"/>
                    <a:pt x="40622" y="1319"/>
                  </a:cubicBezTo>
                  <a:cubicBezTo>
                    <a:pt x="37354" y="1319"/>
                    <a:pt x="34103" y="994"/>
                    <a:pt x="31159" y="708"/>
                  </a:cubicBezTo>
                  <a:lnTo>
                    <a:pt x="30254" y="624"/>
                  </a:lnTo>
                  <a:cubicBezTo>
                    <a:pt x="27252" y="321"/>
                    <a:pt x="24165" y="9"/>
                    <a:pt x="21094" y="9"/>
                  </a:cubicBezTo>
                  <a:cubicBezTo>
                    <a:pt x="20547" y="9"/>
                    <a:pt x="20000" y="19"/>
                    <a:pt x="19455" y="41"/>
                  </a:cubicBezTo>
                  <a:cubicBezTo>
                    <a:pt x="16395" y="148"/>
                    <a:pt x="13287" y="362"/>
                    <a:pt x="10287" y="577"/>
                  </a:cubicBezTo>
                  <a:cubicBezTo>
                    <a:pt x="8930" y="672"/>
                    <a:pt x="7525" y="767"/>
                    <a:pt x="6144" y="862"/>
                  </a:cubicBezTo>
                  <a:cubicBezTo>
                    <a:pt x="4072" y="993"/>
                    <a:pt x="2012" y="1100"/>
                    <a:pt x="0" y="1196"/>
                  </a:cubicBezTo>
                  <a:lnTo>
                    <a:pt x="0" y="1732"/>
                  </a:lnTo>
                  <a:cubicBezTo>
                    <a:pt x="2024" y="1636"/>
                    <a:pt x="4096" y="1529"/>
                    <a:pt x="6179" y="1398"/>
                  </a:cubicBezTo>
                  <a:cubicBezTo>
                    <a:pt x="7560" y="1303"/>
                    <a:pt x="8965" y="1208"/>
                    <a:pt x="10323" y="1112"/>
                  </a:cubicBezTo>
                  <a:cubicBezTo>
                    <a:pt x="13323" y="898"/>
                    <a:pt x="16431" y="684"/>
                    <a:pt x="19479" y="565"/>
                  </a:cubicBezTo>
                  <a:cubicBezTo>
                    <a:pt x="19984" y="546"/>
                    <a:pt x="20490" y="538"/>
                    <a:pt x="20998" y="538"/>
                  </a:cubicBezTo>
                  <a:cubicBezTo>
                    <a:pt x="24078" y="538"/>
                    <a:pt x="27191" y="852"/>
                    <a:pt x="30206" y="1148"/>
                  </a:cubicBezTo>
                  <a:lnTo>
                    <a:pt x="31111" y="1243"/>
                  </a:lnTo>
                  <a:cubicBezTo>
                    <a:pt x="34065" y="1530"/>
                    <a:pt x="37333" y="1855"/>
                    <a:pt x="40633" y="1855"/>
                  </a:cubicBezTo>
                  <a:cubicBezTo>
                    <a:pt x="41443" y="1855"/>
                    <a:pt x="42255" y="1836"/>
                    <a:pt x="43065" y="1791"/>
                  </a:cubicBezTo>
                  <a:cubicBezTo>
                    <a:pt x="43673" y="1757"/>
                    <a:pt x="44289" y="1745"/>
                    <a:pt x="44918" y="1745"/>
                  </a:cubicBezTo>
                  <a:cubicBezTo>
                    <a:pt x="45619" y="1745"/>
                    <a:pt x="46337" y="1760"/>
                    <a:pt x="47077" y="1779"/>
                  </a:cubicBezTo>
                  <a:cubicBezTo>
                    <a:pt x="47746" y="1798"/>
                    <a:pt x="48426" y="1811"/>
                    <a:pt x="49110" y="1811"/>
                  </a:cubicBezTo>
                  <a:cubicBezTo>
                    <a:pt x="49704" y="1811"/>
                    <a:pt x="50302" y="1801"/>
                    <a:pt x="50899" y="1779"/>
                  </a:cubicBezTo>
                  <a:lnTo>
                    <a:pt x="50899" y="1791"/>
                  </a:lnTo>
                  <a:cubicBezTo>
                    <a:pt x="53328" y="1684"/>
                    <a:pt x="55840" y="1553"/>
                    <a:pt x="58353" y="1386"/>
                  </a:cubicBezTo>
                  <a:cubicBezTo>
                    <a:pt x="59734" y="1303"/>
                    <a:pt x="61139" y="1208"/>
                    <a:pt x="62496" y="1112"/>
                  </a:cubicBezTo>
                  <a:cubicBezTo>
                    <a:pt x="65496" y="898"/>
                    <a:pt x="68604" y="684"/>
                    <a:pt x="71652" y="565"/>
                  </a:cubicBezTo>
                  <a:cubicBezTo>
                    <a:pt x="72157" y="546"/>
                    <a:pt x="72664" y="538"/>
                    <a:pt x="73171" y="538"/>
                  </a:cubicBezTo>
                  <a:cubicBezTo>
                    <a:pt x="76252" y="538"/>
                    <a:pt x="79364" y="852"/>
                    <a:pt x="82379" y="1148"/>
                  </a:cubicBezTo>
                  <a:lnTo>
                    <a:pt x="83284" y="1243"/>
                  </a:lnTo>
                  <a:cubicBezTo>
                    <a:pt x="86238" y="1530"/>
                    <a:pt x="89506" y="1855"/>
                    <a:pt x="92806" y="1855"/>
                  </a:cubicBezTo>
                  <a:cubicBezTo>
                    <a:pt x="93616" y="1855"/>
                    <a:pt x="94428" y="1836"/>
                    <a:pt x="95238" y="1791"/>
                  </a:cubicBezTo>
                  <a:cubicBezTo>
                    <a:pt x="95846" y="1757"/>
                    <a:pt x="96462" y="1745"/>
                    <a:pt x="97091" y="1745"/>
                  </a:cubicBezTo>
                  <a:cubicBezTo>
                    <a:pt x="97792" y="1745"/>
                    <a:pt x="98510" y="1760"/>
                    <a:pt x="99251" y="1779"/>
                  </a:cubicBezTo>
                  <a:cubicBezTo>
                    <a:pt x="99894" y="1798"/>
                    <a:pt x="100551" y="1811"/>
                    <a:pt x="101213" y="1811"/>
                  </a:cubicBezTo>
                  <a:cubicBezTo>
                    <a:pt x="101788" y="1811"/>
                    <a:pt x="102366" y="1801"/>
                    <a:pt x="102941" y="1779"/>
                  </a:cubicBezTo>
                  <a:lnTo>
                    <a:pt x="103120" y="1779"/>
                  </a:lnTo>
                  <a:cubicBezTo>
                    <a:pt x="103239" y="1767"/>
                    <a:pt x="103346" y="1767"/>
                    <a:pt x="103453" y="1767"/>
                  </a:cubicBezTo>
                  <a:cubicBezTo>
                    <a:pt x="105716" y="1660"/>
                    <a:pt x="108049" y="1541"/>
                    <a:pt x="110395" y="1386"/>
                  </a:cubicBezTo>
                  <a:cubicBezTo>
                    <a:pt x="111776" y="1303"/>
                    <a:pt x="113181" y="1208"/>
                    <a:pt x="114538" y="1112"/>
                  </a:cubicBezTo>
                  <a:cubicBezTo>
                    <a:pt x="117539" y="898"/>
                    <a:pt x="120646" y="684"/>
                    <a:pt x="123694" y="565"/>
                  </a:cubicBezTo>
                  <a:cubicBezTo>
                    <a:pt x="124199" y="546"/>
                    <a:pt x="124706" y="538"/>
                    <a:pt x="125213" y="538"/>
                  </a:cubicBezTo>
                  <a:cubicBezTo>
                    <a:pt x="128291" y="538"/>
                    <a:pt x="131396" y="852"/>
                    <a:pt x="134422" y="1148"/>
                  </a:cubicBezTo>
                  <a:lnTo>
                    <a:pt x="135315" y="1243"/>
                  </a:lnTo>
                  <a:cubicBezTo>
                    <a:pt x="138268" y="1530"/>
                    <a:pt x="141544" y="1855"/>
                    <a:pt x="144847" y="1855"/>
                  </a:cubicBezTo>
                  <a:cubicBezTo>
                    <a:pt x="145658" y="1855"/>
                    <a:pt x="146470" y="1836"/>
                    <a:pt x="147280" y="1791"/>
                  </a:cubicBezTo>
                  <a:cubicBezTo>
                    <a:pt x="147883" y="1757"/>
                    <a:pt x="148498" y="1745"/>
                    <a:pt x="149128" y="1745"/>
                  </a:cubicBezTo>
                  <a:cubicBezTo>
                    <a:pt x="149831" y="1745"/>
                    <a:pt x="150552" y="1760"/>
                    <a:pt x="151293" y="1779"/>
                  </a:cubicBezTo>
                  <a:cubicBezTo>
                    <a:pt x="151936" y="1798"/>
                    <a:pt x="152590" y="1811"/>
                    <a:pt x="153247" y="1811"/>
                  </a:cubicBezTo>
                  <a:cubicBezTo>
                    <a:pt x="153817" y="1811"/>
                    <a:pt x="154390" y="1801"/>
                    <a:pt x="154960" y="1779"/>
                  </a:cubicBezTo>
                  <a:lnTo>
                    <a:pt x="155115" y="1779"/>
                  </a:lnTo>
                  <a:cubicBezTo>
                    <a:pt x="155246" y="1779"/>
                    <a:pt x="155365" y="1767"/>
                    <a:pt x="155496" y="1767"/>
                  </a:cubicBezTo>
                  <a:cubicBezTo>
                    <a:pt x="157758" y="1660"/>
                    <a:pt x="160080" y="1541"/>
                    <a:pt x="162413" y="1386"/>
                  </a:cubicBezTo>
                  <a:cubicBezTo>
                    <a:pt x="163794" y="1303"/>
                    <a:pt x="165199" y="1208"/>
                    <a:pt x="166557" y="1112"/>
                  </a:cubicBezTo>
                  <a:cubicBezTo>
                    <a:pt x="169569" y="898"/>
                    <a:pt x="172664" y="684"/>
                    <a:pt x="175712" y="565"/>
                  </a:cubicBezTo>
                  <a:cubicBezTo>
                    <a:pt x="176218" y="546"/>
                    <a:pt x="176724" y="538"/>
                    <a:pt x="177232" y="538"/>
                  </a:cubicBezTo>
                  <a:cubicBezTo>
                    <a:pt x="180312" y="538"/>
                    <a:pt x="183424" y="852"/>
                    <a:pt x="186440" y="1148"/>
                  </a:cubicBezTo>
                  <a:lnTo>
                    <a:pt x="187345" y="1243"/>
                  </a:lnTo>
                  <a:cubicBezTo>
                    <a:pt x="190299" y="1530"/>
                    <a:pt x="193567" y="1855"/>
                    <a:pt x="196866" y="1855"/>
                  </a:cubicBezTo>
                  <a:cubicBezTo>
                    <a:pt x="197677" y="1855"/>
                    <a:pt x="198489" y="1836"/>
                    <a:pt x="199299" y="1791"/>
                  </a:cubicBezTo>
                  <a:cubicBezTo>
                    <a:pt x="199907" y="1757"/>
                    <a:pt x="200523" y="1745"/>
                    <a:pt x="201152" y="1745"/>
                  </a:cubicBezTo>
                  <a:cubicBezTo>
                    <a:pt x="201853" y="1745"/>
                    <a:pt x="202570" y="1760"/>
                    <a:pt x="203311" y="1779"/>
                  </a:cubicBezTo>
                  <a:cubicBezTo>
                    <a:pt x="203961" y="1798"/>
                    <a:pt x="204618" y="1811"/>
                    <a:pt x="205280" y="1811"/>
                  </a:cubicBezTo>
                  <a:cubicBezTo>
                    <a:pt x="205854" y="1811"/>
                    <a:pt x="206433" y="1801"/>
                    <a:pt x="207014" y="1779"/>
                  </a:cubicBezTo>
                  <a:lnTo>
                    <a:pt x="207014" y="1791"/>
                  </a:lnTo>
                  <a:cubicBezTo>
                    <a:pt x="207085" y="1779"/>
                    <a:pt x="207157" y="1779"/>
                    <a:pt x="207228" y="1779"/>
                  </a:cubicBezTo>
                  <a:cubicBezTo>
                    <a:pt x="207324" y="1767"/>
                    <a:pt x="207419" y="1767"/>
                    <a:pt x="207514" y="1767"/>
                  </a:cubicBezTo>
                  <a:cubicBezTo>
                    <a:pt x="209788" y="1660"/>
                    <a:pt x="212122" y="1541"/>
                    <a:pt x="214467" y="1386"/>
                  </a:cubicBezTo>
                  <a:cubicBezTo>
                    <a:pt x="215848" y="1303"/>
                    <a:pt x="217253" y="1208"/>
                    <a:pt x="218611" y="1112"/>
                  </a:cubicBezTo>
                  <a:cubicBezTo>
                    <a:pt x="221611" y="898"/>
                    <a:pt x="224719" y="684"/>
                    <a:pt x="227767" y="565"/>
                  </a:cubicBezTo>
                  <a:cubicBezTo>
                    <a:pt x="228272" y="546"/>
                    <a:pt x="228778" y="538"/>
                    <a:pt x="229285" y="538"/>
                  </a:cubicBezTo>
                  <a:cubicBezTo>
                    <a:pt x="232363" y="538"/>
                    <a:pt x="235468" y="852"/>
                    <a:pt x="238494" y="1148"/>
                  </a:cubicBezTo>
                  <a:lnTo>
                    <a:pt x="239387" y="1243"/>
                  </a:lnTo>
                  <a:cubicBezTo>
                    <a:pt x="242341" y="1530"/>
                    <a:pt x="245617" y="1855"/>
                    <a:pt x="248919" y="1855"/>
                  </a:cubicBezTo>
                  <a:cubicBezTo>
                    <a:pt x="249730" y="1855"/>
                    <a:pt x="250543" y="1836"/>
                    <a:pt x="251353" y="1791"/>
                  </a:cubicBezTo>
                  <a:cubicBezTo>
                    <a:pt x="251955" y="1757"/>
                    <a:pt x="252571" y="1745"/>
                    <a:pt x="253201" y="1745"/>
                  </a:cubicBezTo>
                  <a:cubicBezTo>
                    <a:pt x="253904" y="1745"/>
                    <a:pt x="254625" y="1760"/>
                    <a:pt x="255365" y="1779"/>
                  </a:cubicBezTo>
                  <a:cubicBezTo>
                    <a:pt x="256015" y="1798"/>
                    <a:pt x="256682" y="1811"/>
                    <a:pt x="257355" y="1811"/>
                  </a:cubicBezTo>
                  <a:cubicBezTo>
                    <a:pt x="257940" y="1811"/>
                    <a:pt x="258529" y="1801"/>
                    <a:pt x="259116" y="1779"/>
                  </a:cubicBezTo>
                  <a:lnTo>
                    <a:pt x="259116" y="1791"/>
                  </a:lnTo>
                  <a:cubicBezTo>
                    <a:pt x="259235" y="1779"/>
                    <a:pt x="259366" y="1779"/>
                    <a:pt x="259497" y="1767"/>
                  </a:cubicBezTo>
                  <a:lnTo>
                    <a:pt x="259568" y="1767"/>
                  </a:lnTo>
                  <a:cubicBezTo>
                    <a:pt x="261842" y="1660"/>
                    <a:pt x="264200" y="1541"/>
                    <a:pt x="266569" y="1386"/>
                  </a:cubicBezTo>
                  <a:cubicBezTo>
                    <a:pt x="267950" y="1303"/>
                    <a:pt x="269355" y="1208"/>
                    <a:pt x="270712" y="1112"/>
                  </a:cubicBezTo>
                  <a:cubicBezTo>
                    <a:pt x="273713" y="898"/>
                    <a:pt x="276808" y="684"/>
                    <a:pt x="279868" y="565"/>
                  </a:cubicBezTo>
                  <a:cubicBezTo>
                    <a:pt x="280356" y="547"/>
                    <a:pt x="280847" y="539"/>
                    <a:pt x="281339" y="539"/>
                  </a:cubicBezTo>
                  <a:cubicBezTo>
                    <a:pt x="282814" y="539"/>
                    <a:pt x="284300" y="612"/>
                    <a:pt x="285774" y="719"/>
                  </a:cubicBezTo>
                  <a:lnTo>
                    <a:pt x="285774" y="172"/>
                  </a:lnTo>
                  <a:cubicBezTo>
                    <a:pt x="284327" y="67"/>
                    <a:pt x="282880" y="1"/>
                    <a:pt x="2814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70" name="Google Shape;1470;p29"/>
            <p:cNvGrpSpPr/>
            <p:nvPr/>
          </p:nvGrpSpPr>
          <p:grpSpPr>
            <a:xfrm>
              <a:off x="-14087" y="4839475"/>
              <a:ext cx="9164772" cy="40900"/>
              <a:chOff x="-14087" y="4839475"/>
              <a:chExt cx="9164772" cy="40900"/>
            </a:xfrm>
          </p:grpSpPr>
          <p:sp>
            <p:nvSpPr>
              <p:cNvPr id="1471" name="Google Shape;1471;p29"/>
              <p:cNvSpPr/>
              <p:nvPr/>
            </p:nvSpPr>
            <p:spPr>
              <a:xfrm rot="10800000" flipH="1">
                <a:off x="1616705" y="4839475"/>
                <a:ext cx="7533981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234923" h="1636" extrusionOk="0">
                    <a:moveTo>
                      <a:pt x="41215" y="1"/>
                    </a:moveTo>
                    <a:cubicBezTo>
                      <a:pt x="41081" y="1"/>
                      <a:pt x="40948" y="2"/>
                      <a:pt x="40815" y="4"/>
                    </a:cubicBezTo>
                    <a:cubicBezTo>
                      <a:pt x="34862" y="76"/>
                      <a:pt x="28802" y="314"/>
                      <a:pt x="22944" y="540"/>
                    </a:cubicBezTo>
                    <a:cubicBezTo>
                      <a:pt x="21194" y="612"/>
                      <a:pt x="19455" y="671"/>
                      <a:pt x="17705" y="743"/>
                    </a:cubicBezTo>
                    <a:cubicBezTo>
                      <a:pt x="13008" y="905"/>
                      <a:pt x="6849" y="1100"/>
                      <a:pt x="550" y="1100"/>
                    </a:cubicBezTo>
                    <a:cubicBezTo>
                      <a:pt x="367" y="1100"/>
                      <a:pt x="184" y="1100"/>
                      <a:pt x="1" y="1100"/>
                    </a:cubicBezTo>
                    <a:lnTo>
                      <a:pt x="1" y="1635"/>
                    </a:lnTo>
                    <a:cubicBezTo>
                      <a:pt x="184" y="1636"/>
                      <a:pt x="367" y="1636"/>
                      <a:pt x="550" y="1636"/>
                    </a:cubicBezTo>
                    <a:cubicBezTo>
                      <a:pt x="6849" y="1636"/>
                      <a:pt x="13020" y="1440"/>
                      <a:pt x="17729" y="1278"/>
                    </a:cubicBezTo>
                    <a:cubicBezTo>
                      <a:pt x="19479" y="1207"/>
                      <a:pt x="21218" y="1147"/>
                      <a:pt x="22968" y="1076"/>
                    </a:cubicBezTo>
                    <a:cubicBezTo>
                      <a:pt x="28814" y="850"/>
                      <a:pt x="34874" y="623"/>
                      <a:pt x="40827" y="540"/>
                    </a:cubicBezTo>
                    <a:cubicBezTo>
                      <a:pt x="40921" y="539"/>
                      <a:pt x="41015" y="538"/>
                      <a:pt x="41109" y="538"/>
                    </a:cubicBezTo>
                    <a:cubicBezTo>
                      <a:pt x="42855" y="538"/>
                      <a:pt x="44761" y="741"/>
                      <a:pt x="46602" y="933"/>
                    </a:cubicBezTo>
                    <a:cubicBezTo>
                      <a:pt x="48054" y="1088"/>
                      <a:pt x="49757" y="1624"/>
                      <a:pt x="52043" y="1635"/>
                    </a:cubicBezTo>
                    <a:lnTo>
                      <a:pt x="52114" y="1635"/>
                    </a:lnTo>
                    <a:cubicBezTo>
                      <a:pt x="52297" y="1636"/>
                      <a:pt x="52479" y="1636"/>
                      <a:pt x="52662" y="1636"/>
                    </a:cubicBezTo>
                    <a:cubicBezTo>
                      <a:pt x="58937" y="1636"/>
                      <a:pt x="65074" y="1440"/>
                      <a:pt x="69771" y="1278"/>
                    </a:cubicBezTo>
                    <a:cubicBezTo>
                      <a:pt x="71510" y="1207"/>
                      <a:pt x="73260" y="1147"/>
                      <a:pt x="74998" y="1076"/>
                    </a:cubicBezTo>
                    <a:cubicBezTo>
                      <a:pt x="80856" y="850"/>
                      <a:pt x="86904" y="612"/>
                      <a:pt x="92857" y="540"/>
                    </a:cubicBezTo>
                    <a:cubicBezTo>
                      <a:pt x="92987" y="538"/>
                      <a:pt x="93118" y="536"/>
                      <a:pt x="93250" y="536"/>
                    </a:cubicBezTo>
                    <a:cubicBezTo>
                      <a:pt x="94974" y="536"/>
                      <a:pt x="96829" y="745"/>
                      <a:pt x="98632" y="933"/>
                    </a:cubicBezTo>
                    <a:cubicBezTo>
                      <a:pt x="100096" y="1088"/>
                      <a:pt x="101787" y="1624"/>
                      <a:pt x="104061" y="1635"/>
                    </a:cubicBezTo>
                    <a:lnTo>
                      <a:pt x="104156" y="1635"/>
                    </a:lnTo>
                    <a:cubicBezTo>
                      <a:pt x="104339" y="1636"/>
                      <a:pt x="104521" y="1636"/>
                      <a:pt x="104703" y="1636"/>
                    </a:cubicBezTo>
                    <a:cubicBezTo>
                      <a:pt x="110967" y="1636"/>
                      <a:pt x="117104" y="1440"/>
                      <a:pt x="121790" y="1266"/>
                    </a:cubicBezTo>
                    <a:cubicBezTo>
                      <a:pt x="123540" y="1207"/>
                      <a:pt x="125278" y="1135"/>
                      <a:pt x="127028" y="1076"/>
                    </a:cubicBezTo>
                    <a:cubicBezTo>
                      <a:pt x="132886" y="850"/>
                      <a:pt x="138935" y="612"/>
                      <a:pt x="144888" y="528"/>
                    </a:cubicBezTo>
                    <a:cubicBezTo>
                      <a:pt x="144982" y="527"/>
                      <a:pt x="145076" y="526"/>
                      <a:pt x="145171" y="526"/>
                    </a:cubicBezTo>
                    <a:cubicBezTo>
                      <a:pt x="146926" y="526"/>
                      <a:pt x="148821" y="730"/>
                      <a:pt x="150662" y="933"/>
                    </a:cubicBezTo>
                    <a:cubicBezTo>
                      <a:pt x="152127" y="1088"/>
                      <a:pt x="153829" y="1624"/>
                      <a:pt x="156115" y="1635"/>
                    </a:cubicBezTo>
                    <a:lnTo>
                      <a:pt x="156175" y="1635"/>
                    </a:lnTo>
                    <a:cubicBezTo>
                      <a:pt x="156358" y="1636"/>
                      <a:pt x="156540" y="1636"/>
                      <a:pt x="156723" y="1636"/>
                    </a:cubicBezTo>
                    <a:cubicBezTo>
                      <a:pt x="163010" y="1636"/>
                      <a:pt x="169146" y="1440"/>
                      <a:pt x="173844" y="1266"/>
                    </a:cubicBezTo>
                    <a:cubicBezTo>
                      <a:pt x="175582" y="1207"/>
                      <a:pt x="177332" y="1135"/>
                      <a:pt x="179071" y="1076"/>
                    </a:cubicBezTo>
                    <a:cubicBezTo>
                      <a:pt x="184928" y="850"/>
                      <a:pt x="190977" y="612"/>
                      <a:pt x="196930" y="528"/>
                    </a:cubicBezTo>
                    <a:cubicBezTo>
                      <a:pt x="197024" y="527"/>
                      <a:pt x="197119" y="526"/>
                      <a:pt x="197214" y="526"/>
                    </a:cubicBezTo>
                    <a:cubicBezTo>
                      <a:pt x="198969" y="526"/>
                      <a:pt x="200863" y="730"/>
                      <a:pt x="202705" y="933"/>
                    </a:cubicBezTo>
                    <a:cubicBezTo>
                      <a:pt x="204181" y="1088"/>
                      <a:pt x="205907" y="1635"/>
                      <a:pt x="208229" y="1635"/>
                    </a:cubicBezTo>
                    <a:cubicBezTo>
                      <a:pt x="208412" y="1636"/>
                      <a:pt x="208595" y="1636"/>
                      <a:pt x="208778" y="1636"/>
                    </a:cubicBezTo>
                    <a:cubicBezTo>
                      <a:pt x="215077" y="1636"/>
                      <a:pt x="221236" y="1440"/>
                      <a:pt x="225934" y="1266"/>
                    </a:cubicBezTo>
                    <a:cubicBezTo>
                      <a:pt x="227684" y="1207"/>
                      <a:pt x="229434" y="1135"/>
                      <a:pt x="231172" y="1076"/>
                    </a:cubicBezTo>
                    <a:cubicBezTo>
                      <a:pt x="232411" y="1028"/>
                      <a:pt x="233661" y="981"/>
                      <a:pt x="234923" y="933"/>
                    </a:cubicBezTo>
                    <a:lnTo>
                      <a:pt x="234923" y="397"/>
                    </a:lnTo>
                    <a:cubicBezTo>
                      <a:pt x="233661" y="445"/>
                      <a:pt x="232399" y="492"/>
                      <a:pt x="231160" y="540"/>
                    </a:cubicBezTo>
                    <a:cubicBezTo>
                      <a:pt x="229410" y="600"/>
                      <a:pt x="227660" y="671"/>
                      <a:pt x="225922" y="731"/>
                    </a:cubicBezTo>
                    <a:lnTo>
                      <a:pt x="225922" y="743"/>
                    </a:lnTo>
                    <a:cubicBezTo>
                      <a:pt x="221213" y="905"/>
                      <a:pt x="215053" y="1100"/>
                      <a:pt x="208766" y="1100"/>
                    </a:cubicBezTo>
                    <a:cubicBezTo>
                      <a:pt x="208583" y="1100"/>
                      <a:pt x="208400" y="1100"/>
                      <a:pt x="208217" y="1100"/>
                    </a:cubicBezTo>
                    <a:cubicBezTo>
                      <a:pt x="205860" y="1100"/>
                      <a:pt x="204229" y="564"/>
                      <a:pt x="202764" y="397"/>
                    </a:cubicBezTo>
                    <a:cubicBezTo>
                      <a:pt x="200912" y="205"/>
                      <a:pt x="198995" y="3"/>
                      <a:pt x="197207" y="3"/>
                    </a:cubicBezTo>
                    <a:cubicBezTo>
                      <a:pt x="197111" y="3"/>
                      <a:pt x="197014" y="3"/>
                      <a:pt x="196918" y="4"/>
                    </a:cubicBezTo>
                    <a:cubicBezTo>
                      <a:pt x="190965" y="76"/>
                      <a:pt x="184905" y="314"/>
                      <a:pt x="179059" y="540"/>
                    </a:cubicBezTo>
                    <a:cubicBezTo>
                      <a:pt x="177308" y="612"/>
                      <a:pt x="175558" y="671"/>
                      <a:pt x="173820" y="743"/>
                    </a:cubicBezTo>
                    <a:cubicBezTo>
                      <a:pt x="169111" y="905"/>
                      <a:pt x="162952" y="1100"/>
                      <a:pt x="156664" y="1100"/>
                    </a:cubicBezTo>
                    <a:cubicBezTo>
                      <a:pt x="156481" y="1100"/>
                      <a:pt x="156298" y="1100"/>
                      <a:pt x="156115" y="1100"/>
                    </a:cubicBezTo>
                    <a:cubicBezTo>
                      <a:pt x="153782" y="1088"/>
                      <a:pt x="152162" y="552"/>
                      <a:pt x="150722" y="397"/>
                    </a:cubicBezTo>
                    <a:cubicBezTo>
                      <a:pt x="148897" y="209"/>
                      <a:pt x="147030" y="1"/>
                      <a:pt x="145276" y="1"/>
                    </a:cubicBezTo>
                    <a:cubicBezTo>
                      <a:pt x="145142" y="1"/>
                      <a:pt x="145008" y="2"/>
                      <a:pt x="144876" y="4"/>
                    </a:cubicBezTo>
                    <a:cubicBezTo>
                      <a:pt x="138923" y="76"/>
                      <a:pt x="132862" y="314"/>
                      <a:pt x="127005" y="540"/>
                    </a:cubicBezTo>
                    <a:cubicBezTo>
                      <a:pt x="125266" y="612"/>
                      <a:pt x="123516" y="671"/>
                      <a:pt x="121766" y="743"/>
                    </a:cubicBezTo>
                    <a:cubicBezTo>
                      <a:pt x="117068" y="905"/>
                      <a:pt x="110909" y="1100"/>
                      <a:pt x="104622" y="1100"/>
                    </a:cubicBezTo>
                    <a:cubicBezTo>
                      <a:pt x="104439" y="1100"/>
                      <a:pt x="104256" y="1100"/>
                      <a:pt x="104073" y="1100"/>
                    </a:cubicBezTo>
                    <a:cubicBezTo>
                      <a:pt x="101751" y="1088"/>
                      <a:pt x="100132" y="552"/>
                      <a:pt x="98692" y="397"/>
                    </a:cubicBezTo>
                    <a:cubicBezTo>
                      <a:pt x="96877" y="209"/>
                      <a:pt x="95002" y="1"/>
                      <a:pt x="93246" y="1"/>
                    </a:cubicBezTo>
                    <a:cubicBezTo>
                      <a:pt x="93111" y="1"/>
                      <a:pt x="92978" y="2"/>
                      <a:pt x="92846" y="4"/>
                    </a:cubicBezTo>
                    <a:cubicBezTo>
                      <a:pt x="86892" y="76"/>
                      <a:pt x="80832" y="314"/>
                      <a:pt x="74986" y="540"/>
                    </a:cubicBezTo>
                    <a:cubicBezTo>
                      <a:pt x="73236" y="612"/>
                      <a:pt x="71486" y="671"/>
                      <a:pt x="69747" y="743"/>
                    </a:cubicBezTo>
                    <a:cubicBezTo>
                      <a:pt x="65038" y="905"/>
                      <a:pt x="58879" y="1100"/>
                      <a:pt x="52591" y="1100"/>
                    </a:cubicBezTo>
                    <a:cubicBezTo>
                      <a:pt x="52409" y="1100"/>
                      <a:pt x="52226" y="1100"/>
                      <a:pt x="52043" y="1100"/>
                    </a:cubicBezTo>
                    <a:cubicBezTo>
                      <a:pt x="49721" y="1088"/>
                      <a:pt x="48102" y="552"/>
                      <a:pt x="46649" y="397"/>
                    </a:cubicBezTo>
                    <a:cubicBezTo>
                      <a:pt x="44835" y="209"/>
                      <a:pt x="42970" y="1"/>
                      <a:pt x="412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29"/>
              <p:cNvSpPr/>
              <p:nvPr/>
            </p:nvSpPr>
            <p:spPr>
              <a:xfrm rot="10800000" flipH="1">
                <a:off x="-14087" y="4839475"/>
                <a:ext cx="1630054" cy="40850"/>
              </a:xfrm>
              <a:custGeom>
                <a:avLst/>
                <a:gdLst/>
                <a:ahLst/>
                <a:cxnLst/>
                <a:rect l="l" t="t" r="r" b="b"/>
                <a:pathLst>
                  <a:path w="50828" h="1634" extrusionOk="0">
                    <a:moveTo>
                      <a:pt x="39782" y="1"/>
                    </a:moveTo>
                    <a:cubicBezTo>
                      <a:pt x="39686" y="1"/>
                      <a:pt x="39589" y="1"/>
                      <a:pt x="39493" y="2"/>
                    </a:cubicBezTo>
                    <a:cubicBezTo>
                      <a:pt x="33540" y="74"/>
                      <a:pt x="27480" y="312"/>
                      <a:pt x="21622" y="538"/>
                    </a:cubicBezTo>
                    <a:cubicBezTo>
                      <a:pt x="19883" y="610"/>
                      <a:pt x="18133" y="669"/>
                      <a:pt x="16395" y="741"/>
                    </a:cubicBezTo>
                    <a:cubicBezTo>
                      <a:pt x="11882" y="895"/>
                      <a:pt x="6025" y="1086"/>
                      <a:pt x="0" y="1098"/>
                    </a:cubicBezTo>
                    <a:lnTo>
                      <a:pt x="0" y="1633"/>
                    </a:lnTo>
                    <a:cubicBezTo>
                      <a:pt x="6036" y="1622"/>
                      <a:pt x="11894" y="1431"/>
                      <a:pt x="16407" y="1276"/>
                    </a:cubicBezTo>
                    <a:cubicBezTo>
                      <a:pt x="18157" y="1205"/>
                      <a:pt x="19895" y="1145"/>
                      <a:pt x="21646" y="1074"/>
                    </a:cubicBezTo>
                    <a:cubicBezTo>
                      <a:pt x="27503" y="848"/>
                      <a:pt x="33552" y="621"/>
                      <a:pt x="39505" y="538"/>
                    </a:cubicBezTo>
                    <a:cubicBezTo>
                      <a:pt x="39599" y="537"/>
                      <a:pt x="39694" y="536"/>
                      <a:pt x="39789" y="536"/>
                    </a:cubicBezTo>
                    <a:cubicBezTo>
                      <a:pt x="41544" y="536"/>
                      <a:pt x="43438" y="739"/>
                      <a:pt x="45279" y="931"/>
                    </a:cubicBezTo>
                    <a:cubicBezTo>
                      <a:pt x="46756" y="1098"/>
                      <a:pt x="48470" y="1633"/>
                      <a:pt x="50792" y="1633"/>
                    </a:cubicBezTo>
                    <a:lnTo>
                      <a:pt x="50828" y="1098"/>
                    </a:lnTo>
                    <a:cubicBezTo>
                      <a:pt x="48447" y="1098"/>
                      <a:pt x="46803" y="562"/>
                      <a:pt x="45339" y="395"/>
                    </a:cubicBezTo>
                    <a:cubicBezTo>
                      <a:pt x="43487" y="203"/>
                      <a:pt x="41570" y="1"/>
                      <a:pt x="397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33"/>
          <p:cNvSpPr/>
          <p:nvPr/>
        </p:nvSpPr>
        <p:spPr>
          <a:xfrm rot="-5400000" flipH="1">
            <a:off x="4596750" y="2614938"/>
            <a:ext cx="434282" cy="23023"/>
          </a:xfrm>
          <a:custGeom>
            <a:avLst/>
            <a:gdLst/>
            <a:ahLst/>
            <a:cxnLst/>
            <a:rect l="l" t="t" r="r" b="b"/>
            <a:pathLst>
              <a:path w="17861" h="717" extrusionOk="0">
                <a:moveTo>
                  <a:pt x="8660" y="1"/>
                </a:moveTo>
                <a:cubicBezTo>
                  <a:pt x="5771" y="1"/>
                  <a:pt x="2879" y="101"/>
                  <a:pt x="1" y="319"/>
                </a:cubicBezTo>
                <a:cubicBezTo>
                  <a:pt x="3216" y="486"/>
                  <a:pt x="6430" y="676"/>
                  <a:pt x="9657" y="712"/>
                </a:cubicBezTo>
                <a:cubicBezTo>
                  <a:pt x="9967" y="715"/>
                  <a:pt x="10277" y="716"/>
                  <a:pt x="10588" y="716"/>
                </a:cubicBezTo>
                <a:cubicBezTo>
                  <a:pt x="13011" y="716"/>
                  <a:pt x="15454" y="627"/>
                  <a:pt x="17860" y="331"/>
                </a:cubicBezTo>
                <a:cubicBezTo>
                  <a:pt x="17265" y="284"/>
                  <a:pt x="16670" y="248"/>
                  <a:pt x="16074" y="212"/>
                </a:cubicBezTo>
                <a:cubicBezTo>
                  <a:pt x="13612" y="75"/>
                  <a:pt x="11137" y="1"/>
                  <a:pt x="866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2" name="Google Shape;1692;p33"/>
          <p:cNvSpPr/>
          <p:nvPr/>
        </p:nvSpPr>
        <p:spPr>
          <a:xfrm rot="-5400000" flipH="1">
            <a:off x="5155347" y="2614009"/>
            <a:ext cx="434550" cy="22862"/>
          </a:xfrm>
          <a:custGeom>
            <a:avLst/>
            <a:gdLst/>
            <a:ahLst/>
            <a:cxnLst/>
            <a:rect l="l" t="t" r="r" b="b"/>
            <a:pathLst>
              <a:path w="17872" h="712" extrusionOk="0">
                <a:moveTo>
                  <a:pt x="8588" y="0"/>
                </a:moveTo>
                <a:cubicBezTo>
                  <a:pt x="5722" y="0"/>
                  <a:pt x="2853" y="101"/>
                  <a:pt x="0" y="323"/>
                </a:cubicBezTo>
                <a:cubicBezTo>
                  <a:pt x="3227" y="490"/>
                  <a:pt x="6442" y="668"/>
                  <a:pt x="9656" y="704"/>
                </a:cubicBezTo>
                <a:cubicBezTo>
                  <a:pt x="10038" y="709"/>
                  <a:pt x="10420" y="712"/>
                  <a:pt x="10801" y="712"/>
                </a:cubicBezTo>
                <a:cubicBezTo>
                  <a:pt x="13161" y="712"/>
                  <a:pt x="15525" y="610"/>
                  <a:pt x="17872" y="323"/>
                </a:cubicBezTo>
                <a:cubicBezTo>
                  <a:pt x="17276" y="287"/>
                  <a:pt x="16681" y="252"/>
                  <a:pt x="16086" y="216"/>
                </a:cubicBezTo>
                <a:cubicBezTo>
                  <a:pt x="13598" y="77"/>
                  <a:pt x="11094" y="0"/>
                  <a:pt x="858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3" name="Google Shape;1693;p33"/>
          <p:cNvSpPr/>
          <p:nvPr/>
        </p:nvSpPr>
        <p:spPr>
          <a:xfrm rot="-5400000" flipH="1">
            <a:off x="5714189" y="2613134"/>
            <a:ext cx="434550" cy="22862"/>
          </a:xfrm>
          <a:custGeom>
            <a:avLst/>
            <a:gdLst/>
            <a:ahLst/>
            <a:cxnLst/>
            <a:rect l="l" t="t" r="r" b="b"/>
            <a:pathLst>
              <a:path w="17872" h="712" extrusionOk="0">
                <a:moveTo>
                  <a:pt x="8601" y="0"/>
                </a:moveTo>
                <a:cubicBezTo>
                  <a:pt x="5731" y="0"/>
                  <a:pt x="2859" y="98"/>
                  <a:pt x="1" y="314"/>
                </a:cubicBezTo>
                <a:cubicBezTo>
                  <a:pt x="3215" y="481"/>
                  <a:pt x="6430" y="671"/>
                  <a:pt x="9657" y="707"/>
                </a:cubicBezTo>
                <a:cubicBezTo>
                  <a:pt x="9967" y="710"/>
                  <a:pt x="10277" y="711"/>
                  <a:pt x="10588" y="711"/>
                </a:cubicBezTo>
                <a:cubicBezTo>
                  <a:pt x="13011" y="711"/>
                  <a:pt x="15455" y="622"/>
                  <a:pt x="17872" y="326"/>
                </a:cubicBezTo>
                <a:cubicBezTo>
                  <a:pt x="17265" y="290"/>
                  <a:pt x="16669" y="243"/>
                  <a:pt x="16074" y="207"/>
                </a:cubicBezTo>
                <a:cubicBezTo>
                  <a:pt x="13592" y="74"/>
                  <a:pt x="11098" y="0"/>
                  <a:pt x="8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4" name="Google Shape;1694;p33"/>
          <p:cNvSpPr/>
          <p:nvPr/>
        </p:nvSpPr>
        <p:spPr>
          <a:xfrm rot="-5400000" flipH="1">
            <a:off x="6273181" y="2612045"/>
            <a:ext cx="434282" cy="23023"/>
          </a:xfrm>
          <a:custGeom>
            <a:avLst/>
            <a:gdLst/>
            <a:ahLst/>
            <a:cxnLst/>
            <a:rect l="l" t="t" r="r" b="b"/>
            <a:pathLst>
              <a:path w="17861" h="717" extrusionOk="0">
                <a:moveTo>
                  <a:pt x="8660" y="1"/>
                </a:moveTo>
                <a:cubicBezTo>
                  <a:pt x="5771" y="1"/>
                  <a:pt x="2879" y="101"/>
                  <a:pt x="1" y="319"/>
                </a:cubicBezTo>
                <a:cubicBezTo>
                  <a:pt x="3216" y="486"/>
                  <a:pt x="6430" y="676"/>
                  <a:pt x="9645" y="712"/>
                </a:cubicBezTo>
                <a:cubicBezTo>
                  <a:pt x="9956" y="715"/>
                  <a:pt x="10268" y="716"/>
                  <a:pt x="10580" y="716"/>
                </a:cubicBezTo>
                <a:cubicBezTo>
                  <a:pt x="13011" y="716"/>
                  <a:pt x="15454" y="626"/>
                  <a:pt x="17860" y="331"/>
                </a:cubicBezTo>
                <a:cubicBezTo>
                  <a:pt x="17265" y="283"/>
                  <a:pt x="16670" y="248"/>
                  <a:pt x="16074" y="212"/>
                </a:cubicBezTo>
                <a:cubicBezTo>
                  <a:pt x="13612" y="74"/>
                  <a:pt x="11137" y="1"/>
                  <a:pt x="866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5" name="Google Shape;1695;p33"/>
          <p:cNvSpPr/>
          <p:nvPr/>
        </p:nvSpPr>
        <p:spPr>
          <a:xfrm rot="-5400000" flipH="1">
            <a:off x="6831778" y="2611116"/>
            <a:ext cx="434550" cy="22862"/>
          </a:xfrm>
          <a:custGeom>
            <a:avLst/>
            <a:gdLst/>
            <a:ahLst/>
            <a:cxnLst/>
            <a:rect l="l" t="t" r="r" b="b"/>
            <a:pathLst>
              <a:path w="17872" h="712" extrusionOk="0">
                <a:moveTo>
                  <a:pt x="8582" y="0"/>
                </a:moveTo>
                <a:cubicBezTo>
                  <a:pt x="5719" y="0"/>
                  <a:pt x="2853" y="101"/>
                  <a:pt x="0" y="323"/>
                </a:cubicBezTo>
                <a:cubicBezTo>
                  <a:pt x="3215" y="490"/>
                  <a:pt x="6430" y="668"/>
                  <a:pt x="9656" y="704"/>
                </a:cubicBezTo>
                <a:cubicBezTo>
                  <a:pt x="10036" y="709"/>
                  <a:pt x="10417" y="712"/>
                  <a:pt x="10798" y="712"/>
                </a:cubicBezTo>
                <a:cubicBezTo>
                  <a:pt x="13152" y="712"/>
                  <a:pt x="15525" y="610"/>
                  <a:pt x="17872" y="323"/>
                </a:cubicBezTo>
                <a:cubicBezTo>
                  <a:pt x="17276" y="287"/>
                  <a:pt x="16669" y="252"/>
                  <a:pt x="16074" y="216"/>
                </a:cubicBezTo>
                <a:cubicBezTo>
                  <a:pt x="13586" y="77"/>
                  <a:pt x="11085" y="0"/>
                  <a:pt x="85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96" name="Google Shape;1696;p33"/>
          <p:cNvGrpSpPr/>
          <p:nvPr/>
        </p:nvGrpSpPr>
        <p:grpSpPr>
          <a:xfrm>
            <a:off x="-13687" y="4480164"/>
            <a:ext cx="9171380" cy="1807335"/>
            <a:chOff x="-6" y="3106593"/>
            <a:chExt cx="9171380" cy="2058703"/>
          </a:xfrm>
        </p:grpSpPr>
        <p:grpSp>
          <p:nvGrpSpPr>
            <p:cNvPr id="1697" name="Google Shape;1697;p33"/>
            <p:cNvGrpSpPr/>
            <p:nvPr/>
          </p:nvGrpSpPr>
          <p:grpSpPr>
            <a:xfrm rot="-5400000" flipH="1">
              <a:off x="1553200" y="1553387"/>
              <a:ext cx="2036904" cy="5143316"/>
              <a:chOff x="6506318" y="86"/>
              <a:chExt cx="2709009" cy="5143316"/>
            </a:xfrm>
          </p:grpSpPr>
          <p:sp>
            <p:nvSpPr>
              <p:cNvPr id="1698" name="Google Shape;1698;p33"/>
              <p:cNvSpPr/>
              <p:nvPr/>
            </p:nvSpPr>
            <p:spPr>
              <a:xfrm>
                <a:off x="7265182" y="86"/>
                <a:ext cx="1088868" cy="20390"/>
              </a:xfrm>
              <a:custGeom>
                <a:avLst/>
                <a:gdLst/>
                <a:ahLst/>
                <a:cxnLst/>
                <a:rect l="l" t="t" r="r" b="b"/>
                <a:pathLst>
                  <a:path w="33672" h="635" extrusionOk="0">
                    <a:moveTo>
                      <a:pt x="1" y="0"/>
                    </a:moveTo>
                    <a:cubicBezTo>
                      <a:pt x="3763" y="202"/>
                      <a:pt x="7526" y="512"/>
                      <a:pt x="11312" y="548"/>
                    </a:cubicBezTo>
                    <a:cubicBezTo>
                      <a:pt x="14193" y="572"/>
                      <a:pt x="17074" y="536"/>
                      <a:pt x="19956" y="619"/>
                    </a:cubicBezTo>
                    <a:cubicBezTo>
                      <a:pt x="20392" y="629"/>
                      <a:pt x="20829" y="634"/>
                      <a:pt x="21268" y="634"/>
                    </a:cubicBezTo>
                    <a:cubicBezTo>
                      <a:pt x="25371" y="634"/>
                      <a:pt x="29584" y="215"/>
                      <a:pt x="33672" y="0"/>
                    </a:cubicBezTo>
                    <a:close/>
                  </a:path>
                </a:pathLst>
              </a:custGeom>
              <a:solidFill>
                <a:srgbClr val="3C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33"/>
              <p:cNvSpPr/>
              <p:nvPr/>
            </p:nvSpPr>
            <p:spPr>
              <a:xfrm>
                <a:off x="8078341" y="100622"/>
                <a:ext cx="481311" cy="13518"/>
              </a:xfrm>
              <a:custGeom>
                <a:avLst/>
                <a:gdLst/>
                <a:ahLst/>
                <a:cxnLst/>
                <a:rect l="l" t="t" r="r" b="b"/>
                <a:pathLst>
                  <a:path w="14884" h="421" extrusionOk="0">
                    <a:moveTo>
                      <a:pt x="13752" y="0"/>
                    </a:moveTo>
                    <a:cubicBezTo>
                      <a:pt x="9169" y="48"/>
                      <a:pt x="4585" y="131"/>
                      <a:pt x="1" y="238"/>
                    </a:cubicBezTo>
                    <a:cubicBezTo>
                      <a:pt x="1997" y="359"/>
                      <a:pt x="4001" y="420"/>
                      <a:pt x="6004" y="420"/>
                    </a:cubicBezTo>
                    <a:cubicBezTo>
                      <a:pt x="7370" y="420"/>
                      <a:pt x="8736" y="392"/>
                      <a:pt x="10097" y="334"/>
                    </a:cubicBezTo>
                    <a:cubicBezTo>
                      <a:pt x="11693" y="262"/>
                      <a:pt x="13288" y="155"/>
                      <a:pt x="148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33"/>
              <p:cNvSpPr/>
              <p:nvPr/>
            </p:nvSpPr>
            <p:spPr>
              <a:xfrm>
                <a:off x="7293284" y="256933"/>
                <a:ext cx="577580" cy="22894"/>
              </a:xfrm>
              <a:custGeom>
                <a:avLst/>
                <a:gdLst/>
                <a:ahLst/>
                <a:cxnLst/>
                <a:rect l="l" t="t" r="r" b="b"/>
                <a:pathLst>
                  <a:path w="17861" h="713" extrusionOk="0">
                    <a:moveTo>
                      <a:pt x="8582" y="1"/>
                    </a:moveTo>
                    <a:cubicBezTo>
                      <a:pt x="5719" y="1"/>
                      <a:pt x="2853" y="101"/>
                      <a:pt x="1" y="323"/>
                    </a:cubicBezTo>
                    <a:cubicBezTo>
                      <a:pt x="3216" y="490"/>
                      <a:pt x="6430" y="669"/>
                      <a:pt x="9645" y="704"/>
                    </a:cubicBezTo>
                    <a:cubicBezTo>
                      <a:pt x="10027" y="709"/>
                      <a:pt x="10408" y="712"/>
                      <a:pt x="10791" y="712"/>
                    </a:cubicBezTo>
                    <a:cubicBezTo>
                      <a:pt x="13152" y="712"/>
                      <a:pt x="15524" y="610"/>
                      <a:pt x="17860" y="323"/>
                    </a:cubicBezTo>
                    <a:cubicBezTo>
                      <a:pt x="17265" y="288"/>
                      <a:pt x="16670" y="252"/>
                      <a:pt x="16074" y="216"/>
                    </a:cubicBezTo>
                    <a:cubicBezTo>
                      <a:pt x="13586" y="77"/>
                      <a:pt x="11085" y="1"/>
                      <a:pt x="8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33"/>
              <p:cNvSpPr/>
              <p:nvPr/>
            </p:nvSpPr>
            <p:spPr>
              <a:xfrm>
                <a:off x="8064113" y="659175"/>
                <a:ext cx="481311" cy="13904"/>
              </a:xfrm>
              <a:custGeom>
                <a:avLst/>
                <a:gdLst/>
                <a:ahLst/>
                <a:cxnLst/>
                <a:rect l="l" t="t" r="r" b="b"/>
                <a:pathLst>
                  <a:path w="14884" h="433" extrusionOk="0">
                    <a:moveTo>
                      <a:pt x="14883" y="0"/>
                    </a:moveTo>
                    <a:cubicBezTo>
                      <a:pt x="14514" y="0"/>
                      <a:pt x="14133" y="0"/>
                      <a:pt x="13752" y="12"/>
                    </a:cubicBezTo>
                    <a:cubicBezTo>
                      <a:pt x="9168" y="48"/>
                      <a:pt x="4584" y="143"/>
                      <a:pt x="0" y="238"/>
                    </a:cubicBezTo>
                    <a:lnTo>
                      <a:pt x="0" y="250"/>
                    </a:lnTo>
                    <a:cubicBezTo>
                      <a:pt x="1996" y="371"/>
                      <a:pt x="4001" y="432"/>
                      <a:pt x="6004" y="432"/>
                    </a:cubicBezTo>
                    <a:cubicBezTo>
                      <a:pt x="7370" y="432"/>
                      <a:pt x="8735" y="404"/>
                      <a:pt x="10097" y="346"/>
                    </a:cubicBezTo>
                    <a:cubicBezTo>
                      <a:pt x="11692" y="274"/>
                      <a:pt x="13288" y="167"/>
                      <a:pt x="148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33"/>
              <p:cNvSpPr/>
              <p:nvPr/>
            </p:nvSpPr>
            <p:spPr>
              <a:xfrm>
                <a:off x="6534420" y="693790"/>
                <a:ext cx="2680908" cy="41871"/>
              </a:xfrm>
              <a:custGeom>
                <a:avLst/>
                <a:gdLst/>
                <a:ahLst/>
                <a:cxnLst/>
                <a:rect l="l" t="t" r="r" b="b"/>
                <a:pathLst>
                  <a:path w="82904" h="1304" extrusionOk="0">
                    <a:moveTo>
                      <a:pt x="21146" y="0"/>
                    </a:moveTo>
                    <a:cubicBezTo>
                      <a:pt x="20347" y="0"/>
                      <a:pt x="19549" y="13"/>
                      <a:pt x="18753" y="42"/>
                    </a:cubicBezTo>
                    <a:cubicBezTo>
                      <a:pt x="15900" y="141"/>
                      <a:pt x="13101" y="321"/>
                      <a:pt x="10275" y="321"/>
                    </a:cubicBezTo>
                    <a:cubicBezTo>
                      <a:pt x="9362" y="321"/>
                      <a:pt x="8447" y="302"/>
                      <a:pt x="7525" y="256"/>
                    </a:cubicBezTo>
                    <a:cubicBezTo>
                      <a:pt x="5918" y="172"/>
                      <a:pt x="4299" y="89"/>
                      <a:pt x="2668" y="89"/>
                    </a:cubicBezTo>
                    <a:cubicBezTo>
                      <a:pt x="2346" y="89"/>
                      <a:pt x="775" y="423"/>
                      <a:pt x="108" y="458"/>
                    </a:cubicBezTo>
                    <a:cubicBezTo>
                      <a:pt x="132" y="744"/>
                      <a:pt x="1" y="899"/>
                      <a:pt x="25" y="1196"/>
                    </a:cubicBezTo>
                    <a:cubicBezTo>
                      <a:pt x="150" y="1198"/>
                      <a:pt x="278" y="1198"/>
                      <a:pt x="408" y="1198"/>
                    </a:cubicBezTo>
                    <a:cubicBezTo>
                      <a:pt x="3139" y="1198"/>
                      <a:pt x="6699" y="970"/>
                      <a:pt x="9359" y="958"/>
                    </a:cubicBezTo>
                    <a:cubicBezTo>
                      <a:pt x="10901" y="952"/>
                      <a:pt x="12443" y="943"/>
                      <a:pt x="13985" y="943"/>
                    </a:cubicBezTo>
                    <a:cubicBezTo>
                      <a:pt x="15526" y="943"/>
                      <a:pt x="17068" y="952"/>
                      <a:pt x="18610" y="982"/>
                    </a:cubicBezTo>
                    <a:cubicBezTo>
                      <a:pt x="21658" y="1030"/>
                      <a:pt x="24706" y="1137"/>
                      <a:pt x="27754" y="1196"/>
                    </a:cubicBezTo>
                    <a:cubicBezTo>
                      <a:pt x="30254" y="1256"/>
                      <a:pt x="32758" y="1300"/>
                      <a:pt x="35261" y="1300"/>
                    </a:cubicBezTo>
                    <a:cubicBezTo>
                      <a:pt x="37288" y="1300"/>
                      <a:pt x="39315" y="1271"/>
                      <a:pt x="41339" y="1196"/>
                    </a:cubicBezTo>
                    <a:cubicBezTo>
                      <a:pt x="41465" y="1198"/>
                      <a:pt x="41593" y="1198"/>
                      <a:pt x="41723" y="1198"/>
                    </a:cubicBezTo>
                    <a:cubicBezTo>
                      <a:pt x="44454" y="1198"/>
                      <a:pt x="48014" y="970"/>
                      <a:pt x="50674" y="958"/>
                    </a:cubicBezTo>
                    <a:cubicBezTo>
                      <a:pt x="52216" y="952"/>
                      <a:pt x="53757" y="943"/>
                      <a:pt x="55299" y="943"/>
                    </a:cubicBezTo>
                    <a:cubicBezTo>
                      <a:pt x="56841" y="943"/>
                      <a:pt x="58383" y="952"/>
                      <a:pt x="59925" y="982"/>
                    </a:cubicBezTo>
                    <a:cubicBezTo>
                      <a:pt x="62973" y="1030"/>
                      <a:pt x="66021" y="1137"/>
                      <a:pt x="69069" y="1196"/>
                    </a:cubicBezTo>
                    <a:cubicBezTo>
                      <a:pt x="71595" y="1255"/>
                      <a:pt x="74125" y="1303"/>
                      <a:pt x="76654" y="1303"/>
                    </a:cubicBezTo>
                    <a:cubicBezTo>
                      <a:pt x="78738" y="1303"/>
                      <a:pt x="80822" y="1271"/>
                      <a:pt x="82904" y="1185"/>
                    </a:cubicBezTo>
                    <a:lnTo>
                      <a:pt x="82904" y="446"/>
                    </a:lnTo>
                    <a:cubicBezTo>
                      <a:pt x="81529" y="540"/>
                      <a:pt x="80149" y="577"/>
                      <a:pt x="78766" y="577"/>
                    </a:cubicBezTo>
                    <a:cubicBezTo>
                      <a:pt x="73330" y="577"/>
                      <a:pt x="67841" y="3"/>
                      <a:pt x="62398" y="3"/>
                    </a:cubicBezTo>
                    <a:cubicBezTo>
                      <a:pt x="61620" y="3"/>
                      <a:pt x="60843" y="15"/>
                      <a:pt x="60068" y="42"/>
                    </a:cubicBezTo>
                    <a:cubicBezTo>
                      <a:pt x="57215" y="141"/>
                      <a:pt x="54416" y="321"/>
                      <a:pt x="51590" y="321"/>
                    </a:cubicBezTo>
                    <a:cubicBezTo>
                      <a:pt x="50677" y="321"/>
                      <a:pt x="49761" y="302"/>
                      <a:pt x="48840" y="256"/>
                    </a:cubicBezTo>
                    <a:cubicBezTo>
                      <a:pt x="47233" y="172"/>
                      <a:pt x="45614" y="89"/>
                      <a:pt x="43982" y="89"/>
                    </a:cubicBezTo>
                    <a:cubicBezTo>
                      <a:pt x="43697" y="89"/>
                      <a:pt x="42411" y="363"/>
                      <a:pt x="41673" y="434"/>
                    </a:cubicBezTo>
                    <a:cubicBezTo>
                      <a:pt x="40263" y="534"/>
                      <a:pt x="38848" y="574"/>
                      <a:pt x="37428" y="574"/>
                    </a:cubicBezTo>
                    <a:cubicBezTo>
                      <a:pt x="32021" y="574"/>
                      <a:pt x="26559" y="0"/>
                      <a:pt x="211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33"/>
              <p:cNvSpPr/>
              <p:nvPr/>
            </p:nvSpPr>
            <p:spPr>
              <a:xfrm>
                <a:off x="6515567" y="844546"/>
                <a:ext cx="2699761" cy="84257"/>
              </a:xfrm>
              <a:custGeom>
                <a:avLst/>
                <a:gdLst/>
                <a:ahLst/>
                <a:cxnLst/>
                <a:rect l="l" t="t" r="r" b="b"/>
                <a:pathLst>
                  <a:path w="83487" h="2624" extrusionOk="0">
                    <a:moveTo>
                      <a:pt x="57972" y="1"/>
                    </a:moveTo>
                    <a:cubicBezTo>
                      <a:pt x="52757" y="1"/>
                      <a:pt x="46991" y="326"/>
                      <a:pt x="42256" y="835"/>
                    </a:cubicBezTo>
                    <a:cubicBezTo>
                      <a:pt x="41281" y="911"/>
                      <a:pt x="40296" y="940"/>
                      <a:pt x="39312" y="940"/>
                    </a:cubicBezTo>
                    <a:cubicBezTo>
                      <a:pt x="38433" y="940"/>
                      <a:pt x="37554" y="917"/>
                      <a:pt x="36683" y="883"/>
                    </a:cubicBezTo>
                    <a:cubicBezTo>
                      <a:pt x="33933" y="776"/>
                      <a:pt x="31195" y="526"/>
                      <a:pt x="28444" y="359"/>
                    </a:cubicBezTo>
                    <a:cubicBezTo>
                      <a:pt x="25503" y="169"/>
                      <a:pt x="22539" y="109"/>
                      <a:pt x="19586" y="38"/>
                    </a:cubicBezTo>
                    <a:cubicBezTo>
                      <a:pt x="18650" y="13"/>
                      <a:pt x="17684" y="2"/>
                      <a:pt x="16698" y="2"/>
                    </a:cubicBezTo>
                    <a:cubicBezTo>
                      <a:pt x="11424" y="2"/>
                      <a:pt x="5585" y="336"/>
                      <a:pt x="810" y="847"/>
                    </a:cubicBezTo>
                    <a:cubicBezTo>
                      <a:pt x="834" y="1550"/>
                      <a:pt x="0" y="1240"/>
                      <a:pt x="0" y="1943"/>
                    </a:cubicBezTo>
                    <a:cubicBezTo>
                      <a:pt x="12" y="2026"/>
                      <a:pt x="1262" y="2359"/>
                      <a:pt x="1274" y="2443"/>
                    </a:cubicBezTo>
                    <a:cubicBezTo>
                      <a:pt x="1742" y="2491"/>
                      <a:pt x="2194" y="2510"/>
                      <a:pt x="2631" y="2510"/>
                    </a:cubicBezTo>
                    <a:cubicBezTo>
                      <a:pt x="4100" y="2510"/>
                      <a:pt x="5412" y="2299"/>
                      <a:pt x="6661" y="2299"/>
                    </a:cubicBezTo>
                    <a:cubicBezTo>
                      <a:pt x="6687" y="2299"/>
                      <a:pt x="6713" y="2300"/>
                      <a:pt x="6739" y="2300"/>
                    </a:cubicBezTo>
                    <a:cubicBezTo>
                      <a:pt x="8323" y="2300"/>
                      <a:pt x="9894" y="2300"/>
                      <a:pt x="11478" y="2288"/>
                    </a:cubicBezTo>
                    <a:cubicBezTo>
                      <a:pt x="12270" y="2288"/>
                      <a:pt x="13064" y="2294"/>
                      <a:pt x="13858" y="2294"/>
                    </a:cubicBezTo>
                    <a:cubicBezTo>
                      <a:pt x="14651" y="2294"/>
                      <a:pt x="15443" y="2288"/>
                      <a:pt x="16229" y="2264"/>
                    </a:cubicBezTo>
                    <a:cubicBezTo>
                      <a:pt x="17489" y="2227"/>
                      <a:pt x="18752" y="2210"/>
                      <a:pt x="20015" y="2210"/>
                    </a:cubicBezTo>
                    <a:cubicBezTo>
                      <a:pt x="22042" y="2210"/>
                      <a:pt x="24069" y="2255"/>
                      <a:pt x="26087" y="2335"/>
                    </a:cubicBezTo>
                    <a:cubicBezTo>
                      <a:pt x="27730" y="2395"/>
                      <a:pt x="29361" y="2490"/>
                      <a:pt x="30992" y="2586"/>
                    </a:cubicBezTo>
                    <a:cubicBezTo>
                      <a:pt x="31484" y="2613"/>
                      <a:pt x="31980" y="2624"/>
                      <a:pt x="32478" y="2624"/>
                    </a:cubicBezTo>
                    <a:cubicBezTo>
                      <a:pt x="33473" y="2624"/>
                      <a:pt x="34473" y="2582"/>
                      <a:pt x="35457" y="2550"/>
                    </a:cubicBezTo>
                    <a:cubicBezTo>
                      <a:pt x="37222" y="2488"/>
                      <a:pt x="38988" y="2407"/>
                      <a:pt x="40753" y="2407"/>
                    </a:cubicBezTo>
                    <a:cubicBezTo>
                      <a:pt x="41381" y="2407"/>
                      <a:pt x="42009" y="2418"/>
                      <a:pt x="42637" y="2443"/>
                    </a:cubicBezTo>
                    <a:cubicBezTo>
                      <a:pt x="43099" y="2491"/>
                      <a:pt x="43546" y="2510"/>
                      <a:pt x="43979" y="2510"/>
                    </a:cubicBezTo>
                    <a:cubicBezTo>
                      <a:pt x="45433" y="2510"/>
                      <a:pt x="46736" y="2299"/>
                      <a:pt x="47976" y="2299"/>
                    </a:cubicBezTo>
                    <a:cubicBezTo>
                      <a:pt x="48002" y="2299"/>
                      <a:pt x="48028" y="2300"/>
                      <a:pt x="48054" y="2300"/>
                    </a:cubicBezTo>
                    <a:cubicBezTo>
                      <a:pt x="49637" y="2300"/>
                      <a:pt x="51221" y="2300"/>
                      <a:pt x="52805" y="2288"/>
                    </a:cubicBezTo>
                    <a:cubicBezTo>
                      <a:pt x="53703" y="2288"/>
                      <a:pt x="54608" y="2296"/>
                      <a:pt x="55513" y="2296"/>
                    </a:cubicBezTo>
                    <a:cubicBezTo>
                      <a:pt x="56192" y="2296"/>
                      <a:pt x="56870" y="2291"/>
                      <a:pt x="57543" y="2276"/>
                    </a:cubicBezTo>
                    <a:cubicBezTo>
                      <a:pt x="58830" y="2239"/>
                      <a:pt x="60118" y="2221"/>
                      <a:pt x="61407" y="2221"/>
                    </a:cubicBezTo>
                    <a:cubicBezTo>
                      <a:pt x="63410" y="2221"/>
                      <a:pt x="65414" y="2263"/>
                      <a:pt x="67413" y="2335"/>
                    </a:cubicBezTo>
                    <a:cubicBezTo>
                      <a:pt x="69045" y="2395"/>
                      <a:pt x="70676" y="2490"/>
                      <a:pt x="72307" y="2586"/>
                    </a:cubicBezTo>
                    <a:cubicBezTo>
                      <a:pt x="72799" y="2613"/>
                      <a:pt x="73295" y="2624"/>
                      <a:pt x="73793" y="2624"/>
                    </a:cubicBezTo>
                    <a:cubicBezTo>
                      <a:pt x="74787" y="2624"/>
                      <a:pt x="75788" y="2582"/>
                      <a:pt x="76772" y="2550"/>
                    </a:cubicBezTo>
                    <a:cubicBezTo>
                      <a:pt x="78554" y="2493"/>
                      <a:pt x="80336" y="2413"/>
                      <a:pt x="82118" y="2413"/>
                    </a:cubicBezTo>
                    <a:cubicBezTo>
                      <a:pt x="82575" y="2413"/>
                      <a:pt x="83031" y="2419"/>
                      <a:pt x="83487" y="2431"/>
                    </a:cubicBezTo>
                    <a:lnTo>
                      <a:pt x="83487" y="835"/>
                    </a:lnTo>
                    <a:cubicBezTo>
                      <a:pt x="82525" y="911"/>
                      <a:pt x="81556" y="940"/>
                      <a:pt x="80589" y="940"/>
                    </a:cubicBezTo>
                    <a:cubicBezTo>
                      <a:pt x="79726" y="940"/>
                      <a:pt x="78864" y="917"/>
                      <a:pt x="78010" y="883"/>
                    </a:cubicBezTo>
                    <a:lnTo>
                      <a:pt x="77998" y="883"/>
                    </a:lnTo>
                    <a:cubicBezTo>
                      <a:pt x="75248" y="776"/>
                      <a:pt x="72509" y="526"/>
                      <a:pt x="69759" y="359"/>
                    </a:cubicBezTo>
                    <a:cubicBezTo>
                      <a:pt x="66818" y="169"/>
                      <a:pt x="63854" y="109"/>
                      <a:pt x="60901" y="38"/>
                    </a:cubicBezTo>
                    <a:cubicBezTo>
                      <a:pt x="59952" y="13"/>
                      <a:pt x="58972" y="1"/>
                      <a:pt x="5797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33"/>
              <p:cNvSpPr/>
              <p:nvPr/>
            </p:nvSpPr>
            <p:spPr>
              <a:xfrm>
                <a:off x="6518251" y="944665"/>
                <a:ext cx="2696689" cy="113637"/>
              </a:xfrm>
              <a:custGeom>
                <a:avLst/>
                <a:gdLst/>
                <a:ahLst/>
                <a:cxnLst/>
                <a:rect l="l" t="t" r="r" b="b"/>
                <a:pathLst>
                  <a:path w="83392" h="3539" extrusionOk="0">
                    <a:moveTo>
                      <a:pt x="20540" y="0"/>
                    </a:moveTo>
                    <a:cubicBezTo>
                      <a:pt x="20258" y="0"/>
                      <a:pt x="19975" y="1"/>
                      <a:pt x="19694" y="3"/>
                    </a:cubicBezTo>
                    <a:cubicBezTo>
                      <a:pt x="18086" y="3"/>
                      <a:pt x="16467" y="51"/>
                      <a:pt x="14860" y="63"/>
                    </a:cubicBezTo>
                    <a:cubicBezTo>
                      <a:pt x="11245" y="73"/>
                      <a:pt x="6844" y="240"/>
                      <a:pt x="2975" y="240"/>
                    </a:cubicBezTo>
                    <a:cubicBezTo>
                      <a:pt x="2205" y="240"/>
                      <a:pt x="1456" y="233"/>
                      <a:pt x="739" y="218"/>
                    </a:cubicBezTo>
                    <a:lnTo>
                      <a:pt x="739" y="218"/>
                    </a:lnTo>
                    <a:cubicBezTo>
                      <a:pt x="846" y="1122"/>
                      <a:pt x="1" y="1599"/>
                      <a:pt x="36" y="2515"/>
                    </a:cubicBezTo>
                    <a:cubicBezTo>
                      <a:pt x="36" y="2623"/>
                      <a:pt x="1179" y="3397"/>
                      <a:pt x="1179" y="3504"/>
                    </a:cubicBezTo>
                    <a:cubicBezTo>
                      <a:pt x="1506" y="3528"/>
                      <a:pt x="1846" y="3539"/>
                      <a:pt x="2196" y="3539"/>
                    </a:cubicBezTo>
                    <a:cubicBezTo>
                      <a:pt x="4814" y="3539"/>
                      <a:pt x="7990" y="2940"/>
                      <a:pt x="10532" y="2940"/>
                    </a:cubicBezTo>
                    <a:cubicBezTo>
                      <a:pt x="10655" y="2940"/>
                      <a:pt x="10775" y="2941"/>
                      <a:pt x="10895" y="2944"/>
                    </a:cubicBezTo>
                    <a:cubicBezTo>
                      <a:pt x="13895" y="3027"/>
                      <a:pt x="16896" y="3170"/>
                      <a:pt x="19896" y="3218"/>
                    </a:cubicBezTo>
                    <a:cubicBezTo>
                      <a:pt x="20646" y="3230"/>
                      <a:pt x="21396" y="3239"/>
                      <a:pt x="22146" y="3239"/>
                    </a:cubicBezTo>
                    <a:cubicBezTo>
                      <a:pt x="22896" y="3239"/>
                      <a:pt x="23646" y="3230"/>
                      <a:pt x="24397" y="3206"/>
                    </a:cubicBezTo>
                    <a:cubicBezTo>
                      <a:pt x="25837" y="3170"/>
                      <a:pt x="27278" y="3087"/>
                      <a:pt x="28719" y="3039"/>
                    </a:cubicBezTo>
                    <a:cubicBezTo>
                      <a:pt x="30089" y="2994"/>
                      <a:pt x="31464" y="2960"/>
                      <a:pt x="32838" y="2960"/>
                    </a:cubicBezTo>
                    <a:cubicBezTo>
                      <a:pt x="34376" y="2960"/>
                      <a:pt x="35912" y="3003"/>
                      <a:pt x="37434" y="3123"/>
                    </a:cubicBezTo>
                    <a:cubicBezTo>
                      <a:pt x="39101" y="3254"/>
                      <a:pt x="40803" y="3456"/>
                      <a:pt x="42494" y="3492"/>
                    </a:cubicBezTo>
                    <a:cubicBezTo>
                      <a:pt x="42494" y="3492"/>
                      <a:pt x="42494" y="3504"/>
                      <a:pt x="42494" y="3504"/>
                    </a:cubicBezTo>
                    <a:cubicBezTo>
                      <a:pt x="42821" y="3528"/>
                      <a:pt x="43161" y="3539"/>
                      <a:pt x="43511" y="3539"/>
                    </a:cubicBezTo>
                    <a:cubicBezTo>
                      <a:pt x="46129" y="3539"/>
                      <a:pt x="49305" y="2940"/>
                      <a:pt x="51847" y="2940"/>
                    </a:cubicBezTo>
                    <a:cubicBezTo>
                      <a:pt x="51969" y="2940"/>
                      <a:pt x="52090" y="2941"/>
                      <a:pt x="52210" y="2944"/>
                    </a:cubicBezTo>
                    <a:cubicBezTo>
                      <a:pt x="55210" y="3027"/>
                      <a:pt x="58210" y="3170"/>
                      <a:pt x="61211" y="3218"/>
                    </a:cubicBezTo>
                    <a:cubicBezTo>
                      <a:pt x="61961" y="3230"/>
                      <a:pt x="62711" y="3239"/>
                      <a:pt x="63461" y="3239"/>
                    </a:cubicBezTo>
                    <a:cubicBezTo>
                      <a:pt x="64211" y="3239"/>
                      <a:pt x="64961" y="3230"/>
                      <a:pt x="65711" y="3206"/>
                    </a:cubicBezTo>
                    <a:cubicBezTo>
                      <a:pt x="67152" y="3170"/>
                      <a:pt x="68593" y="3087"/>
                      <a:pt x="70033" y="3039"/>
                    </a:cubicBezTo>
                    <a:cubicBezTo>
                      <a:pt x="71403" y="2994"/>
                      <a:pt x="72779" y="2960"/>
                      <a:pt x="74152" y="2960"/>
                    </a:cubicBezTo>
                    <a:cubicBezTo>
                      <a:pt x="75691" y="2960"/>
                      <a:pt x="77226" y="3003"/>
                      <a:pt x="78749" y="3123"/>
                    </a:cubicBezTo>
                    <a:cubicBezTo>
                      <a:pt x="80284" y="3254"/>
                      <a:pt x="81844" y="3432"/>
                      <a:pt x="83392" y="3492"/>
                    </a:cubicBezTo>
                    <a:lnTo>
                      <a:pt x="83392" y="218"/>
                    </a:lnTo>
                    <a:cubicBezTo>
                      <a:pt x="82902" y="202"/>
                      <a:pt x="82412" y="196"/>
                      <a:pt x="81921" y="196"/>
                    </a:cubicBezTo>
                    <a:cubicBezTo>
                      <a:pt x="79738" y="196"/>
                      <a:pt x="77545" y="324"/>
                      <a:pt x="75367" y="372"/>
                    </a:cubicBezTo>
                    <a:cubicBezTo>
                      <a:pt x="75023" y="380"/>
                      <a:pt x="74679" y="384"/>
                      <a:pt x="74335" y="384"/>
                    </a:cubicBezTo>
                    <a:cubicBezTo>
                      <a:pt x="71531" y="384"/>
                      <a:pt x="68750" y="148"/>
                      <a:pt x="65949" y="63"/>
                    </a:cubicBezTo>
                    <a:cubicBezTo>
                      <a:pt x="64588" y="23"/>
                      <a:pt x="63219" y="0"/>
                      <a:pt x="61855" y="0"/>
                    </a:cubicBezTo>
                    <a:cubicBezTo>
                      <a:pt x="61572" y="0"/>
                      <a:pt x="61290" y="1"/>
                      <a:pt x="61008" y="3"/>
                    </a:cubicBezTo>
                    <a:cubicBezTo>
                      <a:pt x="59401" y="3"/>
                      <a:pt x="57782" y="63"/>
                      <a:pt x="56174" y="63"/>
                    </a:cubicBezTo>
                    <a:cubicBezTo>
                      <a:pt x="52560" y="73"/>
                      <a:pt x="48167" y="240"/>
                      <a:pt x="44294" y="240"/>
                    </a:cubicBezTo>
                    <a:cubicBezTo>
                      <a:pt x="43523" y="240"/>
                      <a:pt x="42773" y="233"/>
                      <a:pt x="42054" y="218"/>
                    </a:cubicBezTo>
                    <a:cubicBezTo>
                      <a:pt x="41564" y="202"/>
                      <a:pt x="41074" y="196"/>
                      <a:pt x="40583" y="196"/>
                    </a:cubicBezTo>
                    <a:cubicBezTo>
                      <a:pt x="38404" y="196"/>
                      <a:pt x="36220" y="324"/>
                      <a:pt x="34053" y="372"/>
                    </a:cubicBezTo>
                    <a:cubicBezTo>
                      <a:pt x="33708" y="380"/>
                      <a:pt x="33364" y="384"/>
                      <a:pt x="33021" y="384"/>
                    </a:cubicBezTo>
                    <a:cubicBezTo>
                      <a:pt x="30216" y="384"/>
                      <a:pt x="27435" y="148"/>
                      <a:pt x="24635" y="63"/>
                    </a:cubicBezTo>
                    <a:cubicBezTo>
                      <a:pt x="23274" y="23"/>
                      <a:pt x="21904" y="0"/>
                      <a:pt x="20540" y="0"/>
                    </a:cubicBezTo>
                    <a:close/>
                  </a:path>
                </a:pathLst>
              </a:custGeom>
              <a:solidFill>
                <a:srgbClr val="E29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33"/>
              <p:cNvSpPr/>
              <p:nvPr/>
            </p:nvSpPr>
            <p:spPr>
              <a:xfrm>
                <a:off x="7291764" y="815776"/>
                <a:ext cx="577936" cy="22862"/>
              </a:xfrm>
              <a:custGeom>
                <a:avLst/>
                <a:gdLst/>
                <a:ahLst/>
                <a:cxnLst/>
                <a:rect l="l" t="t" r="r" b="b"/>
                <a:pathLst>
                  <a:path w="17872" h="712" extrusionOk="0">
                    <a:moveTo>
                      <a:pt x="8601" y="1"/>
                    </a:moveTo>
                    <a:cubicBezTo>
                      <a:pt x="5731" y="1"/>
                      <a:pt x="2859" y="98"/>
                      <a:pt x="0" y="314"/>
                    </a:cubicBezTo>
                    <a:cubicBezTo>
                      <a:pt x="3215" y="481"/>
                      <a:pt x="6430" y="672"/>
                      <a:pt x="9656" y="707"/>
                    </a:cubicBezTo>
                    <a:cubicBezTo>
                      <a:pt x="9966" y="710"/>
                      <a:pt x="10277" y="712"/>
                      <a:pt x="10587" y="712"/>
                    </a:cubicBezTo>
                    <a:cubicBezTo>
                      <a:pt x="13010" y="712"/>
                      <a:pt x="15455" y="622"/>
                      <a:pt x="17872" y="326"/>
                    </a:cubicBezTo>
                    <a:cubicBezTo>
                      <a:pt x="17276" y="279"/>
                      <a:pt x="16669" y="243"/>
                      <a:pt x="16074" y="207"/>
                    </a:cubicBezTo>
                    <a:cubicBezTo>
                      <a:pt x="13592" y="74"/>
                      <a:pt x="11097" y="1"/>
                      <a:pt x="86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33"/>
              <p:cNvSpPr/>
              <p:nvPr/>
            </p:nvSpPr>
            <p:spPr>
              <a:xfrm>
                <a:off x="6539044" y="753226"/>
                <a:ext cx="2676284" cy="56578"/>
              </a:xfrm>
              <a:custGeom>
                <a:avLst/>
                <a:gdLst/>
                <a:ahLst/>
                <a:cxnLst/>
                <a:rect l="l" t="t" r="r" b="b"/>
                <a:pathLst>
                  <a:path w="82761" h="1762" extrusionOk="0">
                    <a:moveTo>
                      <a:pt x="56437" y="1"/>
                    </a:moveTo>
                    <a:cubicBezTo>
                      <a:pt x="50871" y="1"/>
                      <a:pt x="43056" y="156"/>
                      <a:pt x="41411" y="238"/>
                    </a:cubicBezTo>
                    <a:cubicBezTo>
                      <a:pt x="39517" y="322"/>
                      <a:pt x="37636" y="346"/>
                      <a:pt x="35743" y="357"/>
                    </a:cubicBezTo>
                    <a:cubicBezTo>
                      <a:pt x="32707" y="357"/>
                      <a:pt x="29659" y="298"/>
                      <a:pt x="26623" y="226"/>
                    </a:cubicBezTo>
                    <a:cubicBezTo>
                      <a:pt x="23575" y="155"/>
                      <a:pt x="20515" y="48"/>
                      <a:pt x="17455" y="12"/>
                    </a:cubicBezTo>
                    <a:cubicBezTo>
                      <a:pt x="16770" y="5"/>
                      <a:pt x="16010" y="1"/>
                      <a:pt x="15202" y="1"/>
                    </a:cubicBezTo>
                    <a:cubicBezTo>
                      <a:pt x="9523" y="1"/>
                      <a:pt x="1449" y="167"/>
                      <a:pt x="1" y="250"/>
                    </a:cubicBezTo>
                    <a:cubicBezTo>
                      <a:pt x="36" y="738"/>
                      <a:pt x="489" y="1096"/>
                      <a:pt x="513" y="1596"/>
                    </a:cubicBezTo>
                    <a:cubicBezTo>
                      <a:pt x="1086" y="1717"/>
                      <a:pt x="1747" y="1759"/>
                      <a:pt x="2448" y="1759"/>
                    </a:cubicBezTo>
                    <a:cubicBezTo>
                      <a:pt x="4059" y="1759"/>
                      <a:pt x="5886" y="1536"/>
                      <a:pt x="7374" y="1536"/>
                    </a:cubicBezTo>
                    <a:cubicBezTo>
                      <a:pt x="7401" y="1536"/>
                      <a:pt x="7427" y="1536"/>
                      <a:pt x="7454" y="1536"/>
                    </a:cubicBezTo>
                    <a:cubicBezTo>
                      <a:pt x="11300" y="1560"/>
                      <a:pt x="15133" y="1560"/>
                      <a:pt x="18967" y="1560"/>
                    </a:cubicBezTo>
                    <a:cubicBezTo>
                      <a:pt x="21896" y="1560"/>
                      <a:pt x="24789" y="1417"/>
                      <a:pt x="27706" y="1274"/>
                    </a:cubicBezTo>
                    <a:cubicBezTo>
                      <a:pt x="29962" y="1159"/>
                      <a:pt x="32218" y="1057"/>
                      <a:pt x="34479" y="1057"/>
                    </a:cubicBezTo>
                    <a:cubicBezTo>
                      <a:pt x="35249" y="1057"/>
                      <a:pt x="36020" y="1068"/>
                      <a:pt x="36791" y="1096"/>
                    </a:cubicBezTo>
                    <a:cubicBezTo>
                      <a:pt x="38470" y="1143"/>
                      <a:pt x="40184" y="1286"/>
                      <a:pt x="41827" y="1584"/>
                    </a:cubicBezTo>
                    <a:lnTo>
                      <a:pt x="41827" y="1596"/>
                    </a:lnTo>
                    <a:cubicBezTo>
                      <a:pt x="42409" y="1719"/>
                      <a:pt x="43080" y="1761"/>
                      <a:pt x="43792" y="1761"/>
                    </a:cubicBezTo>
                    <a:cubicBezTo>
                      <a:pt x="45425" y="1761"/>
                      <a:pt x="47276" y="1536"/>
                      <a:pt x="48769" y="1536"/>
                    </a:cubicBezTo>
                    <a:cubicBezTo>
                      <a:pt x="52614" y="1560"/>
                      <a:pt x="56448" y="1560"/>
                      <a:pt x="60282" y="1560"/>
                    </a:cubicBezTo>
                    <a:cubicBezTo>
                      <a:pt x="63211" y="1560"/>
                      <a:pt x="66104" y="1417"/>
                      <a:pt x="69021" y="1274"/>
                    </a:cubicBezTo>
                    <a:cubicBezTo>
                      <a:pt x="71277" y="1159"/>
                      <a:pt x="73533" y="1057"/>
                      <a:pt x="75794" y="1057"/>
                    </a:cubicBezTo>
                    <a:cubicBezTo>
                      <a:pt x="76564" y="1057"/>
                      <a:pt x="77334" y="1068"/>
                      <a:pt x="78106" y="1096"/>
                    </a:cubicBezTo>
                    <a:cubicBezTo>
                      <a:pt x="79653" y="1143"/>
                      <a:pt x="81237" y="1262"/>
                      <a:pt x="82761" y="1524"/>
                    </a:cubicBezTo>
                    <a:lnTo>
                      <a:pt x="82761" y="238"/>
                    </a:lnTo>
                    <a:cubicBezTo>
                      <a:pt x="80856" y="322"/>
                      <a:pt x="78963" y="346"/>
                      <a:pt x="77058" y="357"/>
                    </a:cubicBezTo>
                    <a:cubicBezTo>
                      <a:pt x="74022" y="357"/>
                      <a:pt x="70974" y="298"/>
                      <a:pt x="67938" y="226"/>
                    </a:cubicBezTo>
                    <a:cubicBezTo>
                      <a:pt x="64890" y="155"/>
                      <a:pt x="61830" y="48"/>
                      <a:pt x="58770" y="12"/>
                    </a:cubicBezTo>
                    <a:cubicBezTo>
                      <a:pt x="58062" y="4"/>
                      <a:pt x="57275" y="1"/>
                      <a:pt x="56437" y="1"/>
                    </a:cubicBezTo>
                    <a:close/>
                  </a:path>
                </a:pathLst>
              </a:custGeom>
              <a:solidFill>
                <a:srgbClr val="3C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33"/>
              <p:cNvSpPr/>
              <p:nvPr/>
            </p:nvSpPr>
            <p:spPr>
              <a:xfrm>
                <a:off x="6551753" y="1068193"/>
                <a:ext cx="2663575" cy="69839"/>
              </a:xfrm>
              <a:custGeom>
                <a:avLst/>
                <a:gdLst/>
                <a:ahLst/>
                <a:cxnLst/>
                <a:rect l="l" t="t" r="r" b="b"/>
                <a:pathLst>
                  <a:path w="82368" h="2175" extrusionOk="0">
                    <a:moveTo>
                      <a:pt x="73179" y="1"/>
                    </a:moveTo>
                    <a:cubicBezTo>
                      <a:pt x="71470" y="1"/>
                      <a:pt x="69755" y="63"/>
                      <a:pt x="68057" y="133"/>
                    </a:cubicBezTo>
                    <a:cubicBezTo>
                      <a:pt x="66592" y="192"/>
                      <a:pt x="65140" y="264"/>
                      <a:pt x="63675" y="288"/>
                    </a:cubicBezTo>
                    <a:cubicBezTo>
                      <a:pt x="63256" y="294"/>
                      <a:pt x="62837" y="297"/>
                      <a:pt x="62418" y="297"/>
                    </a:cubicBezTo>
                    <a:cubicBezTo>
                      <a:pt x="61337" y="297"/>
                      <a:pt x="60256" y="278"/>
                      <a:pt x="59175" y="252"/>
                    </a:cubicBezTo>
                    <a:cubicBezTo>
                      <a:pt x="58456" y="235"/>
                      <a:pt x="57721" y="227"/>
                      <a:pt x="56973" y="227"/>
                    </a:cubicBezTo>
                    <a:cubicBezTo>
                      <a:pt x="52059" y="227"/>
                      <a:pt x="46601" y="553"/>
                      <a:pt x="41744" y="573"/>
                    </a:cubicBezTo>
                    <a:lnTo>
                      <a:pt x="41744" y="562"/>
                    </a:lnTo>
                    <a:cubicBezTo>
                      <a:pt x="39636" y="538"/>
                      <a:pt x="37517" y="252"/>
                      <a:pt x="35433" y="109"/>
                    </a:cubicBezTo>
                    <a:cubicBezTo>
                      <a:pt x="34281" y="33"/>
                      <a:pt x="33121" y="4"/>
                      <a:pt x="31959" y="4"/>
                    </a:cubicBezTo>
                    <a:cubicBezTo>
                      <a:pt x="30217" y="4"/>
                      <a:pt x="28471" y="69"/>
                      <a:pt x="26742" y="133"/>
                    </a:cubicBezTo>
                    <a:cubicBezTo>
                      <a:pt x="25289" y="192"/>
                      <a:pt x="23825" y="264"/>
                      <a:pt x="22372" y="288"/>
                    </a:cubicBezTo>
                    <a:cubicBezTo>
                      <a:pt x="21953" y="294"/>
                      <a:pt x="21534" y="297"/>
                      <a:pt x="21114" y="297"/>
                    </a:cubicBezTo>
                    <a:cubicBezTo>
                      <a:pt x="20030" y="297"/>
                      <a:pt x="18944" y="278"/>
                      <a:pt x="17872" y="252"/>
                    </a:cubicBezTo>
                    <a:cubicBezTo>
                      <a:pt x="17164" y="235"/>
                      <a:pt x="16441" y="228"/>
                      <a:pt x="15706" y="228"/>
                    </a:cubicBezTo>
                    <a:cubicBezTo>
                      <a:pt x="10625" y="228"/>
                      <a:pt x="4972" y="573"/>
                      <a:pt x="0" y="573"/>
                    </a:cubicBezTo>
                    <a:cubicBezTo>
                      <a:pt x="12" y="1038"/>
                      <a:pt x="215" y="1693"/>
                      <a:pt x="215" y="2157"/>
                    </a:cubicBezTo>
                    <a:cubicBezTo>
                      <a:pt x="673" y="2169"/>
                      <a:pt x="1133" y="2174"/>
                      <a:pt x="1595" y="2174"/>
                    </a:cubicBezTo>
                    <a:cubicBezTo>
                      <a:pt x="7038" y="2174"/>
                      <a:pt x="12664" y="1427"/>
                      <a:pt x="17945" y="1427"/>
                    </a:cubicBezTo>
                    <a:cubicBezTo>
                      <a:pt x="18621" y="1427"/>
                      <a:pt x="19292" y="1439"/>
                      <a:pt x="19955" y="1466"/>
                    </a:cubicBezTo>
                    <a:cubicBezTo>
                      <a:pt x="24277" y="1645"/>
                      <a:pt x="28564" y="2050"/>
                      <a:pt x="32897" y="2086"/>
                    </a:cubicBezTo>
                    <a:cubicBezTo>
                      <a:pt x="35779" y="2109"/>
                      <a:pt x="38660" y="2086"/>
                      <a:pt x="41529" y="2157"/>
                    </a:cubicBezTo>
                    <a:cubicBezTo>
                      <a:pt x="41988" y="2169"/>
                      <a:pt x="42448" y="2174"/>
                      <a:pt x="42909" y="2174"/>
                    </a:cubicBezTo>
                    <a:cubicBezTo>
                      <a:pt x="48353" y="2174"/>
                      <a:pt x="53979" y="1427"/>
                      <a:pt x="59259" y="1427"/>
                    </a:cubicBezTo>
                    <a:cubicBezTo>
                      <a:pt x="59936" y="1427"/>
                      <a:pt x="60606" y="1439"/>
                      <a:pt x="61270" y="1466"/>
                    </a:cubicBezTo>
                    <a:cubicBezTo>
                      <a:pt x="65592" y="1645"/>
                      <a:pt x="69878" y="2050"/>
                      <a:pt x="74212" y="2086"/>
                    </a:cubicBezTo>
                    <a:cubicBezTo>
                      <a:pt x="76927" y="2109"/>
                      <a:pt x="79653" y="2086"/>
                      <a:pt x="82368" y="2145"/>
                    </a:cubicBezTo>
                    <a:lnTo>
                      <a:pt x="82368" y="550"/>
                    </a:lnTo>
                    <a:cubicBezTo>
                      <a:pt x="80487" y="478"/>
                      <a:pt x="78606" y="240"/>
                      <a:pt x="76748" y="109"/>
                    </a:cubicBezTo>
                    <a:lnTo>
                      <a:pt x="76736" y="109"/>
                    </a:lnTo>
                    <a:cubicBezTo>
                      <a:pt x="75558" y="31"/>
                      <a:pt x="74370" y="1"/>
                      <a:pt x="7317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33"/>
              <p:cNvSpPr/>
              <p:nvPr/>
            </p:nvSpPr>
            <p:spPr>
              <a:xfrm>
                <a:off x="6535972" y="1149591"/>
                <a:ext cx="2678968" cy="75426"/>
              </a:xfrm>
              <a:custGeom>
                <a:avLst/>
                <a:gdLst/>
                <a:ahLst/>
                <a:cxnLst/>
                <a:rect l="l" t="t" r="r" b="b"/>
                <a:pathLst>
                  <a:path w="82844" h="2349" extrusionOk="0">
                    <a:moveTo>
                      <a:pt x="59549" y="1"/>
                    </a:moveTo>
                    <a:cubicBezTo>
                      <a:pt x="53797" y="1"/>
                      <a:pt x="47289" y="717"/>
                      <a:pt x="41625" y="717"/>
                    </a:cubicBezTo>
                    <a:cubicBezTo>
                      <a:pt x="38553" y="646"/>
                      <a:pt x="35481" y="694"/>
                      <a:pt x="32397" y="646"/>
                    </a:cubicBezTo>
                    <a:cubicBezTo>
                      <a:pt x="28480" y="586"/>
                      <a:pt x="24599" y="229"/>
                      <a:pt x="20693" y="51"/>
                    </a:cubicBezTo>
                    <a:cubicBezTo>
                      <a:pt x="19902" y="17"/>
                      <a:pt x="19090" y="2"/>
                      <a:pt x="18262" y="2"/>
                    </a:cubicBezTo>
                    <a:cubicBezTo>
                      <a:pt x="12522" y="2"/>
                      <a:pt x="6026" y="718"/>
                      <a:pt x="359" y="718"/>
                    </a:cubicBezTo>
                    <a:cubicBezTo>
                      <a:pt x="279" y="718"/>
                      <a:pt x="199" y="718"/>
                      <a:pt x="119" y="717"/>
                    </a:cubicBezTo>
                    <a:lnTo>
                      <a:pt x="119" y="717"/>
                    </a:lnTo>
                    <a:cubicBezTo>
                      <a:pt x="167" y="1313"/>
                      <a:pt x="0" y="1753"/>
                      <a:pt x="36" y="2349"/>
                    </a:cubicBezTo>
                    <a:cubicBezTo>
                      <a:pt x="1473" y="2349"/>
                      <a:pt x="2131" y="1943"/>
                      <a:pt x="2363" y="1943"/>
                    </a:cubicBezTo>
                    <a:cubicBezTo>
                      <a:pt x="2370" y="1943"/>
                      <a:pt x="2376" y="1943"/>
                      <a:pt x="2382" y="1944"/>
                    </a:cubicBezTo>
                    <a:cubicBezTo>
                      <a:pt x="4096" y="1634"/>
                      <a:pt x="5894" y="1515"/>
                      <a:pt x="7597" y="1444"/>
                    </a:cubicBezTo>
                    <a:cubicBezTo>
                      <a:pt x="8553" y="1406"/>
                      <a:pt x="9511" y="1390"/>
                      <a:pt x="10468" y="1390"/>
                    </a:cubicBezTo>
                    <a:cubicBezTo>
                      <a:pt x="13182" y="1390"/>
                      <a:pt x="15896" y="1520"/>
                      <a:pt x="18598" y="1670"/>
                    </a:cubicBezTo>
                    <a:cubicBezTo>
                      <a:pt x="20408" y="1777"/>
                      <a:pt x="22217" y="1884"/>
                      <a:pt x="24027" y="2003"/>
                    </a:cubicBezTo>
                    <a:cubicBezTo>
                      <a:pt x="24824" y="1990"/>
                      <a:pt x="25621" y="1984"/>
                      <a:pt x="26417" y="1984"/>
                    </a:cubicBezTo>
                    <a:cubicBezTo>
                      <a:pt x="31401" y="1984"/>
                      <a:pt x="36372" y="2215"/>
                      <a:pt x="41351" y="2349"/>
                    </a:cubicBezTo>
                    <a:lnTo>
                      <a:pt x="41470" y="2349"/>
                    </a:lnTo>
                    <a:cubicBezTo>
                      <a:pt x="42823" y="2325"/>
                      <a:pt x="43446" y="1943"/>
                      <a:pt x="43677" y="1943"/>
                    </a:cubicBezTo>
                    <a:cubicBezTo>
                      <a:pt x="43684" y="1943"/>
                      <a:pt x="43690" y="1943"/>
                      <a:pt x="43696" y="1944"/>
                    </a:cubicBezTo>
                    <a:cubicBezTo>
                      <a:pt x="45411" y="1634"/>
                      <a:pt x="47209" y="1515"/>
                      <a:pt x="48911" y="1444"/>
                    </a:cubicBezTo>
                    <a:cubicBezTo>
                      <a:pt x="49868" y="1406"/>
                      <a:pt x="50825" y="1390"/>
                      <a:pt x="51783" y="1390"/>
                    </a:cubicBezTo>
                    <a:cubicBezTo>
                      <a:pt x="54496" y="1390"/>
                      <a:pt x="57211" y="1520"/>
                      <a:pt x="59913" y="1670"/>
                    </a:cubicBezTo>
                    <a:cubicBezTo>
                      <a:pt x="61722" y="1777"/>
                      <a:pt x="63532" y="1884"/>
                      <a:pt x="65342" y="2003"/>
                    </a:cubicBezTo>
                    <a:cubicBezTo>
                      <a:pt x="66120" y="1991"/>
                      <a:pt x="66898" y="1985"/>
                      <a:pt x="67675" y="1985"/>
                    </a:cubicBezTo>
                    <a:cubicBezTo>
                      <a:pt x="72714" y="1985"/>
                      <a:pt x="77739" y="2225"/>
                      <a:pt x="82773" y="2349"/>
                    </a:cubicBezTo>
                    <a:cubicBezTo>
                      <a:pt x="82796" y="2349"/>
                      <a:pt x="82820" y="2337"/>
                      <a:pt x="82844" y="2337"/>
                    </a:cubicBezTo>
                    <a:lnTo>
                      <a:pt x="82844" y="717"/>
                    </a:lnTo>
                    <a:cubicBezTo>
                      <a:pt x="79808" y="646"/>
                      <a:pt x="76760" y="694"/>
                      <a:pt x="73712" y="646"/>
                    </a:cubicBezTo>
                    <a:cubicBezTo>
                      <a:pt x="69795" y="586"/>
                      <a:pt x="65913" y="229"/>
                      <a:pt x="62008" y="51"/>
                    </a:cubicBezTo>
                    <a:cubicBezTo>
                      <a:pt x="61208" y="16"/>
                      <a:pt x="60386" y="1"/>
                      <a:pt x="59549" y="1"/>
                    </a:cubicBezTo>
                    <a:close/>
                  </a:path>
                </a:pathLst>
              </a:custGeom>
              <a:solidFill>
                <a:srgbClr val="B7D7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33"/>
              <p:cNvSpPr/>
              <p:nvPr/>
            </p:nvSpPr>
            <p:spPr>
              <a:xfrm>
                <a:off x="8627755" y="815776"/>
                <a:ext cx="577968" cy="22862"/>
              </a:xfrm>
              <a:custGeom>
                <a:avLst/>
                <a:gdLst/>
                <a:ahLst/>
                <a:cxnLst/>
                <a:rect l="l" t="t" r="r" b="b"/>
                <a:pathLst>
                  <a:path w="17873" h="712" extrusionOk="0">
                    <a:moveTo>
                      <a:pt x="8601" y="1"/>
                    </a:moveTo>
                    <a:cubicBezTo>
                      <a:pt x="5732" y="1"/>
                      <a:pt x="2860" y="98"/>
                      <a:pt x="1" y="314"/>
                    </a:cubicBezTo>
                    <a:cubicBezTo>
                      <a:pt x="3216" y="481"/>
                      <a:pt x="6430" y="672"/>
                      <a:pt x="9657" y="707"/>
                    </a:cubicBezTo>
                    <a:cubicBezTo>
                      <a:pt x="9967" y="710"/>
                      <a:pt x="10277" y="712"/>
                      <a:pt x="10588" y="712"/>
                    </a:cubicBezTo>
                    <a:cubicBezTo>
                      <a:pt x="13011" y="712"/>
                      <a:pt x="15456" y="622"/>
                      <a:pt x="17872" y="326"/>
                    </a:cubicBezTo>
                    <a:cubicBezTo>
                      <a:pt x="17277" y="279"/>
                      <a:pt x="16670" y="243"/>
                      <a:pt x="16074" y="207"/>
                    </a:cubicBezTo>
                    <a:cubicBezTo>
                      <a:pt x="13593" y="74"/>
                      <a:pt x="11098" y="1"/>
                      <a:pt x="86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33"/>
              <p:cNvSpPr/>
              <p:nvPr/>
            </p:nvSpPr>
            <p:spPr>
              <a:xfrm>
                <a:off x="8062561" y="1218114"/>
                <a:ext cx="481699" cy="13518"/>
              </a:xfrm>
              <a:custGeom>
                <a:avLst/>
                <a:gdLst/>
                <a:ahLst/>
                <a:cxnLst/>
                <a:rect l="l" t="t" r="r" b="b"/>
                <a:pathLst>
                  <a:path w="14896" h="421" extrusionOk="0">
                    <a:moveTo>
                      <a:pt x="13764" y="0"/>
                    </a:moveTo>
                    <a:cubicBezTo>
                      <a:pt x="9180" y="48"/>
                      <a:pt x="4585" y="131"/>
                      <a:pt x="1" y="238"/>
                    </a:cubicBezTo>
                    <a:cubicBezTo>
                      <a:pt x="2004" y="359"/>
                      <a:pt x="4007" y="420"/>
                      <a:pt x="6010" y="420"/>
                    </a:cubicBezTo>
                    <a:cubicBezTo>
                      <a:pt x="7377" y="420"/>
                      <a:pt x="8743" y="392"/>
                      <a:pt x="10109" y="334"/>
                    </a:cubicBezTo>
                    <a:cubicBezTo>
                      <a:pt x="11704" y="274"/>
                      <a:pt x="13300" y="155"/>
                      <a:pt x="148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33"/>
              <p:cNvSpPr/>
              <p:nvPr/>
            </p:nvSpPr>
            <p:spPr>
              <a:xfrm>
                <a:off x="6532900" y="1252697"/>
                <a:ext cx="2682428" cy="41904"/>
              </a:xfrm>
              <a:custGeom>
                <a:avLst/>
                <a:gdLst/>
                <a:ahLst/>
                <a:cxnLst/>
                <a:rect l="l" t="t" r="r" b="b"/>
                <a:pathLst>
                  <a:path w="82951" h="1305" extrusionOk="0">
                    <a:moveTo>
                      <a:pt x="21178" y="1"/>
                    </a:moveTo>
                    <a:cubicBezTo>
                      <a:pt x="20372" y="1"/>
                      <a:pt x="19568" y="14"/>
                      <a:pt x="18764" y="42"/>
                    </a:cubicBezTo>
                    <a:cubicBezTo>
                      <a:pt x="15911" y="141"/>
                      <a:pt x="13113" y="322"/>
                      <a:pt x="10286" y="322"/>
                    </a:cubicBezTo>
                    <a:cubicBezTo>
                      <a:pt x="9374" y="322"/>
                      <a:pt x="8458" y="303"/>
                      <a:pt x="7537" y="257"/>
                    </a:cubicBezTo>
                    <a:cubicBezTo>
                      <a:pt x="5917" y="173"/>
                      <a:pt x="4298" y="90"/>
                      <a:pt x="2679" y="90"/>
                    </a:cubicBezTo>
                    <a:cubicBezTo>
                      <a:pt x="2346" y="90"/>
                      <a:pt x="786" y="423"/>
                      <a:pt x="119" y="447"/>
                    </a:cubicBezTo>
                    <a:cubicBezTo>
                      <a:pt x="143" y="745"/>
                      <a:pt x="0" y="900"/>
                      <a:pt x="24" y="1197"/>
                    </a:cubicBezTo>
                    <a:cubicBezTo>
                      <a:pt x="150" y="1198"/>
                      <a:pt x="279" y="1199"/>
                      <a:pt x="409" y="1199"/>
                    </a:cubicBezTo>
                    <a:cubicBezTo>
                      <a:pt x="3151" y="1199"/>
                      <a:pt x="6710" y="971"/>
                      <a:pt x="9358" y="959"/>
                    </a:cubicBezTo>
                    <a:cubicBezTo>
                      <a:pt x="10900" y="947"/>
                      <a:pt x="12445" y="938"/>
                      <a:pt x="13990" y="938"/>
                    </a:cubicBezTo>
                    <a:cubicBezTo>
                      <a:pt x="15535" y="938"/>
                      <a:pt x="17080" y="947"/>
                      <a:pt x="18621" y="971"/>
                    </a:cubicBezTo>
                    <a:cubicBezTo>
                      <a:pt x="21669" y="1031"/>
                      <a:pt x="24717" y="1138"/>
                      <a:pt x="27765" y="1197"/>
                    </a:cubicBezTo>
                    <a:cubicBezTo>
                      <a:pt x="30265" y="1257"/>
                      <a:pt x="32769" y="1301"/>
                      <a:pt x="35270" y="1301"/>
                    </a:cubicBezTo>
                    <a:cubicBezTo>
                      <a:pt x="37296" y="1301"/>
                      <a:pt x="39319" y="1272"/>
                      <a:pt x="41339" y="1197"/>
                    </a:cubicBezTo>
                    <a:cubicBezTo>
                      <a:pt x="41465" y="1198"/>
                      <a:pt x="41594" y="1199"/>
                      <a:pt x="41724" y="1199"/>
                    </a:cubicBezTo>
                    <a:cubicBezTo>
                      <a:pt x="44465" y="1199"/>
                      <a:pt x="48025" y="971"/>
                      <a:pt x="50673" y="959"/>
                    </a:cubicBezTo>
                    <a:cubicBezTo>
                      <a:pt x="52215" y="947"/>
                      <a:pt x="53760" y="938"/>
                      <a:pt x="55305" y="938"/>
                    </a:cubicBezTo>
                    <a:cubicBezTo>
                      <a:pt x="56849" y="938"/>
                      <a:pt x="58394" y="947"/>
                      <a:pt x="59936" y="971"/>
                    </a:cubicBezTo>
                    <a:cubicBezTo>
                      <a:pt x="62984" y="1031"/>
                      <a:pt x="66032" y="1138"/>
                      <a:pt x="69080" y="1197"/>
                    </a:cubicBezTo>
                    <a:cubicBezTo>
                      <a:pt x="71613" y="1256"/>
                      <a:pt x="74149" y="1304"/>
                      <a:pt x="76685" y="1304"/>
                    </a:cubicBezTo>
                    <a:cubicBezTo>
                      <a:pt x="78774" y="1304"/>
                      <a:pt x="80864" y="1271"/>
                      <a:pt x="82951" y="1185"/>
                    </a:cubicBezTo>
                    <a:lnTo>
                      <a:pt x="82951" y="435"/>
                    </a:lnTo>
                    <a:cubicBezTo>
                      <a:pt x="81558" y="532"/>
                      <a:pt x="80159" y="570"/>
                      <a:pt x="78757" y="570"/>
                    </a:cubicBezTo>
                    <a:cubicBezTo>
                      <a:pt x="73352" y="570"/>
                      <a:pt x="67891" y="1"/>
                      <a:pt x="62486" y="1"/>
                    </a:cubicBezTo>
                    <a:cubicBezTo>
                      <a:pt x="61682" y="1"/>
                      <a:pt x="60880" y="14"/>
                      <a:pt x="60079" y="42"/>
                    </a:cubicBezTo>
                    <a:cubicBezTo>
                      <a:pt x="57211" y="142"/>
                      <a:pt x="54398" y="317"/>
                      <a:pt x="51556" y="317"/>
                    </a:cubicBezTo>
                    <a:cubicBezTo>
                      <a:pt x="50658" y="317"/>
                      <a:pt x="49758" y="300"/>
                      <a:pt x="48851" y="257"/>
                    </a:cubicBezTo>
                    <a:cubicBezTo>
                      <a:pt x="47232" y="173"/>
                      <a:pt x="45613" y="90"/>
                      <a:pt x="43994" y="90"/>
                    </a:cubicBezTo>
                    <a:cubicBezTo>
                      <a:pt x="43696" y="90"/>
                      <a:pt x="42422" y="352"/>
                      <a:pt x="41672" y="435"/>
                    </a:cubicBezTo>
                    <a:cubicBezTo>
                      <a:pt x="40277" y="532"/>
                      <a:pt x="38876" y="570"/>
                      <a:pt x="37472" y="570"/>
                    </a:cubicBezTo>
                    <a:cubicBezTo>
                      <a:pt x="32061" y="570"/>
                      <a:pt x="26597" y="1"/>
                      <a:pt x="21178" y="1"/>
                    </a:cubicBezTo>
                    <a:close/>
                  </a:path>
                </a:pathLst>
              </a:custGeom>
              <a:solidFill>
                <a:srgbClr val="E29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33"/>
              <p:cNvSpPr/>
              <p:nvPr/>
            </p:nvSpPr>
            <p:spPr>
              <a:xfrm>
                <a:off x="6514015" y="1403485"/>
                <a:ext cx="2701313" cy="84000"/>
              </a:xfrm>
              <a:custGeom>
                <a:avLst/>
                <a:gdLst/>
                <a:ahLst/>
                <a:cxnLst/>
                <a:rect l="l" t="t" r="r" b="b"/>
                <a:pathLst>
                  <a:path w="83535" h="2616" extrusionOk="0">
                    <a:moveTo>
                      <a:pt x="57977" y="1"/>
                    </a:moveTo>
                    <a:cubicBezTo>
                      <a:pt x="52762" y="1"/>
                      <a:pt x="46991" y="324"/>
                      <a:pt x="42268" y="823"/>
                    </a:cubicBezTo>
                    <a:cubicBezTo>
                      <a:pt x="41293" y="899"/>
                      <a:pt x="40308" y="928"/>
                      <a:pt x="39324" y="928"/>
                    </a:cubicBezTo>
                    <a:cubicBezTo>
                      <a:pt x="38445" y="928"/>
                      <a:pt x="37566" y="905"/>
                      <a:pt x="36696" y="871"/>
                    </a:cubicBezTo>
                    <a:cubicBezTo>
                      <a:pt x="33933" y="764"/>
                      <a:pt x="31195" y="526"/>
                      <a:pt x="28445" y="347"/>
                    </a:cubicBezTo>
                    <a:cubicBezTo>
                      <a:pt x="25504" y="168"/>
                      <a:pt x="22551" y="109"/>
                      <a:pt x="19598" y="37"/>
                    </a:cubicBezTo>
                    <a:cubicBezTo>
                      <a:pt x="18661" y="13"/>
                      <a:pt x="17692" y="1"/>
                      <a:pt x="16704" y="1"/>
                    </a:cubicBezTo>
                    <a:cubicBezTo>
                      <a:pt x="11429" y="1"/>
                      <a:pt x="5585" y="334"/>
                      <a:pt x="822" y="835"/>
                    </a:cubicBezTo>
                    <a:cubicBezTo>
                      <a:pt x="834" y="1538"/>
                      <a:pt x="1" y="1240"/>
                      <a:pt x="1" y="1942"/>
                    </a:cubicBezTo>
                    <a:cubicBezTo>
                      <a:pt x="13" y="2014"/>
                      <a:pt x="1275" y="2359"/>
                      <a:pt x="1287" y="2443"/>
                    </a:cubicBezTo>
                    <a:cubicBezTo>
                      <a:pt x="1753" y="2491"/>
                      <a:pt x="2202" y="2509"/>
                      <a:pt x="2637" y="2509"/>
                    </a:cubicBezTo>
                    <a:cubicBezTo>
                      <a:pt x="4136" y="2509"/>
                      <a:pt x="5466" y="2288"/>
                      <a:pt x="6740" y="2288"/>
                    </a:cubicBezTo>
                    <a:cubicBezTo>
                      <a:pt x="7267" y="2292"/>
                      <a:pt x="7795" y="2293"/>
                      <a:pt x="8323" y="2293"/>
                    </a:cubicBezTo>
                    <a:cubicBezTo>
                      <a:pt x="9379" y="2293"/>
                      <a:pt x="10435" y="2288"/>
                      <a:pt x="11490" y="2288"/>
                    </a:cubicBezTo>
                    <a:cubicBezTo>
                      <a:pt x="11744" y="2286"/>
                      <a:pt x="11998" y="2285"/>
                      <a:pt x="12252" y="2285"/>
                    </a:cubicBezTo>
                    <a:cubicBezTo>
                      <a:pt x="12896" y="2285"/>
                      <a:pt x="13540" y="2290"/>
                      <a:pt x="14183" y="2290"/>
                    </a:cubicBezTo>
                    <a:cubicBezTo>
                      <a:pt x="14869" y="2290"/>
                      <a:pt x="15555" y="2285"/>
                      <a:pt x="16241" y="2264"/>
                    </a:cubicBezTo>
                    <a:cubicBezTo>
                      <a:pt x="17527" y="2227"/>
                      <a:pt x="18814" y="2209"/>
                      <a:pt x="20100" y="2209"/>
                    </a:cubicBezTo>
                    <a:cubicBezTo>
                      <a:pt x="22100" y="2209"/>
                      <a:pt x="24100" y="2251"/>
                      <a:pt x="26099" y="2323"/>
                    </a:cubicBezTo>
                    <a:cubicBezTo>
                      <a:pt x="27730" y="2395"/>
                      <a:pt x="29361" y="2490"/>
                      <a:pt x="30993" y="2573"/>
                    </a:cubicBezTo>
                    <a:cubicBezTo>
                      <a:pt x="31533" y="2604"/>
                      <a:pt x="32075" y="2615"/>
                      <a:pt x="32617" y="2615"/>
                    </a:cubicBezTo>
                    <a:cubicBezTo>
                      <a:pt x="33569" y="2615"/>
                      <a:pt x="34521" y="2580"/>
                      <a:pt x="35469" y="2550"/>
                    </a:cubicBezTo>
                    <a:cubicBezTo>
                      <a:pt x="37226" y="2488"/>
                      <a:pt x="38995" y="2407"/>
                      <a:pt x="40759" y="2407"/>
                    </a:cubicBezTo>
                    <a:cubicBezTo>
                      <a:pt x="41386" y="2407"/>
                      <a:pt x="42012" y="2418"/>
                      <a:pt x="42637" y="2443"/>
                    </a:cubicBezTo>
                    <a:cubicBezTo>
                      <a:pt x="43102" y="2491"/>
                      <a:pt x="43550" y="2510"/>
                      <a:pt x="43984" y="2510"/>
                    </a:cubicBezTo>
                    <a:cubicBezTo>
                      <a:pt x="45441" y="2510"/>
                      <a:pt x="46737" y="2299"/>
                      <a:pt x="47976" y="2299"/>
                    </a:cubicBezTo>
                    <a:cubicBezTo>
                      <a:pt x="48002" y="2299"/>
                      <a:pt x="48028" y="2299"/>
                      <a:pt x="48054" y="2300"/>
                    </a:cubicBezTo>
                    <a:cubicBezTo>
                      <a:pt x="49638" y="2300"/>
                      <a:pt x="51221" y="2300"/>
                      <a:pt x="52805" y="2288"/>
                    </a:cubicBezTo>
                    <a:cubicBezTo>
                      <a:pt x="53059" y="2286"/>
                      <a:pt x="53313" y="2285"/>
                      <a:pt x="53567" y="2285"/>
                    </a:cubicBezTo>
                    <a:cubicBezTo>
                      <a:pt x="54210" y="2285"/>
                      <a:pt x="54854" y="2290"/>
                      <a:pt x="55498" y="2290"/>
                    </a:cubicBezTo>
                    <a:cubicBezTo>
                      <a:pt x="56184" y="2290"/>
                      <a:pt x="56870" y="2285"/>
                      <a:pt x="57555" y="2264"/>
                    </a:cubicBezTo>
                    <a:cubicBezTo>
                      <a:pt x="58816" y="2227"/>
                      <a:pt x="60077" y="2210"/>
                      <a:pt x="61338" y="2210"/>
                    </a:cubicBezTo>
                    <a:cubicBezTo>
                      <a:pt x="63363" y="2210"/>
                      <a:pt x="65389" y="2255"/>
                      <a:pt x="67414" y="2335"/>
                    </a:cubicBezTo>
                    <a:cubicBezTo>
                      <a:pt x="69045" y="2395"/>
                      <a:pt x="70676" y="2490"/>
                      <a:pt x="72319" y="2573"/>
                    </a:cubicBezTo>
                    <a:cubicBezTo>
                      <a:pt x="72855" y="2604"/>
                      <a:pt x="73396" y="2615"/>
                      <a:pt x="73938" y="2615"/>
                    </a:cubicBezTo>
                    <a:cubicBezTo>
                      <a:pt x="74889" y="2615"/>
                      <a:pt x="75844" y="2580"/>
                      <a:pt x="76784" y="2550"/>
                    </a:cubicBezTo>
                    <a:cubicBezTo>
                      <a:pt x="78508" y="2486"/>
                      <a:pt x="80245" y="2407"/>
                      <a:pt x="81981" y="2407"/>
                    </a:cubicBezTo>
                    <a:cubicBezTo>
                      <a:pt x="82499" y="2407"/>
                      <a:pt x="83017" y="2414"/>
                      <a:pt x="83535" y="2431"/>
                    </a:cubicBezTo>
                    <a:lnTo>
                      <a:pt x="83535" y="835"/>
                    </a:lnTo>
                    <a:cubicBezTo>
                      <a:pt x="82591" y="903"/>
                      <a:pt x="81641" y="929"/>
                      <a:pt x="80691" y="929"/>
                    </a:cubicBezTo>
                    <a:cubicBezTo>
                      <a:pt x="79795" y="929"/>
                      <a:pt x="78900" y="906"/>
                      <a:pt x="78010" y="871"/>
                    </a:cubicBezTo>
                    <a:cubicBezTo>
                      <a:pt x="75248" y="764"/>
                      <a:pt x="72510" y="526"/>
                      <a:pt x="69771" y="347"/>
                    </a:cubicBezTo>
                    <a:cubicBezTo>
                      <a:pt x="66830" y="168"/>
                      <a:pt x="63866" y="109"/>
                      <a:pt x="60913" y="37"/>
                    </a:cubicBezTo>
                    <a:cubicBezTo>
                      <a:pt x="59963" y="13"/>
                      <a:pt x="58980" y="1"/>
                      <a:pt x="57977" y="1"/>
                    </a:cubicBezTo>
                    <a:close/>
                  </a:path>
                </a:pathLst>
              </a:custGeom>
              <a:solidFill>
                <a:srgbClr val="3C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33"/>
              <p:cNvSpPr/>
              <p:nvPr/>
            </p:nvSpPr>
            <p:spPr>
              <a:xfrm>
                <a:off x="6517087" y="1503315"/>
                <a:ext cx="2698241" cy="113926"/>
              </a:xfrm>
              <a:custGeom>
                <a:avLst/>
                <a:gdLst/>
                <a:ahLst/>
                <a:cxnLst/>
                <a:rect l="l" t="t" r="r" b="b"/>
                <a:pathLst>
                  <a:path w="83440" h="3548" extrusionOk="0">
                    <a:moveTo>
                      <a:pt x="19694" y="0"/>
                    </a:moveTo>
                    <a:cubicBezTo>
                      <a:pt x="18075" y="12"/>
                      <a:pt x="16467" y="60"/>
                      <a:pt x="14848" y="60"/>
                    </a:cubicBezTo>
                    <a:cubicBezTo>
                      <a:pt x="11286" y="70"/>
                      <a:pt x="6947" y="241"/>
                      <a:pt x="3105" y="241"/>
                    </a:cubicBezTo>
                    <a:cubicBezTo>
                      <a:pt x="2285" y="241"/>
                      <a:pt x="1489" y="233"/>
                      <a:pt x="727" y="215"/>
                    </a:cubicBezTo>
                    <a:lnTo>
                      <a:pt x="727" y="215"/>
                    </a:lnTo>
                    <a:cubicBezTo>
                      <a:pt x="846" y="1131"/>
                      <a:pt x="1" y="1608"/>
                      <a:pt x="37" y="2524"/>
                    </a:cubicBezTo>
                    <a:cubicBezTo>
                      <a:pt x="37" y="2632"/>
                      <a:pt x="1168" y="3405"/>
                      <a:pt x="1168" y="3501"/>
                    </a:cubicBezTo>
                    <a:cubicBezTo>
                      <a:pt x="1508" y="3527"/>
                      <a:pt x="1862" y="3539"/>
                      <a:pt x="2227" y="3539"/>
                    </a:cubicBezTo>
                    <a:cubicBezTo>
                      <a:pt x="4825" y="3539"/>
                      <a:pt x="7949" y="2947"/>
                      <a:pt x="10478" y="2947"/>
                    </a:cubicBezTo>
                    <a:cubicBezTo>
                      <a:pt x="10619" y="2947"/>
                      <a:pt x="10758" y="2949"/>
                      <a:pt x="10895" y="2953"/>
                    </a:cubicBezTo>
                    <a:cubicBezTo>
                      <a:pt x="13896" y="3024"/>
                      <a:pt x="16884" y="3167"/>
                      <a:pt x="19896" y="3227"/>
                    </a:cubicBezTo>
                    <a:cubicBezTo>
                      <a:pt x="20571" y="3238"/>
                      <a:pt x="21245" y="3243"/>
                      <a:pt x="21919" y="3243"/>
                    </a:cubicBezTo>
                    <a:cubicBezTo>
                      <a:pt x="22745" y="3243"/>
                      <a:pt x="23571" y="3235"/>
                      <a:pt x="24397" y="3215"/>
                    </a:cubicBezTo>
                    <a:cubicBezTo>
                      <a:pt x="25837" y="3167"/>
                      <a:pt x="27278" y="3096"/>
                      <a:pt x="28719" y="3036"/>
                    </a:cubicBezTo>
                    <a:cubicBezTo>
                      <a:pt x="30059" y="2992"/>
                      <a:pt x="31407" y="2958"/>
                      <a:pt x="32755" y="2958"/>
                    </a:cubicBezTo>
                    <a:cubicBezTo>
                      <a:pt x="34316" y="2958"/>
                      <a:pt x="35876" y="3004"/>
                      <a:pt x="37422" y="3132"/>
                    </a:cubicBezTo>
                    <a:cubicBezTo>
                      <a:pt x="39101" y="3263"/>
                      <a:pt x="40792" y="3465"/>
                      <a:pt x="42482" y="3501"/>
                    </a:cubicBezTo>
                    <a:cubicBezTo>
                      <a:pt x="42482" y="3501"/>
                      <a:pt x="42482" y="3501"/>
                      <a:pt x="42482" y="3513"/>
                    </a:cubicBezTo>
                    <a:cubicBezTo>
                      <a:pt x="42807" y="3537"/>
                      <a:pt x="43144" y="3547"/>
                      <a:pt x="43490" y="3547"/>
                    </a:cubicBezTo>
                    <a:cubicBezTo>
                      <a:pt x="46099" y="3547"/>
                      <a:pt x="49247" y="2947"/>
                      <a:pt x="51792" y="2947"/>
                    </a:cubicBezTo>
                    <a:cubicBezTo>
                      <a:pt x="51934" y="2947"/>
                      <a:pt x="52073" y="2949"/>
                      <a:pt x="52210" y="2953"/>
                    </a:cubicBezTo>
                    <a:cubicBezTo>
                      <a:pt x="55210" y="3024"/>
                      <a:pt x="58199" y="3179"/>
                      <a:pt x="61211" y="3227"/>
                    </a:cubicBezTo>
                    <a:cubicBezTo>
                      <a:pt x="61885" y="3238"/>
                      <a:pt x="62560" y="3243"/>
                      <a:pt x="63234" y="3243"/>
                    </a:cubicBezTo>
                    <a:cubicBezTo>
                      <a:pt x="64060" y="3243"/>
                      <a:pt x="64886" y="3235"/>
                      <a:pt x="65712" y="3215"/>
                    </a:cubicBezTo>
                    <a:cubicBezTo>
                      <a:pt x="67152" y="3167"/>
                      <a:pt x="68593" y="3096"/>
                      <a:pt x="70033" y="3048"/>
                    </a:cubicBezTo>
                    <a:cubicBezTo>
                      <a:pt x="71404" y="2998"/>
                      <a:pt x="72782" y="2960"/>
                      <a:pt x="74160" y="2960"/>
                    </a:cubicBezTo>
                    <a:cubicBezTo>
                      <a:pt x="75691" y="2960"/>
                      <a:pt x="77220" y="3006"/>
                      <a:pt x="78737" y="3132"/>
                    </a:cubicBezTo>
                    <a:cubicBezTo>
                      <a:pt x="80297" y="3251"/>
                      <a:pt x="81868" y="3441"/>
                      <a:pt x="83440" y="3489"/>
                    </a:cubicBezTo>
                    <a:lnTo>
                      <a:pt x="83440" y="226"/>
                    </a:lnTo>
                    <a:cubicBezTo>
                      <a:pt x="82917" y="208"/>
                      <a:pt x="82395" y="200"/>
                      <a:pt x="81871" y="200"/>
                    </a:cubicBezTo>
                    <a:cubicBezTo>
                      <a:pt x="79700" y="200"/>
                      <a:pt x="77524" y="333"/>
                      <a:pt x="75356" y="381"/>
                    </a:cubicBezTo>
                    <a:cubicBezTo>
                      <a:pt x="75013" y="389"/>
                      <a:pt x="74670" y="393"/>
                      <a:pt x="74327" y="393"/>
                    </a:cubicBezTo>
                    <a:cubicBezTo>
                      <a:pt x="71531" y="393"/>
                      <a:pt x="68750" y="157"/>
                      <a:pt x="65950" y="72"/>
                    </a:cubicBezTo>
                    <a:cubicBezTo>
                      <a:pt x="64307" y="24"/>
                      <a:pt x="62652" y="0"/>
                      <a:pt x="61009" y="0"/>
                    </a:cubicBezTo>
                    <a:cubicBezTo>
                      <a:pt x="59389" y="12"/>
                      <a:pt x="57782" y="60"/>
                      <a:pt x="56175" y="60"/>
                    </a:cubicBezTo>
                    <a:cubicBezTo>
                      <a:pt x="52602" y="70"/>
                      <a:pt x="48262" y="241"/>
                      <a:pt x="44419" y="241"/>
                    </a:cubicBezTo>
                    <a:cubicBezTo>
                      <a:pt x="43600" y="241"/>
                      <a:pt x="42804" y="233"/>
                      <a:pt x="42042" y="215"/>
                    </a:cubicBezTo>
                    <a:cubicBezTo>
                      <a:pt x="41611" y="203"/>
                      <a:pt x="41179" y="198"/>
                      <a:pt x="40747" y="198"/>
                    </a:cubicBezTo>
                    <a:cubicBezTo>
                      <a:pt x="38518" y="198"/>
                      <a:pt x="36275" y="331"/>
                      <a:pt x="34041" y="381"/>
                    </a:cubicBezTo>
                    <a:cubicBezTo>
                      <a:pt x="33698" y="389"/>
                      <a:pt x="33355" y="393"/>
                      <a:pt x="33013" y="393"/>
                    </a:cubicBezTo>
                    <a:cubicBezTo>
                      <a:pt x="30216" y="393"/>
                      <a:pt x="27435" y="157"/>
                      <a:pt x="24635" y="72"/>
                    </a:cubicBezTo>
                    <a:cubicBezTo>
                      <a:pt x="22992" y="24"/>
                      <a:pt x="21337" y="0"/>
                      <a:pt x="19694" y="0"/>
                    </a:cubicBezTo>
                    <a:close/>
                  </a:path>
                </a:pathLst>
              </a:custGeom>
              <a:solidFill>
                <a:srgbClr val="B7D7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33"/>
              <p:cNvSpPr/>
              <p:nvPr/>
            </p:nvSpPr>
            <p:spPr>
              <a:xfrm>
                <a:off x="7290600" y="1374426"/>
                <a:ext cx="577548" cy="22894"/>
              </a:xfrm>
              <a:custGeom>
                <a:avLst/>
                <a:gdLst/>
                <a:ahLst/>
                <a:cxnLst/>
                <a:rect l="l" t="t" r="r" b="b"/>
                <a:pathLst>
                  <a:path w="17860" h="713" extrusionOk="0">
                    <a:moveTo>
                      <a:pt x="8582" y="1"/>
                    </a:moveTo>
                    <a:cubicBezTo>
                      <a:pt x="5719" y="1"/>
                      <a:pt x="2853" y="101"/>
                      <a:pt x="1" y="323"/>
                    </a:cubicBezTo>
                    <a:cubicBezTo>
                      <a:pt x="3215" y="490"/>
                      <a:pt x="6430" y="669"/>
                      <a:pt x="9645" y="704"/>
                    </a:cubicBezTo>
                    <a:cubicBezTo>
                      <a:pt x="10056" y="710"/>
                      <a:pt x="10469" y="713"/>
                      <a:pt x="10881" y="713"/>
                    </a:cubicBezTo>
                    <a:cubicBezTo>
                      <a:pt x="13213" y="713"/>
                      <a:pt x="15553" y="619"/>
                      <a:pt x="17860" y="335"/>
                    </a:cubicBezTo>
                    <a:cubicBezTo>
                      <a:pt x="17265" y="288"/>
                      <a:pt x="16669" y="252"/>
                      <a:pt x="16074" y="216"/>
                    </a:cubicBezTo>
                    <a:cubicBezTo>
                      <a:pt x="13586" y="77"/>
                      <a:pt x="11085" y="1"/>
                      <a:pt x="858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33"/>
              <p:cNvSpPr/>
              <p:nvPr/>
            </p:nvSpPr>
            <p:spPr>
              <a:xfrm>
                <a:off x="6537880" y="1311811"/>
                <a:ext cx="2677448" cy="56706"/>
              </a:xfrm>
              <a:custGeom>
                <a:avLst/>
                <a:gdLst/>
                <a:ahLst/>
                <a:cxnLst/>
                <a:rect l="l" t="t" r="r" b="b"/>
                <a:pathLst>
                  <a:path w="82797" h="1766" extrusionOk="0">
                    <a:moveTo>
                      <a:pt x="15198" y="0"/>
                    </a:moveTo>
                    <a:cubicBezTo>
                      <a:pt x="9511" y="0"/>
                      <a:pt x="1439" y="166"/>
                      <a:pt x="1" y="249"/>
                    </a:cubicBezTo>
                    <a:cubicBezTo>
                      <a:pt x="25" y="749"/>
                      <a:pt x="489" y="1107"/>
                      <a:pt x="501" y="1595"/>
                    </a:cubicBezTo>
                    <a:cubicBezTo>
                      <a:pt x="1090" y="1722"/>
                      <a:pt x="1767" y="1766"/>
                      <a:pt x="2485" y="1766"/>
                    </a:cubicBezTo>
                    <a:cubicBezTo>
                      <a:pt x="4087" y="1766"/>
                      <a:pt x="5892" y="1547"/>
                      <a:pt x="7374" y="1547"/>
                    </a:cubicBezTo>
                    <a:cubicBezTo>
                      <a:pt x="7401" y="1547"/>
                      <a:pt x="7427" y="1547"/>
                      <a:pt x="7454" y="1547"/>
                    </a:cubicBezTo>
                    <a:cubicBezTo>
                      <a:pt x="11288" y="1559"/>
                      <a:pt x="15134" y="1559"/>
                      <a:pt x="18968" y="1559"/>
                    </a:cubicBezTo>
                    <a:cubicBezTo>
                      <a:pt x="21885" y="1559"/>
                      <a:pt x="24790" y="1428"/>
                      <a:pt x="27695" y="1273"/>
                    </a:cubicBezTo>
                    <a:cubicBezTo>
                      <a:pt x="29951" y="1158"/>
                      <a:pt x="32213" y="1056"/>
                      <a:pt x="34473" y="1056"/>
                    </a:cubicBezTo>
                    <a:cubicBezTo>
                      <a:pt x="35242" y="1056"/>
                      <a:pt x="36011" y="1067"/>
                      <a:pt x="36779" y="1095"/>
                    </a:cubicBezTo>
                    <a:cubicBezTo>
                      <a:pt x="38470" y="1154"/>
                      <a:pt x="40173" y="1285"/>
                      <a:pt x="41816" y="1595"/>
                    </a:cubicBezTo>
                    <a:cubicBezTo>
                      <a:pt x="42405" y="1722"/>
                      <a:pt x="43082" y="1766"/>
                      <a:pt x="43800" y="1766"/>
                    </a:cubicBezTo>
                    <a:cubicBezTo>
                      <a:pt x="45402" y="1766"/>
                      <a:pt x="47206" y="1547"/>
                      <a:pt x="48688" y="1547"/>
                    </a:cubicBezTo>
                    <a:cubicBezTo>
                      <a:pt x="48715" y="1547"/>
                      <a:pt x="48742" y="1547"/>
                      <a:pt x="48769" y="1547"/>
                    </a:cubicBezTo>
                    <a:cubicBezTo>
                      <a:pt x="52603" y="1559"/>
                      <a:pt x="56448" y="1559"/>
                      <a:pt x="60282" y="1559"/>
                    </a:cubicBezTo>
                    <a:cubicBezTo>
                      <a:pt x="63199" y="1559"/>
                      <a:pt x="66104" y="1428"/>
                      <a:pt x="69009" y="1285"/>
                    </a:cubicBezTo>
                    <a:cubicBezTo>
                      <a:pt x="71322" y="1167"/>
                      <a:pt x="73642" y="1062"/>
                      <a:pt x="75958" y="1062"/>
                    </a:cubicBezTo>
                    <a:cubicBezTo>
                      <a:pt x="76670" y="1062"/>
                      <a:pt x="77382" y="1072"/>
                      <a:pt x="78094" y="1095"/>
                    </a:cubicBezTo>
                    <a:cubicBezTo>
                      <a:pt x="79666" y="1154"/>
                      <a:pt x="81261" y="1273"/>
                      <a:pt x="82797" y="1535"/>
                    </a:cubicBezTo>
                    <a:lnTo>
                      <a:pt x="82797" y="249"/>
                    </a:lnTo>
                    <a:cubicBezTo>
                      <a:pt x="80880" y="321"/>
                      <a:pt x="78963" y="356"/>
                      <a:pt x="77058" y="356"/>
                    </a:cubicBezTo>
                    <a:cubicBezTo>
                      <a:pt x="76832" y="357"/>
                      <a:pt x="76606" y="358"/>
                      <a:pt x="76380" y="358"/>
                    </a:cubicBezTo>
                    <a:cubicBezTo>
                      <a:pt x="73560" y="358"/>
                      <a:pt x="70749" y="292"/>
                      <a:pt x="67938" y="225"/>
                    </a:cubicBezTo>
                    <a:cubicBezTo>
                      <a:pt x="64878" y="166"/>
                      <a:pt x="61830" y="47"/>
                      <a:pt x="58770" y="11"/>
                    </a:cubicBezTo>
                    <a:cubicBezTo>
                      <a:pt x="58095" y="4"/>
                      <a:pt x="57349" y="0"/>
                      <a:pt x="56555" y="0"/>
                    </a:cubicBezTo>
                    <a:cubicBezTo>
                      <a:pt x="50976" y="0"/>
                      <a:pt x="43067" y="166"/>
                      <a:pt x="41399" y="249"/>
                    </a:cubicBezTo>
                    <a:cubicBezTo>
                      <a:pt x="39518" y="321"/>
                      <a:pt x="37625" y="356"/>
                      <a:pt x="35743" y="356"/>
                    </a:cubicBezTo>
                    <a:cubicBezTo>
                      <a:pt x="35517" y="357"/>
                      <a:pt x="35291" y="358"/>
                      <a:pt x="35065" y="358"/>
                    </a:cubicBezTo>
                    <a:cubicBezTo>
                      <a:pt x="32245" y="358"/>
                      <a:pt x="29434" y="292"/>
                      <a:pt x="26623" y="225"/>
                    </a:cubicBezTo>
                    <a:cubicBezTo>
                      <a:pt x="23563" y="166"/>
                      <a:pt x="20515" y="47"/>
                      <a:pt x="17455" y="11"/>
                    </a:cubicBezTo>
                    <a:cubicBezTo>
                      <a:pt x="16769" y="4"/>
                      <a:pt x="16008" y="0"/>
                      <a:pt x="15198" y="0"/>
                    </a:cubicBezTo>
                    <a:close/>
                  </a:path>
                </a:pathLst>
              </a:custGeom>
              <a:solidFill>
                <a:srgbClr val="3C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33"/>
              <p:cNvSpPr/>
              <p:nvPr/>
            </p:nvSpPr>
            <p:spPr>
              <a:xfrm>
                <a:off x="6550588" y="1627131"/>
                <a:ext cx="2664739" cy="69807"/>
              </a:xfrm>
              <a:custGeom>
                <a:avLst/>
                <a:gdLst/>
                <a:ahLst/>
                <a:cxnLst/>
                <a:rect l="l" t="t" r="r" b="b"/>
                <a:pathLst>
                  <a:path w="82404" h="2174" extrusionOk="0">
                    <a:moveTo>
                      <a:pt x="31865" y="1"/>
                    </a:moveTo>
                    <a:cubicBezTo>
                      <a:pt x="30155" y="1"/>
                      <a:pt x="28440" y="63"/>
                      <a:pt x="26742" y="133"/>
                    </a:cubicBezTo>
                    <a:cubicBezTo>
                      <a:pt x="25278" y="180"/>
                      <a:pt x="23825" y="264"/>
                      <a:pt x="22361" y="288"/>
                    </a:cubicBezTo>
                    <a:cubicBezTo>
                      <a:pt x="21986" y="291"/>
                      <a:pt x="21611" y="292"/>
                      <a:pt x="21236" y="292"/>
                    </a:cubicBezTo>
                    <a:cubicBezTo>
                      <a:pt x="20110" y="292"/>
                      <a:pt x="18985" y="279"/>
                      <a:pt x="17860" y="252"/>
                    </a:cubicBezTo>
                    <a:cubicBezTo>
                      <a:pt x="17116" y="233"/>
                      <a:pt x="16353" y="225"/>
                      <a:pt x="15578" y="225"/>
                    </a:cubicBezTo>
                    <a:cubicBezTo>
                      <a:pt x="10536" y="225"/>
                      <a:pt x="4933" y="573"/>
                      <a:pt x="1" y="573"/>
                    </a:cubicBezTo>
                    <a:cubicBezTo>
                      <a:pt x="13" y="1038"/>
                      <a:pt x="215" y="1693"/>
                      <a:pt x="215" y="2157"/>
                    </a:cubicBezTo>
                    <a:cubicBezTo>
                      <a:pt x="673" y="2169"/>
                      <a:pt x="1134" y="2174"/>
                      <a:pt x="1595" y="2174"/>
                    </a:cubicBezTo>
                    <a:cubicBezTo>
                      <a:pt x="7039" y="2174"/>
                      <a:pt x="12665" y="1426"/>
                      <a:pt x="17945" y="1426"/>
                    </a:cubicBezTo>
                    <a:cubicBezTo>
                      <a:pt x="18621" y="1426"/>
                      <a:pt x="19292" y="1439"/>
                      <a:pt x="19956" y="1466"/>
                    </a:cubicBezTo>
                    <a:cubicBezTo>
                      <a:pt x="24266" y="1645"/>
                      <a:pt x="28564" y="2050"/>
                      <a:pt x="32886" y="2085"/>
                    </a:cubicBezTo>
                    <a:cubicBezTo>
                      <a:pt x="35767" y="2109"/>
                      <a:pt x="38648" y="2074"/>
                      <a:pt x="41530" y="2157"/>
                    </a:cubicBezTo>
                    <a:cubicBezTo>
                      <a:pt x="41988" y="2169"/>
                      <a:pt x="42448" y="2174"/>
                      <a:pt x="42910" y="2174"/>
                    </a:cubicBezTo>
                    <a:cubicBezTo>
                      <a:pt x="48353" y="2174"/>
                      <a:pt x="53979" y="1426"/>
                      <a:pt x="59260" y="1426"/>
                    </a:cubicBezTo>
                    <a:cubicBezTo>
                      <a:pt x="59936" y="1426"/>
                      <a:pt x="60607" y="1439"/>
                      <a:pt x="61270" y="1466"/>
                    </a:cubicBezTo>
                    <a:cubicBezTo>
                      <a:pt x="65580" y="1633"/>
                      <a:pt x="69879" y="2050"/>
                      <a:pt x="74201" y="2085"/>
                    </a:cubicBezTo>
                    <a:cubicBezTo>
                      <a:pt x="76939" y="2109"/>
                      <a:pt x="79677" y="2085"/>
                      <a:pt x="82404" y="2145"/>
                    </a:cubicBezTo>
                    <a:lnTo>
                      <a:pt x="82404" y="550"/>
                    </a:lnTo>
                    <a:cubicBezTo>
                      <a:pt x="80511" y="478"/>
                      <a:pt x="78606" y="240"/>
                      <a:pt x="76737" y="109"/>
                    </a:cubicBezTo>
                    <a:cubicBezTo>
                      <a:pt x="75553" y="31"/>
                      <a:pt x="74362" y="1"/>
                      <a:pt x="73171" y="1"/>
                    </a:cubicBezTo>
                    <a:cubicBezTo>
                      <a:pt x="71460" y="1"/>
                      <a:pt x="69748" y="63"/>
                      <a:pt x="68057" y="133"/>
                    </a:cubicBezTo>
                    <a:cubicBezTo>
                      <a:pt x="66592" y="180"/>
                      <a:pt x="65140" y="264"/>
                      <a:pt x="63675" y="288"/>
                    </a:cubicBezTo>
                    <a:cubicBezTo>
                      <a:pt x="63300" y="291"/>
                      <a:pt x="62925" y="292"/>
                      <a:pt x="62550" y="292"/>
                    </a:cubicBezTo>
                    <a:cubicBezTo>
                      <a:pt x="61425" y="292"/>
                      <a:pt x="60300" y="279"/>
                      <a:pt x="59175" y="252"/>
                    </a:cubicBezTo>
                    <a:cubicBezTo>
                      <a:pt x="58453" y="235"/>
                      <a:pt x="57716" y="227"/>
                      <a:pt x="56965" y="227"/>
                    </a:cubicBezTo>
                    <a:cubicBezTo>
                      <a:pt x="52044" y="227"/>
                      <a:pt x="46589" y="551"/>
                      <a:pt x="41744" y="561"/>
                    </a:cubicBezTo>
                    <a:cubicBezTo>
                      <a:pt x="39637" y="538"/>
                      <a:pt x="37505" y="252"/>
                      <a:pt x="35422" y="109"/>
                    </a:cubicBezTo>
                    <a:cubicBezTo>
                      <a:pt x="34244" y="31"/>
                      <a:pt x="33055" y="1"/>
                      <a:pt x="318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33"/>
              <p:cNvSpPr/>
              <p:nvPr/>
            </p:nvSpPr>
            <p:spPr>
              <a:xfrm>
                <a:off x="6534420" y="1708434"/>
                <a:ext cx="2680520" cy="75137"/>
              </a:xfrm>
              <a:custGeom>
                <a:avLst/>
                <a:gdLst/>
                <a:ahLst/>
                <a:cxnLst/>
                <a:rect l="l" t="t" r="r" b="b"/>
                <a:pathLst>
                  <a:path w="82892" h="2340" extrusionOk="0">
                    <a:moveTo>
                      <a:pt x="18170" y="1"/>
                    </a:moveTo>
                    <a:cubicBezTo>
                      <a:pt x="12415" y="1"/>
                      <a:pt x="5916" y="720"/>
                      <a:pt x="252" y="720"/>
                    </a:cubicBezTo>
                    <a:cubicBezTo>
                      <a:pt x="212" y="720"/>
                      <a:pt x="172" y="720"/>
                      <a:pt x="132" y="720"/>
                    </a:cubicBezTo>
                    <a:lnTo>
                      <a:pt x="132" y="720"/>
                    </a:lnTo>
                    <a:cubicBezTo>
                      <a:pt x="167" y="1304"/>
                      <a:pt x="1" y="1756"/>
                      <a:pt x="36" y="2340"/>
                    </a:cubicBezTo>
                    <a:cubicBezTo>
                      <a:pt x="1484" y="2340"/>
                      <a:pt x="2132" y="1934"/>
                      <a:pt x="2364" y="1934"/>
                    </a:cubicBezTo>
                    <a:cubicBezTo>
                      <a:pt x="2370" y="1934"/>
                      <a:pt x="2376" y="1934"/>
                      <a:pt x="2382" y="1935"/>
                    </a:cubicBezTo>
                    <a:cubicBezTo>
                      <a:pt x="4108" y="1637"/>
                      <a:pt x="5906" y="1506"/>
                      <a:pt x="7609" y="1447"/>
                    </a:cubicBezTo>
                    <a:cubicBezTo>
                      <a:pt x="8604" y="1404"/>
                      <a:pt x="9601" y="1386"/>
                      <a:pt x="10599" y="1386"/>
                    </a:cubicBezTo>
                    <a:cubicBezTo>
                      <a:pt x="13266" y="1386"/>
                      <a:pt x="15938" y="1517"/>
                      <a:pt x="18598" y="1673"/>
                    </a:cubicBezTo>
                    <a:cubicBezTo>
                      <a:pt x="20408" y="1768"/>
                      <a:pt x="22218" y="1887"/>
                      <a:pt x="24028" y="2006"/>
                    </a:cubicBezTo>
                    <a:cubicBezTo>
                      <a:pt x="24827" y="1993"/>
                      <a:pt x="25625" y="1987"/>
                      <a:pt x="26424" y="1987"/>
                    </a:cubicBezTo>
                    <a:cubicBezTo>
                      <a:pt x="31406" y="1987"/>
                      <a:pt x="36374" y="2216"/>
                      <a:pt x="41351" y="2340"/>
                    </a:cubicBezTo>
                    <a:lnTo>
                      <a:pt x="41482" y="2340"/>
                    </a:lnTo>
                    <a:cubicBezTo>
                      <a:pt x="42835" y="2316"/>
                      <a:pt x="43458" y="1934"/>
                      <a:pt x="43678" y="1934"/>
                    </a:cubicBezTo>
                    <a:cubicBezTo>
                      <a:pt x="43685" y="1934"/>
                      <a:pt x="43691" y="1934"/>
                      <a:pt x="43697" y="1935"/>
                    </a:cubicBezTo>
                    <a:cubicBezTo>
                      <a:pt x="45411" y="1637"/>
                      <a:pt x="47221" y="1506"/>
                      <a:pt x="48912" y="1447"/>
                    </a:cubicBezTo>
                    <a:cubicBezTo>
                      <a:pt x="49917" y="1404"/>
                      <a:pt x="50923" y="1386"/>
                      <a:pt x="51929" y="1386"/>
                    </a:cubicBezTo>
                    <a:cubicBezTo>
                      <a:pt x="54594" y="1386"/>
                      <a:pt x="57260" y="1514"/>
                      <a:pt x="59913" y="1661"/>
                    </a:cubicBezTo>
                    <a:cubicBezTo>
                      <a:pt x="61723" y="1768"/>
                      <a:pt x="63532" y="1887"/>
                      <a:pt x="65342" y="2006"/>
                    </a:cubicBezTo>
                    <a:cubicBezTo>
                      <a:pt x="66146" y="1993"/>
                      <a:pt x="66950" y="1987"/>
                      <a:pt x="67753" y="1987"/>
                    </a:cubicBezTo>
                    <a:cubicBezTo>
                      <a:pt x="72766" y="1987"/>
                      <a:pt x="77765" y="2216"/>
                      <a:pt x="82773" y="2340"/>
                    </a:cubicBezTo>
                    <a:cubicBezTo>
                      <a:pt x="82821" y="2340"/>
                      <a:pt x="82856" y="2328"/>
                      <a:pt x="82892" y="2328"/>
                    </a:cubicBezTo>
                    <a:lnTo>
                      <a:pt x="82892" y="720"/>
                    </a:lnTo>
                    <a:cubicBezTo>
                      <a:pt x="79844" y="649"/>
                      <a:pt x="76784" y="696"/>
                      <a:pt x="73724" y="649"/>
                    </a:cubicBezTo>
                    <a:cubicBezTo>
                      <a:pt x="69807" y="589"/>
                      <a:pt x="65914" y="220"/>
                      <a:pt x="62008" y="54"/>
                    </a:cubicBezTo>
                    <a:cubicBezTo>
                      <a:pt x="61208" y="19"/>
                      <a:pt x="60387" y="4"/>
                      <a:pt x="59550" y="4"/>
                    </a:cubicBezTo>
                    <a:cubicBezTo>
                      <a:pt x="53800" y="4"/>
                      <a:pt x="47300" y="720"/>
                      <a:pt x="41625" y="720"/>
                    </a:cubicBezTo>
                    <a:cubicBezTo>
                      <a:pt x="38553" y="649"/>
                      <a:pt x="35481" y="696"/>
                      <a:pt x="32410" y="649"/>
                    </a:cubicBezTo>
                    <a:cubicBezTo>
                      <a:pt x="28492" y="589"/>
                      <a:pt x="24599" y="220"/>
                      <a:pt x="20694" y="54"/>
                    </a:cubicBezTo>
                    <a:cubicBezTo>
                      <a:pt x="19873" y="17"/>
                      <a:pt x="19030" y="1"/>
                      <a:pt x="18170" y="1"/>
                    </a:cubicBezTo>
                    <a:close/>
                  </a:path>
                </a:pathLst>
              </a:custGeom>
              <a:solidFill>
                <a:srgbClr val="B7D7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33"/>
              <p:cNvSpPr/>
              <p:nvPr/>
            </p:nvSpPr>
            <p:spPr>
              <a:xfrm>
                <a:off x="8626624" y="1374426"/>
                <a:ext cx="577548" cy="22894"/>
              </a:xfrm>
              <a:custGeom>
                <a:avLst/>
                <a:gdLst/>
                <a:ahLst/>
                <a:cxnLst/>
                <a:rect l="l" t="t" r="r" b="b"/>
                <a:pathLst>
                  <a:path w="17860" h="713" extrusionOk="0">
                    <a:moveTo>
                      <a:pt x="8582" y="1"/>
                    </a:moveTo>
                    <a:cubicBezTo>
                      <a:pt x="5719" y="1"/>
                      <a:pt x="2853" y="101"/>
                      <a:pt x="0" y="323"/>
                    </a:cubicBezTo>
                    <a:cubicBezTo>
                      <a:pt x="3215" y="490"/>
                      <a:pt x="6430" y="669"/>
                      <a:pt x="9644" y="704"/>
                    </a:cubicBezTo>
                    <a:cubicBezTo>
                      <a:pt x="10056" y="710"/>
                      <a:pt x="10468" y="713"/>
                      <a:pt x="10881" y="713"/>
                    </a:cubicBezTo>
                    <a:cubicBezTo>
                      <a:pt x="13212" y="713"/>
                      <a:pt x="15553" y="619"/>
                      <a:pt x="17860" y="335"/>
                    </a:cubicBezTo>
                    <a:cubicBezTo>
                      <a:pt x="17264" y="288"/>
                      <a:pt x="16669" y="252"/>
                      <a:pt x="16074" y="216"/>
                    </a:cubicBezTo>
                    <a:cubicBezTo>
                      <a:pt x="13586" y="77"/>
                      <a:pt x="11085" y="1"/>
                      <a:pt x="858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33"/>
              <p:cNvSpPr/>
              <p:nvPr/>
            </p:nvSpPr>
            <p:spPr>
              <a:xfrm>
                <a:off x="8061396" y="1777053"/>
                <a:ext cx="481699" cy="13518"/>
              </a:xfrm>
              <a:custGeom>
                <a:avLst/>
                <a:gdLst/>
                <a:ahLst/>
                <a:cxnLst/>
                <a:rect l="l" t="t" r="r" b="b"/>
                <a:pathLst>
                  <a:path w="14896" h="421" extrusionOk="0">
                    <a:moveTo>
                      <a:pt x="13753" y="0"/>
                    </a:moveTo>
                    <a:cubicBezTo>
                      <a:pt x="9169" y="48"/>
                      <a:pt x="4585" y="131"/>
                      <a:pt x="1" y="238"/>
                    </a:cubicBezTo>
                    <a:cubicBezTo>
                      <a:pt x="1997" y="359"/>
                      <a:pt x="4002" y="420"/>
                      <a:pt x="6005" y="420"/>
                    </a:cubicBezTo>
                    <a:cubicBezTo>
                      <a:pt x="7371" y="420"/>
                      <a:pt x="8736" y="391"/>
                      <a:pt x="10097" y="334"/>
                    </a:cubicBezTo>
                    <a:cubicBezTo>
                      <a:pt x="11693" y="262"/>
                      <a:pt x="13300" y="155"/>
                      <a:pt x="148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33"/>
              <p:cNvSpPr/>
              <p:nvPr/>
            </p:nvSpPr>
            <p:spPr>
              <a:xfrm>
                <a:off x="6531736" y="1811378"/>
                <a:ext cx="2683592" cy="41871"/>
              </a:xfrm>
              <a:custGeom>
                <a:avLst/>
                <a:gdLst/>
                <a:ahLst/>
                <a:cxnLst/>
                <a:rect l="l" t="t" r="r" b="b"/>
                <a:pathLst>
                  <a:path w="82987" h="1304" extrusionOk="0">
                    <a:moveTo>
                      <a:pt x="21071" y="0"/>
                    </a:moveTo>
                    <a:cubicBezTo>
                      <a:pt x="20297" y="0"/>
                      <a:pt x="19524" y="12"/>
                      <a:pt x="18753" y="38"/>
                    </a:cubicBezTo>
                    <a:cubicBezTo>
                      <a:pt x="15922" y="146"/>
                      <a:pt x="13145" y="320"/>
                      <a:pt x="10341" y="320"/>
                    </a:cubicBezTo>
                    <a:cubicBezTo>
                      <a:pt x="9406" y="320"/>
                      <a:pt x="8469" y="300"/>
                      <a:pt x="7525" y="253"/>
                    </a:cubicBezTo>
                    <a:cubicBezTo>
                      <a:pt x="5918" y="181"/>
                      <a:pt x="4299" y="98"/>
                      <a:pt x="2667" y="98"/>
                    </a:cubicBezTo>
                    <a:cubicBezTo>
                      <a:pt x="2346" y="98"/>
                      <a:pt x="774" y="431"/>
                      <a:pt x="108" y="455"/>
                    </a:cubicBezTo>
                    <a:cubicBezTo>
                      <a:pt x="131" y="753"/>
                      <a:pt x="0" y="908"/>
                      <a:pt x="24" y="1193"/>
                    </a:cubicBezTo>
                    <a:cubicBezTo>
                      <a:pt x="209" y="1196"/>
                      <a:pt x="398" y="1197"/>
                      <a:pt x="591" y="1197"/>
                    </a:cubicBezTo>
                    <a:cubicBezTo>
                      <a:pt x="3296" y="1197"/>
                      <a:pt x="6758" y="978"/>
                      <a:pt x="9359" y="967"/>
                    </a:cubicBezTo>
                    <a:cubicBezTo>
                      <a:pt x="10901" y="955"/>
                      <a:pt x="12442" y="946"/>
                      <a:pt x="13984" y="946"/>
                    </a:cubicBezTo>
                    <a:cubicBezTo>
                      <a:pt x="15526" y="946"/>
                      <a:pt x="17068" y="955"/>
                      <a:pt x="18610" y="979"/>
                    </a:cubicBezTo>
                    <a:cubicBezTo>
                      <a:pt x="21658" y="1027"/>
                      <a:pt x="24706" y="1134"/>
                      <a:pt x="27754" y="1205"/>
                    </a:cubicBezTo>
                    <a:cubicBezTo>
                      <a:pt x="30252" y="1258"/>
                      <a:pt x="32753" y="1303"/>
                      <a:pt x="35254" y="1303"/>
                    </a:cubicBezTo>
                    <a:cubicBezTo>
                      <a:pt x="37284" y="1303"/>
                      <a:pt x="39312" y="1273"/>
                      <a:pt x="41339" y="1193"/>
                    </a:cubicBezTo>
                    <a:cubicBezTo>
                      <a:pt x="41524" y="1196"/>
                      <a:pt x="41713" y="1197"/>
                      <a:pt x="41906" y="1197"/>
                    </a:cubicBezTo>
                    <a:cubicBezTo>
                      <a:pt x="44611" y="1197"/>
                      <a:pt x="48073" y="978"/>
                      <a:pt x="50673" y="967"/>
                    </a:cubicBezTo>
                    <a:cubicBezTo>
                      <a:pt x="52215" y="955"/>
                      <a:pt x="53757" y="946"/>
                      <a:pt x="55300" y="946"/>
                    </a:cubicBezTo>
                    <a:cubicBezTo>
                      <a:pt x="56844" y="946"/>
                      <a:pt x="58389" y="955"/>
                      <a:pt x="59936" y="979"/>
                    </a:cubicBezTo>
                    <a:cubicBezTo>
                      <a:pt x="62984" y="1027"/>
                      <a:pt x="66032" y="1134"/>
                      <a:pt x="69080" y="1205"/>
                    </a:cubicBezTo>
                    <a:cubicBezTo>
                      <a:pt x="71631" y="1258"/>
                      <a:pt x="74192" y="1303"/>
                      <a:pt x="76755" y="1303"/>
                    </a:cubicBezTo>
                    <a:cubicBezTo>
                      <a:pt x="78833" y="1303"/>
                      <a:pt x="80912" y="1273"/>
                      <a:pt x="82987" y="1193"/>
                    </a:cubicBezTo>
                    <a:lnTo>
                      <a:pt x="82987" y="443"/>
                    </a:lnTo>
                    <a:cubicBezTo>
                      <a:pt x="81592" y="540"/>
                      <a:pt x="80191" y="578"/>
                      <a:pt x="78786" y="578"/>
                    </a:cubicBezTo>
                    <a:cubicBezTo>
                      <a:pt x="73372" y="578"/>
                      <a:pt x="67902" y="9"/>
                      <a:pt x="62482" y="9"/>
                    </a:cubicBezTo>
                    <a:cubicBezTo>
                      <a:pt x="61676" y="9"/>
                      <a:pt x="60871" y="21"/>
                      <a:pt x="60067" y="50"/>
                    </a:cubicBezTo>
                    <a:lnTo>
                      <a:pt x="60067" y="38"/>
                    </a:lnTo>
                    <a:cubicBezTo>
                      <a:pt x="57237" y="146"/>
                      <a:pt x="54460" y="320"/>
                      <a:pt x="51656" y="320"/>
                    </a:cubicBezTo>
                    <a:cubicBezTo>
                      <a:pt x="50721" y="320"/>
                      <a:pt x="49783" y="300"/>
                      <a:pt x="48840" y="253"/>
                    </a:cubicBezTo>
                    <a:cubicBezTo>
                      <a:pt x="47232" y="181"/>
                      <a:pt x="45613" y="98"/>
                      <a:pt x="43982" y="86"/>
                    </a:cubicBezTo>
                    <a:cubicBezTo>
                      <a:pt x="43696" y="86"/>
                      <a:pt x="42410" y="360"/>
                      <a:pt x="41672" y="431"/>
                    </a:cubicBezTo>
                    <a:cubicBezTo>
                      <a:pt x="40252" y="532"/>
                      <a:pt x="38826" y="572"/>
                      <a:pt x="37396" y="572"/>
                    </a:cubicBezTo>
                    <a:cubicBezTo>
                      <a:pt x="31975" y="572"/>
                      <a:pt x="26497" y="0"/>
                      <a:pt x="2107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33"/>
              <p:cNvSpPr/>
              <p:nvPr/>
            </p:nvSpPr>
            <p:spPr>
              <a:xfrm>
                <a:off x="6512851" y="1962071"/>
                <a:ext cx="2702477" cy="84321"/>
              </a:xfrm>
              <a:custGeom>
                <a:avLst/>
                <a:gdLst/>
                <a:ahLst/>
                <a:cxnLst/>
                <a:rect l="l" t="t" r="r" b="b"/>
                <a:pathLst>
                  <a:path w="83571" h="2626" extrusionOk="0">
                    <a:moveTo>
                      <a:pt x="16703" y="0"/>
                    </a:moveTo>
                    <a:cubicBezTo>
                      <a:pt x="11434" y="0"/>
                      <a:pt x="5587" y="335"/>
                      <a:pt x="822" y="846"/>
                    </a:cubicBezTo>
                    <a:cubicBezTo>
                      <a:pt x="834" y="1549"/>
                      <a:pt x="1" y="1251"/>
                      <a:pt x="1" y="1941"/>
                    </a:cubicBezTo>
                    <a:cubicBezTo>
                      <a:pt x="13" y="2025"/>
                      <a:pt x="1275" y="2370"/>
                      <a:pt x="1275" y="2442"/>
                    </a:cubicBezTo>
                    <a:cubicBezTo>
                      <a:pt x="1761" y="2495"/>
                      <a:pt x="2229" y="2515"/>
                      <a:pt x="2682" y="2515"/>
                    </a:cubicBezTo>
                    <a:cubicBezTo>
                      <a:pt x="4162" y="2515"/>
                      <a:pt x="5482" y="2299"/>
                      <a:pt x="6740" y="2299"/>
                    </a:cubicBezTo>
                    <a:cubicBezTo>
                      <a:pt x="8323" y="2299"/>
                      <a:pt x="9907" y="2299"/>
                      <a:pt x="11490" y="2287"/>
                    </a:cubicBezTo>
                    <a:cubicBezTo>
                      <a:pt x="12433" y="2287"/>
                      <a:pt x="13385" y="2300"/>
                      <a:pt x="14335" y="2300"/>
                    </a:cubicBezTo>
                    <a:cubicBezTo>
                      <a:pt x="14968" y="2300"/>
                      <a:pt x="15601" y="2294"/>
                      <a:pt x="16229" y="2275"/>
                    </a:cubicBezTo>
                    <a:cubicBezTo>
                      <a:pt x="17516" y="2238"/>
                      <a:pt x="18804" y="2220"/>
                      <a:pt x="20093" y="2220"/>
                    </a:cubicBezTo>
                    <a:cubicBezTo>
                      <a:pt x="22096" y="2220"/>
                      <a:pt x="24100" y="2262"/>
                      <a:pt x="26099" y="2334"/>
                    </a:cubicBezTo>
                    <a:cubicBezTo>
                      <a:pt x="27731" y="2394"/>
                      <a:pt x="29362" y="2489"/>
                      <a:pt x="30993" y="2584"/>
                    </a:cubicBezTo>
                    <a:cubicBezTo>
                      <a:pt x="31485" y="2612"/>
                      <a:pt x="31981" y="2623"/>
                      <a:pt x="32479" y="2623"/>
                    </a:cubicBezTo>
                    <a:cubicBezTo>
                      <a:pt x="33473" y="2623"/>
                      <a:pt x="34474" y="2580"/>
                      <a:pt x="35458" y="2549"/>
                    </a:cubicBezTo>
                    <a:cubicBezTo>
                      <a:pt x="37216" y="2496"/>
                      <a:pt x="38975" y="2418"/>
                      <a:pt x="40733" y="2418"/>
                    </a:cubicBezTo>
                    <a:cubicBezTo>
                      <a:pt x="41368" y="2418"/>
                      <a:pt x="42003" y="2428"/>
                      <a:pt x="42637" y="2453"/>
                    </a:cubicBezTo>
                    <a:cubicBezTo>
                      <a:pt x="43089" y="2498"/>
                      <a:pt x="43526" y="2516"/>
                      <a:pt x="43951" y="2516"/>
                    </a:cubicBezTo>
                    <a:cubicBezTo>
                      <a:pt x="45447" y="2516"/>
                      <a:pt x="46784" y="2299"/>
                      <a:pt x="48055" y="2299"/>
                    </a:cubicBezTo>
                    <a:cubicBezTo>
                      <a:pt x="48582" y="2303"/>
                      <a:pt x="49110" y="2304"/>
                      <a:pt x="49638" y="2304"/>
                    </a:cubicBezTo>
                    <a:cubicBezTo>
                      <a:pt x="50694" y="2304"/>
                      <a:pt x="51749" y="2299"/>
                      <a:pt x="52805" y="2299"/>
                    </a:cubicBezTo>
                    <a:cubicBezTo>
                      <a:pt x="53057" y="2297"/>
                      <a:pt x="53310" y="2296"/>
                      <a:pt x="53563" y="2296"/>
                    </a:cubicBezTo>
                    <a:cubicBezTo>
                      <a:pt x="54205" y="2296"/>
                      <a:pt x="54849" y="2300"/>
                      <a:pt x="55495" y="2300"/>
                    </a:cubicBezTo>
                    <a:cubicBezTo>
                      <a:pt x="56182" y="2300"/>
                      <a:pt x="56870" y="2295"/>
                      <a:pt x="57556" y="2275"/>
                    </a:cubicBezTo>
                    <a:cubicBezTo>
                      <a:pt x="58842" y="2238"/>
                      <a:pt x="60129" y="2220"/>
                      <a:pt x="61415" y="2220"/>
                    </a:cubicBezTo>
                    <a:cubicBezTo>
                      <a:pt x="63415" y="2220"/>
                      <a:pt x="65415" y="2262"/>
                      <a:pt x="67414" y="2334"/>
                    </a:cubicBezTo>
                    <a:cubicBezTo>
                      <a:pt x="69045" y="2394"/>
                      <a:pt x="70676" y="2489"/>
                      <a:pt x="72308" y="2584"/>
                    </a:cubicBezTo>
                    <a:cubicBezTo>
                      <a:pt x="72831" y="2614"/>
                      <a:pt x="73359" y="2626"/>
                      <a:pt x="73888" y="2626"/>
                    </a:cubicBezTo>
                    <a:cubicBezTo>
                      <a:pt x="74852" y="2626"/>
                      <a:pt x="75819" y="2587"/>
                      <a:pt x="76772" y="2549"/>
                    </a:cubicBezTo>
                    <a:cubicBezTo>
                      <a:pt x="78509" y="2494"/>
                      <a:pt x="80252" y="2418"/>
                      <a:pt x="81992" y="2418"/>
                    </a:cubicBezTo>
                    <a:cubicBezTo>
                      <a:pt x="82519" y="2418"/>
                      <a:pt x="83045" y="2425"/>
                      <a:pt x="83571" y="2442"/>
                    </a:cubicBezTo>
                    <a:lnTo>
                      <a:pt x="83571" y="834"/>
                    </a:lnTo>
                    <a:cubicBezTo>
                      <a:pt x="82596" y="910"/>
                      <a:pt x="81611" y="939"/>
                      <a:pt x="80629" y="939"/>
                    </a:cubicBezTo>
                    <a:cubicBezTo>
                      <a:pt x="79751" y="939"/>
                      <a:pt x="78876" y="916"/>
                      <a:pt x="78011" y="882"/>
                    </a:cubicBezTo>
                    <a:cubicBezTo>
                      <a:pt x="75248" y="775"/>
                      <a:pt x="72510" y="525"/>
                      <a:pt x="69760" y="358"/>
                    </a:cubicBezTo>
                    <a:cubicBezTo>
                      <a:pt x="66819" y="167"/>
                      <a:pt x="63854" y="120"/>
                      <a:pt x="60913" y="36"/>
                    </a:cubicBezTo>
                    <a:cubicBezTo>
                      <a:pt x="60016" y="15"/>
                      <a:pt x="59091" y="4"/>
                      <a:pt x="58147" y="4"/>
                    </a:cubicBezTo>
                    <a:cubicBezTo>
                      <a:pt x="52881" y="4"/>
                      <a:pt x="47042" y="329"/>
                      <a:pt x="42256" y="834"/>
                    </a:cubicBezTo>
                    <a:cubicBezTo>
                      <a:pt x="41281" y="910"/>
                      <a:pt x="40297" y="939"/>
                      <a:pt x="39314" y="939"/>
                    </a:cubicBezTo>
                    <a:cubicBezTo>
                      <a:pt x="38437" y="939"/>
                      <a:pt x="37561" y="916"/>
                      <a:pt x="36696" y="882"/>
                    </a:cubicBezTo>
                    <a:cubicBezTo>
                      <a:pt x="33934" y="775"/>
                      <a:pt x="31195" y="525"/>
                      <a:pt x="28445" y="358"/>
                    </a:cubicBezTo>
                    <a:cubicBezTo>
                      <a:pt x="25504" y="167"/>
                      <a:pt x="22539" y="120"/>
                      <a:pt x="19587" y="36"/>
                    </a:cubicBezTo>
                    <a:cubicBezTo>
                      <a:pt x="18653" y="12"/>
                      <a:pt x="17688" y="0"/>
                      <a:pt x="1670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33"/>
              <p:cNvSpPr/>
              <p:nvPr/>
            </p:nvSpPr>
            <p:spPr>
              <a:xfrm>
                <a:off x="6515567" y="2062158"/>
                <a:ext cx="2699373" cy="113734"/>
              </a:xfrm>
              <a:custGeom>
                <a:avLst/>
                <a:gdLst/>
                <a:ahLst/>
                <a:cxnLst/>
                <a:rect l="l" t="t" r="r" b="b"/>
                <a:pathLst>
                  <a:path w="83475" h="3542" extrusionOk="0">
                    <a:moveTo>
                      <a:pt x="20516" y="0"/>
                    </a:moveTo>
                    <a:cubicBezTo>
                      <a:pt x="20241" y="0"/>
                      <a:pt x="19967" y="1"/>
                      <a:pt x="19693" y="3"/>
                    </a:cubicBezTo>
                    <a:cubicBezTo>
                      <a:pt x="18086" y="3"/>
                      <a:pt x="16467" y="63"/>
                      <a:pt x="14859" y="63"/>
                    </a:cubicBezTo>
                    <a:cubicBezTo>
                      <a:pt x="11287" y="73"/>
                      <a:pt x="6954" y="244"/>
                      <a:pt x="3115" y="244"/>
                    </a:cubicBezTo>
                    <a:cubicBezTo>
                      <a:pt x="2296" y="244"/>
                      <a:pt x="1500" y="236"/>
                      <a:pt x="738" y="217"/>
                    </a:cubicBezTo>
                    <a:lnTo>
                      <a:pt x="738" y="217"/>
                    </a:lnTo>
                    <a:cubicBezTo>
                      <a:pt x="846" y="1122"/>
                      <a:pt x="0" y="1599"/>
                      <a:pt x="36" y="2515"/>
                    </a:cubicBezTo>
                    <a:cubicBezTo>
                      <a:pt x="36" y="2623"/>
                      <a:pt x="1179" y="3396"/>
                      <a:pt x="1179" y="3504"/>
                    </a:cubicBezTo>
                    <a:cubicBezTo>
                      <a:pt x="1519" y="3530"/>
                      <a:pt x="1873" y="3542"/>
                      <a:pt x="2237" y="3542"/>
                    </a:cubicBezTo>
                    <a:cubicBezTo>
                      <a:pt x="4855" y="3542"/>
                      <a:pt x="8007" y="2940"/>
                      <a:pt x="10537" y="2940"/>
                    </a:cubicBezTo>
                    <a:cubicBezTo>
                      <a:pt x="10657" y="2940"/>
                      <a:pt x="10777" y="2941"/>
                      <a:pt x="10895" y="2944"/>
                    </a:cubicBezTo>
                    <a:cubicBezTo>
                      <a:pt x="13895" y="3027"/>
                      <a:pt x="16895" y="3170"/>
                      <a:pt x="19896" y="3218"/>
                    </a:cubicBezTo>
                    <a:cubicBezTo>
                      <a:pt x="20592" y="3234"/>
                      <a:pt x="21288" y="3243"/>
                      <a:pt x="21984" y="3243"/>
                    </a:cubicBezTo>
                    <a:cubicBezTo>
                      <a:pt x="22788" y="3243"/>
                      <a:pt x="23592" y="3231"/>
                      <a:pt x="24396" y="3206"/>
                    </a:cubicBezTo>
                    <a:cubicBezTo>
                      <a:pt x="25837" y="3170"/>
                      <a:pt x="27278" y="3087"/>
                      <a:pt x="28730" y="3039"/>
                    </a:cubicBezTo>
                    <a:cubicBezTo>
                      <a:pt x="30095" y="2994"/>
                      <a:pt x="31467" y="2960"/>
                      <a:pt x="32839" y="2960"/>
                    </a:cubicBezTo>
                    <a:cubicBezTo>
                      <a:pt x="34376" y="2960"/>
                      <a:pt x="35911" y="3003"/>
                      <a:pt x="37434" y="3123"/>
                    </a:cubicBezTo>
                    <a:cubicBezTo>
                      <a:pt x="39100" y="3265"/>
                      <a:pt x="40803" y="3456"/>
                      <a:pt x="42494" y="3504"/>
                    </a:cubicBezTo>
                    <a:cubicBezTo>
                      <a:pt x="42834" y="3530"/>
                      <a:pt x="43188" y="3542"/>
                      <a:pt x="43552" y="3542"/>
                    </a:cubicBezTo>
                    <a:cubicBezTo>
                      <a:pt x="46170" y="3542"/>
                      <a:pt x="49321" y="2940"/>
                      <a:pt x="51851" y="2940"/>
                    </a:cubicBezTo>
                    <a:cubicBezTo>
                      <a:pt x="51972" y="2940"/>
                      <a:pt x="52091" y="2941"/>
                      <a:pt x="52209" y="2944"/>
                    </a:cubicBezTo>
                    <a:cubicBezTo>
                      <a:pt x="55210" y="3027"/>
                      <a:pt x="58210" y="3170"/>
                      <a:pt x="61210" y="3230"/>
                    </a:cubicBezTo>
                    <a:cubicBezTo>
                      <a:pt x="61832" y="3240"/>
                      <a:pt x="62453" y="3245"/>
                      <a:pt x="63075" y="3245"/>
                    </a:cubicBezTo>
                    <a:cubicBezTo>
                      <a:pt x="63953" y="3245"/>
                      <a:pt x="64832" y="3234"/>
                      <a:pt x="65711" y="3206"/>
                    </a:cubicBezTo>
                    <a:cubicBezTo>
                      <a:pt x="67152" y="3170"/>
                      <a:pt x="68592" y="3087"/>
                      <a:pt x="70045" y="3039"/>
                    </a:cubicBezTo>
                    <a:cubicBezTo>
                      <a:pt x="71409" y="2994"/>
                      <a:pt x="72782" y="2960"/>
                      <a:pt x="74154" y="2960"/>
                    </a:cubicBezTo>
                    <a:cubicBezTo>
                      <a:pt x="75690" y="2960"/>
                      <a:pt x="77226" y="3003"/>
                      <a:pt x="78748" y="3123"/>
                    </a:cubicBezTo>
                    <a:cubicBezTo>
                      <a:pt x="80308" y="3254"/>
                      <a:pt x="81903" y="3432"/>
                      <a:pt x="83475" y="3492"/>
                    </a:cubicBezTo>
                    <a:lnTo>
                      <a:pt x="83475" y="229"/>
                    </a:lnTo>
                    <a:cubicBezTo>
                      <a:pt x="82953" y="211"/>
                      <a:pt x="82429" y="203"/>
                      <a:pt x="81904" y="203"/>
                    </a:cubicBezTo>
                    <a:cubicBezTo>
                      <a:pt x="79727" y="203"/>
                      <a:pt x="77535" y="336"/>
                      <a:pt x="75367" y="384"/>
                    </a:cubicBezTo>
                    <a:cubicBezTo>
                      <a:pt x="75074" y="390"/>
                      <a:pt x="74782" y="392"/>
                      <a:pt x="74489" y="392"/>
                    </a:cubicBezTo>
                    <a:cubicBezTo>
                      <a:pt x="71641" y="392"/>
                      <a:pt x="68800" y="150"/>
                      <a:pt x="65949" y="75"/>
                    </a:cubicBezTo>
                    <a:cubicBezTo>
                      <a:pt x="64306" y="27"/>
                      <a:pt x="62663" y="3"/>
                      <a:pt x="61008" y="3"/>
                    </a:cubicBezTo>
                    <a:cubicBezTo>
                      <a:pt x="59401" y="3"/>
                      <a:pt x="57793" y="63"/>
                      <a:pt x="56174" y="63"/>
                    </a:cubicBezTo>
                    <a:cubicBezTo>
                      <a:pt x="52602" y="73"/>
                      <a:pt x="48269" y="244"/>
                      <a:pt x="44430" y="244"/>
                    </a:cubicBezTo>
                    <a:cubicBezTo>
                      <a:pt x="43611" y="244"/>
                      <a:pt x="42815" y="236"/>
                      <a:pt x="42053" y="217"/>
                    </a:cubicBezTo>
                    <a:cubicBezTo>
                      <a:pt x="41563" y="202"/>
                      <a:pt x="41073" y="196"/>
                      <a:pt x="40583" y="196"/>
                    </a:cubicBezTo>
                    <a:cubicBezTo>
                      <a:pt x="38403" y="196"/>
                      <a:pt x="36220" y="324"/>
                      <a:pt x="34052" y="372"/>
                    </a:cubicBezTo>
                    <a:cubicBezTo>
                      <a:pt x="33707" y="380"/>
                      <a:pt x="33362" y="384"/>
                      <a:pt x="33018" y="384"/>
                    </a:cubicBezTo>
                    <a:cubicBezTo>
                      <a:pt x="30214" y="384"/>
                      <a:pt x="27434" y="149"/>
                      <a:pt x="24634" y="75"/>
                    </a:cubicBezTo>
                    <a:cubicBezTo>
                      <a:pt x="23265" y="25"/>
                      <a:pt x="21888" y="0"/>
                      <a:pt x="20516" y="0"/>
                    </a:cubicBezTo>
                    <a:close/>
                  </a:path>
                </a:pathLst>
              </a:custGeom>
              <a:solidFill>
                <a:srgbClr val="E29B9C"/>
              </a:solidFill>
              <a:ln w="9525" cap="flat" cmpd="sng">
                <a:solidFill>
                  <a:srgbClr val="B7D7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33"/>
              <p:cNvSpPr/>
              <p:nvPr/>
            </p:nvSpPr>
            <p:spPr>
              <a:xfrm>
                <a:off x="7289048" y="1933332"/>
                <a:ext cx="577968" cy="22798"/>
              </a:xfrm>
              <a:custGeom>
                <a:avLst/>
                <a:gdLst/>
                <a:ahLst/>
                <a:cxnLst/>
                <a:rect l="l" t="t" r="r" b="b"/>
                <a:pathLst>
                  <a:path w="17873" h="710" extrusionOk="0">
                    <a:moveTo>
                      <a:pt x="8522" y="0"/>
                    </a:moveTo>
                    <a:cubicBezTo>
                      <a:pt x="5679" y="0"/>
                      <a:pt x="2833" y="98"/>
                      <a:pt x="1" y="312"/>
                    </a:cubicBezTo>
                    <a:cubicBezTo>
                      <a:pt x="3216" y="479"/>
                      <a:pt x="6442" y="670"/>
                      <a:pt x="9657" y="705"/>
                    </a:cubicBezTo>
                    <a:cubicBezTo>
                      <a:pt x="9968" y="708"/>
                      <a:pt x="10280" y="709"/>
                      <a:pt x="10591" y="709"/>
                    </a:cubicBezTo>
                    <a:cubicBezTo>
                      <a:pt x="13020" y="709"/>
                      <a:pt x="15456" y="620"/>
                      <a:pt x="17872" y="324"/>
                    </a:cubicBezTo>
                    <a:cubicBezTo>
                      <a:pt x="17277" y="289"/>
                      <a:pt x="16682" y="241"/>
                      <a:pt x="16074" y="217"/>
                    </a:cubicBezTo>
                    <a:cubicBezTo>
                      <a:pt x="13566" y="77"/>
                      <a:pt x="11045" y="0"/>
                      <a:pt x="8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33"/>
              <p:cNvSpPr/>
              <p:nvPr/>
            </p:nvSpPr>
            <p:spPr>
              <a:xfrm>
                <a:off x="6536748" y="1870718"/>
                <a:ext cx="2678580" cy="56578"/>
              </a:xfrm>
              <a:custGeom>
                <a:avLst/>
                <a:gdLst/>
                <a:ahLst/>
                <a:cxnLst/>
                <a:rect l="l" t="t" r="r" b="b"/>
                <a:pathLst>
                  <a:path w="82832" h="1762" extrusionOk="0">
                    <a:moveTo>
                      <a:pt x="56443" y="1"/>
                    </a:moveTo>
                    <a:cubicBezTo>
                      <a:pt x="50870" y="1"/>
                      <a:pt x="43055" y="157"/>
                      <a:pt x="41398" y="250"/>
                    </a:cubicBezTo>
                    <a:cubicBezTo>
                      <a:pt x="39517" y="322"/>
                      <a:pt x="37624" y="345"/>
                      <a:pt x="35731" y="357"/>
                    </a:cubicBezTo>
                    <a:cubicBezTo>
                      <a:pt x="32695" y="357"/>
                      <a:pt x="29659" y="298"/>
                      <a:pt x="26611" y="226"/>
                    </a:cubicBezTo>
                    <a:cubicBezTo>
                      <a:pt x="23563" y="155"/>
                      <a:pt x="20503" y="48"/>
                      <a:pt x="17455" y="12"/>
                    </a:cubicBezTo>
                    <a:cubicBezTo>
                      <a:pt x="16768" y="5"/>
                      <a:pt x="16007" y="1"/>
                      <a:pt x="15198" y="1"/>
                    </a:cubicBezTo>
                    <a:cubicBezTo>
                      <a:pt x="9511" y="1"/>
                      <a:pt x="1439" y="167"/>
                      <a:pt x="0" y="250"/>
                    </a:cubicBezTo>
                    <a:cubicBezTo>
                      <a:pt x="24" y="738"/>
                      <a:pt x="488" y="1096"/>
                      <a:pt x="500" y="1596"/>
                    </a:cubicBezTo>
                    <a:cubicBezTo>
                      <a:pt x="1082" y="1718"/>
                      <a:pt x="1753" y="1761"/>
                      <a:pt x="2465" y="1761"/>
                    </a:cubicBezTo>
                    <a:cubicBezTo>
                      <a:pt x="4100" y="1761"/>
                      <a:pt x="5953" y="1536"/>
                      <a:pt x="7453" y="1536"/>
                    </a:cubicBezTo>
                    <a:cubicBezTo>
                      <a:pt x="11287" y="1560"/>
                      <a:pt x="15121" y="1560"/>
                      <a:pt x="18955" y="1560"/>
                    </a:cubicBezTo>
                    <a:cubicBezTo>
                      <a:pt x="21884" y="1560"/>
                      <a:pt x="24777" y="1429"/>
                      <a:pt x="27694" y="1274"/>
                    </a:cubicBezTo>
                    <a:cubicBezTo>
                      <a:pt x="29950" y="1159"/>
                      <a:pt x="32206" y="1056"/>
                      <a:pt x="34467" y="1056"/>
                    </a:cubicBezTo>
                    <a:cubicBezTo>
                      <a:pt x="35237" y="1056"/>
                      <a:pt x="36007" y="1068"/>
                      <a:pt x="36779" y="1096"/>
                    </a:cubicBezTo>
                    <a:cubicBezTo>
                      <a:pt x="38457" y="1155"/>
                      <a:pt x="40172" y="1286"/>
                      <a:pt x="41815" y="1584"/>
                    </a:cubicBezTo>
                    <a:lnTo>
                      <a:pt x="41815" y="1596"/>
                    </a:lnTo>
                    <a:cubicBezTo>
                      <a:pt x="42397" y="1718"/>
                      <a:pt x="43068" y="1761"/>
                      <a:pt x="43780" y="1761"/>
                    </a:cubicBezTo>
                    <a:cubicBezTo>
                      <a:pt x="45414" y="1761"/>
                      <a:pt x="47267" y="1536"/>
                      <a:pt x="48768" y="1536"/>
                    </a:cubicBezTo>
                    <a:cubicBezTo>
                      <a:pt x="52602" y="1560"/>
                      <a:pt x="56436" y="1560"/>
                      <a:pt x="60270" y="1560"/>
                    </a:cubicBezTo>
                    <a:cubicBezTo>
                      <a:pt x="63199" y="1560"/>
                      <a:pt x="66092" y="1429"/>
                      <a:pt x="69009" y="1274"/>
                    </a:cubicBezTo>
                    <a:cubicBezTo>
                      <a:pt x="71265" y="1159"/>
                      <a:pt x="73521" y="1056"/>
                      <a:pt x="75781" y="1056"/>
                    </a:cubicBezTo>
                    <a:cubicBezTo>
                      <a:pt x="76551" y="1056"/>
                      <a:pt x="77322" y="1068"/>
                      <a:pt x="78093" y="1096"/>
                    </a:cubicBezTo>
                    <a:cubicBezTo>
                      <a:pt x="79677" y="1155"/>
                      <a:pt x="81284" y="1274"/>
                      <a:pt x="82832" y="1536"/>
                    </a:cubicBezTo>
                    <a:lnTo>
                      <a:pt x="82832" y="238"/>
                    </a:lnTo>
                    <a:cubicBezTo>
                      <a:pt x="80903" y="322"/>
                      <a:pt x="78974" y="357"/>
                      <a:pt x="77045" y="357"/>
                    </a:cubicBezTo>
                    <a:cubicBezTo>
                      <a:pt x="74009" y="357"/>
                      <a:pt x="70973" y="298"/>
                      <a:pt x="67925" y="226"/>
                    </a:cubicBezTo>
                    <a:cubicBezTo>
                      <a:pt x="64877" y="155"/>
                      <a:pt x="61817" y="48"/>
                      <a:pt x="58769" y="12"/>
                    </a:cubicBezTo>
                    <a:cubicBezTo>
                      <a:pt x="58063" y="4"/>
                      <a:pt x="57278" y="1"/>
                      <a:pt x="564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33"/>
              <p:cNvSpPr/>
              <p:nvPr/>
            </p:nvSpPr>
            <p:spPr>
              <a:xfrm>
                <a:off x="6549457" y="2185877"/>
                <a:ext cx="2665871" cy="69936"/>
              </a:xfrm>
              <a:custGeom>
                <a:avLst/>
                <a:gdLst/>
                <a:ahLst/>
                <a:cxnLst/>
                <a:rect l="l" t="t" r="r" b="b"/>
                <a:pathLst>
                  <a:path w="82439" h="2178" extrusionOk="0">
                    <a:moveTo>
                      <a:pt x="73160" y="1"/>
                    </a:moveTo>
                    <a:cubicBezTo>
                      <a:pt x="71451" y="1"/>
                      <a:pt x="69739" y="64"/>
                      <a:pt x="68044" y="127"/>
                    </a:cubicBezTo>
                    <a:cubicBezTo>
                      <a:pt x="66592" y="186"/>
                      <a:pt x="65127" y="258"/>
                      <a:pt x="63675" y="282"/>
                    </a:cubicBezTo>
                    <a:cubicBezTo>
                      <a:pt x="63256" y="288"/>
                      <a:pt x="62837" y="291"/>
                      <a:pt x="62418" y="291"/>
                    </a:cubicBezTo>
                    <a:cubicBezTo>
                      <a:pt x="61337" y="291"/>
                      <a:pt x="60255" y="272"/>
                      <a:pt x="59174" y="246"/>
                    </a:cubicBezTo>
                    <a:cubicBezTo>
                      <a:pt x="58454" y="229"/>
                      <a:pt x="57718" y="221"/>
                      <a:pt x="56969" y="221"/>
                    </a:cubicBezTo>
                    <a:cubicBezTo>
                      <a:pt x="52047" y="221"/>
                      <a:pt x="46590" y="547"/>
                      <a:pt x="41743" y="567"/>
                    </a:cubicBezTo>
                    <a:cubicBezTo>
                      <a:pt x="39624" y="544"/>
                      <a:pt x="37505" y="246"/>
                      <a:pt x="35421" y="115"/>
                    </a:cubicBezTo>
                    <a:cubicBezTo>
                      <a:pt x="34221" y="36"/>
                      <a:pt x="33013" y="6"/>
                      <a:pt x="31804" y="6"/>
                    </a:cubicBezTo>
                    <a:cubicBezTo>
                      <a:pt x="30109" y="6"/>
                      <a:pt x="28411" y="64"/>
                      <a:pt x="26730" y="127"/>
                    </a:cubicBezTo>
                    <a:cubicBezTo>
                      <a:pt x="25277" y="186"/>
                      <a:pt x="23813" y="270"/>
                      <a:pt x="22360" y="282"/>
                    </a:cubicBezTo>
                    <a:cubicBezTo>
                      <a:pt x="21829" y="290"/>
                      <a:pt x="21297" y="294"/>
                      <a:pt x="20766" y="294"/>
                    </a:cubicBezTo>
                    <a:cubicBezTo>
                      <a:pt x="19797" y="294"/>
                      <a:pt x="18828" y="281"/>
                      <a:pt x="17859" y="258"/>
                    </a:cubicBezTo>
                    <a:cubicBezTo>
                      <a:pt x="17096" y="238"/>
                      <a:pt x="16315" y="230"/>
                      <a:pt x="15520" y="230"/>
                    </a:cubicBezTo>
                    <a:cubicBezTo>
                      <a:pt x="10485" y="230"/>
                      <a:pt x="4905" y="567"/>
                      <a:pt x="0" y="567"/>
                    </a:cubicBezTo>
                    <a:cubicBezTo>
                      <a:pt x="0" y="1032"/>
                      <a:pt x="202" y="1698"/>
                      <a:pt x="214" y="2163"/>
                    </a:cubicBezTo>
                    <a:cubicBezTo>
                      <a:pt x="642" y="2173"/>
                      <a:pt x="1071" y="2178"/>
                      <a:pt x="1501" y="2178"/>
                    </a:cubicBezTo>
                    <a:cubicBezTo>
                      <a:pt x="6973" y="2178"/>
                      <a:pt x="12625" y="1420"/>
                      <a:pt x="17934" y="1420"/>
                    </a:cubicBezTo>
                    <a:cubicBezTo>
                      <a:pt x="18610" y="1420"/>
                      <a:pt x="19280" y="1433"/>
                      <a:pt x="19943" y="1460"/>
                    </a:cubicBezTo>
                    <a:cubicBezTo>
                      <a:pt x="24265" y="1639"/>
                      <a:pt x="28551" y="2044"/>
                      <a:pt x="32885" y="2079"/>
                    </a:cubicBezTo>
                    <a:cubicBezTo>
                      <a:pt x="35766" y="2115"/>
                      <a:pt x="38648" y="2079"/>
                      <a:pt x="41529" y="2151"/>
                    </a:cubicBezTo>
                    <a:lnTo>
                      <a:pt x="41529" y="2163"/>
                    </a:lnTo>
                    <a:cubicBezTo>
                      <a:pt x="41957" y="2173"/>
                      <a:pt x="42386" y="2178"/>
                      <a:pt x="42816" y="2178"/>
                    </a:cubicBezTo>
                    <a:cubicBezTo>
                      <a:pt x="48288" y="2178"/>
                      <a:pt x="53940" y="1420"/>
                      <a:pt x="59249" y="1420"/>
                    </a:cubicBezTo>
                    <a:cubicBezTo>
                      <a:pt x="59924" y="1420"/>
                      <a:pt x="60594" y="1433"/>
                      <a:pt x="61258" y="1460"/>
                    </a:cubicBezTo>
                    <a:cubicBezTo>
                      <a:pt x="65580" y="1639"/>
                      <a:pt x="69866" y="2044"/>
                      <a:pt x="74200" y="2079"/>
                    </a:cubicBezTo>
                    <a:cubicBezTo>
                      <a:pt x="76950" y="2103"/>
                      <a:pt x="79689" y="2079"/>
                      <a:pt x="82439" y="2139"/>
                    </a:cubicBezTo>
                    <a:lnTo>
                      <a:pt x="82439" y="544"/>
                    </a:lnTo>
                    <a:cubicBezTo>
                      <a:pt x="80534" y="484"/>
                      <a:pt x="78617" y="234"/>
                      <a:pt x="76736" y="115"/>
                    </a:cubicBezTo>
                    <a:cubicBezTo>
                      <a:pt x="75550" y="32"/>
                      <a:pt x="74356" y="1"/>
                      <a:pt x="73160" y="1"/>
                    </a:cubicBezTo>
                    <a:close/>
                  </a:path>
                </a:pathLst>
              </a:custGeom>
              <a:solidFill>
                <a:srgbClr val="E29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33"/>
              <p:cNvSpPr/>
              <p:nvPr/>
            </p:nvSpPr>
            <p:spPr>
              <a:xfrm>
                <a:off x="6533256" y="2267084"/>
                <a:ext cx="2681684" cy="75426"/>
              </a:xfrm>
              <a:custGeom>
                <a:avLst/>
                <a:gdLst/>
                <a:ahLst/>
                <a:cxnLst/>
                <a:rect l="l" t="t" r="r" b="b"/>
                <a:pathLst>
                  <a:path w="82928" h="2349" extrusionOk="0">
                    <a:moveTo>
                      <a:pt x="59552" y="1"/>
                    </a:moveTo>
                    <a:cubicBezTo>
                      <a:pt x="53799" y="1"/>
                      <a:pt x="47290" y="719"/>
                      <a:pt x="41625" y="729"/>
                    </a:cubicBezTo>
                    <a:cubicBezTo>
                      <a:pt x="38553" y="658"/>
                      <a:pt x="35482" y="705"/>
                      <a:pt x="32398" y="658"/>
                    </a:cubicBezTo>
                    <a:cubicBezTo>
                      <a:pt x="28481" y="586"/>
                      <a:pt x="24599" y="229"/>
                      <a:pt x="20694" y="51"/>
                    </a:cubicBezTo>
                    <a:cubicBezTo>
                      <a:pt x="19903" y="16"/>
                      <a:pt x="19091" y="2"/>
                      <a:pt x="18264" y="2"/>
                    </a:cubicBezTo>
                    <a:cubicBezTo>
                      <a:pt x="12484" y="2"/>
                      <a:pt x="5936" y="729"/>
                      <a:pt x="241" y="729"/>
                    </a:cubicBezTo>
                    <a:cubicBezTo>
                      <a:pt x="200" y="729"/>
                      <a:pt x="160" y="729"/>
                      <a:pt x="120" y="729"/>
                    </a:cubicBezTo>
                    <a:lnTo>
                      <a:pt x="120" y="729"/>
                    </a:lnTo>
                    <a:cubicBezTo>
                      <a:pt x="168" y="1313"/>
                      <a:pt x="1" y="1765"/>
                      <a:pt x="37" y="2348"/>
                    </a:cubicBezTo>
                    <a:cubicBezTo>
                      <a:pt x="1473" y="2348"/>
                      <a:pt x="2132" y="1943"/>
                      <a:pt x="2364" y="1943"/>
                    </a:cubicBezTo>
                    <a:cubicBezTo>
                      <a:pt x="2370" y="1943"/>
                      <a:pt x="2376" y="1943"/>
                      <a:pt x="2382" y="1944"/>
                    </a:cubicBezTo>
                    <a:cubicBezTo>
                      <a:pt x="4097" y="1634"/>
                      <a:pt x="5895" y="1515"/>
                      <a:pt x="7597" y="1444"/>
                    </a:cubicBezTo>
                    <a:cubicBezTo>
                      <a:pt x="8554" y="1406"/>
                      <a:pt x="9511" y="1390"/>
                      <a:pt x="10469" y="1390"/>
                    </a:cubicBezTo>
                    <a:cubicBezTo>
                      <a:pt x="13182" y="1390"/>
                      <a:pt x="15897" y="1520"/>
                      <a:pt x="18599" y="1670"/>
                    </a:cubicBezTo>
                    <a:cubicBezTo>
                      <a:pt x="20408" y="1777"/>
                      <a:pt x="22218" y="1896"/>
                      <a:pt x="24028" y="2015"/>
                    </a:cubicBezTo>
                    <a:cubicBezTo>
                      <a:pt x="24880" y="1999"/>
                      <a:pt x="25733" y="1992"/>
                      <a:pt x="26584" y="1992"/>
                    </a:cubicBezTo>
                    <a:cubicBezTo>
                      <a:pt x="31513" y="1992"/>
                      <a:pt x="36428" y="2227"/>
                      <a:pt x="41351" y="2348"/>
                    </a:cubicBezTo>
                    <a:lnTo>
                      <a:pt x="41470" y="2348"/>
                    </a:lnTo>
                    <a:cubicBezTo>
                      <a:pt x="42824" y="2325"/>
                      <a:pt x="43447" y="1943"/>
                      <a:pt x="43678" y="1943"/>
                    </a:cubicBezTo>
                    <a:cubicBezTo>
                      <a:pt x="43684" y="1943"/>
                      <a:pt x="43691" y="1943"/>
                      <a:pt x="43697" y="1944"/>
                    </a:cubicBezTo>
                    <a:cubicBezTo>
                      <a:pt x="45411" y="1634"/>
                      <a:pt x="47209" y="1515"/>
                      <a:pt x="48912" y="1444"/>
                    </a:cubicBezTo>
                    <a:cubicBezTo>
                      <a:pt x="49869" y="1406"/>
                      <a:pt x="50826" y="1390"/>
                      <a:pt x="51784" y="1390"/>
                    </a:cubicBezTo>
                    <a:cubicBezTo>
                      <a:pt x="54497" y="1390"/>
                      <a:pt x="57212" y="1520"/>
                      <a:pt x="59913" y="1670"/>
                    </a:cubicBezTo>
                    <a:cubicBezTo>
                      <a:pt x="61723" y="1777"/>
                      <a:pt x="63533" y="1896"/>
                      <a:pt x="65342" y="2003"/>
                    </a:cubicBezTo>
                    <a:cubicBezTo>
                      <a:pt x="66121" y="1990"/>
                      <a:pt x="66898" y="1985"/>
                      <a:pt x="67676" y="1985"/>
                    </a:cubicBezTo>
                    <a:cubicBezTo>
                      <a:pt x="72715" y="1985"/>
                      <a:pt x="77740" y="2225"/>
                      <a:pt x="82773" y="2348"/>
                    </a:cubicBezTo>
                    <a:cubicBezTo>
                      <a:pt x="82821" y="2337"/>
                      <a:pt x="82880" y="2337"/>
                      <a:pt x="82928" y="2325"/>
                    </a:cubicBezTo>
                    <a:lnTo>
                      <a:pt x="82928" y="717"/>
                    </a:lnTo>
                    <a:cubicBezTo>
                      <a:pt x="79868" y="646"/>
                      <a:pt x="76784" y="705"/>
                      <a:pt x="73713" y="646"/>
                    </a:cubicBezTo>
                    <a:lnTo>
                      <a:pt x="73713" y="646"/>
                    </a:lnTo>
                    <a:lnTo>
                      <a:pt x="73724" y="658"/>
                    </a:lnTo>
                    <a:cubicBezTo>
                      <a:pt x="69795" y="586"/>
                      <a:pt x="65914" y="229"/>
                      <a:pt x="62009" y="51"/>
                    </a:cubicBezTo>
                    <a:cubicBezTo>
                      <a:pt x="61209" y="16"/>
                      <a:pt x="60388" y="1"/>
                      <a:pt x="5955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33"/>
              <p:cNvSpPr/>
              <p:nvPr/>
            </p:nvSpPr>
            <p:spPr>
              <a:xfrm>
                <a:off x="8625071" y="1933332"/>
                <a:ext cx="577936" cy="22798"/>
              </a:xfrm>
              <a:custGeom>
                <a:avLst/>
                <a:gdLst/>
                <a:ahLst/>
                <a:cxnLst/>
                <a:rect l="l" t="t" r="r" b="b"/>
                <a:pathLst>
                  <a:path w="17872" h="710" extrusionOk="0">
                    <a:moveTo>
                      <a:pt x="8522" y="0"/>
                    </a:moveTo>
                    <a:cubicBezTo>
                      <a:pt x="5679" y="0"/>
                      <a:pt x="2833" y="98"/>
                      <a:pt x="1" y="312"/>
                    </a:cubicBezTo>
                    <a:cubicBezTo>
                      <a:pt x="3215" y="479"/>
                      <a:pt x="6442" y="670"/>
                      <a:pt x="9657" y="705"/>
                    </a:cubicBezTo>
                    <a:cubicBezTo>
                      <a:pt x="9967" y="708"/>
                      <a:pt x="10277" y="709"/>
                      <a:pt x="10588" y="709"/>
                    </a:cubicBezTo>
                    <a:cubicBezTo>
                      <a:pt x="13011" y="709"/>
                      <a:pt x="15455" y="620"/>
                      <a:pt x="17872" y="324"/>
                    </a:cubicBezTo>
                    <a:cubicBezTo>
                      <a:pt x="17277" y="289"/>
                      <a:pt x="16681" y="241"/>
                      <a:pt x="16074" y="217"/>
                    </a:cubicBezTo>
                    <a:cubicBezTo>
                      <a:pt x="13566" y="77"/>
                      <a:pt x="11045" y="0"/>
                      <a:pt x="8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33"/>
              <p:cNvSpPr/>
              <p:nvPr/>
            </p:nvSpPr>
            <p:spPr>
              <a:xfrm>
                <a:off x="8059877" y="2335606"/>
                <a:ext cx="481667" cy="13679"/>
              </a:xfrm>
              <a:custGeom>
                <a:avLst/>
                <a:gdLst/>
                <a:ahLst/>
                <a:cxnLst/>
                <a:rect l="l" t="t" r="r" b="b"/>
                <a:pathLst>
                  <a:path w="14895" h="426" extrusionOk="0">
                    <a:moveTo>
                      <a:pt x="14895" y="0"/>
                    </a:moveTo>
                    <a:cubicBezTo>
                      <a:pt x="14514" y="0"/>
                      <a:pt x="14145" y="0"/>
                      <a:pt x="13764" y="12"/>
                    </a:cubicBezTo>
                    <a:cubicBezTo>
                      <a:pt x="9180" y="48"/>
                      <a:pt x="4596" y="143"/>
                      <a:pt x="0" y="238"/>
                    </a:cubicBezTo>
                    <a:cubicBezTo>
                      <a:pt x="2018" y="359"/>
                      <a:pt x="4035" y="425"/>
                      <a:pt x="6052" y="425"/>
                    </a:cubicBezTo>
                    <a:cubicBezTo>
                      <a:pt x="7404" y="425"/>
                      <a:pt x="8757" y="396"/>
                      <a:pt x="10109" y="334"/>
                    </a:cubicBezTo>
                    <a:lnTo>
                      <a:pt x="10109" y="345"/>
                    </a:lnTo>
                    <a:cubicBezTo>
                      <a:pt x="11704" y="274"/>
                      <a:pt x="13300" y="167"/>
                      <a:pt x="148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33"/>
              <p:cNvSpPr/>
              <p:nvPr/>
            </p:nvSpPr>
            <p:spPr>
              <a:xfrm>
                <a:off x="6530572" y="2370221"/>
                <a:ext cx="2684756" cy="41839"/>
              </a:xfrm>
              <a:custGeom>
                <a:avLst/>
                <a:gdLst/>
                <a:ahLst/>
                <a:cxnLst/>
                <a:rect l="l" t="t" r="r" b="b"/>
                <a:pathLst>
                  <a:path w="83023" h="1303" extrusionOk="0">
                    <a:moveTo>
                      <a:pt x="21146" y="0"/>
                    </a:moveTo>
                    <a:cubicBezTo>
                      <a:pt x="20347" y="0"/>
                      <a:pt x="19549" y="13"/>
                      <a:pt x="18753" y="41"/>
                    </a:cubicBezTo>
                    <a:cubicBezTo>
                      <a:pt x="15900" y="140"/>
                      <a:pt x="13101" y="321"/>
                      <a:pt x="10275" y="321"/>
                    </a:cubicBezTo>
                    <a:cubicBezTo>
                      <a:pt x="9362" y="321"/>
                      <a:pt x="8447" y="302"/>
                      <a:pt x="7525" y="256"/>
                    </a:cubicBezTo>
                    <a:cubicBezTo>
                      <a:pt x="5906" y="172"/>
                      <a:pt x="4287" y="89"/>
                      <a:pt x="2668" y="89"/>
                    </a:cubicBezTo>
                    <a:cubicBezTo>
                      <a:pt x="2334" y="89"/>
                      <a:pt x="775" y="422"/>
                      <a:pt x="108" y="458"/>
                    </a:cubicBezTo>
                    <a:cubicBezTo>
                      <a:pt x="132" y="744"/>
                      <a:pt x="1" y="899"/>
                      <a:pt x="13" y="1196"/>
                    </a:cubicBezTo>
                    <a:cubicBezTo>
                      <a:pt x="139" y="1197"/>
                      <a:pt x="268" y="1198"/>
                      <a:pt x="398" y="1198"/>
                    </a:cubicBezTo>
                    <a:cubicBezTo>
                      <a:pt x="3139" y="1198"/>
                      <a:pt x="6699" y="969"/>
                      <a:pt x="9347" y="958"/>
                    </a:cubicBezTo>
                    <a:cubicBezTo>
                      <a:pt x="10889" y="952"/>
                      <a:pt x="12434" y="943"/>
                      <a:pt x="13979" y="943"/>
                    </a:cubicBezTo>
                    <a:cubicBezTo>
                      <a:pt x="15523" y="943"/>
                      <a:pt x="17068" y="952"/>
                      <a:pt x="18610" y="982"/>
                    </a:cubicBezTo>
                    <a:cubicBezTo>
                      <a:pt x="21658" y="1030"/>
                      <a:pt x="24706" y="1137"/>
                      <a:pt x="27754" y="1196"/>
                    </a:cubicBezTo>
                    <a:cubicBezTo>
                      <a:pt x="30254" y="1255"/>
                      <a:pt x="32758" y="1300"/>
                      <a:pt x="35259" y="1300"/>
                    </a:cubicBezTo>
                    <a:cubicBezTo>
                      <a:pt x="37284" y="1300"/>
                      <a:pt x="39308" y="1271"/>
                      <a:pt x="41327" y="1196"/>
                    </a:cubicBezTo>
                    <a:cubicBezTo>
                      <a:pt x="41454" y="1197"/>
                      <a:pt x="41582" y="1198"/>
                      <a:pt x="41713" y="1198"/>
                    </a:cubicBezTo>
                    <a:cubicBezTo>
                      <a:pt x="44454" y="1198"/>
                      <a:pt x="48014" y="969"/>
                      <a:pt x="50662" y="958"/>
                    </a:cubicBezTo>
                    <a:cubicBezTo>
                      <a:pt x="52204" y="952"/>
                      <a:pt x="53748" y="943"/>
                      <a:pt x="55293" y="943"/>
                    </a:cubicBezTo>
                    <a:cubicBezTo>
                      <a:pt x="56838" y="943"/>
                      <a:pt x="58383" y="952"/>
                      <a:pt x="59925" y="982"/>
                    </a:cubicBezTo>
                    <a:cubicBezTo>
                      <a:pt x="62973" y="1030"/>
                      <a:pt x="66021" y="1137"/>
                      <a:pt x="69069" y="1196"/>
                    </a:cubicBezTo>
                    <a:cubicBezTo>
                      <a:pt x="71614" y="1255"/>
                      <a:pt x="74167" y="1303"/>
                      <a:pt x="76719" y="1303"/>
                    </a:cubicBezTo>
                    <a:cubicBezTo>
                      <a:pt x="78823" y="1303"/>
                      <a:pt x="80925" y="1270"/>
                      <a:pt x="83023" y="1184"/>
                    </a:cubicBezTo>
                    <a:lnTo>
                      <a:pt x="83023" y="434"/>
                    </a:lnTo>
                    <a:cubicBezTo>
                      <a:pt x="81609" y="534"/>
                      <a:pt x="80190" y="573"/>
                      <a:pt x="78768" y="573"/>
                    </a:cubicBezTo>
                    <a:cubicBezTo>
                      <a:pt x="73349" y="573"/>
                      <a:pt x="67884" y="0"/>
                      <a:pt x="62464" y="0"/>
                    </a:cubicBezTo>
                    <a:cubicBezTo>
                      <a:pt x="61664" y="0"/>
                      <a:pt x="60865" y="13"/>
                      <a:pt x="60068" y="41"/>
                    </a:cubicBezTo>
                    <a:cubicBezTo>
                      <a:pt x="57215" y="140"/>
                      <a:pt x="54416" y="321"/>
                      <a:pt x="51590" y="321"/>
                    </a:cubicBezTo>
                    <a:cubicBezTo>
                      <a:pt x="50677" y="321"/>
                      <a:pt x="49761" y="302"/>
                      <a:pt x="48840" y="256"/>
                    </a:cubicBezTo>
                    <a:cubicBezTo>
                      <a:pt x="47221" y="172"/>
                      <a:pt x="45602" y="89"/>
                      <a:pt x="43982" y="89"/>
                    </a:cubicBezTo>
                    <a:cubicBezTo>
                      <a:pt x="43685" y="89"/>
                      <a:pt x="42411" y="363"/>
                      <a:pt x="41661" y="434"/>
                    </a:cubicBezTo>
                    <a:cubicBezTo>
                      <a:pt x="40251" y="534"/>
                      <a:pt x="38836" y="573"/>
                      <a:pt x="37417" y="573"/>
                    </a:cubicBezTo>
                    <a:cubicBezTo>
                      <a:pt x="32013" y="573"/>
                      <a:pt x="26557" y="0"/>
                      <a:pt x="21146" y="0"/>
                    </a:cubicBezTo>
                    <a:close/>
                  </a:path>
                </a:pathLst>
              </a:custGeom>
              <a:solidFill>
                <a:srgbClr val="E29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33"/>
              <p:cNvSpPr/>
              <p:nvPr/>
            </p:nvSpPr>
            <p:spPr>
              <a:xfrm>
                <a:off x="6511719" y="2520977"/>
                <a:ext cx="2703609" cy="84257"/>
              </a:xfrm>
              <a:custGeom>
                <a:avLst/>
                <a:gdLst/>
                <a:ahLst/>
                <a:cxnLst/>
                <a:rect l="l" t="t" r="r" b="b"/>
                <a:pathLst>
                  <a:path w="83606" h="2624" extrusionOk="0">
                    <a:moveTo>
                      <a:pt x="57965" y="0"/>
                    </a:moveTo>
                    <a:cubicBezTo>
                      <a:pt x="52749" y="0"/>
                      <a:pt x="46979" y="324"/>
                      <a:pt x="42256" y="823"/>
                    </a:cubicBezTo>
                    <a:cubicBezTo>
                      <a:pt x="41258" y="907"/>
                      <a:pt x="40250" y="938"/>
                      <a:pt x="39244" y="938"/>
                    </a:cubicBezTo>
                    <a:cubicBezTo>
                      <a:pt x="38387" y="938"/>
                      <a:pt x="37532" y="916"/>
                      <a:pt x="36683" y="883"/>
                    </a:cubicBezTo>
                    <a:cubicBezTo>
                      <a:pt x="33933" y="776"/>
                      <a:pt x="31195" y="526"/>
                      <a:pt x="28444" y="347"/>
                    </a:cubicBezTo>
                    <a:cubicBezTo>
                      <a:pt x="25503" y="168"/>
                      <a:pt x="22539" y="109"/>
                      <a:pt x="19586" y="37"/>
                    </a:cubicBezTo>
                    <a:cubicBezTo>
                      <a:pt x="18650" y="13"/>
                      <a:pt x="17684" y="1"/>
                      <a:pt x="16697" y="1"/>
                    </a:cubicBezTo>
                    <a:cubicBezTo>
                      <a:pt x="11421" y="1"/>
                      <a:pt x="5575" y="335"/>
                      <a:pt x="810" y="847"/>
                    </a:cubicBezTo>
                    <a:cubicBezTo>
                      <a:pt x="822" y="1538"/>
                      <a:pt x="0" y="1240"/>
                      <a:pt x="0" y="1942"/>
                    </a:cubicBezTo>
                    <a:cubicBezTo>
                      <a:pt x="12" y="2026"/>
                      <a:pt x="1262" y="2359"/>
                      <a:pt x="1274" y="2442"/>
                    </a:cubicBezTo>
                    <a:cubicBezTo>
                      <a:pt x="1742" y="2491"/>
                      <a:pt x="2193" y="2509"/>
                      <a:pt x="2631" y="2509"/>
                    </a:cubicBezTo>
                    <a:cubicBezTo>
                      <a:pt x="4099" y="2509"/>
                      <a:pt x="5409" y="2299"/>
                      <a:pt x="6649" y="2299"/>
                    </a:cubicBezTo>
                    <a:cubicBezTo>
                      <a:pt x="6675" y="2299"/>
                      <a:pt x="6701" y="2299"/>
                      <a:pt x="6727" y="2300"/>
                    </a:cubicBezTo>
                    <a:cubicBezTo>
                      <a:pt x="8311" y="2300"/>
                      <a:pt x="9894" y="2300"/>
                      <a:pt x="11478" y="2288"/>
                    </a:cubicBezTo>
                    <a:cubicBezTo>
                      <a:pt x="11732" y="2286"/>
                      <a:pt x="11986" y="2285"/>
                      <a:pt x="12240" y="2285"/>
                    </a:cubicBezTo>
                    <a:cubicBezTo>
                      <a:pt x="12883" y="2285"/>
                      <a:pt x="13527" y="2289"/>
                      <a:pt x="14171" y="2289"/>
                    </a:cubicBezTo>
                    <a:cubicBezTo>
                      <a:pt x="14857" y="2289"/>
                      <a:pt x="15543" y="2284"/>
                      <a:pt x="16228" y="2264"/>
                    </a:cubicBezTo>
                    <a:cubicBezTo>
                      <a:pt x="17489" y="2227"/>
                      <a:pt x="18750" y="2210"/>
                      <a:pt x="20011" y="2210"/>
                    </a:cubicBezTo>
                    <a:cubicBezTo>
                      <a:pt x="22036" y="2210"/>
                      <a:pt x="24062" y="2255"/>
                      <a:pt x="26087" y="2335"/>
                    </a:cubicBezTo>
                    <a:cubicBezTo>
                      <a:pt x="27730" y="2395"/>
                      <a:pt x="29361" y="2490"/>
                      <a:pt x="30992" y="2585"/>
                    </a:cubicBezTo>
                    <a:cubicBezTo>
                      <a:pt x="31484" y="2613"/>
                      <a:pt x="31980" y="2624"/>
                      <a:pt x="32478" y="2624"/>
                    </a:cubicBezTo>
                    <a:cubicBezTo>
                      <a:pt x="33473" y="2624"/>
                      <a:pt x="34473" y="2581"/>
                      <a:pt x="35457" y="2550"/>
                    </a:cubicBezTo>
                    <a:cubicBezTo>
                      <a:pt x="37213" y="2488"/>
                      <a:pt x="38983" y="2407"/>
                      <a:pt x="40746" y="2407"/>
                    </a:cubicBezTo>
                    <a:cubicBezTo>
                      <a:pt x="41373" y="2407"/>
                      <a:pt x="42000" y="2417"/>
                      <a:pt x="42625" y="2442"/>
                    </a:cubicBezTo>
                    <a:cubicBezTo>
                      <a:pt x="43090" y="2491"/>
                      <a:pt x="43539" y="2509"/>
                      <a:pt x="43973" y="2509"/>
                    </a:cubicBezTo>
                    <a:cubicBezTo>
                      <a:pt x="45433" y="2509"/>
                      <a:pt x="46736" y="2299"/>
                      <a:pt x="47976" y="2299"/>
                    </a:cubicBezTo>
                    <a:cubicBezTo>
                      <a:pt x="48002" y="2299"/>
                      <a:pt x="48028" y="2299"/>
                      <a:pt x="48054" y="2300"/>
                    </a:cubicBezTo>
                    <a:cubicBezTo>
                      <a:pt x="49637" y="2300"/>
                      <a:pt x="51209" y="2300"/>
                      <a:pt x="52793" y="2288"/>
                    </a:cubicBezTo>
                    <a:cubicBezTo>
                      <a:pt x="53584" y="2288"/>
                      <a:pt x="54379" y="2294"/>
                      <a:pt x="55172" y="2294"/>
                    </a:cubicBezTo>
                    <a:cubicBezTo>
                      <a:pt x="55966" y="2294"/>
                      <a:pt x="56757" y="2288"/>
                      <a:pt x="57543" y="2264"/>
                    </a:cubicBezTo>
                    <a:cubicBezTo>
                      <a:pt x="58804" y="2227"/>
                      <a:pt x="60067" y="2210"/>
                      <a:pt x="61329" y="2210"/>
                    </a:cubicBezTo>
                    <a:cubicBezTo>
                      <a:pt x="63357" y="2210"/>
                      <a:pt x="65384" y="2255"/>
                      <a:pt x="67402" y="2335"/>
                    </a:cubicBezTo>
                    <a:cubicBezTo>
                      <a:pt x="69045" y="2395"/>
                      <a:pt x="70676" y="2490"/>
                      <a:pt x="72307" y="2585"/>
                    </a:cubicBezTo>
                    <a:cubicBezTo>
                      <a:pt x="72799" y="2613"/>
                      <a:pt x="73295" y="2624"/>
                      <a:pt x="73793" y="2624"/>
                    </a:cubicBezTo>
                    <a:cubicBezTo>
                      <a:pt x="74787" y="2624"/>
                      <a:pt x="75787" y="2581"/>
                      <a:pt x="76772" y="2550"/>
                    </a:cubicBezTo>
                    <a:cubicBezTo>
                      <a:pt x="78553" y="2494"/>
                      <a:pt x="80341" y="2408"/>
                      <a:pt x="82125" y="2408"/>
                    </a:cubicBezTo>
                    <a:cubicBezTo>
                      <a:pt x="82619" y="2408"/>
                      <a:pt x="83113" y="2415"/>
                      <a:pt x="83606" y="2431"/>
                    </a:cubicBezTo>
                    <a:lnTo>
                      <a:pt x="83606" y="823"/>
                    </a:lnTo>
                    <a:cubicBezTo>
                      <a:pt x="82602" y="907"/>
                      <a:pt x="81588" y="938"/>
                      <a:pt x="80575" y="938"/>
                    </a:cubicBezTo>
                    <a:cubicBezTo>
                      <a:pt x="79713" y="938"/>
                      <a:pt x="78852" y="916"/>
                      <a:pt x="77998" y="883"/>
                    </a:cubicBezTo>
                    <a:cubicBezTo>
                      <a:pt x="75248" y="776"/>
                      <a:pt x="72509" y="526"/>
                      <a:pt x="69759" y="347"/>
                    </a:cubicBezTo>
                    <a:cubicBezTo>
                      <a:pt x="66818" y="168"/>
                      <a:pt x="63853" y="109"/>
                      <a:pt x="60901" y="37"/>
                    </a:cubicBezTo>
                    <a:cubicBezTo>
                      <a:pt x="59950" y="12"/>
                      <a:pt x="58968" y="0"/>
                      <a:pt x="579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33"/>
              <p:cNvSpPr/>
              <p:nvPr/>
            </p:nvSpPr>
            <p:spPr>
              <a:xfrm>
                <a:off x="6514403" y="2620807"/>
                <a:ext cx="2700925" cy="113926"/>
              </a:xfrm>
              <a:custGeom>
                <a:avLst/>
                <a:gdLst/>
                <a:ahLst/>
                <a:cxnLst/>
                <a:rect l="l" t="t" r="r" b="b"/>
                <a:pathLst>
                  <a:path w="83523" h="3548" extrusionOk="0">
                    <a:moveTo>
                      <a:pt x="19694" y="0"/>
                    </a:moveTo>
                    <a:cubicBezTo>
                      <a:pt x="18074" y="12"/>
                      <a:pt x="16467" y="60"/>
                      <a:pt x="14860" y="60"/>
                    </a:cubicBezTo>
                    <a:cubicBezTo>
                      <a:pt x="11287" y="70"/>
                      <a:pt x="6947" y="241"/>
                      <a:pt x="3104" y="241"/>
                    </a:cubicBezTo>
                    <a:cubicBezTo>
                      <a:pt x="2285" y="241"/>
                      <a:pt x="1488" y="233"/>
                      <a:pt x="727" y="214"/>
                    </a:cubicBezTo>
                    <a:lnTo>
                      <a:pt x="727" y="214"/>
                    </a:lnTo>
                    <a:cubicBezTo>
                      <a:pt x="846" y="1131"/>
                      <a:pt x="1" y="1608"/>
                      <a:pt x="36" y="2524"/>
                    </a:cubicBezTo>
                    <a:cubicBezTo>
                      <a:pt x="36" y="2631"/>
                      <a:pt x="1167" y="3405"/>
                      <a:pt x="1179" y="3513"/>
                    </a:cubicBezTo>
                    <a:cubicBezTo>
                      <a:pt x="1503" y="3536"/>
                      <a:pt x="1838" y="3547"/>
                      <a:pt x="2183" y="3547"/>
                    </a:cubicBezTo>
                    <a:cubicBezTo>
                      <a:pt x="4784" y="3547"/>
                      <a:pt x="7932" y="2947"/>
                      <a:pt x="10477" y="2947"/>
                    </a:cubicBezTo>
                    <a:cubicBezTo>
                      <a:pt x="10618" y="2947"/>
                      <a:pt x="10758" y="2949"/>
                      <a:pt x="10895" y="2953"/>
                    </a:cubicBezTo>
                    <a:cubicBezTo>
                      <a:pt x="13895" y="3024"/>
                      <a:pt x="16896" y="3179"/>
                      <a:pt x="19896" y="3227"/>
                    </a:cubicBezTo>
                    <a:cubicBezTo>
                      <a:pt x="20570" y="3237"/>
                      <a:pt x="21245" y="3243"/>
                      <a:pt x="21919" y="3243"/>
                    </a:cubicBezTo>
                    <a:cubicBezTo>
                      <a:pt x="22745" y="3243"/>
                      <a:pt x="23571" y="3235"/>
                      <a:pt x="24396" y="3215"/>
                    </a:cubicBezTo>
                    <a:cubicBezTo>
                      <a:pt x="25837" y="3167"/>
                      <a:pt x="27278" y="3096"/>
                      <a:pt x="28718" y="3048"/>
                    </a:cubicBezTo>
                    <a:cubicBezTo>
                      <a:pt x="30089" y="2997"/>
                      <a:pt x="31467" y="2960"/>
                      <a:pt x="32846" y="2960"/>
                    </a:cubicBezTo>
                    <a:cubicBezTo>
                      <a:pt x="34378" y="2960"/>
                      <a:pt x="35911" y="3006"/>
                      <a:pt x="37434" y="3132"/>
                    </a:cubicBezTo>
                    <a:cubicBezTo>
                      <a:pt x="39101" y="3262"/>
                      <a:pt x="40791" y="3465"/>
                      <a:pt x="42482" y="3501"/>
                    </a:cubicBezTo>
                    <a:cubicBezTo>
                      <a:pt x="42482" y="3501"/>
                      <a:pt x="42494" y="3513"/>
                      <a:pt x="42494" y="3513"/>
                    </a:cubicBezTo>
                    <a:cubicBezTo>
                      <a:pt x="42821" y="3537"/>
                      <a:pt x="43161" y="3547"/>
                      <a:pt x="43510" y="3547"/>
                    </a:cubicBezTo>
                    <a:cubicBezTo>
                      <a:pt x="46127" y="3547"/>
                      <a:pt x="49295" y="2949"/>
                      <a:pt x="51845" y="2949"/>
                    </a:cubicBezTo>
                    <a:cubicBezTo>
                      <a:pt x="51968" y="2949"/>
                      <a:pt x="52090" y="2950"/>
                      <a:pt x="52209" y="2953"/>
                    </a:cubicBezTo>
                    <a:cubicBezTo>
                      <a:pt x="55210" y="3024"/>
                      <a:pt x="58210" y="3179"/>
                      <a:pt x="61211" y="3227"/>
                    </a:cubicBezTo>
                    <a:cubicBezTo>
                      <a:pt x="61885" y="3237"/>
                      <a:pt x="62559" y="3243"/>
                      <a:pt x="63234" y="3243"/>
                    </a:cubicBezTo>
                    <a:cubicBezTo>
                      <a:pt x="64059" y="3243"/>
                      <a:pt x="64885" y="3235"/>
                      <a:pt x="65711" y="3215"/>
                    </a:cubicBezTo>
                    <a:cubicBezTo>
                      <a:pt x="67152" y="3179"/>
                      <a:pt x="68592" y="3096"/>
                      <a:pt x="70033" y="3048"/>
                    </a:cubicBezTo>
                    <a:cubicBezTo>
                      <a:pt x="71404" y="2997"/>
                      <a:pt x="72782" y="2960"/>
                      <a:pt x="74161" y="2960"/>
                    </a:cubicBezTo>
                    <a:cubicBezTo>
                      <a:pt x="75693" y="2960"/>
                      <a:pt x="77226" y="3006"/>
                      <a:pt x="78749" y="3132"/>
                    </a:cubicBezTo>
                    <a:cubicBezTo>
                      <a:pt x="80320" y="3262"/>
                      <a:pt x="81916" y="3441"/>
                      <a:pt x="83523" y="3501"/>
                    </a:cubicBezTo>
                    <a:lnTo>
                      <a:pt x="83523" y="226"/>
                    </a:lnTo>
                    <a:cubicBezTo>
                      <a:pt x="82996" y="208"/>
                      <a:pt x="82468" y="200"/>
                      <a:pt x="81940" y="200"/>
                    </a:cubicBezTo>
                    <a:cubicBezTo>
                      <a:pt x="79746" y="200"/>
                      <a:pt x="77545" y="333"/>
                      <a:pt x="75367" y="381"/>
                    </a:cubicBezTo>
                    <a:cubicBezTo>
                      <a:pt x="75023" y="389"/>
                      <a:pt x="74679" y="393"/>
                      <a:pt x="74335" y="393"/>
                    </a:cubicBezTo>
                    <a:cubicBezTo>
                      <a:pt x="71531" y="393"/>
                      <a:pt x="68750" y="156"/>
                      <a:pt x="65949" y="72"/>
                    </a:cubicBezTo>
                    <a:cubicBezTo>
                      <a:pt x="64306" y="24"/>
                      <a:pt x="62651" y="0"/>
                      <a:pt x="61008" y="0"/>
                    </a:cubicBezTo>
                    <a:cubicBezTo>
                      <a:pt x="59389" y="12"/>
                      <a:pt x="57782" y="60"/>
                      <a:pt x="56174" y="72"/>
                    </a:cubicBezTo>
                    <a:cubicBezTo>
                      <a:pt x="52605" y="72"/>
                      <a:pt x="48269" y="241"/>
                      <a:pt x="44429" y="241"/>
                    </a:cubicBezTo>
                    <a:cubicBezTo>
                      <a:pt x="43606" y="241"/>
                      <a:pt x="42806" y="233"/>
                      <a:pt x="42042" y="214"/>
                    </a:cubicBezTo>
                    <a:cubicBezTo>
                      <a:pt x="41611" y="203"/>
                      <a:pt x="41179" y="198"/>
                      <a:pt x="40747" y="198"/>
                    </a:cubicBezTo>
                    <a:cubicBezTo>
                      <a:pt x="38518" y="198"/>
                      <a:pt x="36277" y="331"/>
                      <a:pt x="34052" y="381"/>
                    </a:cubicBezTo>
                    <a:cubicBezTo>
                      <a:pt x="33708" y="389"/>
                      <a:pt x="33364" y="393"/>
                      <a:pt x="33021" y="393"/>
                    </a:cubicBezTo>
                    <a:cubicBezTo>
                      <a:pt x="30216" y="393"/>
                      <a:pt x="27435" y="156"/>
                      <a:pt x="24635" y="72"/>
                    </a:cubicBezTo>
                    <a:cubicBezTo>
                      <a:pt x="22992" y="24"/>
                      <a:pt x="21337" y="0"/>
                      <a:pt x="19694" y="0"/>
                    </a:cubicBezTo>
                    <a:close/>
                  </a:path>
                </a:pathLst>
              </a:custGeom>
              <a:solidFill>
                <a:srgbClr val="3C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33"/>
              <p:cNvSpPr/>
              <p:nvPr/>
            </p:nvSpPr>
            <p:spPr>
              <a:xfrm>
                <a:off x="7287916" y="2492046"/>
                <a:ext cx="577548" cy="23023"/>
              </a:xfrm>
              <a:custGeom>
                <a:avLst/>
                <a:gdLst/>
                <a:ahLst/>
                <a:cxnLst/>
                <a:rect l="l" t="t" r="r" b="b"/>
                <a:pathLst>
                  <a:path w="17860" h="717" extrusionOk="0">
                    <a:moveTo>
                      <a:pt x="8659" y="1"/>
                    </a:moveTo>
                    <a:cubicBezTo>
                      <a:pt x="5770" y="1"/>
                      <a:pt x="2878" y="101"/>
                      <a:pt x="0" y="319"/>
                    </a:cubicBezTo>
                    <a:cubicBezTo>
                      <a:pt x="3215" y="486"/>
                      <a:pt x="6430" y="676"/>
                      <a:pt x="9656" y="712"/>
                    </a:cubicBezTo>
                    <a:cubicBezTo>
                      <a:pt x="9966" y="715"/>
                      <a:pt x="10277" y="716"/>
                      <a:pt x="10587" y="716"/>
                    </a:cubicBezTo>
                    <a:cubicBezTo>
                      <a:pt x="13010" y="716"/>
                      <a:pt x="15454" y="627"/>
                      <a:pt x="17860" y="331"/>
                    </a:cubicBezTo>
                    <a:cubicBezTo>
                      <a:pt x="17264" y="284"/>
                      <a:pt x="16669" y="248"/>
                      <a:pt x="16074" y="212"/>
                    </a:cubicBezTo>
                    <a:cubicBezTo>
                      <a:pt x="13611" y="75"/>
                      <a:pt x="11136" y="1"/>
                      <a:pt x="865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33"/>
              <p:cNvSpPr/>
              <p:nvPr/>
            </p:nvSpPr>
            <p:spPr>
              <a:xfrm>
                <a:off x="6535196" y="2429657"/>
                <a:ext cx="2680132" cy="56481"/>
              </a:xfrm>
              <a:custGeom>
                <a:avLst/>
                <a:gdLst/>
                <a:ahLst/>
                <a:cxnLst/>
                <a:rect l="l" t="t" r="r" b="b"/>
                <a:pathLst>
                  <a:path w="82880" h="1759" extrusionOk="0">
                    <a:moveTo>
                      <a:pt x="56433" y="1"/>
                    </a:moveTo>
                    <a:cubicBezTo>
                      <a:pt x="50862" y="1"/>
                      <a:pt x="43056" y="155"/>
                      <a:pt x="41410" y="238"/>
                    </a:cubicBezTo>
                    <a:cubicBezTo>
                      <a:pt x="39517" y="310"/>
                      <a:pt x="37624" y="345"/>
                      <a:pt x="35743" y="357"/>
                    </a:cubicBezTo>
                    <a:cubicBezTo>
                      <a:pt x="32695" y="357"/>
                      <a:pt x="29659" y="298"/>
                      <a:pt x="26623" y="226"/>
                    </a:cubicBezTo>
                    <a:cubicBezTo>
                      <a:pt x="23563" y="155"/>
                      <a:pt x="20515" y="48"/>
                      <a:pt x="17455" y="12"/>
                    </a:cubicBezTo>
                    <a:cubicBezTo>
                      <a:pt x="16770" y="5"/>
                      <a:pt x="16010" y="1"/>
                      <a:pt x="15202" y="1"/>
                    </a:cubicBezTo>
                    <a:cubicBezTo>
                      <a:pt x="9520" y="1"/>
                      <a:pt x="1439" y="167"/>
                      <a:pt x="1" y="250"/>
                    </a:cubicBezTo>
                    <a:cubicBezTo>
                      <a:pt x="24" y="738"/>
                      <a:pt x="489" y="1095"/>
                      <a:pt x="512" y="1584"/>
                    </a:cubicBezTo>
                    <a:cubicBezTo>
                      <a:pt x="1098" y="1711"/>
                      <a:pt x="1773" y="1755"/>
                      <a:pt x="2489" y="1755"/>
                    </a:cubicBezTo>
                    <a:cubicBezTo>
                      <a:pt x="4087" y="1755"/>
                      <a:pt x="5891" y="1536"/>
                      <a:pt x="7373" y="1536"/>
                    </a:cubicBezTo>
                    <a:cubicBezTo>
                      <a:pt x="7400" y="1536"/>
                      <a:pt x="7427" y="1536"/>
                      <a:pt x="7454" y="1536"/>
                    </a:cubicBezTo>
                    <a:cubicBezTo>
                      <a:pt x="11288" y="1548"/>
                      <a:pt x="15133" y="1560"/>
                      <a:pt x="18967" y="1560"/>
                    </a:cubicBezTo>
                    <a:cubicBezTo>
                      <a:pt x="21884" y="1560"/>
                      <a:pt x="24789" y="1417"/>
                      <a:pt x="27706" y="1274"/>
                    </a:cubicBezTo>
                    <a:cubicBezTo>
                      <a:pt x="30010" y="1156"/>
                      <a:pt x="32327" y="1051"/>
                      <a:pt x="34648" y="1051"/>
                    </a:cubicBezTo>
                    <a:cubicBezTo>
                      <a:pt x="35362" y="1051"/>
                      <a:pt x="36076" y="1061"/>
                      <a:pt x="36791" y="1084"/>
                    </a:cubicBezTo>
                    <a:cubicBezTo>
                      <a:pt x="38470" y="1143"/>
                      <a:pt x="40184" y="1286"/>
                      <a:pt x="41827" y="1584"/>
                    </a:cubicBezTo>
                    <a:lnTo>
                      <a:pt x="41827" y="1595"/>
                    </a:lnTo>
                    <a:cubicBezTo>
                      <a:pt x="42401" y="1717"/>
                      <a:pt x="43060" y="1759"/>
                      <a:pt x="43760" y="1759"/>
                    </a:cubicBezTo>
                    <a:cubicBezTo>
                      <a:pt x="45369" y="1759"/>
                      <a:pt x="47193" y="1536"/>
                      <a:pt x="48688" y="1536"/>
                    </a:cubicBezTo>
                    <a:cubicBezTo>
                      <a:pt x="48715" y="1536"/>
                      <a:pt x="48742" y="1536"/>
                      <a:pt x="48769" y="1536"/>
                    </a:cubicBezTo>
                    <a:cubicBezTo>
                      <a:pt x="52602" y="1548"/>
                      <a:pt x="56448" y="1560"/>
                      <a:pt x="60282" y="1560"/>
                    </a:cubicBezTo>
                    <a:cubicBezTo>
                      <a:pt x="63199" y="1560"/>
                      <a:pt x="66104" y="1417"/>
                      <a:pt x="69021" y="1274"/>
                    </a:cubicBezTo>
                    <a:cubicBezTo>
                      <a:pt x="71268" y="1159"/>
                      <a:pt x="73528" y="1056"/>
                      <a:pt x="75792" y="1056"/>
                    </a:cubicBezTo>
                    <a:cubicBezTo>
                      <a:pt x="76563" y="1056"/>
                      <a:pt x="77334" y="1068"/>
                      <a:pt x="78106" y="1095"/>
                    </a:cubicBezTo>
                    <a:cubicBezTo>
                      <a:pt x="79689" y="1143"/>
                      <a:pt x="81308" y="1274"/>
                      <a:pt x="82880" y="1536"/>
                    </a:cubicBezTo>
                    <a:lnTo>
                      <a:pt x="82880" y="238"/>
                    </a:lnTo>
                    <a:cubicBezTo>
                      <a:pt x="80939" y="310"/>
                      <a:pt x="78998" y="345"/>
                      <a:pt x="77058" y="357"/>
                    </a:cubicBezTo>
                    <a:cubicBezTo>
                      <a:pt x="74010" y="357"/>
                      <a:pt x="70974" y="298"/>
                      <a:pt x="67938" y="226"/>
                    </a:cubicBezTo>
                    <a:cubicBezTo>
                      <a:pt x="64878" y="155"/>
                      <a:pt x="61830" y="48"/>
                      <a:pt x="58770" y="12"/>
                    </a:cubicBezTo>
                    <a:cubicBezTo>
                      <a:pt x="58061" y="4"/>
                      <a:pt x="57272" y="1"/>
                      <a:pt x="56433" y="1"/>
                    </a:cubicBezTo>
                    <a:close/>
                  </a:path>
                </a:pathLst>
              </a:custGeom>
              <a:solidFill>
                <a:srgbClr val="3C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33"/>
              <p:cNvSpPr/>
              <p:nvPr/>
            </p:nvSpPr>
            <p:spPr>
              <a:xfrm>
                <a:off x="6547904" y="2744624"/>
                <a:ext cx="2667423" cy="69807"/>
              </a:xfrm>
              <a:custGeom>
                <a:avLst/>
                <a:gdLst/>
                <a:ahLst/>
                <a:cxnLst/>
                <a:rect l="l" t="t" r="r" b="b"/>
                <a:pathLst>
                  <a:path w="82487" h="2174" extrusionOk="0">
                    <a:moveTo>
                      <a:pt x="31864" y="1"/>
                    </a:moveTo>
                    <a:cubicBezTo>
                      <a:pt x="30155" y="1"/>
                      <a:pt x="28440" y="63"/>
                      <a:pt x="26742" y="133"/>
                    </a:cubicBezTo>
                    <a:cubicBezTo>
                      <a:pt x="25277" y="192"/>
                      <a:pt x="23825" y="264"/>
                      <a:pt x="22360" y="288"/>
                    </a:cubicBezTo>
                    <a:cubicBezTo>
                      <a:pt x="21941" y="294"/>
                      <a:pt x="21523" y="297"/>
                      <a:pt x="21104" y="297"/>
                    </a:cubicBezTo>
                    <a:cubicBezTo>
                      <a:pt x="20022" y="297"/>
                      <a:pt x="18941" y="278"/>
                      <a:pt x="17860" y="252"/>
                    </a:cubicBezTo>
                    <a:cubicBezTo>
                      <a:pt x="17154" y="235"/>
                      <a:pt x="16432" y="228"/>
                      <a:pt x="15698" y="228"/>
                    </a:cubicBezTo>
                    <a:cubicBezTo>
                      <a:pt x="10625" y="228"/>
                      <a:pt x="4972" y="573"/>
                      <a:pt x="0" y="573"/>
                    </a:cubicBezTo>
                    <a:cubicBezTo>
                      <a:pt x="12" y="1038"/>
                      <a:pt x="215" y="1692"/>
                      <a:pt x="215" y="2157"/>
                    </a:cubicBezTo>
                    <a:cubicBezTo>
                      <a:pt x="673" y="2168"/>
                      <a:pt x="1133" y="2174"/>
                      <a:pt x="1595" y="2174"/>
                    </a:cubicBezTo>
                    <a:cubicBezTo>
                      <a:pt x="7038" y="2174"/>
                      <a:pt x="12664" y="1426"/>
                      <a:pt x="17945" y="1426"/>
                    </a:cubicBezTo>
                    <a:cubicBezTo>
                      <a:pt x="18621" y="1426"/>
                      <a:pt x="19291" y="1439"/>
                      <a:pt x="19955" y="1466"/>
                    </a:cubicBezTo>
                    <a:cubicBezTo>
                      <a:pt x="24265" y="1645"/>
                      <a:pt x="28564" y="2050"/>
                      <a:pt x="32897" y="2085"/>
                    </a:cubicBezTo>
                    <a:cubicBezTo>
                      <a:pt x="35767" y="2109"/>
                      <a:pt x="38660" y="2085"/>
                      <a:pt x="41529" y="2157"/>
                    </a:cubicBezTo>
                    <a:cubicBezTo>
                      <a:pt x="41988" y="2168"/>
                      <a:pt x="42448" y="2174"/>
                      <a:pt x="42909" y="2174"/>
                    </a:cubicBezTo>
                    <a:cubicBezTo>
                      <a:pt x="48353" y="2174"/>
                      <a:pt x="53979" y="1426"/>
                      <a:pt x="59259" y="1426"/>
                    </a:cubicBezTo>
                    <a:cubicBezTo>
                      <a:pt x="59936" y="1426"/>
                      <a:pt x="60606" y="1439"/>
                      <a:pt x="61270" y="1466"/>
                    </a:cubicBezTo>
                    <a:cubicBezTo>
                      <a:pt x="65580" y="1645"/>
                      <a:pt x="69878" y="2050"/>
                      <a:pt x="74200" y="2085"/>
                    </a:cubicBezTo>
                    <a:cubicBezTo>
                      <a:pt x="76962" y="2109"/>
                      <a:pt x="79725" y="2085"/>
                      <a:pt x="82487" y="2145"/>
                    </a:cubicBezTo>
                    <a:lnTo>
                      <a:pt x="82487" y="549"/>
                    </a:lnTo>
                    <a:cubicBezTo>
                      <a:pt x="80558" y="490"/>
                      <a:pt x="78629" y="240"/>
                      <a:pt x="76736" y="109"/>
                    </a:cubicBezTo>
                    <a:cubicBezTo>
                      <a:pt x="75558" y="31"/>
                      <a:pt x="74370" y="1"/>
                      <a:pt x="73179" y="1"/>
                    </a:cubicBezTo>
                    <a:cubicBezTo>
                      <a:pt x="71470" y="1"/>
                      <a:pt x="69755" y="63"/>
                      <a:pt x="68057" y="133"/>
                    </a:cubicBezTo>
                    <a:cubicBezTo>
                      <a:pt x="66592" y="180"/>
                      <a:pt x="65140" y="264"/>
                      <a:pt x="63675" y="288"/>
                    </a:cubicBezTo>
                    <a:cubicBezTo>
                      <a:pt x="63300" y="291"/>
                      <a:pt x="62925" y="292"/>
                      <a:pt x="62550" y="292"/>
                    </a:cubicBezTo>
                    <a:cubicBezTo>
                      <a:pt x="61425" y="292"/>
                      <a:pt x="60300" y="279"/>
                      <a:pt x="59174" y="252"/>
                    </a:cubicBezTo>
                    <a:cubicBezTo>
                      <a:pt x="58456" y="235"/>
                      <a:pt x="57721" y="227"/>
                      <a:pt x="56973" y="227"/>
                    </a:cubicBezTo>
                    <a:cubicBezTo>
                      <a:pt x="52056" y="227"/>
                      <a:pt x="46590" y="553"/>
                      <a:pt x="41744" y="573"/>
                    </a:cubicBezTo>
                    <a:lnTo>
                      <a:pt x="41744" y="561"/>
                    </a:lnTo>
                    <a:cubicBezTo>
                      <a:pt x="39636" y="538"/>
                      <a:pt x="37517" y="252"/>
                      <a:pt x="35422" y="109"/>
                    </a:cubicBezTo>
                    <a:cubicBezTo>
                      <a:pt x="34243" y="31"/>
                      <a:pt x="33055" y="1"/>
                      <a:pt x="318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33"/>
              <p:cNvSpPr/>
              <p:nvPr/>
            </p:nvSpPr>
            <p:spPr>
              <a:xfrm>
                <a:off x="6531736" y="2826022"/>
                <a:ext cx="2683204" cy="75426"/>
              </a:xfrm>
              <a:custGeom>
                <a:avLst/>
                <a:gdLst/>
                <a:ahLst/>
                <a:cxnLst/>
                <a:rect l="l" t="t" r="r" b="b"/>
                <a:pathLst>
                  <a:path w="82975" h="2349" extrusionOk="0">
                    <a:moveTo>
                      <a:pt x="59550" y="0"/>
                    </a:moveTo>
                    <a:cubicBezTo>
                      <a:pt x="53800" y="0"/>
                      <a:pt x="47299" y="717"/>
                      <a:pt x="41625" y="717"/>
                    </a:cubicBezTo>
                    <a:cubicBezTo>
                      <a:pt x="38565" y="646"/>
                      <a:pt x="35481" y="693"/>
                      <a:pt x="32409" y="646"/>
                    </a:cubicBezTo>
                    <a:cubicBezTo>
                      <a:pt x="28492" y="586"/>
                      <a:pt x="24611" y="217"/>
                      <a:pt x="20693" y="50"/>
                    </a:cubicBezTo>
                    <a:cubicBezTo>
                      <a:pt x="19894" y="16"/>
                      <a:pt x="19073" y="1"/>
                      <a:pt x="18237" y="1"/>
                    </a:cubicBezTo>
                    <a:cubicBezTo>
                      <a:pt x="12466" y="1"/>
                      <a:pt x="5939" y="717"/>
                      <a:pt x="253" y="717"/>
                    </a:cubicBezTo>
                    <a:cubicBezTo>
                      <a:pt x="213" y="717"/>
                      <a:pt x="172" y="717"/>
                      <a:pt x="131" y="717"/>
                    </a:cubicBezTo>
                    <a:lnTo>
                      <a:pt x="131" y="717"/>
                    </a:lnTo>
                    <a:cubicBezTo>
                      <a:pt x="167" y="1313"/>
                      <a:pt x="0" y="1753"/>
                      <a:pt x="48" y="2348"/>
                    </a:cubicBezTo>
                    <a:cubicBezTo>
                      <a:pt x="1504" y="2348"/>
                      <a:pt x="2161" y="1931"/>
                      <a:pt x="2384" y="1931"/>
                    </a:cubicBezTo>
                    <a:cubicBezTo>
                      <a:pt x="2388" y="1931"/>
                      <a:pt x="2391" y="1931"/>
                      <a:pt x="2394" y="1932"/>
                    </a:cubicBezTo>
                    <a:cubicBezTo>
                      <a:pt x="4108" y="1634"/>
                      <a:pt x="5906" y="1515"/>
                      <a:pt x="7608" y="1443"/>
                    </a:cubicBezTo>
                    <a:cubicBezTo>
                      <a:pt x="8562" y="1406"/>
                      <a:pt x="9518" y="1390"/>
                      <a:pt x="10475" y="1390"/>
                    </a:cubicBezTo>
                    <a:cubicBezTo>
                      <a:pt x="13186" y="1390"/>
                      <a:pt x="15905" y="1520"/>
                      <a:pt x="18598" y="1670"/>
                    </a:cubicBezTo>
                    <a:cubicBezTo>
                      <a:pt x="20420" y="1765"/>
                      <a:pt x="22217" y="1884"/>
                      <a:pt x="24027" y="2003"/>
                    </a:cubicBezTo>
                    <a:cubicBezTo>
                      <a:pt x="24826" y="1990"/>
                      <a:pt x="25625" y="1984"/>
                      <a:pt x="26423" y="1984"/>
                    </a:cubicBezTo>
                    <a:cubicBezTo>
                      <a:pt x="31406" y="1984"/>
                      <a:pt x="36375" y="2213"/>
                      <a:pt x="41363" y="2336"/>
                    </a:cubicBezTo>
                    <a:lnTo>
                      <a:pt x="41363" y="2348"/>
                    </a:lnTo>
                    <a:lnTo>
                      <a:pt x="41470" y="2348"/>
                    </a:lnTo>
                    <a:cubicBezTo>
                      <a:pt x="41470" y="2348"/>
                      <a:pt x="41482" y="2336"/>
                      <a:pt x="41482" y="2336"/>
                    </a:cubicBezTo>
                    <a:cubicBezTo>
                      <a:pt x="42855" y="2325"/>
                      <a:pt x="43476" y="1931"/>
                      <a:pt x="43699" y="1931"/>
                    </a:cubicBezTo>
                    <a:cubicBezTo>
                      <a:pt x="43702" y="1931"/>
                      <a:pt x="43705" y="1931"/>
                      <a:pt x="43708" y="1932"/>
                    </a:cubicBezTo>
                    <a:cubicBezTo>
                      <a:pt x="45423" y="1634"/>
                      <a:pt x="47221" y="1503"/>
                      <a:pt x="48923" y="1443"/>
                    </a:cubicBezTo>
                    <a:cubicBezTo>
                      <a:pt x="49919" y="1401"/>
                      <a:pt x="50916" y="1383"/>
                      <a:pt x="51914" y="1383"/>
                    </a:cubicBezTo>
                    <a:cubicBezTo>
                      <a:pt x="54580" y="1383"/>
                      <a:pt x="57253" y="1514"/>
                      <a:pt x="59913" y="1670"/>
                    </a:cubicBezTo>
                    <a:cubicBezTo>
                      <a:pt x="61722" y="1765"/>
                      <a:pt x="63532" y="1884"/>
                      <a:pt x="65342" y="2003"/>
                    </a:cubicBezTo>
                    <a:cubicBezTo>
                      <a:pt x="66144" y="1990"/>
                      <a:pt x="66945" y="1984"/>
                      <a:pt x="67747" y="1984"/>
                    </a:cubicBezTo>
                    <a:cubicBezTo>
                      <a:pt x="72762" y="1984"/>
                      <a:pt x="77763" y="2215"/>
                      <a:pt x="82773" y="2348"/>
                    </a:cubicBezTo>
                    <a:cubicBezTo>
                      <a:pt x="82844" y="2336"/>
                      <a:pt x="82915" y="2325"/>
                      <a:pt x="82975" y="2313"/>
                    </a:cubicBezTo>
                    <a:lnTo>
                      <a:pt x="82975" y="717"/>
                    </a:lnTo>
                    <a:cubicBezTo>
                      <a:pt x="79891" y="646"/>
                      <a:pt x="76808" y="693"/>
                      <a:pt x="73724" y="646"/>
                    </a:cubicBezTo>
                    <a:cubicBezTo>
                      <a:pt x="69807" y="586"/>
                      <a:pt x="65925" y="217"/>
                      <a:pt x="62008" y="50"/>
                    </a:cubicBezTo>
                    <a:cubicBezTo>
                      <a:pt x="61208" y="16"/>
                      <a:pt x="60387" y="0"/>
                      <a:pt x="5955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33"/>
              <p:cNvSpPr/>
              <p:nvPr/>
            </p:nvSpPr>
            <p:spPr>
              <a:xfrm>
                <a:off x="8623907" y="2492046"/>
                <a:ext cx="577580" cy="23023"/>
              </a:xfrm>
              <a:custGeom>
                <a:avLst/>
                <a:gdLst/>
                <a:ahLst/>
                <a:cxnLst/>
                <a:rect l="l" t="t" r="r" b="b"/>
                <a:pathLst>
                  <a:path w="17861" h="717" extrusionOk="0">
                    <a:moveTo>
                      <a:pt x="8660" y="1"/>
                    </a:moveTo>
                    <a:cubicBezTo>
                      <a:pt x="5771" y="1"/>
                      <a:pt x="2879" y="101"/>
                      <a:pt x="1" y="319"/>
                    </a:cubicBezTo>
                    <a:cubicBezTo>
                      <a:pt x="3216" y="486"/>
                      <a:pt x="6430" y="676"/>
                      <a:pt x="9657" y="712"/>
                    </a:cubicBezTo>
                    <a:cubicBezTo>
                      <a:pt x="9967" y="715"/>
                      <a:pt x="10277" y="716"/>
                      <a:pt x="10588" y="716"/>
                    </a:cubicBezTo>
                    <a:cubicBezTo>
                      <a:pt x="13011" y="716"/>
                      <a:pt x="15454" y="627"/>
                      <a:pt x="17860" y="331"/>
                    </a:cubicBezTo>
                    <a:cubicBezTo>
                      <a:pt x="17265" y="284"/>
                      <a:pt x="16670" y="248"/>
                      <a:pt x="16074" y="212"/>
                    </a:cubicBezTo>
                    <a:cubicBezTo>
                      <a:pt x="13612" y="75"/>
                      <a:pt x="11137" y="1"/>
                      <a:pt x="86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33"/>
              <p:cNvSpPr/>
              <p:nvPr/>
            </p:nvSpPr>
            <p:spPr>
              <a:xfrm>
                <a:off x="8058712" y="2894545"/>
                <a:ext cx="481699" cy="13486"/>
              </a:xfrm>
              <a:custGeom>
                <a:avLst/>
                <a:gdLst/>
                <a:ahLst/>
                <a:cxnLst/>
                <a:rect l="l" t="t" r="r" b="b"/>
                <a:pathLst>
                  <a:path w="14896" h="420" extrusionOk="0">
                    <a:moveTo>
                      <a:pt x="13764" y="0"/>
                    </a:moveTo>
                    <a:cubicBezTo>
                      <a:pt x="9168" y="48"/>
                      <a:pt x="4584" y="131"/>
                      <a:pt x="1" y="238"/>
                    </a:cubicBezTo>
                    <a:cubicBezTo>
                      <a:pt x="2004" y="358"/>
                      <a:pt x="4007" y="420"/>
                      <a:pt x="6010" y="420"/>
                    </a:cubicBezTo>
                    <a:cubicBezTo>
                      <a:pt x="7376" y="420"/>
                      <a:pt x="8743" y="391"/>
                      <a:pt x="10109" y="333"/>
                    </a:cubicBezTo>
                    <a:cubicBezTo>
                      <a:pt x="11704" y="262"/>
                      <a:pt x="13300" y="155"/>
                      <a:pt x="148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33"/>
              <p:cNvSpPr/>
              <p:nvPr/>
            </p:nvSpPr>
            <p:spPr>
              <a:xfrm>
                <a:off x="6529052" y="2929128"/>
                <a:ext cx="2686276" cy="41679"/>
              </a:xfrm>
              <a:custGeom>
                <a:avLst/>
                <a:gdLst/>
                <a:ahLst/>
                <a:cxnLst/>
                <a:rect l="l" t="t" r="r" b="b"/>
                <a:pathLst>
                  <a:path w="83070" h="1298" extrusionOk="0">
                    <a:moveTo>
                      <a:pt x="21168" y="1"/>
                    </a:moveTo>
                    <a:cubicBezTo>
                      <a:pt x="20362" y="1"/>
                      <a:pt x="19556" y="13"/>
                      <a:pt x="18752" y="42"/>
                    </a:cubicBezTo>
                    <a:cubicBezTo>
                      <a:pt x="15884" y="142"/>
                      <a:pt x="13078" y="317"/>
                      <a:pt x="10240" y="317"/>
                    </a:cubicBezTo>
                    <a:cubicBezTo>
                      <a:pt x="9343" y="317"/>
                      <a:pt x="8443" y="299"/>
                      <a:pt x="7537" y="257"/>
                    </a:cubicBezTo>
                    <a:cubicBezTo>
                      <a:pt x="5917" y="173"/>
                      <a:pt x="4298" y="90"/>
                      <a:pt x="2679" y="90"/>
                    </a:cubicBezTo>
                    <a:cubicBezTo>
                      <a:pt x="2346" y="90"/>
                      <a:pt x="786" y="423"/>
                      <a:pt x="107" y="447"/>
                    </a:cubicBezTo>
                    <a:cubicBezTo>
                      <a:pt x="143" y="745"/>
                      <a:pt x="0" y="899"/>
                      <a:pt x="24" y="1197"/>
                    </a:cubicBezTo>
                    <a:cubicBezTo>
                      <a:pt x="150" y="1198"/>
                      <a:pt x="278" y="1199"/>
                      <a:pt x="408" y="1199"/>
                    </a:cubicBezTo>
                    <a:cubicBezTo>
                      <a:pt x="3139" y="1199"/>
                      <a:pt x="6699" y="970"/>
                      <a:pt x="9358" y="959"/>
                    </a:cubicBezTo>
                    <a:cubicBezTo>
                      <a:pt x="10900" y="947"/>
                      <a:pt x="12442" y="938"/>
                      <a:pt x="13985" y="938"/>
                    </a:cubicBezTo>
                    <a:cubicBezTo>
                      <a:pt x="15529" y="938"/>
                      <a:pt x="17074" y="947"/>
                      <a:pt x="18621" y="971"/>
                    </a:cubicBezTo>
                    <a:cubicBezTo>
                      <a:pt x="21669" y="1019"/>
                      <a:pt x="24717" y="1126"/>
                      <a:pt x="27765" y="1197"/>
                    </a:cubicBezTo>
                    <a:cubicBezTo>
                      <a:pt x="30321" y="1251"/>
                      <a:pt x="32876" y="1297"/>
                      <a:pt x="35431" y="1297"/>
                    </a:cubicBezTo>
                    <a:cubicBezTo>
                      <a:pt x="37400" y="1297"/>
                      <a:pt x="39369" y="1270"/>
                      <a:pt x="41339" y="1197"/>
                    </a:cubicBezTo>
                    <a:cubicBezTo>
                      <a:pt x="41464" y="1198"/>
                      <a:pt x="41592" y="1199"/>
                      <a:pt x="41722" y="1199"/>
                    </a:cubicBezTo>
                    <a:cubicBezTo>
                      <a:pt x="44453" y="1199"/>
                      <a:pt x="48013" y="970"/>
                      <a:pt x="50673" y="959"/>
                    </a:cubicBezTo>
                    <a:cubicBezTo>
                      <a:pt x="52215" y="947"/>
                      <a:pt x="53757" y="938"/>
                      <a:pt x="55300" y="938"/>
                    </a:cubicBezTo>
                    <a:cubicBezTo>
                      <a:pt x="56843" y="938"/>
                      <a:pt x="58388" y="947"/>
                      <a:pt x="59936" y="971"/>
                    </a:cubicBezTo>
                    <a:cubicBezTo>
                      <a:pt x="62984" y="1019"/>
                      <a:pt x="66032" y="1126"/>
                      <a:pt x="69080" y="1197"/>
                    </a:cubicBezTo>
                    <a:cubicBezTo>
                      <a:pt x="71545" y="1254"/>
                      <a:pt x="74016" y="1297"/>
                      <a:pt x="76487" y="1297"/>
                    </a:cubicBezTo>
                    <a:cubicBezTo>
                      <a:pt x="78683" y="1297"/>
                      <a:pt x="80879" y="1263"/>
                      <a:pt x="83070" y="1173"/>
                    </a:cubicBezTo>
                    <a:lnTo>
                      <a:pt x="83070" y="423"/>
                    </a:lnTo>
                    <a:cubicBezTo>
                      <a:pt x="81627" y="527"/>
                      <a:pt x="80180" y="568"/>
                      <a:pt x="78729" y="568"/>
                    </a:cubicBezTo>
                    <a:cubicBezTo>
                      <a:pt x="73328" y="568"/>
                      <a:pt x="67882" y="1"/>
                      <a:pt x="62480" y="1"/>
                    </a:cubicBezTo>
                    <a:cubicBezTo>
                      <a:pt x="61679" y="1"/>
                      <a:pt x="60878" y="14"/>
                      <a:pt x="60079" y="42"/>
                    </a:cubicBezTo>
                    <a:lnTo>
                      <a:pt x="60067" y="42"/>
                    </a:lnTo>
                    <a:cubicBezTo>
                      <a:pt x="57199" y="142"/>
                      <a:pt x="54393" y="317"/>
                      <a:pt x="51554" y="317"/>
                    </a:cubicBezTo>
                    <a:cubicBezTo>
                      <a:pt x="50658" y="317"/>
                      <a:pt x="49758" y="299"/>
                      <a:pt x="48851" y="257"/>
                    </a:cubicBezTo>
                    <a:cubicBezTo>
                      <a:pt x="47232" y="173"/>
                      <a:pt x="45613" y="90"/>
                      <a:pt x="43994" y="90"/>
                    </a:cubicBezTo>
                    <a:cubicBezTo>
                      <a:pt x="43696" y="90"/>
                      <a:pt x="42422" y="352"/>
                      <a:pt x="41672" y="423"/>
                    </a:cubicBezTo>
                    <a:cubicBezTo>
                      <a:pt x="40250" y="524"/>
                      <a:pt x="38823" y="564"/>
                      <a:pt x="37391" y="564"/>
                    </a:cubicBezTo>
                    <a:cubicBezTo>
                      <a:pt x="32004" y="564"/>
                      <a:pt x="26561" y="1"/>
                      <a:pt x="211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33"/>
              <p:cNvSpPr/>
              <p:nvPr/>
            </p:nvSpPr>
            <p:spPr>
              <a:xfrm>
                <a:off x="6510167" y="3079691"/>
                <a:ext cx="2705161" cy="84192"/>
              </a:xfrm>
              <a:custGeom>
                <a:avLst/>
                <a:gdLst/>
                <a:ahLst/>
                <a:cxnLst/>
                <a:rect l="l" t="t" r="r" b="b"/>
                <a:pathLst>
                  <a:path w="83654" h="2622" extrusionOk="0">
                    <a:moveTo>
                      <a:pt x="58147" y="0"/>
                    </a:moveTo>
                    <a:cubicBezTo>
                      <a:pt x="52881" y="0"/>
                      <a:pt x="47042" y="325"/>
                      <a:pt x="42256" y="830"/>
                    </a:cubicBezTo>
                    <a:cubicBezTo>
                      <a:pt x="41281" y="906"/>
                      <a:pt x="40300" y="935"/>
                      <a:pt x="39319" y="935"/>
                    </a:cubicBezTo>
                    <a:cubicBezTo>
                      <a:pt x="38442" y="935"/>
                      <a:pt x="37566" y="911"/>
                      <a:pt x="36696" y="878"/>
                    </a:cubicBezTo>
                    <a:cubicBezTo>
                      <a:pt x="33933" y="771"/>
                      <a:pt x="31195" y="521"/>
                      <a:pt x="28445" y="354"/>
                    </a:cubicBezTo>
                    <a:cubicBezTo>
                      <a:pt x="25504" y="175"/>
                      <a:pt x="22539" y="116"/>
                      <a:pt x="19598" y="32"/>
                    </a:cubicBezTo>
                    <a:cubicBezTo>
                      <a:pt x="18697" y="11"/>
                      <a:pt x="17768" y="0"/>
                      <a:pt x="16819" y="0"/>
                    </a:cubicBezTo>
                    <a:cubicBezTo>
                      <a:pt x="11514" y="0"/>
                      <a:pt x="5620" y="327"/>
                      <a:pt x="822" y="842"/>
                    </a:cubicBezTo>
                    <a:cubicBezTo>
                      <a:pt x="834" y="1544"/>
                      <a:pt x="1" y="1247"/>
                      <a:pt x="1" y="1949"/>
                    </a:cubicBezTo>
                    <a:cubicBezTo>
                      <a:pt x="13" y="2021"/>
                      <a:pt x="1275" y="2366"/>
                      <a:pt x="1286" y="2437"/>
                    </a:cubicBezTo>
                    <a:cubicBezTo>
                      <a:pt x="1770" y="2490"/>
                      <a:pt x="2236" y="2511"/>
                      <a:pt x="2687" y="2511"/>
                    </a:cubicBezTo>
                    <a:cubicBezTo>
                      <a:pt x="4161" y="2511"/>
                      <a:pt x="5482" y="2295"/>
                      <a:pt x="6740" y="2295"/>
                    </a:cubicBezTo>
                    <a:cubicBezTo>
                      <a:pt x="7267" y="2299"/>
                      <a:pt x="7795" y="2300"/>
                      <a:pt x="8323" y="2300"/>
                    </a:cubicBezTo>
                    <a:cubicBezTo>
                      <a:pt x="9379" y="2300"/>
                      <a:pt x="10434" y="2295"/>
                      <a:pt x="11490" y="2295"/>
                    </a:cubicBezTo>
                    <a:cubicBezTo>
                      <a:pt x="11742" y="2293"/>
                      <a:pt x="11995" y="2292"/>
                      <a:pt x="12248" y="2292"/>
                    </a:cubicBezTo>
                    <a:cubicBezTo>
                      <a:pt x="12890" y="2292"/>
                      <a:pt x="13534" y="2296"/>
                      <a:pt x="14180" y="2296"/>
                    </a:cubicBezTo>
                    <a:cubicBezTo>
                      <a:pt x="14867" y="2296"/>
                      <a:pt x="15555" y="2291"/>
                      <a:pt x="16241" y="2271"/>
                    </a:cubicBezTo>
                    <a:cubicBezTo>
                      <a:pt x="17527" y="2233"/>
                      <a:pt x="18814" y="2216"/>
                      <a:pt x="20100" y="2216"/>
                    </a:cubicBezTo>
                    <a:cubicBezTo>
                      <a:pt x="22100" y="2216"/>
                      <a:pt x="24100" y="2258"/>
                      <a:pt x="26099" y="2330"/>
                    </a:cubicBezTo>
                    <a:cubicBezTo>
                      <a:pt x="27730" y="2390"/>
                      <a:pt x="29361" y="2497"/>
                      <a:pt x="30993" y="2580"/>
                    </a:cubicBezTo>
                    <a:cubicBezTo>
                      <a:pt x="31529" y="2611"/>
                      <a:pt x="32069" y="2622"/>
                      <a:pt x="32611" y="2622"/>
                    </a:cubicBezTo>
                    <a:cubicBezTo>
                      <a:pt x="33562" y="2622"/>
                      <a:pt x="34517" y="2587"/>
                      <a:pt x="35457" y="2556"/>
                    </a:cubicBezTo>
                    <a:cubicBezTo>
                      <a:pt x="37223" y="2495"/>
                      <a:pt x="38988" y="2414"/>
                      <a:pt x="40753" y="2414"/>
                    </a:cubicBezTo>
                    <a:cubicBezTo>
                      <a:pt x="41381" y="2414"/>
                      <a:pt x="42009" y="2424"/>
                      <a:pt x="42637" y="2449"/>
                    </a:cubicBezTo>
                    <a:cubicBezTo>
                      <a:pt x="43089" y="2494"/>
                      <a:pt x="43526" y="2511"/>
                      <a:pt x="43950" y="2511"/>
                    </a:cubicBezTo>
                    <a:cubicBezTo>
                      <a:pt x="45447" y="2511"/>
                      <a:pt x="46783" y="2295"/>
                      <a:pt x="48054" y="2295"/>
                    </a:cubicBezTo>
                    <a:cubicBezTo>
                      <a:pt x="48582" y="2299"/>
                      <a:pt x="49110" y="2300"/>
                      <a:pt x="49638" y="2300"/>
                    </a:cubicBezTo>
                    <a:cubicBezTo>
                      <a:pt x="50693" y="2300"/>
                      <a:pt x="51749" y="2295"/>
                      <a:pt x="52805" y="2295"/>
                    </a:cubicBezTo>
                    <a:cubicBezTo>
                      <a:pt x="53059" y="2293"/>
                      <a:pt x="53313" y="2292"/>
                      <a:pt x="53567" y="2292"/>
                    </a:cubicBezTo>
                    <a:cubicBezTo>
                      <a:pt x="54210" y="2292"/>
                      <a:pt x="54854" y="2296"/>
                      <a:pt x="55498" y="2296"/>
                    </a:cubicBezTo>
                    <a:cubicBezTo>
                      <a:pt x="56184" y="2296"/>
                      <a:pt x="56870" y="2291"/>
                      <a:pt x="57555" y="2271"/>
                    </a:cubicBezTo>
                    <a:cubicBezTo>
                      <a:pt x="58842" y="2233"/>
                      <a:pt x="60128" y="2216"/>
                      <a:pt x="61415" y="2216"/>
                    </a:cubicBezTo>
                    <a:cubicBezTo>
                      <a:pt x="63415" y="2216"/>
                      <a:pt x="65414" y="2258"/>
                      <a:pt x="67414" y="2330"/>
                    </a:cubicBezTo>
                    <a:cubicBezTo>
                      <a:pt x="69045" y="2402"/>
                      <a:pt x="70676" y="2497"/>
                      <a:pt x="72307" y="2580"/>
                    </a:cubicBezTo>
                    <a:cubicBezTo>
                      <a:pt x="72848" y="2611"/>
                      <a:pt x="73390" y="2622"/>
                      <a:pt x="73932" y="2622"/>
                    </a:cubicBezTo>
                    <a:cubicBezTo>
                      <a:pt x="74883" y="2622"/>
                      <a:pt x="75836" y="2587"/>
                      <a:pt x="76784" y="2556"/>
                    </a:cubicBezTo>
                    <a:cubicBezTo>
                      <a:pt x="78535" y="2492"/>
                      <a:pt x="80307" y="2414"/>
                      <a:pt x="82074" y="2414"/>
                    </a:cubicBezTo>
                    <a:cubicBezTo>
                      <a:pt x="82601" y="2414"/>
                      <a:pt x="83128" y="2421"/>
                      <a:pt x="83654" y="2437"/>
                    </a:cubicBezTo>
                    <a:lnTo>
                      <a:pt x="83654" y="830"/>
                    </a:lnTo>
                    <a:cubicBezTo>
                      <a:pt x="82667" y="906"/>
                      <a:pt x="81669" y="935"/>
                      <a:pt x="80672" y="935"/>
                    </a:cubicBezTo>
                    <a:cubicBezTo>
                      <a:pt x="79782" y="935"/>
                      <a:pt x="78892" y="911"/>
                      <a:pt x="78010" y="878"/>
                    </a:cubicBezTo>
                    <a:cubicBezTo>
                      <a:pt x="75248" y="771"/>
                      <a:pt x="72510" y="521"/>
                      <a:pt x="69759" y="354"/>
                    </a:cubicBezTo>
                    <a:cubicBezTo>
                      <a:pt x="66818" y="175"/>
                      <a:pt x="63854" y="116"/>
                      <a:pt x="60913" y="32"/>
                    </a:cubicBezTo>
                    <a:cubicBezTo>
                      <a:pt x="60015" y="11"/>
                      <a:pt x="59090" y="0"/>
                      <a:pt x="58147" y="0"/>
                    </a:cubicBezTo>
                    <a:close/>
                  </a:path>
                </a:pathLst>
              </a:custGeom>
              <a:solidFill>
                <a:srgbClr val="E29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33"/>
              <p:cNvSpPr/>
              <p:nvPr/>
            </p:nvSpPr>
            <p:spPr>
              <a:xfrm>
                <a:off x="6513239" y="3179746"/>
                <a:ext cx="2702089" cy="113637"/>
              </a:xfrm>
              <a:custGeom>
                <a:avLst/>
                <a:gdLst/>
                <a:ahLst/>
                <a:cxnLst/>
                <a:rect l="l" t="t" r="r" b="b"/>
                <a:pathLst>
                  <a:path w="83559" h="3539" extrusionOk="0">
                    <a:moveTo>
                      <a:pt x="19682" y="0"/>
                    </a:moveTo>
                    <a:cubicBezTo>
                      <a:pt x="18075" y="0"/>
                      <a:pt x="16467" y="60"/>
                      <a:pt x="14848" y="60"/>
                    </a:cubicBezTo>
                    <a:cubicBezTo>
                      <a:pt x="11276" y="69"/>
                      <a:pt x="6943" y="241"/>
                      <a:pt x="3104" y="241"/>
                    </a:cubicBezTo>
                    <a:cubicBezTo>
                      <a:pt x="2285" y="241"/>
                      <a:pt x="1489" y="233"/>
                      <a:pt x="727" y="214"/>
                    </a:cubicBezTo>
                    <a:lnTo>
                      <a:pt x="727" y="214"/>
                    </a:lnTo>
                    <a:cubicBezTo>
                      <a:pt x="846" y="1131"/>
                      <a:pt x="1" y="1607"/>
                      <a:pt x="25" y="2524"/>
                    </a:cubicBezTo>
                    <a:cubicBezTo>
                      <a:pt x="37" y="2619"/>
                      <a:pt x="1168" y="3393"/>
                      <a:pt x="1168" y="3501"/>
                    </a:cubicBezTo>
                    <a:cubicBezTo>
                      <a:pt x="1508" y="3527"/>
                      <a:pt x="1862" y="3539"/>
                      <a:pt x="2226" y="3539"/>
                    </a:cubicBezTo>
                    <a:cubicBezTo>
                      <a:pt x="4844" y="3539"/>
                      <a:pt x="7995" y="2937"/>
                      <a:pt x="10525" y="2937"/>
                    </a:cubicBezTo>
                    <a:cubicBezTo>
                      <a:pt x="10646" y="2937"/>
                      <a:pt x="10765" y="2938"/>
                      <a:pt x="10883" y="2941"/>
                    </a:cubicBezTo>
                    <a:cubicBezTo>
                      <a:pt x="13884" y="3024"/>
                      <a:pt x="16884" y="3167"/>
                      <a:pt x="19884" y="3227"/>
                    </a:cubicBezTo>
                    <a:cubicBezTo>
                      <a:pt x="20506" y="3237"/>
                      <a:pt x="21127" y="3242"/>
                      <a:pt x="21748" y="3242"/>
                    </a:cubicBezTo>
                    <a:cubicBezTo>
                      <a:pt x="22627" y="3242"/>
                      <a:pt x="23506" y="3231"/>
                      <a:pt x="24385" y="3203"/>
                    </a:cubicBezTo>
                    <a:cubicBezTo>
                      <a:pt x="25837" y="3167"/>
                      <a:pt x="27278" y="3084"/>
                      <a:pt x="28719" y="3036"/>
                    </a:cubicBezTo>
                    <a:cubicBezTo>
                      <a:pt x="30083" y="2991"/>
                      <a:pt x="31456" y="2957"/>
                      <a:pt x="32828" y="2957"/>
                    </a:cubicBezTo>
                    <a:cubicBezTo>
                      <a:pt x="34364" y="2957"/>
                      <a:pt x="35900" y="3000"/>
                      <a:pt x="37422" y="3120"/>
                    </a:cubicBezTo>
                    <a:cubicBezTo>
                      <a:pt x="39101" y="3262"/>
                      <a:pt x="40792" y="3453"/>
                      <a:pt x="42482" y="3501"/>
                    </a:cubicBezTo>
                    <a:cubicBezTo>
                      <a:pt x="42823" y="3527"/>
                      <a:pt x="43177" y="3539"/>
                      <a:pt x="43541" y="3539"/>
                    </a:cubicBezTo>
                    <a:cubicBezTo>
                      <a:pt x="46140" y="3539"/>
                      <a:pt x="49262" y="2947"/>
                      <a:pt x="51782" y="2947"/>
                    </a:cubicBezTo>
                    <a:cubicBezTo>
                      <a:pt x="51923" y="2947"/>
                      <a:pt x="52061" y="2949"/>
                      <a:pt x="52198" y="2953"/>
                    </a:cubicBezTo>
                    <a:cubicBezTo>
                      <a:pt x="55198" y="3024"/>
                      <a:pt x="58199" y="3167"/>
                      <a:pt x="61199" y="3227"/>
                    </a:cubicBezTo>
                    <a:cubicBezTo>
                      <a:pt x="61873" y="3237"/>
                      <a:pt x="62548" y="3243"/>
                      <a:pt x="63222" y="3243"/>
                    </a:cubicBezTo>
                    <a:cubicBezTo>
                      <a:pt x="64048" y="3243"/>
                      <a:pt x="64874" y="3234"/>
                      <a:pt x="65700" y="3215"/>
                    </a:cubicBezTo>
                    <a:cubicBezTo>
                      <a:pt x="67152" y="3167"/>
                      <a:pt x="68593" y="3084"/>
                      <a:pt x="70033" y="3036"/>
                    </a:cubicBezTo>
                    <a:cubicBezTo>
                      <a:pt x="71374" y="2992"/>
                      <a:pt x="72722" y="2958"/>
                      <a:pt x="74070" y="2958"/>
                    </a:cubicBezTo>
                    <a:cubicBezTo>
                      <a:pt x="75631" y="2958"/>
                      <a:pt x="77191" y="3004"/>
                      <a:pt x="78737" y="3131"/>
                    </a:cubicBezTo>
                    <a:cubicBezTo>
                      <a:pt x="80332" y="3250"/>
                      <a:pt x="81940" y="3441"/>
                      <a:pt x="83559" y="3489"/>
                    </a:cubicBezTo>
                    <a:lnTo>
                      <a:pt x="83559" y="226"/>
                    </a:lnTo>
                    <a:cubicBezTo>
                      <a:pt x="83030" y="208"/>
                      <a:pt x="82499" y="200"/>
                      <a:pt x="81968" y="200"/>
                    </a:cubicBezTo>
                    <a:cubicBezTo>
                      <a:pt x="79765" y="200"/>
                      <a:pt x="77553" y="333"/>
                      <a:pt x="75356" y="381"/>
                    </a:cubicBezTo>
                    <a:cubicBezTo>
                      <a:pt x="75012" y="389"/>
                      <a:pt x="74670" y="392"/>
                      <a:pt x="74327" y="392"/>
                    </a:cubicBezTo>
                    <a:cubicBezTo>
                      <a:pt x="71529" y="392"/>
                      <a:pt x="68739" y="156"/>
                      <a:pt x="65950" y="72"/>
                    </a:cubicBezTo>
                    <a:cubicBezTo>
                      <a:pt x="64295" y="24"/>
                      <a:pt x="62652" y="0"/>
                      <a:pt x="60997" y="0"/>
                    </a:cubicBezTo>
                    <a:cubicBezTo>
                      <a:pt x="59389" y="0"/>
                      <a:pt x="57782" y="60"/>
                      <a:pt x="56163" y="60"/>
                    </a:cubicBezTo>
                    <a:cubicBezTo>
                      <a:pt x="52590" y="69"/>
                      <a:pt x="48258" y="241"/>
                      <a:pt x="44418" y="241"/>
                    </a:cubicBezTo>
                    <a:cubicBezTo>
                      <a:pt x="43600" y="241"/>
                      <a:pt x="42803" y="233"/>
                      <a:pt x="42042" y="214"/>
                    </a:cubicBezTo>
                    <a:cubicBezTo>
                      <a:pt x="41576" y="200"/>
                      <a:pt x="41109" y="194"/>
                      <a:pt x="40643" y="194"/>
                    </a:cubicBezTo>
                    <a:cubicBezTo>
                      <a:pt x="38439" y="194"/>
                      <a:pt x="36232" y="332"/>
                      <a:pt x="34041" y="381"/>
                    </a:cubicBezTo>
                    <a:cubicBezTo>
                      <a:pt x="33748" y="387"/>
                      <a:pt x="33456" y="389"/>
                      <a:pt x="33163" y="389"/>
                    </a:cubicBezTo>
                    <a:cubicBezTo>
                      <a:pt x="30315" y="389"/>
                      <a:pt x="27475" y="147"/>
                      <a:pt x="24635" y="72"/>
                    </a:cubicBezTo>
                    <a:cubicBezTo>
                      <a:pt x="22980" y="24"/>
                      <a:pt x="21337" y="0"/>
                      <a:pt x="1968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33"/>
              <p:cNvSpPr/>
              <p:nvPr/>
            </p:nvSpPr>
            <p:spPr>
              <a:xfrm>
                <a:off x="7286364" y="3050857"/>
                <a:ext cx="577936" cy="22862"/>
              </a:xfrm>
              <a:custGeom>
                <a:avLst/>
                <a:gdLst/>
                <a:ahLst/>
                <a:cxnLst/>
                <a:rect l="l" t="t" r="r" b="b"/>
                <a:pathLst>
                  <a:path w="17872" h="712" extrusionOk="0">
                    <a:moveTo>
                      <a:pt x="8589" y="0"/>
                    </a:moveTo>
                    <a:cubicBezTo>
                      <a:pt x="5722" y="0"/>
                      <a:pt x="2853" y="101"/>
                      <a:pt x="1" y="323"/>
                    </a:cubicBezTo>
                    <a:cubicBezTo>
                      <a:pt x="3215" y="490"/>
                      <a:pt x="6442" y="668"/>
                      <a:pt x="9657" y="704"/>
                    </a:cubicBezTo>
                    <a:cubicBezTo>
                      <a:pt x="10038" y="709"/>
                      <a:pt x="10420" y="712"/>
                      <a:pt x="10802" y="712"/>
                    </a:cubicBezTo>
                    <a:cubicBezTo>
                      <a:pt x="13161" y="712"/>
                      <a:pt x="15525" y="610"/>
                      <a:pt x="17872" y="323"/>
                    </a:cubicBezTo>
                    <a:cubicBezTo>
                      <a:pt x="17277" y="287"/>
                      <a:pt x="16681" y="252"/>
                      <a:pt x="16086" y="216"/>
                    </a:cubicBezTo>
                    <a:cubicBezTo>
                      <a:pt x="13598" y="77"/>
                      <a:pt x="11094" y="0"/>
                      <a:pt x="8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33"/>
              <p:cNvSpPr/>
              <p:nvPr/>
            </p:nvSpPr>
            <p:spPr>
              <a:xfrm>
                <a:off x="6534032" y="2988242"/>
                <a:ext cx="2681296" cy="56706"/>
              </a:xfrm>
              <a:custGeom>
                <a:avLst/>
                <a:gdLst/>
                <a:ahLst/>
                <a:cxnLst/>
                <a:rect l="l" t="t" r="r" b="b"/>
                <a:pathLst>
                  <a:path w="82916" h="1766" extrusionOk="0">
                    <a:moveTo>
                      <a:pt x="15198" y="0"/>
                    </a:moveTo>
                    <a:cubicBezTo>
                      <a:pt x="9511" y="0"/>
                      <a:pt x="1439" y="166"/>
                      <a:pt x="1" y="249"/>
                    </a:cubicBezTo>
                    <a:cubicBezTo>
                      <a:pt x="25" y="749"/>
                      <a:pt x="489" y="1106"/>
                      <a:pt x="501" y="1594"/>
                    </a:cubicBezTo>
                    <a:cubicBezTo>
                      <a:pt x="1086" y="1722"/>
                      <a:pt x="1762" y="1766"/>
                      <a:pt x="2480" y="1766"/>
                    </a:cubicBezTo>
                    <a:cubicBezTo>
                      <a:pt x="4081" y="1766"/>
                      <a:pt x="5892" y="1547"/>
                      <a:pt x="7374" y="1547"/>
                    </a:cubicBezTo>
                    <a:cubicBezTo>
                      <a:pt x="7400" y="1547"/>
                      <a:pt x="7427" y="1547"/>
                      <a:pt x="7454" y="1547"/>
                    </a:cubicBezTo>
                    <a:cubicBezTo>
                      <a:pt x="11288" y="1559"/>
                      <a:pt x="15122" y="1559"/>
                      <a:pt x="18967" y="1559"/>
                    </a:cubicBezTo>
                    <a:cubicBezTo>
                      <a:pt x="21884" y="1559"/>
                      <a:pt x="24778" y="1428"/>
                      <a:pt x="27695" y="1273"/>
                    </a:cubicBezTo>
                    <a:cubicBezTo>
                      <a:pt x="29951" y="1158"/>
                      <a:pt x="32213" y="1055"/>
                      <a:pt x="34472" y="1055"/>
                    </a:cubicBezTo>
                    <a:cubicBezTo>
                      <a:pt x="35242" y="1055"/>
                      <a:pt x="36011" y="1067"/>
                      <a:pt x="36779" y="1094"/>
                    </a:cubicBezTo>
                    <a:cubicBezTo>
                      <a:pt x="38458" y="1154"/>
                      <a:pt x="40172" y="1285"/>
                      <a:pt x="41816" y="1583"/>
                    </a:cubicBezTo>
                    <a:lnTo>
                      <a:pt x="41816" y="1594"/>
                    </a:lnTo>
                    <a:cubicBezTo>
                      <a:pt x="42401" y="1722"/>
                      <a:pt x="43077" y="1766"/>
                      <a:pt x="43794" y="1766"/>
                    </a:cubicBezTo>
                    <a:cubicBezTo>
                      <a:pt x="45396" y="1766"/>
                      <a:pt x="47206" y="1547"/>
                      <a:pt x="48688" y="1547"/>
                    </a:cubicBezTo>
                    <a:cubicBezTo>
                      <a:pt x="48715" y="1547"/>
                      <a:pt x="48742" y="1547"/>
                      <a:pt x="48769" y="1547"/>
                    </a:cubicBezTo>
                    <a:cubicBezTo>
                      <a:pt x="52603" y="1559"/>
                      <a:pt x="56436" y="1559"/>
                      <a:pt x="60282" y="1559"/>
                    </a:cubicBezTo>
                    <a:cubicBezTo>
                      <a:pt x="63199" y="1559"/>
                      <a:pt x="66092" y="1428"/>
                      <a:pt x="69009" y="1273"/>
                    </a:cubicBezTo>
                    <a:cubicBezTo>
                      <a:pt x="71265" y="1158"/>
                      <a:pt x="73528" y="1055"/>
                      <a:pt x="75787" y="1055"/>
                    </a:cubicBezTo>
                    <a:cubicBezTo>
                      <a:pt x="76557" y="1055"/>
                      <a:pt x="77326" y="1067"/>
                      <a:pt x="78094" y="1094"/>
                    </a:cubicBezTo>
                    <a:cubicBezTo>
                      <a:pt x="79701" y="1154"/>
                      <a:pt x="81332" y="1273"/>
                      <a:pt x="82916" y="1547"/>
                    </a:cubicBezTo>
                    <a:lnTo>
                      <a:pt x="82916" y="237"/>
                    </a:lnTo>
                    <a:cubicBezTo>
                      <a:pt x="80963" y="321"/>
                      <a:pt x="79011" y="356"/>
                      <a:pt x="77058" y="356"/>
                    </a:cubicBezTo>
                    <a:lnTo>
                      <a:pt x="77046" y="356"/>
                    </a:lnTo>
                    <a:cubicBezTo>
                      <a:pt x="76821" y="357"/>
                      <a:pt x="76596" y="358"/>
                      <a:pt x="76370" y="358"/>
                    </a:cubicBezTo>
                    <a:cubicBezTo>
                      <a:pt x="73560" y="358"/>
                      <a:pt x="70749" y="291"/>
                      <a:pt x="67938" y="225"/>
                    </a:cubicBezTo>
                    <a:cubicBezTo>
                      <a:pt x="64878" y="166"/>
                      <a:pt x="61818" y="47"/>
                      <a:pt x="58770" y="11"/>
                    </a:cubicBezTo>
                    <a:cubicBezTo>
                      <a:pt x="58095" y="4"/>
                      <a:pt x="57349" y="0"/>
                      <a:pt x="56555" y="0"/>
                    </a:cubicBezTo>
                    <a:cubicBezTo>
                      <a:pt x="50976" y="0"/>
                      <a:pt x="43067" y="166"/>
                      <a:pt x="41399" y="249"/>
                    </a:cubicBezTo>
                    <a:cubicBezTo>
                      <a:pt x="39518" y="321"/>
                      <a:pt x="37625" y="356"/>
                      <a:pt x="35731" y="356"/>
                    </a:cubicBezTo>
                    <a:cubicBezTo>
                      <a:pt x="35506" y="357"/>
                      <a:pt x="35281" y="358"/>
                      <a:pt x="35056" y="358"/>
                    </a:cubicBezTo>
                    <a:cubicBezTo>
                      <a:pt x="32245" y="358"/>
                      <a:pt x="29434" y="291"/>
                      <a:pt x="26623" y="225"/>
                    </a:cubicBezTo>
                    <a:cubicBezTo>
                      <a:pt x="23563" y="154"/>
                      <a:pt x="20503" y="47"/>
                      <a:pt x="17455" y="11"/>
                    </a:cubicBezTo>
                    <a:cubicBezTo>
                      <a:pt x="16769" y="4"/>
                      <a:pt x="16008" y="0"/>
                      <a:pt x="15198" y="0"/>
                    </a:cubicBezTo>
                    <a:close/>
                  </a:path>
                </a:pathLst>
              </a:custGeom>
              <a:solidFill>
                <a:srgbClr val="E29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33"/>
              <p:cNvSpPr/>
              <p:nvPr/>
            </p:nvSpPr>
            <p:spPr>
              <a:xfrm>
                <a:off x="6546740" y="3303530"/>
                <a:ext cx="2668588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82523" h="2173" extrusionOk="0">
                    <a:moveTo>
                      <a:pt x="73119" y="1"/>
                    </a:moveTo>
                    <a:cubicBezTo>
                      <a:pt x="71424" y="1"/>
                      <a:pt x="69726" y="59"/>
                      <a:pt x="68045" y="122"/>
                    </a:cubicBezTo>
                    <a:cubicBezTo>
                      <a:pt x="66592" y="181"/>
                      <a:pt x="65128" y="265"/>
                      <a:pt x="63675" y="277"/>
                    </a:cubicBezTo>
                    <a:cubicBezTo>
                      <a:pt x="63144" y="285"/>
                      <a:pt x="62612" y="289"/>
                      <a:pt x="62081" y="289"/>
                    </a:cubicBezTo>
                    <a:cubicBezTo>
                      <a:pt x="61112" y="289"/>
                      <a:pt x="60144" y="276"/>
                      <a:pt x="59175" y="253"/>
                    </a:cubicBezTo>
                    <a:cubicBezTo>
                      <a:pt x="58453" y="235"/>
                      <a:pt x="57716" y="228"/>
                      <a:pt x="56965" y="228"/>
                    </a:cubicBezTo>
                    <a:cubicBezTo>
                      <a:pt x="52044" y="228"/>
                      <a:pt x="46589" y="552"/>
                      <a:pt x="41744" y="562"/>
                    </a:cubicBezTo>
                    <a:cubicBezTo>
                      <a:pt x="39625" y="538"/>
                      <a:pt x="37505" y="253"/>
                      <a:pt x="35422" y="110"/>
                    </a:cubicBezTo>
                    <a:cubicBezTo>
                      <a:pt x="34239" y="32"/>
                      <a:pt x="33048" y="2"/>
                      <a:pt x="31855" y="2"/>
                    </a:cubicBezTo>
                    <a:cubicBezTo>
                      <a:pt x="30143" y="2"/>
                      <a:pt x="28428" y="63"/>
                      <a:pt x="26730" y="134"/>
                    </a:cubicBezTo>
                    <a:cubicBezTo>
                      <a:pt x="25278" y="181"/>
                      <a:pt x="23825" y="265"/>
                      <a:pt x="22361" y="288"/>
                    </a:cubicBezTo>
                    <a:cubicBezTo>
                      <a:pt x="21986" y="291"/>
                      <a:pt x="21611" y="293"/>
                      <a:pt x="21235" y="293"/>
                    </a:cubicBezTo>
                    <a:cubicBezTo>
                      <a:pt x="20110" y="293"/>
                      <a:pt x="18985" y="280"/>
                      <a:pt x="17860" y="253"/>
                    </a:cubicBezTo>
                    <a:cubicBezTo>
                      <a:pt x="17116" y="234"/>
                      <a:pt x="16353" y="225"/>
                      <a:pt x="15577" y="225"/>
                    </a:cubicBezTo>
                    <a:cubicBezTo>
                      <a:pt x="10533" y="225"/>
                      <a:pt x="4923" y="574"/>
                      <a:pt x="1" y="574"/>
                    </a:cubicBezTo>
                    <a:cubicBezTo>
                      <a:pt x="1" y="1039"/>
                      <a:pt x="203" y="1693"/>
                      <a:pt x="215" y="2158"/>
                    </a:cubicBezTo>
                    <a:cubicBezTo>
                      <a:pt x="647" y="2168"/>
                      <a:pt x="1080" y="2173"/>
                      <a:pt x="1515" y="2173"/>
                    </a:cubicBezTo>
                    <a:cubicBezTo>
                      <a:pt x="6976" y="2173"/>
                      <a:pt x="12616" y="1427"/>
                      <a:pt x="17915" y="1427"/>
                    </a:cubicBezTo>
                    <a:cubicBezTo>
                      <a:pt x="18597" y="1427"/>
                      <a:pt x="19274" y="1439"/>
                      <a:pt x="19944" y="1467"/>
                    </a:cubicBezTo>
                    <a:cubicBezTo>
                      <a:pt x="24266" y="1646"/>
                      <a:pt x="28552" y="2039"/>
                      <a:pt x="32886" y="2086"/>
                    </a:cubicBezTo>
                    <a:cubicBezTo>
                      <a:pt x="35767" y="2110"/>
                      <a:pt x="38648" y="2074"/>
                      <a:pt x="41530" y="2146"/>
                    </a:cubicBezTo>
                    <a:lnTo>
                      <a:pt x="41530" y="2158"/>
                    </a:lnTo>
                    <a:cubicBezTo>
                      <a:pt x="41961" y="2168"/>
                      <a:pt x="42395" y="2173"/>
                      <a:pt x="42829" y="2173"/>
                    </a:cubicBezTo>
                    <a:cubicBezTo>
                      <a:pt x="48319" y="2173"/>
                      <a:pt x="53990" y="1418"/>
                      <a:pt x="59314" y="1418"/>
                    </a:cubicBezTo>
                    <a:cubicBezTo>
                      <a:pt x="59967" y="1418"/>
                      <a:pt x="60616" y="1430"/>
                      <a:pt x="61258" y="1455"/>
                    </a:cubicBezTo>
                    <a:cubicBezTo>
                      <a:pt x="65580" y="1634"/>
                      <a:pt x="69867" y="2039"/>
                      <a:pt x="74200" y="2074"/>
                    </a:cubicBezTo>
                    <a:cubicBezTo>
                      <a:pt x="76975" y="2098"/>
                      <a:pt x="79749" y="2074"/>
                      <a:pt x="82523" y="2146"/>
                    </a:cubicBezTo>
                    <a:lnTo>
                      <a:pt x="82523" y="550"/>
                    </a:lnTo>
                    <a:cubicBezTo>
                      <a:pt x="80582" y="479"/>
                      <a:pt x="78641" y="229"/>
                      <a:pt x="76736" y="110"/>
                    </a:cubicBezTo>
                    <a:cubicBezTo>
                      <a:pt x="75537" y="31"/>
                      <a:pt x="74329" y="1"/>
                      <a:pt x="73119" y="1"/>
                    </a:cubicBezTo>
                    <a:close/>
                  </a:path>
                </a:pathLst>
              </a:custGeom>
              <a:solidFill>
                <a:srgbClr val="B7D7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33"/>
              <p:cNvSpPr/>
              <p:nvPr/>
            </p:nvSpPr>
            <p:spPr>
              <a:xfrm>
                <a:off x="6530572" y="3384865"/>
                <a:ext cx="2684368" cy="75137"/>
              </a:xfrm>
              <a:custGeom>
                <a:avLst/>
                <a:gdLst/>
                <a:ahLst/>
                <a:cxnLst/>
                <a:rect l="l" t="t" r="r" b="b"/>
                <a:pathLst>
                  <a:path w="83011" h="2340" extrusionOk="0">
                    <a:moveTo>
                      <a:pt x="18170" y="0"/>
                    </a:moveTo>
                    <a:cubicBezTo>
                      <a:pt x="12413" y="0"/>
                      <a:pt x="5906" y="720"/>
                      <a:pt x="252" y="720"/>
                    </a:cubicBezTo>
                    <a:cubicBezTo>
                      <a:pt x="212" y="720"/>
                      <a:pt x="172" y="720"/>
                      <a:pt x="132" y="720"/>
                    </a:cubicBezTo>
                    <a:lnTo>
                      <a:pt x="132" y="720"/>
                    </a:lnTo>
                    <a:cubicBezTo>
                      <a:pt x="167" y="1303"/>
                      <a:pt x="1" y="1756"/>
                      <a:pt x="36" y="2339"/>
                    </a:cubicBezTo>
                    <a:cubicBezTo>
                      <a:pt x="1484" y="2339"/>
                      <a:pt x="2132" y="1934"/>
                      <a:pt x="2364" y="1934"/>
                    </a:cubicBezTo>
                    <a:cubicBezTo>
                      <a:pt x="2370" y="1934"/>
                      <a:pt x="2376" y="1934"/>
                      <a:pt x="2382" y="1935"/>
                    </a:cubicBezTo>
                    <a:cubicBezTo>
                      <a:pt x="4096" y="1637"/>
                      <a:pt x="5894" y="1506"/>
                      <a:pt x="7597" y="1434"/>
                    </a:cubicBezTo>
                    <a:cubicBezTo>
                      <a:pt x="8553" y="1397"/>
                      <a:pt x="9511" y="1381"/>
                      <a:pt x="10469" y="1381"/>
                    </a:cubicBezTo>
                    <a:cubicBezTo>
                      <a:pt x="13182" y="1381"/>
                      <a:pt x="15897" y="1511"/>
                      <a:pt x="18598" y="1661"/>
                    </a:cubicBezTo>
                    <a:cubicBezTo>
                      <a:pt x="20408" y="1768"/>
                      <a:pt x="22218" y="1887"/>
                      <a:pt x="24027" y="2006"/>
                    </a:cubicBezTo>
                    <a:cubicBezTo>
                      <a:pt x="24827" y="1993"/>
                      <a:pt x="25625" y="1987"/>
                      <a:pt x="26424" y="1987"/>
                    </a:cubicBezTo>
                    <a:cubicBezTo>
                      <a:pt x="31406" y="1987"/>
                      <a:pt x="36374" y="2216"/>
                      <a:pt x="41351" y="2339"/>
                    </a:cubicBezTo>
                    <a:lnTo>
                      <a:pt x="41470" y="2339"/>
                    </a:lnTo>
                    <a:cubicBezTo>
                      <a:pt x="42823" y="2316"/>
                      <a:pt x="43446" y="1934"/>
                      <a:pt x="43677" y="1934"/>
                    </a:cubicBezTo>
                    <a:cubicBezTo>
                      <a:pt x="43684" y="1934"/>
                      <a:pt x="43690" y="1934"/>
                      <a:pt x="43697" y="1935"/>
                    </a:cubicBezTo>
                    <a:cubicBezTo>
                      <a:pt x="45411" y="1625"/>
                      <a:pt x="47209" y="1506"/>
                      <a:pt x="48912" y="1434"/>
                    </a:cubicBezTo>
                    <a:cubicBezTo>
                      <a:pt x="49868" y="1397"/>
                      <a:pt x="50826" y="1381"/>
                      <a:pt x="51783" y="1381"/>
                    </a:cubicBezTo>
                    <a:cubicBezTo>
                      <a:pt x="54497" y="1381"/>
                      <a:pt x="57211" y="1511"/>
                      <a:pt x="59913" y="1661"/>
                    </a:cubicBezTo>
                    <a:cubicBezTo>
                      <a:pt x="61723" y="1768"/>
                      <a:pt x="63532" y="1887"/>
                      <a:pt x="65342" y="2006"/>
                    </a:cubicBezTo>
                    <a:cubicBezTo>
                      <a:pt x="66146" y="1993"/>
                      <a:pt x="66950" y="1987"/>
                      <a:pt x="67753" y="1987"/>
                    </a:cubicBezTo>
                    <a:cubicBezTo>
                      <a:pt x="72766" y="1987"/>
                      <a:pt x="77765" y="2216"/>
                      <a:pt x="82773" y="2339"/>
                    </a:cubicBezTo>
                    <a:cubicBezTo>
                      <a:pt x="82856" y="2327"/>
                      <a:pt x="82940" y="2316"/>
                      <a:pt x="83011" y="2316"/>
                    </a:cubicBezTo>
                    <a:lnTo>
                      <a:pt x="83011" y="720"/>
                    </a:lnTo>
                    <a:cubicBezTo>
                      <a:pt x="79915" y="649"/>
                      <a:pt x="76820" y="696"/>
                      <a:pt x="73724" y="649"/>
                    </a:cubicBezTo>
                    <a:cubicBezTo>
                      <a:pt x="69807" y="589"/>
                      <a:pt x="65914" y="220"/>
                      <a:pt x="62008" y="53"/>
                    </a:cubicBezTo>
                    <a:cubicBezTo>
                      <a:pt x="61200" y="18"/>
                      <a:pt x="60370" y="3"/>
                      <a:pt x="59523" y="3"/>
                    </a:cubicBezTo>
                    <a:cubicBezTo>
                      <a:pt x="53778" y="3"/>
                      <a:pt x="47281" y="710"/>
                      <a:pt x="41625" y="720"/>
                    </a:cubicBezTo>
                    <a:cubicBezTo>
                      <a:pt x="38553" y="649"/>
                      <a:pt x="35481" y="696"/>
                      <a:pt x="32409" y="649"/>
                    </a:cubicBezTo>
                    <a:cubicBezTo>
                      <a:pt x="28492" y="589"/>
                      <a:pt x="24599" y="220"/>
                      <a:pt x="20694" y="53"/>
                    </a:cubicBezTo>
                    <a:cubicBezTo>
                      <a:pt x="19873" y="16"/>
                      <a:pt x="19030" y="0"/>
                      <a:pt x="181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33"/>
              <p:cNvSpPr/>
              <p:nvPr/>
            </p:nvSpPr>
            <p:spPr>
              <a:xfrm>
                <a:off x="8622387" y="3050857"/>
                <a:ext cx="577936" cy="22862"/>
              </a:xfrm>
              <a:custGeom>
                <a:avLst/>
                <a:gdLst/>
                <a:ahLst/>
                <a:cxnLst/>
                <a:rect l="l" t="t" r="r" b="b"/>
                <a:pathLst>
                  <a:path w="17872" h="712" extrusionOk="0">
                    <a:moveTo>
                      <a:pt x="8588" y="0"/>
                    </a:moveTo>
                    <a:cubicBezTo>
                      <a:pt x="5722" y="0"/>
                      <a:pt x="2853" y="101"/>
                      <a:pt x="0" y="323"/>
                    </a:cubicBezTo>
                    <a:cubicBezTo>
                      <a:pt x="3227" y="490"/>
                      <a:pt x="6442" y="668"/>
                      <a:pt x="9656" y="704"/>
                    </a:cubicBezTo>
                    <a:cubicBezTo>
                      <a:pt x="10038" y="709"/>
                      <a:pt x="10420" y="712"/>
                      <a:pt x="10801" y="712"/>
                    </a:cubicBezTo>
                    <a:cubicBezTo>
                      <a:pt x="13161" y="712"/>
                      <a:pt x="15525" y="610"/>
                      <a:pt x="17872" y="323"/>
                    </a:cubicBezTo>
                    <a:cubicBezTo>
                      <a:pt x="17276" y="287"/>
                      <a:pt x="16681" y="252"/>
                      <a:pt x="16086" y="216"/>
                    </a:cubicBezTo>
                    <a:cubicBezTo>
                      <a:pt x="13598" y="77"/>
                      <a:pt x="11094" y="0"/>
                      <a:pt x="85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33"/>
              <p:cNvSpPr/>
              <p:nvPr/>
            </p:nvSpPr>
            <p:spPr>
              <a:xfrm>
                <a:off x="8057548" y="3453099"/>
                <a:ext cx="481311" cy="13872"/>
              </a:xfrm>
              <a:custGeom>
                <a:avLst/>
                <a:gdLst/>
                <a:ahLst/>
                <a:cxnLst/>
                <a:rect l="l" t="t" r="r" b="b"/>
                <a:pathLst>
                  <a:path w="14884" h="432" extrusionOk="0">
                    <a:moveTo>
                      <a:pt x="14884" y="0"/>
                    </a:moveTo>
                    <a:lnTo>
                      <a:pt x="14884" y="0"/>
                    </a:lnTo>
                    <a:cubicBezTo>
                      <a:pt x="14515" y="12"/>
                      <a:pt x="14134" y="12"/>
                      <a:pt x="13753" y="12"/>
                    </a:cubicBezTo>
                    <a:cubicBezTo>
                      <a:pt x="9169" y="60"/>
                      <a:pt x="4585" y="143"/>
                      <a:pt x="1" y="250"/>
                    </a:cubicBezTo>
                    <a:cubicBezTo>
                      <a:pt x="1997" y="370"/>
                      <a:pt x="4002" y="432"/>
                      <a:pt x="6004" y="432"/>
                    </a:cubicBezTo>
                    <a:cubicBezTo>
                      <a:pt x="7371" y="432"/>
                      <a:pt x="8736" y="403"/>
                      <a:pt x="10097" y="345"/>
                    </a:cubicBezTo>
                    <a:cubicBezTo>
                      <a:pt x="11693" y="274"/>
                      <a:pt x="13288" y="167"/>
                      <a:pt x="148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33"/>
              <p:cNvSpPr/>
              <p:nvPr/>
            </p:nvSpPr>
            <p:spPr>
              <a:xfrm>
                <a:off x="6527888" y="3487713"/>
                <a:ext cx="2687440" cy="41936"/>
              </a:xfrm>
              <a:custGeom>
                <a:avLst/>
                <a:gdLst/>
                <a:ahLst/>
                <a:cxnLst/>
                <a:rect l="l" t="t" r="r" b="b"/>
                <a:pathLst>
                  <a:path w="83106" h="1306" extrusionOk="0">
                    <a:moveTo>
                      <a:pt x="21146" y="0"/>
                    </a:moveTo>
                    <a:cubicBezTo>
                      <a:pt x="20347" y="0"/>
                      <a:pt x="19549" y="13"/>
                      <a:pt x="18753" y="41"/>
                    </a:cubicBezTo>
                    <a:cubicBezTo>
                      <a:pt x="15900" y="140"/>
                      <a:pt x="13101" y="321"/>
                      <a:pt x="10274" y="321"/>
                    </a:cubicBezTo>
                    <a:cubicBezTo>
                      <a:pt x="9362" y="321"/>
                      <a:pt x="8446" y="302"/>
                      <a:pt x="7525" y="256"/>
                    </a:cubicBezTo>
                    <a:cubicBezTo>
                      <a:pt x="5918" y="184"/>
                      <a:pt x="4287" y="101"/>
                      <a:pt x="2667" y="89"/>
                    </a:cubicBezTo>
                    <a:cubicBezTo>
                      <a:pt x="2346" y="89"/>
                      <a:pt x="774" y="434"/>
                      <a:pt x="107" y="458"/>
                    </a:cubicBezTo>
                    <a:cubicBezTo>
                      <a:pt x="131" y="744"/>
                      <a:pt x="0" y="898"/>
                      <a:pt x="24" y="1196"/>
                    </a:cubicBezTo>
                    <a:cubicBezTo>
                      <a:pt x="208" y="1198"/>
                      <a:pt x="397" y="1200"/>
                      <a:pt x="590" y="1200"/>
                    </a:cubicBezTo>
                    <a:cubicBezTo>
                      <a:pt x="3295" y="1200"/>
                      <a:pt x="6757" y="980"/>
                      <a:pt x="9347" y="958"/>
                    </a:cubicBezTo>
                    <a:cubicBezTo>
                      <a:pt x="10731" y="953"/>
                      <a:pt x="12113" y="947"/>
                      <a:pt x="13494" y="947"/>
                    </a:cubicBezTo>
                    <a:cubicBezTo>
                      <a:pt x="15200" y="947"/>
                      <a:pt x="16905" y="955"/>
                      <a:pt x="18610" y="982"/>
                    </a:cubicBezTo>
                    <a:cubicBezTo>
                      <a:pt x="21658" y="1029"/>
                      <a:pt x="24706" y="1137"/>
                      <a:pt x="27754" y="1208"/>
                    </a:cubicBezTo>
                    <a:cubicBezTo>
                      <a:pt x="30252" y="1261"/>
                      <a:pt x="32753" y="1306"/>
                      <a:pt x="35254" y="1306"/>
                    </a:cubicBezTo>
                    <a:cubicBezTo>
                      <a:pt x="37284" y="1306"/>
                      <a:pt x="39312" y="1276"/>
                      <a:pt x="41339" y="1196"/>
                    </a:cubicBezTo>
                    <a:cubicBezTo>
                      <a:pt x="41523" y="1198"/>
                      <a:pt x="41712" y="1200"/>
                      <a:pt x="41905" y="1200"/>
                    </a:cubicBezTo>
                    <a:cubicBezTo>
                      <a:pt x="44610" y="1200"/>
                      <a:pt x="48072" y="980"/>
                      <a:pt x="50661" y="958"/>
                    </a:cubicBezTo>
                    <a:cubicBezTo>
                      <a:pt x="52046" y="953"/>
                      <a:pt x="53428" y="947"/>
                      <a:pt x="54809" y="947"/>
                    </a:cubicBezTo>
                    <a:cubicBezTo>
                      <a:pt x="56515" y="947"/>
                      <a:pt x="58220" y="955"/>
                      <a:pt x="59924" y="982"/>
                    </a:cubicBezTo>
                    <a:cubicBezTo>
                      <a:pt x="62972" y="1029"/>
                      <a:pt x="66020" y="1137"/>
                      <a:pt x="69068" y="1208"/>
                    </a:cubicBezTo>
                    <a:cubicBezTo>
                      <a:pt x="71597" y="1259"/>
                      <a:pt x="74128" y="1304"/>
                      <a:pt x="76658" y="1304"/>
                    </a:cubicBezTo>
                    <a:cubicBezTo>
                      <a:pt x="78810" y="1304"/>
                      <a:pt x="80960" y="1272"/>
                      <a:pt x="83106" y="1184"/>
                    </a:cubicBezTo>
                    <a:lnTo>
                      <a:pt x="83106" y="684"/>
                    </a:lnTo>
                    <a:cubicBezTo>
                      <a:pt x="83094" y="601"/>
                      <a:pt x="83082" y="517"/>
                      <a:pt x="83082" y="434"/>
                    </a:cubicBezTo>
                    <a:cubicBezTo>
                      <a:pt x="81652" y="537"/>
                      <a:pt x="80216" y="578"/>
                      <a:pt x="78776" y="578"/>
                    </a:cubicBezTo>
                    <a:cubicBezTo>
                      <a:pt x="73354" y="578"/>
                      <a:pt x="67879" y="0"/>
                      <a:pt x="62450" y="0"/>
                    </a:cubicBezTo>
                    <a:cubicBezTo>
                      <a:pt x="61655" y="0"/>
                      <a:pt x="60860" y="13"/>
                      <a:pt x="60067" y="41"/>
                    </a:cubicBezTo>
                    <a:cubicBezTo>
                      <a:pt x="57214" y="140"/>
                      <a:pt x="54416" y="321"/>
                      <a:pt x="51589" y="321"/>
                    </a:cubicBezTo>
                    <a:cubicBezTo>
                      <a:pt x="50677" y="321"/>
                      <a:pt x="49761" y="302"/>
                      <a:pt x="48840" y="256"/>
                    </a:cubicBezTo>
                    <a:cubicBezTo>
                      <a:pt x="47232" y="172"/>
                      <a:pt x="45601" y="89"/>
                      <a:pt x="43982" y="89"/>
                    </a:cubicBezTo>
                    <a:cubicBezTo>
                      <a:pt x="43696" y="89"/>
                      <a:pt x="42410" y="363"/>
                      <a:pt x="41672" y="434"/>
                    </a:cubicBezTo>
                    <a:cubicBezTo>
                      <a:pt x="40263" y="534"/>
                      <a:pt x="38847" y="573"/>
                      <a:pt x="37428" y="573"/>
                    </a:cubicBezTo>
                    <a:cubicBezTo>
                      <a:pt x="32021" y="573"/>
                      <a:pt x="26558" y="0"/>
                      <a:pt x="211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33"/>
              <p:cNvSpPr/>
              <p:nvPr/>
            </p:nvSpPr>
            <p:spPr>
              <a:xfrm>
                <a:off x="6509002" y="3638502"/>
                <a:ext cx="2706325" cy="84225"/>
              </a:xfrm>
              <a:custGeom>
                <a:avLst/>
                <a:gdLst/>
                <a:ahLst/>
                <a:cxnLst/>
                <a:rect l="l" t="t" r="r" b="b"/>
                <a:pathLst>
                  <a:path w="83690" h="2623" extrusionOk="0">
                    <a:moveTo>
                      <a:pt x="58030" y="0"/>
                    </a:moveTo>
                    <a:cubicBezTo>
                      <a:pt x="52797" y="0"/>
                      <a:pt x="46999" y="333"/>
                      <a:pt x="42256" y="834"/>
                    </a:cubicBezTo>
                    <a:cubicBezTo>
                      <a:pt x="41281" y="909"/>
                      <a:pt x="40297" y="938"/>
                      <a:pt x="39312" y="938"/>
                    </a:cubicBezTo>
                    <a:cubicBezTo>
                      <a:pt x="38433" y="938"/>
                      <a:pt x="37555" y="915"/>
                      <a:pt x="36684" y="882"/>
                    </a:cubicBezTo>
                    <a:cubicBezTo>
                      <a:pt x="33934" y="774"/>
                      <a:pt x="31195" y="524"/>
                      <a:pt x="28445" y="358"/>
                    </a:cubicBezTo>
                    <a:cubicBezTo>
                      <a:pt x="25504" y="167"/>
                      <a:pt x="22539" y="108"/>
                      <a:pt x="19587" y="36"/>
                    </a:cubicBezTo>
                    <a:cubicBezTo>
                      <a:pt x="18651" y="12"/>
                      <a:pt x="17685" y="0"/>
                      <a:pt x="16699" y="0"/>
                    </a:cubicBezTo>
                    <a:cubicBezTo>
                      <a:pt x="11425" y="0"/>
                      <a:pt x="5585" y="334"/>
                      <a:pt x="811" y="846"/>
                    </a:cubicBezTo>
                    <a:cubicBezTo>
                      <a:pt x="822" y="1548"/>
                      <a:pt x="1" y="1239"/>
                      <a:pt x="1" y="1941"/>
                    </a:cubicBezTo>
                    <a:cubicBezTo>
                      <a:pt x="13" y="2025"/>
                      <a:pt x="1263" y="2358"/>
                      <a:pt x="1275" y="2441"/>
                    </a:cubicBezTo>
                    <a:cubicBezTo>
                      <a:pt x="1753" y="2491"/>
                      <a:pt x="2214" y="2510"/>
                      <a:pt x="2660" y="2510"/>
                    </a:cubicBezTo>
                    <a:cubicBezTo>
                      <a:pt x="4149" y="2510"/>
                      <a:pt x="5476" y="2298"/>
                      <a:pt x="6740" y="2298"/>
                    </a:cubicBezTo>
                    <a:cubicBezTo>
                      <a:pt x="8311" y="2298"/>
                      <a:pt x="9895" y="2298"/>
                      <a:pt x="11479" y="2287"/>
                    </a:cubicBezTo>
                    <a:cubicBezTo>
                      <a:pt x="12383" y="2287"/>
                      <a:pt x="13292" y="2294"/>
                      <a:pt x="14198" y="2294"/>
                    </a:cubicBezTo>
                    <a:cubicBezTo>
                      <a:pt x="14878" y="2294"/>
                      <a:pt x="15556" y="2290"/>
                      <a:pt x="16229" y="2275"/>
                    </a:cubicBezTo>
                    <a:cubicBezTo>
                      <a:pt x="17516" y="2237"/>
                      <a:pt x="18802" y="2220"/>
                      <a:pt x="20089" y="2220"/>
                    </a:cubicBezTo>
                    <a:cubicBezTo>
                      <a:pt x="22088" y="2220"/>
                      <a:pt x="24088" y="2262"/>
                      <a:pt x="26087" y="2334"/>
                    </a:cubicBezTo>
                    <a:cubicBezTo>
                      <a:pt x="27731" y="2394"/>
                      <a:pt x="29362" y="2489"/>
                      <a:pt x="30993" y="2584"/>
                    </a:cubicBezTo>
                    <a:cubicBezTo>
                      <a:pt x="31485" y="2612"/>
                      <a:pt x="31981" y="2623"/>
                      <a:pt x="32478" y="2623"/>
                    </a:cubicBezTo>
                    <a:cubicBezTo>
                      <a:pt x="33473" y="2623"/>
                      <a:pt x="34473" y="2580"/>
                      <a:pt x="35458" y="2548"/>
                    </a:cubicBezTo>
                    <a:cubicBezTo>
                      <a:pt x="37214" y="2487"/>
                      <a:pt x="38984" y="2406"/>
                      <a:pt x="40747" y="2406"/>
                    </a:cubicBezTo>
                    <a:cubicBezTo>
                      <a:pt x="41374" y="2406"/>
                      <a:pt x="42000" y="2416"/>
                      <a:pt x="42625" y="2441"/>
                    </a:cubicBezTo>
                    <a:cubicBezTo>
                      <a:pt x="43101" y="2491"/>
                      <a:pt x="43559" y="2510"/>
                      <a:pt x="44003" y="2510"/>
                    </a:cubicBezTo>
                    <a:cubicBezTo>
                      <a:pt x="45482" y="2510"/>
                      <a:pt x="46800" y="2298"/>
                      <a:pt x="48055" y="2298"/>
                    </a:cubicBezTo>
                    <a:cubicBezTo>
                      <a:pt x="49638" y="2298"/>
                      <a:pt x="51222" y="2298"/>
                      <a:pt x="52805" y="2287"/>
                    </a:cubicBezTo>
                    <a:cubicBezTo>
                      <a:pt x="53748" y="2287"/>
                      <a:pt x="54700" y="2299"/>
                      <a:pt x="55649" y="2299"/>
                    </a:cubicBezTo>
                    <a:cubicBezTo>
                      <a:pt x="56283" y="2299"/>
                      <a:pt x="56915" y="2294"/>
                      <a:pt x="57544" y="2275"/>
                    </a:cubicBezTo>
                    <a:cubicBezTo>
                      <a:pt x="58830" y="2237"/>
                      <a:pt x="60119" y="2220"/>
                      <a:pt x="61407" y="2220"/>
                    </a:cubicBezTo>
                    <a:cubicBezTo>
                      <a:pt x="63409" y="2220"/>
                      <a:pt x="65410" y="2262"/>
                      <a:pt x="67402" y="2334"/>
                    </a:cubicBezTo>
                    <a:cubicBezTo>
                      <a:pt x="69045" y="2394"/>
                      <a:pt x="70676" y="2489"/>
                      <a:pt x="72308" y="2584"/>
                    </a:cubicBezTo>
                    <a:cubicBezTo>
                      <a:pt x="72800" y="2612"/>
                      <a:pt x="73296" y="2623"/>
                      <a:pt x="73793" y="2623"/>
                    </a:cubicBezTo>
                    <a:cubicBezTo>
                      <a:pt x="74788" y="2623"/>
                      <a:pt x="75788" y="2580"/>
                      <a:pt x="76772" y="2548"/>
                    </a:cubicBezTo>
                    <a:cubicBezTo>
                      <a:pt x="78514" y="2494"/>
                      <a:pt x="80269" y="2413"/>
                      <a:pt x="82018" y="2413"/>
                    </a:cubicBezTo>
                    <a:cubicBezTo>
                      <a:pt x="82576" y="2413"/>
                      <a:pt x="83134" y="2421"/>
                      <a:pt x="83690" y="2441"/>
                    </a:cubicBezTo>
                    <a:lnTo>
                      <a:pt x="83690" y="822"/>
                    </a:lnTo>
                    <a:cubicBezTo>
                      <a:pt x="82673" y="906"/>
                      <a:pt x="81646" y="937"/>
                      <a:pt x="80620" y="937"/>
                    </a:cubicBezTo>
                    <a:cubicBezTo>
                      <a:pt x="79747" y="937"/>
                      <a:pt x="78875" y="914"/>
                      <a:pt x="78011" y="882"/>
                    </a:cubicBezTo>
                    <a:lnTo>
                      <a:pt x="77999" y="882"/>
                    </a:lnTo>
                    <a:cubicBezTo>
                      <a:pt x="75248" y="774"/>
                      <a:pt x="72510" y="524"/>
                      <a:pt x="69760" y="358"/>
                    </a:cubicBezTo>
                    <a:cubicBezTo>
                      <a:pt x="66819" y="167"/>
                      <a:pt x="63854" y="108"/>
                      <a:pt x="60901" y="36"/>
                    </a:cubicBezTo>
                    <a:cubicBezTo>
                      <a:pt x="59971" y="12"/>
                      <a:pt x="59011" y="0"/>
                      <a:pt x="58030" y="0"/>
                    </a:cubicBezTo>
                    <a:close/>
                  </a:path>
                </a:pathLst>
              </a:custGeom>
              <a:solidFill>
                <a:srgbClr val="3C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33"/>
              <p:cNvSpPr/>
              <p:nvPr/>
            </p:nvSpPr>
            <p:spPr>
              <a:xfrm>
                <a:off x="6511719" y="3738556"/>
                <a:ext cx="2703221" cy="113669"/>
              </a:xfrm>
              <a:custGeom>
                <a:avLst/>
                <a:gdLst/>
                <a:ahLst/>
                <a:cxnLst/>
                <a:rect l="l" t="t" r="r" b="b"/>
                <a:pathLst>
                  <a:path w="83594" h="3540" extrusionOk="0">
                    <a:moveTo>
                      <a:pt x="20540" y="1"/>
                    </a:moveTo>
                    <a:cubicBezTo>
                      <a:pt x="20257" y="1"/>
                      <a:pt x="19975" y="2"/>
                      <a:pt x="19693" y="4"/>
                    </a:cubicBezTo>
                    <a:cubicBezTo>
                      <a:pt x="18086" y="4"/>
                      <a:pt x="16467" y="52"/>
                      <a:pt x="14859" y="64"/>
                    </a:cubicBezTo>
                    <a:cubicBezTo>
                      <a:pt x="11245" y="73"/>
                      <a:pt x="6843" y="241"/>
                      <a:pt x="2968" y="241"/>
                    </a:cubicBezTo>
                    <a:cubicBezTo>
                      <a:pt x="2196" y="241"/>
                      <a:pt x="1446" y="234"/>
                      <a:pt x="727" y="218"/>
                    </a:cubicBezTo>
                    <a:lnTo>
                      <a:pt x="727" y="218"/>
                    </a:lnTo>
                    <a:cubicBezTo>
                      <a:pt x="846" y="1123"/>
                      <a:pt x="0" y="1599"/>
                      <a:pt x="36" y="2516"/>
                    </a:cubicBezTo>
                    <a:cubicBezTo>
                      <a:pt x="36" y="2623"/>
                      <a:pt x="1167" y="3397"/>
                      <a:pt x="1179" y="3504"/>
                    </a:cubicBezTo>
                    <a:cubicBezTo>
                      <a:pt x="1506" y="3529"/>
                      <a:pt x="1846" y="3539"/>
                      <a:pt x="2196" y="3539"/>
                    </a:cubicBezTo>
                    <a:cubicBezTo>
                      <a:pt x="4814" y="3539"/>
                      <a:pt x="7989" y="2941"/>
                      <a:pt x="10532" y="2941"/>
                    </a:cubicBezTo>
                    <a:cubicBezTo>
                      <a:pt x="10654" y="2941"/>
                      <a:pt x="10775" y="2942"/>
                      <a:pt x="10894" y="2945"/>
                    </a:cubicBezTo>
                    <a:cubicBezTo>
                      <a:pt x="13895" y="3028"/>
                      <a:pt x="16895" y="3171"/>
                      <a:pt x="19896" y="3219"/>
                    </a:cubicBezTo>
                    <a:cubicBezTo>
                      <a:pt x="20646" y="3231"/>
                      <a:pt x="21396" y="3239"/>
                      <a:pt x="22146" y="3239"/>
                    </a:cubicBezTo>
                    <a:cubicBezTo>
                      <a:pt x="22896" y="3239"/>
                      <a:pt x="23646" y="3231"/>
                      <a:pt x="24396" y="3207"/>
                    </a:cubicBezTo>
                    <a:cubicBezTo>
                      <a:pt x="25837" y="3171"/>
                      <a:pt x="27277" y="3088"/>
                      <a:pt x="28718" y="3040"/>
                    </a:cubicBezTo>
                    <a:cubicBezTo>
                      <a:pt x="30083" y="2995"/>
                      <a:pt x="31455" y="2961"/>
                      <a:pt x="32828" y="2961"/>
                    </a:cubicBezTo>
                    <a:cubicBezTo>
                      <a:pt x="34366" y="2961"/>
                      <a:pt x="35905" y="3004"/>
                      <a:pt x="37433" y="3123"/>
                    </a:cubicBezTo>
                    <a:cubicBezTo>
                      <a:pt x="39100" y="3254"/>
                      <a:pt x="40791" y="3457"/>
                      <a:pt x="42482" y="3493"/>
                    </a:cubicBezTo>
                    <a:cubicBezTo>
                      <a:pt x="42482" y="3493"/>
                      <a:pt x="42494" y="3504"/>
                      <a:pt x="42494" y="3504"/>
                    </a:cubicBezTo>
                    <a:cubicBezTo>
                      <a:pt x="42821" y="3529"/>
                      <a:pt x="43161" y="3539"/>
                      <a:pt x="43510" y="3539"/>
                    </a:cubicBezTo>
                    <a:cubicBezTo>
                      <a:pt x="46129" y="3539"/>
                      <a:pt x="49304" y="2941"/>
                      <a:pt x="51846" y="2941"/>
                    </a:cubicBezTo>
                    <a:cubicBezTo>
                      <a:pt x="51969" y="2941"/>
                      <a:pt x="52090" y="2942"/>
                      <a:pt x="52209" y="2945"/>
                    </a:cubicBezTo>
                    <a:cubicBezTo>
                      <a:pt x="55210" y="3028"/>
                      <a:pt x="58210" y="3171"/>
                      <a:pt x="61210" y="3219"/>
                    </a:cubicBezTo>
                    <a:cubicBezTo>
                      <a:pt x="61960" y="3231"/>
                      <a:pt x="62710" y="3239"/>
                      <a:pt x="63461" y="3239"/>
                    </a:cubicBezTo>
                    <a:cubicBezTo>
                      <a:pt x="64211" y="3239"/>
                      <a:pt x="64961" y="3231"/>
                      <a:pt x="65711" y="3207"/>
                    </a:cubicBezTo>
                    <a:cubicBezTo>
                      <a:pt x="67151" y="3171"/>
                      <a:pt x="68592" y="3088"/>
                      <a:pt x="70033" y="3040"/>
                    </a:cubicBezTo>
                    <a:cubicBezTo>
                      <a:pt x="71397" y="2995"/>
                      <a:pt x="72770" y="2961"/>
                      <a:pt x="74143" y="2961"/>
                    </a:cubicBezTo>
                    <a:cubicBezTo>
                      <a:pt x="75681" y="2961"/>
                      <a:pt x="77220" y="3004"/>
                      <a:pt x="78748" y="3123"/>
                    </a:cubicBezTo>
                    <a:cubicBezTo>
                      <a:pt x="80356" y="3254"/>
                      <a:pt x="81975" y="3445"/>
                      <a:pt x="83594" y="3493"/>
                    </a:cubicBezTo>
                    <a:lnTo>
                      <a:pt x="83594" y="230"/>
                    </a:lnTo>
                    <a:cubicBezTo>
                      <a:pt x="83012" y="207"/>
                      <a:pt x="82430" y="198"/>
                      <a:pt x="81847" y="198"/>
                    </a:cubicBezTo>
                    <a:cubicBezTo>
                      <a:pt x="79687" y="198"/>
                      <a:pt x="77523" y="326"/>
                      <a:pt x="75367" y="373"/>
                    </a:cubicBezTo>
                    <a:cubicBezTo>
                      <a:pt x="75022" y="381"/>
                      <a:pt x="74677" y="384"/>
                      <a:pt x="74333" y="384"/>
                    </a:cubicBezTo>
                    <a:cubicBezTo>
                      <a:pt x="71529" y="384"/>
                      <a:pt x="68748" y="150"/>
                      <a:pt x="65949" y="75"/>
                    </a:cubicBezTo>
                    <a:cubicBezTo>
                      <a:pt x="64580" y="26"/>
                      <a:pt x="63202" y="1"/>
                      <a:pt x="61830" y="1"/>
                    </a:cubicBezTo>
                    <a:cubicBezTo>
                      <a:pt x="61556" y="1"/>
                      <a:pt x="61282" y="2"/>
                      <a:pt x="61008" y="4"/>
                    </a:cubicBezTo>
                    <a:cubicBezTo>
                      <a:pt x="59401" y="4"/>
                      <a:pt x="57781" y="64"/>
                      <a:pt x="56174" y="64"/>
                    </a:cubicBezTo>
                    <a:cubicBezTo>
                      <a:pt x="52602" y="73"/>
                      <a:pt x="48261" y="245"/>
                      <a:pt x="44425" y="245"/>
                    </a:cubicBezTo>
                    <a:cubicBezTo>
                      <a:pt x="43607" y="245"/>
                      <a:pt x="42813" y="237"/>
                      <a:pt x="42053" y="218"/>
                    </a:cubicBezTo>
                    <a:cubicBezTo>
                      <a:pt x="41563" y="203"/>
                      <a:pt x="41073" y="197"/>
                      <a:pt x="40583" y="197"/>
                    </a:cubicBezTo>
                    <a:cubicBezTo>
                      <a:pt x="38403" y="197"/>
                      <a:pt x="36220" y="324"/>
                      <a:pt x="34052" y="373"/>
                    </a:cubicBezTo>
                    <a:cubicBezTo>
                      <a:pt x="33708" y="381"/>
                      <a:pt x="33364" y="384"/>
                      <a:pt x="33020" y="384"/>
                    </a:cubicBezTo>
                    <a:cubicBezTo>
                      <a:pt x="30216" y="384"/>
                      <a:pt x="27434" y="148"/>
                      <a:pt x="24634" y="64"/>
                    </a:cubicBezTo>
                    <a:cubicBezTo>
                      <a:pt x="23273" y="24"/>
                      <a:pt x="21904" y="1"/>
                      <a:pt x="205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33"/>
              <p:cNvSpPr/>
              <p:nvPr/>
            </p:nvSpPr>
            <p:spPr>
              <a:xfrm>
                <a:off x="7285199" y="3609699"/>
                <a:ext cx="577968" cy="22862"/>
              </a:xfrm>
              <a:custGeom>
                <a:avLst/>
                <a:gdLst/>
                <a:ahLst/>
                <a:cxnLst/>
                <a:rect l="l" t="t" r="r" b="b"/>
                <a:pathLst>
                  <a:path w="17873" h="712" extrusionOk="0">
                    <a:moveTo>
                      <a:pt x="8601" y="0"/>
                    </a:moveTo>
                    <a:cubicBezTo>
                      <a:pt x="5732" y="0"/>
                      <a:pt x="2860" y="98"/>
                      <a:pt x="1" y="314"/>
                    </a:cubicBezTo>
                    <a:cubicBezTo>
                      <a:pt x="3216" y="481"/>
                      <a:pt x="6430" y="671"/>
                      <a:pt x="9657" y="707"/>
                    </a:cubicBezTo>
                    <a:cubicBezTo>
                      <a:pt x="9967" y="710"/>
                      <a:pt x="10277" y="711"/>
                      <a:pt x="10588" y="711"/>
                    </a:cubicBezTo>
                    <a:cubicBezTo>
                      <a:pt x="13011" y="711"/>
                      <a:pt x="15456" y="622"/>
                      <a:pt x="17872" y="326"/>
                    </a:cubicBezTo>
                    <a:cubicBezTo>
                      <a:pt x="17265" y="290"/>
                      <a:pt x="16670" y="243"/>
                      <a:pt x="16074" y="207"/>
                    </a:cubicBezTo>
                    <a:cubicBezTo>
                      <a:pt x="13593" y="74"/>
                      <a:pt x="11098" y="0"/>
                      <a:pt x="86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33"/>
              <p:cNvSpPr/>
              <p:nvPr/>
            </p:nvSpPr>
            <p:spPr>
              <a:xfrm>
                <a:off x="6532512" y="3547149"/>
                <a:ext cx="2682816" cy="56578"/>
              </a:xfrm>
              <a:custGeom>
                <a:avLst/>
                <a:gdLst/>
                <a:ahLst/>
                <a:cxnLst/>
                <a:rect l="l" t="t" r="r" b="b"/>
                <a:pathLst>
                  <a:path w="82963" h="1762" extrusionOk="0">
                    <a:moveTo>
                      <a:pt x="56437" y="1"/>
                    </a:moveTo>
                    <a:cubicBezTo>
                      <a:pt x="50870" y="1"/>
                      <a:pt x="43055" y="155"/>
                      <a:pt x="41410" y="238"/>
                    </a:cubicBezTo>
                    <a:cubicBezTo>
                      <a:pt x="39517" y="321"/>
                      <a:pt x="37636" y="345"/>
                      <a:pt x="35743" y="357"/>
                    </a:cubicBezTo>
                    <a:cubicBezTo>
                      <a:pt x="32707" y="357"/>
                      <a:pt x="29659" y="298"/>
                      <a:pt x="26623" y="226"/>
                    </a:cubicBezTo>
                    <a:cubicBezTo>
                      <a:pt x="23575" y="155"/>
                      <a:pt x="20515" y="48"/>
                      <a:pt x="17455" y="12"/>
                    </a:cubicBezTo>
                    <a:cubicBezTo>
                      <a:pt x="16770" y="4"/>
                      <a:pt x="16010" y="1"/>
                      <a:pt x="15202" y="1"/>
                    </a:cubicBezTo>
                    <a:cubicBezTo>
                      <a:pt x="9522" y="1"/>
                      <a:pt x="1449" y="167"/>
                      <a:pt x="0" y="250"/>
                    </a:cubicBezTo>
                    <a:cubicBezTo>
                      <a:pt x="36" y="738"/>
                      <a:pt x="488" y="1095"/>
                      <a:pt x="512" y="1595"/>
                    </a:cubicBezTo>
                    <a:cubicBezTo>
                      <a:pt x="1086" y="1717"/>
                      <a:pt x="1746" y="1759"/>
                      <a:pt x="2447" y="1759"/>
                    </a:cubicBezTo>
                    <a:cubicBezTo>
                      <a:pt x="4059" y="1759"/>
                      <a:pt x="5886" y="1536"/>
                      <a:pt x="7373" y="1536"/>
                    </a:cubicBezTo>
                    <a:cubicBezTo>
                      <a:pt x="7400" y="1536"/>
                      <a:pt x="7427" y="1536"/>
                      <a:pt x="7453" y="1536"/>
                    </a:cubicBezTo>
                    <a:cubicBezTo>
                      <a:pt x="11299" y="1560"/>
                      <a:pt x="15133" y="1560"/>
                      <a:pt x="18967" y="1560"/>
                    </a:cubicBezTo>
                    <a:cubicBezTo>
                      <a:pt x="21896" y="1560"/>
                      <a:pt x="24789" y="1417"/>
                      <a:pt x="27706" y="1274"/>
                    </a:cubicBezTo>
                    <a:cubicBezTo>
                      <a:pt x="29962" y="1158"/>
                      <a:pt x="32218" y="1056"/>
                      <a:pt x="34479" y="1056"/>
                    </a:cubicBezTo>
                    <a:cubicBezTo>
                      <a:pt x="35249" y="1056"/>
                      <a:pt x="36019" y="1068"/>
                      <a:pt x="36790" y="1095"/>
                    </a:cubicBezTo>
                    <a:cubicBezTo>
                      <a:pt x="38469" y="1155"/>
                      <a:pt x="40184" y="1286"/>
                      <a:pt x="41827" y="1583"/>
                    </a:cubicBezTo>
                    <a:lnTo>
                      <a:pt x="41827" y="1595"/>
                    </a:lnTo>
                    <a:cubicBezTo>
                      <a:pt x="42409" y="1718"/>
                      <a:pt x="43080" y="1761"/>
                      <a:pt x="43792" y="1761"/>
                    </a:cubicBezTo>
                    <a:cubicBezTo>
                      <a:pt x="45425" y="1761"/>
                      <a:pt x="47276" y="1536"/>
                      <a:pt x="48768" y="1536"/>
                    </a:cubicBezTo>
                    <a:cubicBezTo>
                      <a:pt x="52614" y="1560"/>
                      <a:pt x="56448" y="1560"/>
                      <a:pt x="60282" y="1560"/>
                    </a:cubicBezTo>
                    <a:cubicBezTo>
                      <a:pt x="63210" y="1560"/>
                      <a:pt x="66104" y="1429"/>
                      <a:pt x="69021" y="1274"/>
                    </a:cubicBezTo>
                    <a:cubicBezTo>
                      <a:pt x="71277" y="1158"/>
                      <a:pt x="73533" y="1056"/>
                      <a:pt x="75793" y="1056"/>
                    </a:cubicBezTo>
                    <a:cubicBezTo>
                      <a:pt x="76563" y="1056"/>
                      <a:pt x="77334" y="1068"/>
                      <a:pt x="78105" y="1095"/>
                    </a:cubicBezTo>
                    <a:cubicBezTo>
                      <a:pt x="79724" y="1143"/>
                      <a:pt x="81367" y="1274"/>
                      <a:pt x="82963" y="1560"/>
                    </a:cubicBezTo>
                    <a:lnTo>
                      <a:pt x="82963" y="238"/>
                    </a:lnTo>
                    <a:cubicBezTo>
                      <a:pt x="80998" y="321"/>
                      <a:pt x="79022" y="357"/>
                      <a:pt x="77057" y="357"/>
                    </a:cubicBezTo>
                    <a:cubicBezTo>
                      <a:pt x="74021" y="357"/>
                      <a:pt x="70973" y="298"/>
                      <a:pt x="67937" y="226"/>
                    </a:cubicBezTo>
                    <a:cubicBezTo>
                      <a:pt x="64889" y="155"/>
                      <a:pt x="61829" y="48"/>
                      <a:pt x="58769" y="12"/>
                    </a:cubicBezTo>
                    <a:cubicBezTo>
                      <a:pt x="58062" y="4"/>
                      <a:pt x="57275" y="1"/>
                      <a:pt x="5643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33"/>
              <p:cNvSpPr/>
              <p:nvPr/>
            </p:nvSpPr>
            <p:spPr>
              <a:xfrm>
                <a:off x="6545220" y="3862244"/>
                <a:ext cx="2670107" cy="70000"/>
              </a:xfrm>
              <a:custGeom>
                <a:avLst/>
                <a:gdLst/>
                <a:ahLst/>
                <a:cxnLst/>
                <a:rect l="l" t="t" r="r" b="b"/>
                <a:pathLst>
                  <a:path w="82570" h="2180" extrusionOk="0">
                    <a:moveTo>
                      <a:pt x="73271" y="0"/>
                    </a:moveTo>
                    <a:cubicBezTo>
                      <a:pt x="71531" y="0"/>
                      <a:pt x="69785" y="64"/>
                      <a:pt x="68056" y="129"/>
                    </a:cubicBezTo>
                    <a:cubicBezTo>
                      <a:pt x="66592" y="188"/>
                      <a:pt x="65139" y="260"/>
                      <a:pt x="63675" y="283"/>
                    </a:cubicBezTo>
                    <a:cubicBezTo>
                      <a:pt x="63256" y="290"/>
                      <a:pt x="62837" y="293"/>
                      <a:pt x="62418" y="293"/>
                    </a:cubicBezTo>
                    <a:cubicBezTo>
                      <a:pt x="61337" y="293"/>
                      <a:pt x="60255" y="273"/>
                      <a:pt x="59174" y="248"/>
                    </a:cubicBezTo>
                    <a:cubicBezTo>
                      <a:pt x="58456" y="230"/>
                      <a:pt x="57721" y="223"/>
                      <a:pt x="56973" y="223"/>
                    </a:cubicBezTo>
                    <a:cubicBezTo>
                      <a:pt x="52058" y="223"/>
                      <a:pt x="46600" y="549"/>
                      <a:pt x="41743" y="569"/>
                    </a:cubicBezTo>
                    <a:lnTo>
                      <a:pt x="41743" y="557"/>
                    </a:lnTo>
                    <a:cubicBezTo>
                      <a:pt x="39636" y="533"/>
                      <a:pt x="37517" y="248"/>
                      <a:pt x="35421" y="117"/>
                    </a:cubicBezTo>
                    <a:cubicBezTo>
                      <a:pt x="34240" y="33"/>
                      <a:pt x="33049" y="3"/>
                      <a:pt x="31855" y="3"/>
                    </a:cubicBezTo>
                    <a:cubicBezTo>
                      <a:pt x="30148" y="3"/>
                      <a:pt x="28437" y="66"/>
                      <a:pt x="26742" y="129"/>
                    </a:cubicBezTo>
                    <a:cubicBezTo>
                      <a:pt x="25277" y="188"/>
                      <a:pt x="23824" y="260"/>
                      <a:pt x="22360" y="283"/>
                    </a:cubicBezTo>
                    <a:cubicBezTo>
                      <a:pt x="21941" y="290"/>
                      <a:pt x="21522" y="293"/>
                      <a:pt x="21103" y="293"/>
                    </a:cubicBezTo>
                    <a:cubicBezTo>
                      <a:pt x="20022" y="293"/>
                      <a:pt x="18941" y="273"/>
                      <a:pt x="17859" y="248"/>
                    </a:cubicBezTo>
                    <a:cubicBezTo>
                      <a:pt x="17153" y="231"/>
                      <a:pt x="16431" y="224"/>
                      <a:pt x="15697" y="224"/>
                    </a:cubicBezTo>
                    <a:cubicBezTo>
                      <a:pt x="10625" y="224"/>
                      <a:pt x="4972" y="569"/>
                      <a:pt x="0" y="569"/>
                    </a:cubicBezTo>
                    <a:cubicBezTo>
                      <a:pt x="12" y="1034"/>
                      <a:pt x="214" y="1688"/>
                      <a:pt x="214" y="2165"/>
                    </a:cubicBezTo>
                    <a:cubicBezTo>
                      <a:pt x="642" y="2175"/>
                      <a:pt x="1071" y="2179"/>
                      <a:pt x="1501" y="2179"/>
                    </a:cubicBezTo>
                    <a:cubicBezTo>
                      <a:pt x="6974" y="2179"/>
                      <a:pt x="12635" y="1422"/>
                      <a:pt x="17945" y="1422"/>
                    </a:cubicBezTo>
                    <a:cubicBezTo>
                      <a:pt x="18621" y="1422"/>
                      <a:pt x="19292" y="1435"/>
                      <a:pt x="19955" y="1462"/>
                    </a:cubicBezTo>
                    <a:cubicBezTo>
                      <a:pt x="24277" y="1641"/>
                      <a:pt x="28563" y="2046"/>
                      <a:pt x="32897" y="2081"/>
                    </a:cubicBezTo>
                    <a:cubicBezTo>
                      <a:pt x="35778" y="2105"/>
                      <a:pt x="38660" y="2081"/>
                      <a:pt x="41529" y="2153"/>
                    </a:cubicBezTo>
                    <a:cubicBezTo>
                      <a:pt x="41987" y="2164"/>
                      <a:pt x="42448" y="2170"/>
                      <a:pt x="42909" y="2170"/>
                    </a:cubicBezTo>
                    <a:cubicBezTo>
                      <a:pt x="48353" y="2170"/>
                      <a:pt x="53979" y="1422"/>
                      <a:pt x="59259" y="1422"/>
                    </a:cubicBezTo>
                    <a:cubicBezTo>
                      <a:pt x="59935" y="1422"/>
                      <a:pt x="60606" y="1434"/>
                      <a:pt x="61270" y="1462"/>
                    </a:cubicBezTo>
                    <a:cubicBezTo>
                      <a:pt x="65592" y="1641"/>
                      <a:pt x="69878" y="2046"/>
                      <a:pt x="74212" y="2081"/>
                    </a:cubicBezTo>
                    <a:cubicBezTo>
                      <a:pt x="76998" y="2105"/>
                      <a:pt x="79784" y="2081"/>
                      <a:pt x="82570" y="2141"/>
                    </a:cubicBezTo>
                    <a:lnTo>
                      <a:pt x="82570" y="545"/>
                    </a:lnTo>
                    <a:cubicBezTo>
                      <a:pt x="80617" y="486"/>
                      <a:pt x="78665" y="236"/>
                      <a:pt x="76736" y="105"/>
                    </a:cubicBezTo>
                    <a:cubicBezTo>
                      <a:pt x="75588" y="29"/>
                      <a:pt x="74431" y="0"/>
                      <a:pt x="73271" y="0"/>
                    </a:cubicBezTo>
                    <a:close/>
                  </a:path>
                </a:pathLst>
              </a:custGeom>
              <a:solidFill>
                <a:srgbClr val="E29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33"/>
              <p:cNvSpPr/>
              <p:nvPr/>
            </p:nvSpPr>
            <p:spPr>
              <a:xfrm>
                <a:off x="6529407" y="3943515"/>
                <a:ext cx="2685532" cy="75426"/>
              </a:xfrm>
              <a:custGeom>
                <a:avLst/>
                <a:gdLst/>
                <a:ahLst/>
                <a:cxnLst/>
                <a:rect l="l" t="t" r="r" b="b"/>
                <a:pathLst>
                  <a:path w="83047" h="2349" extrusionOk="0">
                    <a:moveTo>
                      <a:pt x="59540" y="0"/>
                    </a:moveTo>
                    <a:cubicBezTo>
                      <a:pt x="53790" y="0"/>
                      <a:pt x="47289" y="719"/>
                      <a:pt x="41613" y="729"/>
                    </a:cubicBezTo>
                    <a:cubicBezTo>
                      <a:pt x="38553" y="658"/>
                      <a:pt x="35470" y="705"/>
                      <a:pt x="32398" y="658"/>
                    </a:cubicBezTo>
                    <a:cubicBezTo>
                      <a:pt x="28481" y="586"/>
                      <a:pt x="24599" y="229"/>
                      <a:pt x="20682" y="50"/>
                    </a:cubicBezTo>
                    <a:cubicBezTo>
                      <a:pt x="19891" y="16"/>
                      <a:pt x="19080" y="1"/>
                      <a:pt x="18253" y="1"/>
                    </a:cubicBezTo>
                    <a:cubicBezTo>
                      <a:pt x="12474" y="1"/>
                      <a:pt x="5936" y="729"/>
                      <a:pt x="241" y="729"/>
                    </a:cubicBezTo>
                    <a:cubicBezTo>
                      <a:pt x="200" y="729"/>
                      <a:pt x="160" y="729"/>
                      <a:pt x="120" y="729"/>
                    </a:cubicBezTo>
                    <a:lnTo>
                      <a:pt x="120" y="729"/>
                    </a:lnTo>
                    <a:cubicBezTo>
                      <a:pt x="168" y="1312"/>
                      <a:pt x="1" y="1765"/>
                      <a:pt x="37" y="2348"/>
                    </a:cubicBezTo>
                    <a:cubicBezTo>
                      <a:pt x="1473" y="2348"/>
                      <a:pt x="2132" y="1942"/>
                      <a:pt x="2364" y="1942"/>
                    </a:cubicBezTo>
                    <a:cubicBezTo>
                      <a:pt x="2370" y="1942"/>
                      <a:pt x="2376" y="1943"/>
                      <a:pt x="2382" y="1943"/>
                    </a:cubicBezTo>
                    <a:cubicBezTo>
                      <a:pt x="4097" y="1634"/>
                      <a:pt x="5895" y="1515"/>
                      <a:pt x="7597" y="1443"/>
                    </a:cubicBezTo>
                    <a:cubicBezTo>
                      <a:pt x="8554" y="1406"/>
                      <a:pt x="9511" y="1390"/>
                      <a:pt x="10469" y="1390"/>
                    </a:cubicBezTo>
                    <a:cubicBezTo>
                      <a:pt x="13181" y="1390"/>
                      <a:pt x="15894" y="1520"/>
                      <a:pt x="18587" y="1670"/>
                    </a:cubicBezTo>
                    <a:cubicBezTo>
                      <a:pt x="20408" y="1777"/>
                      <a:pt x="22218" y="1884"/>
                      <a:pt x="24028" y="2003"/>
                    </a:cubicBezTo>
                    <a:cubicBezTo>
                      <a:pt x="24823" y="1990"/>
                      <a:pt x="25619" y="1984"/>
                      <a:pt x="26414" y="1984"/>
                    </a:cubicBezTo>
                    <a:cubicBezTo>
                      <a:pt x="31393" y="1984"/>
                      <a:pt x="36372" y="2215"/>
                      <a:pt x="41351" y="2348"/>
                    </a:cubicBezTo>
                    <a:lnTo>
                      <a:pt x="41470" y="2348"/>
                    </a:lnTo>
                    <a:cubicBezTo>
                      <a:pt x="42824" y="2325"/>
                      <a:pt x="43447" y="1942"/>
                      <a:pt x="43677" y="1942"/>
                    </a:cubicBezTo>
                    <a:cubicBezTo>
                      <a:pt x="43684" y="1942"/>
                      <a:pt x="43691" y="1943"/>
                      <a:pt x="43697" y="1943"/>
                    </a:cubicBezTo>
                    <a:cubicBezTo>
                      <a:pt x="45411" y="1634"/>
                      <a:pt x="47209" y="1515"/>
                      <a:pt x="48912" y="1443"/>
                    </a:cubicBezTo>
                    <a:cubicBezTo>
                      <a:pt x="49865" y="1406"/>
                      <a:pt x="50821" y="1390"/>
                      <a:pt x="51778" y="1390"/>
                    </a:cubicBezTo>
                    <a:cubicBezTo>
                      <a:pt x="54489" y="1390"/>
                      <a:pt x="57208" y="1520"/>
                      <a:pt x="59901" y="1670"/>
                    </a:cubicBezTo>
                    <a:cubicBezTo>
                      <a:pt x="61723" y="1777"/>
                      <a:pt x="63533" y="1884"/>
                      <a:pt x="65342" y="2003"/>
                    </a:cubicBezTo>
                    <a:cubicBezTo>
                      <a:pt x="66119" y="1990"/>
                      <a:pt x="66896" y="1985"/>
                      <a:pt x="67672" y="1985"/>
                    </a:cubicBezTo>
                    <a:cubicBezTo>
                      <a:pt x="72706" y="1985"/>
                      <a:pt x="77740" y="2224"/>
                      <a:pt x="82773" y="2348"/>
                    </a:cubicBezTo>
                    <a:cubicBezTo>
                      <a:pt x="82868" y="2336"/>
                      <a:pt x="82964" y="2324"/>
                      <a:pt x="83047" y="2313"/>
                    </a:cubicBezTo>
                    <a:lnTo>
                      <a:pt x="83047" y="729"/>
                    </a:lnTo>
                    <a:cubicBezTo>
                      <a:pt x="79939" y="646"/>
                      <a:pt x="76832" y="705"/>
                      <a:pt x="73713" y="646"/>
                    </a:cubicBezTo>
                    <a:lnTo>
                      <a:pt x="73713" y="658"/>
                    </a:lnTo>
                    <a:cubicBezTo>
                      <a:pt x="69795" y="586"/>
                      <a:pt x="65914" y="229"/>
                      <a:pt x="61997" y="50"/>
                    </a:cubicBezTo>
                    <a:cubicBezTo>
                      <a:pt x="61197" y="16"/>
                      <a:pt x="60377" y="0"/>
                      <a:pt x="595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33"/>
              <p:cNvSpPr/>
              <p:nvPr/>
            </p:nvSpPr>
            <p:spPr>
              <a:xfrm>
                <a:off x="8621223" y="3609699"/>
                <a:ext cx="577936" cy="22862"/>
              </a:xfrm>
              <a:custGeom>
                <a:avLst/>
                <a:gdLst/>
                <a:ahLst/>
                <a:cxnLst/>
                <a:rect l="l" t="t" r="r" b="b"/>
                <a:pathLst>
                  <a:path w="17872" h="712" extrusionOk="0">
                    <a:moveTo>
                      <a:pt x="8601" y="0"/>
                    </a:moveTo>
                    <a:cubicBezTo>
                      <a:pt x="5731" y="0"/>
                      <a:pt x="2859" y="98"/>
                      <a:pt x="1" y="314"/>
                    </a:cubicBezTo>
                    <a:cubicBezTo>
                      <a:pt x="3215" y="481"/>
                      <a:pt x="6430" y="671"/>
                      <a:pt x="9657" y="707"/>
                    </a:cubicBezTo>
                    <a:cubicBezTo>
                      <a:pt x="9967" y="710"/>
                      <a:pt x="10277" y="711"/>
                      <a:pt x="10588" y="711"/>
                    </a:cubicBezTo>
                    <a:cubicBezTo>
                      <a:pt x="13011" y="711"/>
                      <a:pt x="15455" y="622"/>
                      <a:pt x="17872" y="326"/>
                    </a:cubicBezTo>
                    <a:cubicBezTo>
                      <a:pt x="17265" y="290"/>
                      <a:pt x="16669" y="243"/>
                      <a:pt x="16074" y="207"/>
                    </a:cubicBezTo>
                    <a:cubicBezTo>
                      <a:pt x="13592" y="74"/>
                      <a:pt x="11098" y="0"/>
                      <a:pt x="86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33"/>
              <p:cNvSpPr/>
              <p:nvPr/>
            </p:nvSpPr>
            <p:spPr>
              <a:xfrm>
                <a:off x="8056028" y="4012005"/>
                <a:ext cx="481667" cy="13518"/>
              </a:xfrm>
              <a:custGeom>
                <a:avLst/>
                <a:gdLst/>
                <a:ahLst/>
                <a:cxnLst/>
                <a:rect l="l" t="t" r="r" b="b"/>
                <a:pathLst>
                  <a:path w="14895" h="421" extrusionOk="0">
                    <a:moveTo>
                      <a:pt x="14895" y="1"/>
                    </a:moveTo>
                    <a:cubicBezTo>
                      <a:pt x="14514" y="1"/>
                      <a:pt x="14133" y="1"/>
                      <a:pt x="13764" y="13"/>
                    </a:cubicBezTo>
                    <a:cubicBezTo>
                      <a:pt x="9168" y="49"/>
                      <a:pt x="4584" y="144"/>
                      <a:pt x="0" y="239"/>
                    </a:cubicBezTo>
                    <a:cubicBezTo>
                      <a:pt x="2003" y="359"/>
                      <a:pt x="4007" y="421"/>
                      <a:pt x="6010" y="421"/>
                    </a:cubicBezTo>
                    <a:cubicBezTo>
                      <a:pt x="7376" y="421"/>
                      <a:pt x="8742" y="392"/>
                      <a:pt x="10109" y="334"/>
                    </a:cubicBezTo>
                    <a:cubicBezTo>
                      <a:pt x="11704" y="275"/>
                      <a:pt x="13299" y="168"/>
                      <a:pt x="14895" y="1"/>
                    </a:cubicBezTo>
                    <a:close/>
                  </a:path>
                </a:pathLst>
              </a:custGeom>
              <a:solidFill>
                <a:srgbClr val="E29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33"/>
              <p:cNvSpPr/>
              <p:nvPr/>
            </p:nvSpPr>
            <p:spPr>
              <a:xfrm>
                <a:off x="6526335" y="4046620"/>
                <a:ext cx="2688992" cy="41871"/>
              </a:xfrm>
              <a:custGeom>
                <a:avLst/>
                <a:gdLst/>
                <a:ahLst/>
                <a:cxnLst/>
                <a:rect l="l" t="t" r="r" b="b"/>
                <a:pathLst>
                  <a:path w="83154" h="1304" extrusionOk="0">
                    <a:moveTo>
                      <a:pt x="62481" y="1"/>
                    </a:moveTo>
                    <a:cubicBezTo>
                      <a:pt x="61680" y="1"/>
                      <a:pt x="60879" y="13"/>
                      <a:pt x="60080" y="42"/>
                    </a:cubicBezTo>
                    <a:cubicBezTo>
                      <a:pt x="57227" y="141"/>
                      <a:pt x="54428" y="322"/>
                      <a:pt x="51601" y="322"/>
                    </a:cubicBezTo>
                    <a:cubicBezTo>
                      <a:pt x="50689" y="322"/>
                      <a:pt x="49773" y="303"/>
                      <a:pt x="48852" y="256"/>
                    </a:cubicBezTo>
                    <a:cubicBezTo>
                      <a:pt x="47233" y="173"/>
                      <a:pt x="45614" y="90"/>
                      <a:pt x="43994" y="90"/>
                    </a:cubicBezTo>
                    <a:cubicBezTo>
                      <a:pt x="43697" y="90"/>
                      <a:pt x="42423" y="352"/>
                      <a:pt x="41673" y="435"/>
                    </a:cubicBezTo>
                    <a:cubicBezTo>
                      <a:pt x="40263" y="535"/>
                      <a:pt x="38848" y="574"/>
                      <a:pt x="37428" y="574"/>
                    </a:cubicBezTo>
                    <a:cubicBezTo>
                      <a:pt x="32022" y="574"/>
                      <a:pt x="26560" y="1"/>
                      <a:pt x="21155" y="1"/>
                    </a:cubicBezTo>
                    <a:cubicBezTo>
                      <a:pt x="20357" y="1"/>
                      <a:pt x="19560" y="13"/>
                      <a:pt x="18765" y="42"/>
                    </a:cubicBezTo>
                    <a:cubicBezTo>
                      <a:pt x="15912" y="141"/>
                      <a:pt x="13113" y="322"/>
                      <a:pt x="10287" y="322"/>
                    </a:cubicBezTo>
                    <a:cubicBezTo>
                      <a:pt x="9374" y="322"/>
                      <a:pt x="8459" y="303"/>
                      <a:pt x="7537" y="256"/>
                    </a:cubicBezTo>
                    <a:cubicBezTo>
                      <a:pt x="5918" y="173"/>
                      <a:pt x="4299" y="90"/>
                      <a:pt x="2680" y="90"/>
                    </a:cubicBezTo>
                    <a:cubicBezTo>
                      <a:pt x="2346" y="90"/>
                      <a:pt x="786" y="423"/>
                      <a:pt x="120" y="447"/>
                    </a:cubicBezTo>
                    <a:cubicBezTo>
                      <a:pt x="144" y="745"/>
                      <a:pt x="1" y="899"/>
                      <a:pt x="24" y="1197"/>
                    </a:cubicBezTo>
                    <a:cubicBezTo>
                      <a:pt x="150" y="1198"/>
                      <a:pt x="278" y="1199"/>
                      <a:pt x="408" y="1199"/>
                    </a:cubicBezTo>
                    <a:cubicBezTo>
                      <a:pt x="3139" y="1199"/>
                      <a:pt x="6699" y="970"/>
                      <a:pt x="9359" y="959"/>
                    </a:cubicBezTo>
                    <a:cubicBezTo>
                      <a:pt x="10901" y="953"/>
                      <a:pt x="12443" y="944"/>
                      <a:pt x="13986" y="944"/>
                    </a:cubicBezTo>
                    <a:cubicBezTo>
                      <a:pt x="15529" y="944"/>
                      <a:pt x="17074" y="953"/>
                      <a:pt x="18622" y="983"/>
                    </a:cubicBezTo>
                    <a:cubicBezTo>
                      <a:pt x="21670" y="1030"/>
                      <a:pt x="24718" y="1137"/>
                      <a:pt x="27766" y="1197"/>
                    </a:cubicBezTo>
                    <a:cubicBezTo>
                      <a:pt x="30266" y="1256"/>
                      <a:pt x="32770" y="1301"/>
                      <a:pt x="35271" y="1301"/>
                    </a:cubicBezTo>
                    <a:cubicBezTo>
                      <a:pt x="37296" y="1301"/>
                      <a:pt x="39320" y="1272"/>
                      <a:pt x="41339" y="1197"/>
                    </a:cubicBezTo>
                    <a:cubicBezTo>
                      <a:pt x="41466" y="1198"/>
                      <a:pt x="41594" y="1199"/>
                      <a:pt x="41725" y="1199"/>
                    </a:cubicBezTo>
                    <a:cubicBezTo>
                      <a:pt x="44466" y="1199"/>
                      <a:pt x="48025" y="970"/>
                      <a:pt x="50674" y="959"/>
                    </a:cubicBezTo>
                    <a:cubicBezTo>
                      <a:pt x="52216" y="953"/>
                      <a:pt x="53760" y="944"/>
                      <a:pt x="55305" y="944"/>
                    </a:cubicBezTo>
                    <a:cubicBezTo>
                      <a:pt x="56850" y="944"/>
                      <a:pt x="58395" y="953"/>
                      <a:pt x="59937" y="983"/>
                    </a:cubicBezTo>
                    <a:cubicBezTo>
                      <a:pt x="62985" y="1030"/>
                      <a:pt x="66033" y="1137"/>
                      <a:pt x="69081" y="1197"/>
                    </a:cubicBezTo>
                    <a:cubicBezTo>
                      <a:pt x="71646" y="1256"/>
                      <a:pt x="74218" y="1304"/>
                      <a:pt x="76792" y="1304"/>
                    </a:cubicBezTo>
                    <a:cubicBezTo>
                      <a:pt x="78913" y="1304"/>
                      <a:pt x="81035" y="1271"/>
                      <a:pt x="83154" y="1185"/>
                    </a:cubicBezTo>
                    <a:lnTo>
                      <a:pt x="83154" y="1126"/>
                    </a:lnTo>
                    <a:cubicBezTo>
                      <a:pt x="83130" y="899"/>
                      <a:pt x="83106" y="661"/>
                      <a:pt x="83082" y="423"/>
                    </a:cubicBezTo>
                    <a:cubicBezTo>
                      <a:pt x="81640" y="527"/>
                      <a:pt x="80192" y="568"/>
                      <a:pt x="78740" y="568"/>
                    </a:cubicBezTo>
                    <a:cubicBezTo>
                      <a:pt x="73337" y="568"/>
                      <a:pt x="67884" y="1"/>
                      <a:pt x="624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33"/>
              <p:cNvSpPr/>
              <p:nvPr/>
            </p:nvSpPr>
            <p:spPr>
              <a:xfrm>
                <a:off x="6507483" y="4197408"/>
                <a:ext cx="2707845" cy="84257"/>
              </a:xfrm>
              <a:custGeom>
                <a:avLst/>
                <a:gdLst/>
                <a:ahLst/>
                <a:cxnLst/>
                <a:rect l="l" t="t" r="r" b="b"/>
                <a:pathLst>
                  <a:path w="83737" h="2624" extrusionOk="0">
                    <a:moveTo>
                      <a:pt x="57977" y="0"/>
                    </a:moveTo>
                    <a:cubicBezTo>
                      <a:pt x="52761" y="0"/>
                      <a:pt x="46991" y="324"/>
                      <a:pt x="42267" y="823"/>
                    </a:cubicBezTo>
                    <a:cubicBezTo>
                      <a:pt x="41286" y="898"/>
                      <a:pt x="40302" y="927"/>
                      <a:pt x="39319" y="927"/>
                    </a:cubicBezTo>
                    <a:cubicBezTo>
                      <a:pt x="38442" y="927"/>
                      <a:pt x="37566" y="904"/>
                      <a:pt x="36695" y="871"/>
                    </a:cubicBezTo>
                    <a:cubicBezTo>
                      <a:pt x="33933" y="775"/>
                      <a:pt x="31195" y="525"/>
                      <a:pt x="28444" y="347"/>
                    </a:cubicBezTo>
                    <a:cubicBezTo>
                      <a:pt x="25503" y="168"/>
                      <a:pt x="22551" y="109"/>
                      <a:pt x="19598" y="37"/>
                    </a:cubicBezTo>
                    <a:cubicBezTo>
                      <a:pt x="18660" y="13"/>
                      <a:pt x="17692" y="1"/>
                      <a:pt x="16703" y="1"/>
                    </a:cubicBezTo>
                    <a:cubicBezTo>
                      <a:pt x="11428" y="1"/>
                      <a:pt x="5585" y="334"/>
                      <a:pt x="822" y="835"/>
                    </a:cubicBezTo>
                    <a:cubicBezTo>
                      <a:pt x="834" y="1537"/>
                      <a:pt x="0" y="1240"/>
                      <a:pt x="0" y="1942"/>
                    </a:cubicBezTo>
                    <a:cubicBezTo>
                      <a:pt x="12" y="2014"/>
                      <a:pt x="1274" y="2359"/>
                      <a:pt x="1286" y="2442"/>
                    </a:cubicBezTo>
                    <a:cubicBezTo>
                      <a:pt x="1754" y="2491"/>
                      <a:pt x="2205" y="2509"/>
                      <a:pt x="2641" y="2509"/>
                    </a:cubicBezTo>
                    <a:cubicBezTo>
                      <a:pt x="4107" y="2509"/>
                      <a:pt x="5412" y="2299"/>
                      <a:pt x="6661" y="2299"/>
                    </a:cubicBezTo>
                    <a:cubicBezTo>
                      <a:pt x="6687" y="2299"/>
                      <a:pt x="6713" y="2299"/>
                      <a:pt x="6739" y="2299"/>
                    </a:cubicBezTo>
                    <a:cubicBezTo>
                      <a:pt x="8323" y="2299"/>
                      <a:pt x="9906" y="2299"/>
                      <a:pt x="11490" y="2287"/>
                    </a:cubicBezTo>
                    <a:cubicBezTo>
                      <a:pt x="11744" y="2286"/>
                      <a:pt x="11998" y="2285"/>
                      <a:pt x="12252" y="2285"/>
                    </a:cubicBezTo>
                    <a:cubicBezTo>
                      <a:pt x="12895" y="2285"/>
                      <a:pt x="13539" y="2289"/>
                      <a:pt x="14183" y="2289"/>
                    </a:cubicBezTo>
                    <a:cubicBezTo>
                      <a:pt x="14869" y="2289"/>
                      <a:pt x="15555" y="2284"/>
                      <a:pt x="16240" y="2264"/>
                    </a:cubicBezTo>
                    <a:cubicBezTo>
                      <a:pt x="17501" y="2227"/>
                      <a:pt x="18762" y="2210"/>
                      <a:pt x="20023" y="2210"/>
                    </a:cubicBezTo>
                    <a:cubicBezTo>
                      <a:pt x="22048" y="2210"/>
                      <a:pt x="24074" y="2254"/>
                      <a:pt x="26099" y="2335"/>
                    </a:cubicBezTo>
                    <a:cubicBezTo>
                      <a:pt x="27730" y="2395"/>
                      <a:pt x="29361" y="2490"/>
                      <a:pt x="30992" y="2573"/>
                    </a:cubicBezTo>
                    <a:cubicBezTo>
                      <a:pt x="31533" y="2603"/>
                      <a:pt x="32074" y="2615"/>
                      <a:pt x="32617" y="2615"/>
                    </a:cubicBezTo>
                    <a:cubicBezTo>
                      <a:pt x="33568" y="2615"/>
                      <a:pt x="34521" y="2580"/>
                      <a:pt x="35469" y="2549"/>
                    </a:cubicBezTo>
                    <a:cubicBezTo>
                      <a:pt x="37225" y="2488"/>
                      <a:pt x="38995" y="2407"/>
                      <a:pt x="40758" y="2407"/>
                    </a:cubicBezTo>
                    <a:cubicBezTo>
                      <a:pt x="41385" y="2407"/>
                      <a:pt x="42012" y="2417"/>
                      <a:pt x="42637" y="2442"/>
                    </a:cubicBezTo>
                    <a:cubicBezTo>
                      <a:pt x="43102" y="2491"/>
                      <a:pt x="43550" y="2509"/>
                      <a:pt x="43984" y="2509"/>
                    </a:cubicBezTo>
                    <a:cubicBezTo>
                      <a:pt x="45441" y="2509"/>
                      <a:pt x="46737" y="2299"/>
                      <a:pt x="47976" y="2299"/>
                    </a:cubicBezTo>
                    <a:cubicBezTo>
                      <a:pt x="48002" y="2299"/>
                      <a:pt x="48028" y="2299"/>
                      <a:pt x="48054" y="2299"/>
                    </a:cubicBezTo>
                    <a:cubicBezTo>
                      <a:pt x="49637" y="2299"/>
                      <a:pt x="51221" y="2299"/>
                      <a:pt x="52804" y="2287"/>
                    </a:cubicBezTo>
                    <a:cubicBezTo>
                      <a:pt x="53058" y="2286"/>
                      <a:pt x="53312" y="2285"/>
                      <a:pt x="53566" y="2285"/>
                    </a:cubicBezTo>
                    <a:cubicBezTo>
                      <a:pt x="54210" y="2285"/>
                      <a:pt x="54854" y="2289"/>
                      <a:pt x="55498" y="2289"/>
                    </a:cubicBezTo>
                    <a:cubicBezTo>
                      <a:pt x="56183" y="2289"/>
                      <a:pt x="56869" y="2284"/>
                      <a:pt x="57555" y="2264"/>
                    </a:cubicBezTo>
                    <a:cubicBezTo>
                      <a:pt x="58816" y="2227"/>
                      <a:pt x="60077" y="2210"/>
                      <a:pt x="61338" y="2210"/>
                    </a:cubicBezTo>
                    <a:cubicBezTo>
                      <a:pt x="63363" y="2210"/>
                      <a:pt x="65388" y="2254"/>
                      <a:pt x="67413" y="2335"/>
                    </a:cubicBezTo>
                    <a:cubicBezTo>
                      <a:pt x="69045" y="2395"/>
                      <a:pt x="70676" y="2490"/>
                      <a:pt x="72319" y="2585"/>
                    </a:cubicBezTo>
                    <a:cubicBezTo>
                      <a:pt x="72811" y="2613"/>
                      <a:pt x="73307" y="2623"/>
                      <a:pt x="73804" y="2623"/>
                    </a:cubicBezTo>
                    <a:cubicBezTo>
                      <a:pt x="74799" y="2623"/>
                      <a:pt x="75799" y="2581"/>
                      <a:pt x="76784" y="2549"/>
                    </a:cubicBezTo>
                    <a:cubicBezTo>
                      <a:pt x="78503" y="2487"/>
                      <a:pt x="80236" y="2412"/>
                      <a:pt x="81963" y="2412"/>
                    </a:cubicBezTo>
                    <a:cubicBezTo>
                      <a:pt x="82555" y="2412"/>
                      <a:pt x="83147" y="2421"/>
                      <a:pt x="83737" y="2442"/>
                    </a:cubicBezTo>
                    <a:lnTo>
                      <a:pt x="83737" y="811"/>
                    </a:lnTo>
                    <a:cubicBezTo>
                      <a:pt x="82693" y="903"/>
                      <a:pt x="81634" y="937"/>
                      <a:pt x="80577" y="937"/>
                    </a:cubicBezTo>
                    <a:cubicBezTo>
                      <a:pt x="79717" y="937"/>
                      <a:pt x="78859" y="915"/>
                      <a:pt x="78010" y="883"/>
                    </a:cubicBezTo>
                    <a:lnTo>
                      <a:pt x="78010" y="871"/>
                    </a:lnTo>
                    <a:cubicBezTo>
                      <a:pt x="75248" y="775"/>
                      <a:pt x="72509" y="525"/>
                      <a:pt x="69759" y="347"/>
                    </a:cubicBezTo>
                    <a:cubicBezTo>
                      <a:pt x="66818" y="168"/>
                      <a:pt x="63865" y="109"/>
                      <a:pt x="60913" y="37"/>
                    </a:cubicBezTo>
                    <a:cubicBezTo>
                      <a:pt x="59962" y="12"/>
                      <a:pt x="58980" y="0"/>
                      <a:pt x="5797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33"/>
              <p:cNvSpPr/>
              <p:nvPr/>
            </p:nvSpPr>
            <p:spPr>
              <a:xfrm>
                <a:off x="6510555" y="4297206"/>
                <a:ext cx="2704773" cy="113926"/>
              </a:xfrm>
              <a:custGeom>
                <a:avLst/>
                <a:gdLst/>
                <a:ahLst/>
                <a:cxnLst/>
                <a:rect l="l" t="t" r="r" b="b"/>
                <a:pathLst>
                  <a:path w="83642" h="3548" extrusionOk="0">
                    <a:moveTo>
                      <a:pt x="19693" y="1"/>
                    </a:moveTo>
                    <a:cubicBezTo>
                      <a:pt x="18074" y="13"/>
                      <a:pt x="16467" y="61"/>
                      <a:pt x="14848" y="61"/>
                    </a:cubicBezTo>
                    <a:cubicBezTo>
                      <a:pt x="11285" y="70"/>
                      <a:pt x="6946" y="242"/>
                      <a:pt x="3104" y="242"/>
                    </a:cubicBezTo>
                    <a:cubicBezTo>
                      <a:pt x="2285" y="242"/>
                      <a:pt x="1488" y="234"/>
                      <a:pt x="727" y="215"/>
                    </a:cubicBezTo>
                    <a:lnTo>
                      <a:pt x="727" y="215"/>
                    </a:lnTo>
                    <a:cubicBezTo>
                      <a:pt x="846" y="1132"/>
                      <a:pt x="1" y="1608"/>
                      <a:pt x="36" y="2525"/>
                    </a:cubicBezTo>
                    <a:cubicBezTo>
                      <a:pt x="36" y="2632"/>
                      <a:pt x="1167" y="3406"/>
                      <a:pt x="1167" y="3501"/>
                    </a:cubicBezTo>
                    <a:cubicBezTo>
                      <a:pt x="1508" y="3528"/>
                      <a:pt x="1862" y="3540"/>
                      <a:pt x="2226" y="3540"/>
                    </a:cubicBezTo>
                    <a:cubicBezTo>
                      <a:pt x="4824" y="3540"/>
                      <a:pt x="7947" y="2948"/>
                      <a:pt x="10467" y="2948"/>
                    </a:cubicBezTo>
                    <a:cubicBezTo>
                      <a:pt x="10608" y="2948"/>
                      <a:pt x="10746" y="2950"/>
                      <a:pt x="10883" y="2954"/>
                    </a:cubicBezTo>
                    <a:cubicBezTo>
                      <a:pt x="13895" y="3025"/>
                      <a:pt x="16884" y="3168"/>
                      <a:pt x="19884" y="3228"/>
                    </a:cubicBezTo>
                    <a:cubicBezTo>
                      <a:pt x="20558" y="3238"/>
                      <a:pt x="21235" y="3244"/>
                      <a:pt x="21911" y="3244"/>
                    </a:cubicBezTo>
                    <a:cubicBezTo>
                      <a:pt x="22739" y="3244"/>
                      <a:pt x="23565" y="3235"/>
                      <a:pt x="24385" y="3216"/>
                    </a:cubicBezTo>
                    <a:cubicBezTo>
                      <a:pt x="25837" y="3168"/>
                      <a:pt x="27278" y="3097"/>
                      <a:pt x="28718" y="3037"/>
                    </a:cubicBezTo>
                    <a:cubicBezTo>
                      <a:pt x="30059" y="2993"/>
                      <a:pt x="31407" y="2959"/>
                      <a:pt x="32755" y="2959"/>
                    </a:cubicBezTo>
                    <a:cubicBezTo>
                      <a:pt x="34315" y="2959"/>
                      <a:pt x="35876" y="3005"/>
                      <a:pt x="37422" y="3132"/>
                    </a:cubicBezTo>
                    <a:cubicBezTo>
                      <a:pt x="39101" y="3263"/>
                      <a:pt x="40791" y="3466"/>
                      <a:pt x="42482" y="3501"/>
                    </a:cubicBezTo>
                    <a:cubicBezTo>
                      <a:pt x="42482" y="3501"/>
                      <a:pt x="42482" y="3501"/>
                      <a:pt x="42482" y="3513"/>
                    </a:cubicBezTo>
                    <a:cubicBezTo>
                      <a:pt x="42807" y="3537"/>
                      <a:pt x="43143" y="3548"/>
                      <a:pt x="43490" y="3548"/>
                    </a:cubicBezTo>
                    <a:cubicBezTo>
                      <a:pt x="46098" y="3548"/>
                      <a:pt x="49245" y="2948"/>
                      <a:pt x="51782" y="2948"/>
                    </a:cubicBezTo>
                    <a:cubicBezTo>
                      <a:pt x="51922" y="2948"/>
                      <a:pt x="52061" y="2950"/>
                      <a:pt x="52198" y="2954"/>
                    </a:cubicBezTo>
                    <a:cubicBezTo>
                      <a:pt x="55210" y="3025"/>
                      <a:pt x="58198" y="3180"/>
                      <a:pt x="61199" y="3228"/>
                    </a:cubicBezTo>
                    <a:cubicBezTo>
                      <a:pt x="61873" y="3238"/>
                      <a:pt x="62550" y="3244"/>
                      <a:pt x="63226" y="3244"/>
                    </a:cubicBezTo>
                    <a:cubicBezTo>
                      <a:pt x="64053" y="3244"/>
                      <a:pt x="64880" y="3235"/>
                      <a:pt x="65699" y="3216"/>
                    </a:cubicBezTo>
                    <a:cubicBezTo>
                      <a:pt x="67152" y="3168"/>
                      <a:pt x="68592" y="3097"/>
                      <a:pt x="70033" y="3049"/>
                    </a:cubicBezTo>
                    <a:cubicBezTo>
                      <a:pt x="71404" y="2998"/>
                      <a:pt x="72782" y="2961"/>
                      <a:pt x="74160" y="2961"/>
                    </a:cubicBezTo>
                    <a:cubicBezTo>
                      <a:pt x="75690" y="2961"/>
                      <a:pt x="77220" y="3007"/>
                      <a:pt x="78737" y="3132"/>
                    </a:cubicBezTo>
                    <a:cubicBezTo>
                      <a:pt x="80356" y="3263"/>
                      <a:pt x="81999" y="3454"/>
                      <a:pt x="83642" y="3501"/>
                    </a:cubicBezTo>
                    <a:lnTo>
                      <a:pt x="83642" y="227"/>
                    </a:lnTo>
                    <a:cubicBezTo>
                      <a:pt x="83106" y="209"/>
                      <a:pt x="82569" y="201"/>
                      <a:pt x="82032" y="201"/>
                    </a:cubicBezTo>
                    <a:cubicBezTo>
                      <a:pt x="79803" y="201"/>
                      <a:pt x="77572" y="334"/>
                      <a:pt x="75355" y="382"/>
                    </a:cubicBezTo>
                    <a:cubicBezTo>
                      <a:pt x="75012" y="390"/>
                      <a:pt x="74669" y="393"/>
                      <a:pt x="74327" y="393"/>
                    </a:cubicBezTo>
                    <a:cubicBezTo>
                      <a:pt x="71531" y="393"/>
                      <a:pt x="68749" y="157"/>
                      <a:pt x="65949" y="72"/>
                    </a:cubicBezTo>
                    <a:cubicBezTo>
                      <a:pt x="64294" y="25"/>
                      <a:pt x="62651" y="1"/>
                      <a:pt x="61008" y="1"/>
                    </a:cubicBezTo>
                    <a:cubicBezTo>
                      <a:pt x="59389" y="13"/>
                      <a:pt x="57782" y="61"/>
                      <a:pt x="56162" y="61"/>
                    </a:cubicBezTo>
                    <a:cubicBezTo>
                      <a:pt x="52600" y="70"/>
                      <a:pt x="48261" y="242"/>
                      <a:pt x="44419" y="242"/>
                    </a:cubicBezTo>
                    <a:cubicBezTo>
                      <a:pt x="43600" y="242"/>
                      <a:pt x="42803" y="234"/>
                      <a:pt x="42041" y="215"/>
                    </a:cubicBezTo>
                    <a:cubicBezTo>
                      <a:pt x="41609" y="204"/>
                      <a:pt x="41176" y="199"/>
                      <a:pt x="40743" y="199"/>
                    </a:cubicBezTo>
                    <a:cubicBezTo>
                      <a:pt x="38509" y="199"/>
                      <a:pt x="36275" y="332"/>
                      <a:pt x="34040" y="382"/>
                    </a:cubicBezTo>
                    <a:cubicBezTo>
                      <a:pt x="33697" y="390"/>
                      <a:pt x="33355" y="393"/>
                      <a:pt x="33012" y="393"/>
                    </a:cubicBezTo>
                    <a:cubicBezTo>
                      <a:pt x="30214" y="393"/>
                      <a:pt x="27424" y="157"/>
                      <a:pt x="24635" y="72"/>
                    </a:cubicBezTo>
                    <a:cubicBezTo>
                      <a:pt x="22980" y="25"/>
                      <a:pt x="21337" y="1"/>
                      <a:pt x="19693" y="1"/>
                    </a:cubicBezTo>
                    <a:close/>
                  </a:path>
                </a:pathLst>
              </a:custGeom>
              <a:solidFill>
                <a:srgbClr val="B7D7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33"/>
              <p:cNvSpPr/>
              <p:nvPr/>
            </p:nvSpPr>
            <p:spPr>
              <a:xfrm>
                <a:off x="7284068" y="4168477"/>
                <a:ext cx="577548" cy="23023"/>
              </a:xfrm>
              <a:custGeom>
                <a:avLst/>
                <a:gdLst/>
                <a:ahLst/>
                <a:cxnLst/>
                <a:rect l="l" t="t" r="r" b="b"/>
                <a:pathLst>
                  <a:path w="17860" h="717" extrusionOk="0">
                    <a:moveTo>
                      <a:pt x="8659" y="1"/>
                    </a:moveTo>
                    <a:cubicBezTo>
                      <a:pt x="5770" y="1"/>
                      <a:pt x="2878" y="101"/>
                      <a:pt x="0" y="319"/>
                    </a:cubicBezTo>
                    <a:cubicBezTo>
                      <a:pt x="3215" y="486"/>
                      <a:pt x="6430" y="676"/>
                      <a:pt x="9644" y="712"/>
                    </a:cubicBezTo>
                    <a:cubicBezTo>
                      <a:pt x="9956" y="715"/>
                      <a:pt x="10267" y="716"/>
                      <a:pt x="10579" y="716"/>
                    </a:cubicBezTo>
                    <a:cubicBezTo>
                      <a:pt x="13010" y="716"/>
                      <a:pt x="15454" y="626"/>
                      <a:pt x="17860" y="331"/>
                    </a:cubicBezTo>
                    <a:cubicBezTo>
                      <a:pt x="17264" y="283"/>
                      <a:pt x="16669" y="248"/>
                      <a:pt x="16074" y="212"/>
                    </a:cubicBezTo>
                    <a:cubicBezTo>
                      <a:pt x="13611" y="74"/>
                      <a:pt x="11136" y="1"/>
                      <a:pt x="86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33"/>
              <p:cNvSpPr/>
              <p:nvPr/>
            </p:nvSpPr>
            <p:spPr>
              <a:xfrm>
                <a:off x="6531348" y="4105959"/>
                <a:ext cx="2683980" cy="56481"/>
              </a:xfrm>
              <a:custGeom>
                <a:avLst/>
                <a:gdLst/>
                <a:ahLst/>
                <a:cxnLst/>
                <a:rect l="l" t="t" r="r" b="b"/>
                <a:pathLst>
                  <a:path w="82999" h="1759" extrusionOk="0">
                    <a:moveTo>
                      <a:pt x="14795" y="1"/>
                    </a:moveTo>
                    <a:cubicBezTo>
                      <a:pt x="9136" y="1"/>
                      <a:pt x="1405" y="161"/>
                      <a:pt x="0" y="242"/>
                    </a:cubicBezTo>
                    <a:cubicBezTo>
                      <a:pt x="24" y="742"/>
                      <a:pt x="489" y="1099"/>
                      <a:pt x="501" y="1587"/>
                    </a:cubicBezTo>
                    <a:cubicBezTo>
                      <a:pt x="1086" y="1715"/>
                      <a:pt x="1762" y="1759"/>
                      <a:pt x="2479" y="1759"/>
                    </a:cubicBezTo>
                    <a:cubicBezTo>
                      <a:pt x="4081" y="1759"/>
                      <a:pt x="5891" y="1540"/>
                      <a:pt x="7373" y="1540"/>
                    </a:cubicBezTo>
                    <a:cubicBezTo>
                      <a:pt x="7400" y="1540"/>
                      <a:pt x="7427" y="1540"/>
                      <a:pt x="7454" y="1540"/>
                    </a:cubicBezTo>
                    <a:cubicBezTo>
                      <a:pt x="11288" y="1552"/>
                      <a:pt x="15121" y="1552"/>
                      <a:pt x="18967" y="1552"/>
                    </a:cubicBezTo>
                    <a:cubicBezTo>
                      <a:pt x="21884" y="1552"/>
                      <a:pt x="24789" y="1421"/>
                      <a:pt x="27694" y="1278"/>
                    </a:cubicBezTo>
                    <a:cubicBezTo>
                      <a:pt x="30007" y="1159"/>
                      <a:pt x="32327" y="1055"/>
                      <a:pt x="34642" y="1055"/>
                    </a:cubicBezTo>
                    <a:cubicBezTo>
                      <a:pt x="35355" y="1055"/>
                      <a:pt x="36067" y="1065"/>
                      <a:pt x="36779" y="1087"/>
                    </a:cubicBezTo>
                    <a:cubicBezTo>
                      <a:pt x="38470" y="1147"/>
                      <a:pt x="40172" y="1278"/>
                      <a:pt x="41815" y="1587"/>
                    </a:cubicBezTo>
                    <a:cubicBezTo>
                      <a:pt x="42401" y="1715"/>
                      <a:pt x="43077" y="1759"/>
                      <a:pt x="43794" y="1759"/>
                    </a:cubicBezTo>
                    <a:cubicBezTo>
                      <a:pt x="45396" y="1759"/>
                      <a:pt x="47206" y="1540"/>
                      <a:pt x="48688" y="1540"/>
                    </a:cubicBezTo>
                    <a:cubicBezTo>
                      <a:pt x="48715" y="1540"/>
                      <a:pt x="48742" y="1540"/>
                      <a:pt x="48768" y="1540"/>
                    </a:cubicBezTo>
                    <a:cubicBezTo>
                      <a:pt x="52602" y="1552"/>
                      <a:pt x="56436" y="1564"/>
                      <a:pt x="60282" y="1564"/>
                    </a:cubicBezTo>
                    <a:cubicBezTo>
                      <a:pt x="63199" y="1564"/>
                      <a:pt x="66104" y="1421"/>
                      <a:pt x="69009" y="1278"/>
                    </a:cubicBezTo>
                    <a:cubicBezTo>
                      <a:pt x="71322" y="1159"/>
                      <a:pt x="73641" y="1055"/>
                      <a:pt x="75957" y="1055"/>
                    </a:cubicBezTo>
                    <a:cubicBezTo>
                      <a:pt x="76670" y="1055"/>
                      <a:pt x="77382" y="1065"/>
                      <a:pt x="78094" y="1087"/>
                    </a:cubicBezTo>
                    <a:cubicBezTo>
                      <a:pt x="79737" y="1147"/>
                      <a:pt x="81392" y="1278"/>
                      <a:pt x="82999" y="1564"/>
                    </a:cubicBezTo>
                    <a:lnTo>
                      <a:pt x="82999" y="230"/>
                    </a:lnTo>
                    <a:cubicBezTo>
                      <a:pt x="81022" y="313"/>
                      <a:pt x="79034" y="349"/>
                      <a:pt x="77058" y="349"/>
                    </a:cubicBezTo>
                    <a:lnTo>
                      <a:pt x="77046" y="349"/>
                    </a:lnTo>
                    <a:cubicBezTo>
                      <a:pt x="76783" y="350"/>
                      <a:pt x="76521" y="351"/>
                      <a:pt x="76258" y="351"/>
                    </a:cubicBezTo>
                    <a:cubicBezTo>
                      <a:pt x="73485" y="351"/>
                      <a:pt x="70711" y="295"/>
                      <a:pt x="67938" y="230"/>
                    </a:cubicBezTo>
                    <a:cubicBezTo>
                      <a:pt x="64878" y="159"/>
                      <a:pt x="61830" y="51"/>
                      <a:pt x="58770" y="16"/>
                    </a:cubicBezTo>
                    <a:cubicBezTo>
                      <a:pt x="57984" y="5"/>
                      <a:pt x="57100" y="1"/>
                      <a:pt x="56158" y="1"/>
                    </a:cubicBezTo>
                    <a:cubicBezTo>
                      <a:pt x="50608" y="1"/>
                      <a:pt x="43027" y="161"/>
                      <a:pt x="41398" y="242"/>
                    </a:cubicBezTo>
                    <a:cubicBezTo>
                      <a:pt x="39517" y="313"/>
                      <a:pt x="37624" y="349"/>
                      <a:pt x="35731" y="349"/>
                    </a:cubicBezTo>
                    <a:cubicBezTo>
                      <a:pt x="35505" y="350"/>
                      <a:pt x="35278" y="350"/>
                      <a:pt x="35052" y="350"/>
                    </a:cubicBezTo>
                    <a:cubicBezTo>
                      <a:pt x="32242" y="350"/>
                      <a:pt x="29432" y="285"/>
                      <a:pt x="26623" y="230"/>
                    </a:cubicBezTo>
                    <a:cubicBezTo>
                      <a:pt x="23563" y="159"/>
                      <a:pt x="20515" y="51"/>
                      <a:pt x="17455" y="16"/>
                    </a:cubicBezTo>
                    <a:cubicBezTo>
                      <a:pt x="16655" y="5"/>
                      <a:pt x="15755" y="1"/>
                      <a:pt x="14795" y="1"/>
                    </a:cubicBezTo>
                    <a:close/>
                  </a:path>
                </a:pathLst>
              </a:custGeom>
              <a:solidFill>
                <a:srgbClr val="B7D7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33"/>
              <p:cNvSpPr/>
              <p:nvPr/>
            </p:nvSpPr>
            <p:spPr>
              <a:xfrm>
                <a:off x="6544056" y="4421055"/>
                <a:ext cx="2671272" cy="69807"/>
              </a:xfrm>
              <a:custGeom>
                <a:avLst/>
                <a:gdLst/>
                <a:ahLst/>
                <a:cxnLst/>
                <a:rect l="l" t="t" r="r" b="b"/>
                <a:pathLst>
                  <a:path w="82606" h="2174" extrusionOk="0">
                    <a:moveTo>
                      <a:pt x="31856" y="0"/>
                    </a:moveTo>
                    <a:cubicBezTo>
                      <a:pt x="30145" y="0"/>
                      <a:pt x="28433" y="62"/>
                      <a:pt x="26742" y="133"/>
                    </a:cubicBezTo>
                    <a:cubicBezTo>
                      <a:pt x="25277" y="192"/>
                      <a:pt x="23825" y="264"/>
                      <a:pt x="22360" y="287"/>
                    </a:cubicBezTo>
                    <a:cubicBezTo>
                      <a:pt x="21941" y="294"/>
                      <a:pt x="21522" y="297"/>
                      <a:pt x="21104" y="297"/>
                    </a:cubicBezTo>
                    <a:cubicBezTo>
                      <a:pt x="20022" y="297"/>
                      <a:pt x="18941" y="277"/>
                      <a:pt x="17860" y="252"/>
                    </a:cubicBezTo>
                    <a:cubicBezTo>
                      <a:pt x="17154" y="235"/>
                      <a:pt x="16432" y="228"/>
                      <a:pt x="15698" y="228"/>
                    </a:cubicBezTo>
                    <a:cubicBezTo>
                      <a:pt x="10625" y="228"/>
                      <a:pt x="4972" y="573"/>
                      <a:pt x="0" y="573"/>
                    </a:cubicBezTo>
                    <a:cubicBezTo>
                      <a:pt x="12" y="1037"/>
                      <a:pt x="215" y="1692"/>
                      <a:pt x="215" y="2157"/>
                    </a:cubicBezTo>
                    <a:cubicBezTo>
                      <a:pt x="673" y="2168"/>
                      <a:pt x="1133" y="2174"/>
                      <a:pt x="1595" y="2174"/>
                    </a:cubicBezTo>
                    <a:cubicBezTo>
                      <a:pt x="7038" y="2174"/>
                      <a:pt x="12663" y="1426"/>
                      <a:pt x="17936" y="1426"/>
                    </a:cubicBezTo>
                    <a:cubicBezTo>
                      <a:pt x="18611" y="1426"/>
                      <a:pt x="19281" y="1438"/>
                      <a:pt x="19943" y="1466"/>
                    </a:cubicBezTo>
                    <a:cubicBezTo>
                      <a:pt x="24265" y="1645"/>
                      <a:pt x="28563" y="2049"/>
                      <a:pt x="32885" y="2085"/>
                    </a:cubicBezTo>
                    <a:cubicBezTo>
                      <a:pt x="35767" y="2109"/>
                      <a:pt x="38648" y="2085"/>
                      <a:pt x="41529" y="2157"/>
                    </a:cubicBezTo>
                    <a:cubicBezTo>
                      <a:pt x="41988" y="2168"/>
                      <a:pt x="42448" y="2174"/>
                      <a:pt x="42909" y="2174"/>
                    </a:cubicBezTo>
                    <a:cubicBezTo>
                      <a:pt x="48353" y="2174"/>
                      <a:pt x="53978" y="1426"/>
                      <a:pt x="59251" y="1426"/>
                    </a:cubicBezTo>
                    <a:cubicBezTo>
                      <a:pt x="59926" y="1426"/>
                      <a:pt x="60595" y="1438"/>
                      <a:pt x="61258" y="1466"/>
                    </a:cubicBezTo>
                    <a:cubicBezTo>
                      <a:pt x="65580" y="1645"/>
                      <a:pt x="69878" y="2049"/>
                      <a:pt x="74200" y="2085"/>
                    </a:cubicBezTo>
                    <a:cubicBezTo>
                      <a:pt x="77010" y="2109"/>
                      <a:pt x="79808" y="2085"/>
                      <a:pt x="82606" y="2145"/>
                    </a:cubicBezTo>
                    <a:lnTo>
                      <a:pt x="82606" y="549"/>
                    </a:lnTo>
                    <a:cubicBezTo>
                      <a:pt x="80641" y="490"/>
                      <a:pt x="78677" y="240"/>
                      <a:pt x="76736" y="109"/>
                    </a:cubicBezTo>
                    <a:cubicBezTo>
                      <a:pt x="75553" y="31"/>
                      <a:pt x="74362" y="0"/>
                      <a:pt x="73169" y="0"/>
                    </a:cubicBezTo>
                    <a:cubicBezTo>
                      <a:pt x="71458" y="0"/>
                      <a:pt x="69743" y="62"/>
                      <a:pt x="68045" y="133"/>
                    </a:cubicBezTo>
                    <a:cubicBezTo>
                      <a:pt x="66592" y="180"/>
                      <a:pt x="65139" y="264"/>
                      <a:pt x="63675" y="287"/>
                    </a:cubicBezTo>
                    <a:cubicBezTo>
                      <a:pt x="63300" y="290"/>
                      <a:pt x="62925" y="292"/>
                      <a:pt x="62550" y="292"/>
                    </a:cubicBezTo>
                    <a:cubicBezTo>
                      <a:pt x="61425" y="292"/>
                      <a:pt x="60300" y="278"/>
                      <a:pt x="59174" y="252"/>
                    </a:cubicBezTo>
                    <a:cubicBezTo>
                      <a:pt x="58454" y="234"/>
                      <a:pt x="57718" y="227"/>
                      <a:pt x="56969" y="227"/>
                    </a:cubicBezTo>
                    <a:cubicBezTo>
                      <a:pt x="52047" y="227"/>
                      <a:pt x="46590" y="552"/>
                      <a:pt x="41744" y="573"/>
                    </a:cubicBezTo>
                    <a:lnTo>
                      <a:pt x="41744" y="561"/>
                    </a:lnTo>
                    <a:cubicBezTo>
                      <a:pt x="39636" y="537"/>
                      <a:pt x="37505" y="252"/>
                      <a:pt x="35421" y="109"/>
                    </a:cubicBezTo>
                    <a:cubicBezTo>
                      <a:pt x="34238" y="31"/>
                      <a:pt x="33047" y="0"/>
                      <a:pt x="31856" y="0"/>
                    </a:cubicBezTo>
                    <a:close/>
                  </a:path>
                </a:pathLst>
              </a:custGeom>
              <a:solidFill>
                <a:srgbClr val="E29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Google Shape;1762;p33"/>
              <p:cNvSpPr/>
              <p:nvPr/>
            </p:nvSpPr>
            <p:spPr>
              <a:xfrm>
                <a:off x="6527888" y="4502453"/>
                <a:ext cx="2687440" cy="75426"/>
              </a:xfrm>
              <a:custGeom>
                <a:avLst/>
                <a:gdLst/>
                <a:ahLst/>
                <a:cxnLst/>
                <a:rect l="l" t="t" r="r" b="b"/>
                <a:pathLst>
                  <a:path w="83106" h="2349" extrusionOk="0">
                    <a:moveTo>
                      <a:pt x="59550" y="0"/>
                    </a:moveTo>
                    <a:cubicBezTo>
                      <a:pt x="53800" y="0"/>
                      <a:pt x="47299" y="717"/>
                      <a:pt x="41625" y="717"/>
                    </a:cubicBezTo>
                    <a:cubicBezTo>
                      <a:pt x="38553" y="646"/>
                      <a:pt x="35481" y="693"/>
                      <a:pt x="32409" y="646"/>
                    </a:cubicBezTo>
                    <a:cubicBezTo>
                      <a:pt x="28492" y="586"/>
                      <a:pt x="24599" y="217"/>
                      <a:pt x="20693" y="50"/>
                    </a:cubicBezTo>
                    <a:cubicBezTo>
                      <a:pt x="19894" y="16"/>
                      <a:pt x="19073" y="1"/>
                      <a:pt x="18237" y="1"/>
                    </a:cubicBezTo>
                    <a:cubicBezTo>
                      <a:pt x="12466" y="1"/>
                      <a:pt x="5939" y="717"/>
                      <a:pt x="253" y="717"/>
                    </a:cubicBezTo>
                    <a:cubicBezTo>
                      <a:pt x="213" y="717"/>
                      <a:pt x="172" y="717"/>
                      <a:pt x="131" y="717"/>
                    </a:cubicBezTo>
                    <a:lnTo>
                      <a:pt x="131" y="717"/>
                    </a:lnTo>
                    <a:cubicBezTo>
                      <a:pt x="167" y="1312"/>
                      <a:pt x="0" y="1753"/>
                      <a:pt x="36" y="2348"/>
                    </a:cubicBezTo>
                    <a:cubicBezTo>
                      <a:pt x="1504" y="2348"/>
                      <a:pt x="2149" y="1931"/>
                      <a:pt x="2372" y="1931"/>
                    </a:cubicBezTo>
                    <a:cubicBezTo>
                      <a:pt x="2376" y="1931"/>
                      <a:pt x="2379" y="1931"/>
                      <a:pt x="2382" y="1931"/>
                    </a:cubicBezTo>
                    <a:cubicBezTo>
                      <a:pt x="4096" y="1634"/>
                      <a:pt x="5906" y="1503"/>
                      <a:pt x="7596" y="1443"/>
                    </a:cubicBezTo>
                    <a:cubicBezTo>
                      <a:pt x="8595" y="1401"/>
                      <a:pt x="9595" y="1383"/>
                      <a:pt x="10594" y="1383"/>
                    </a:cubicBezTo>
                    <a:cubicBezTo>
                      <a:pt x="13266" y="1383"/>
                      <a:pt x="15938" y="1514"/>
                      <a:pt x="18598" y="1669"/>
                    </a:cubicBezTo>
                    <a:cubicBezTo>
                      <a:pt x="20408" y="1765"/>
                      <a:pt x="22217" y="1884"/>
                      <a:pt x="24027" y="2003"/>
                    </a:cubicBezTo>
                    <a:cubicBezTo>
                      <a:pt x="24826" y="1990"/>
                      <a:pt x="25625" y="1984"/>
                      <a:pt x="26423" y="1984"/>
                    </a:cubicBezTo>
                    <a:cubicBezTo>
                      <a:pt x="31406" y="1984"/>
                      <a:pt x="36374" y="2213"/>
                      <a:pt x="41351" y="2336"/>
                    </a:cubicBezTo>
                    <a:lnTo>
                      <a:pt x="41482" y="2336"/>
                    </a:lnTo>
                    <a:cubicBezTo>
                      <a:pt x="42854" y="2313"/>
                      <a:pt x="43475" y="1931"/>
                      <a:pt x="43687" y="1931"/>
                    </a:cubicBezTo>
                    <a:cubicBezTo>
                      <a:pt x="43690" y="1931"/>
                      <a:pt x="43693" y="1931"/>
                      <a:pt x="43696" y="1931"/>
                    </a:cubicBezTo>
                    <a:cubicBezTo>
                      <a:pt x="45411" y="1634"/>
                      <a:pt x="47209" y="1503"/>
                      <a:pt x="48911" y="1443"/>
                    </a:cubicBezTo>
                    <a:cubicBezTo>
                      <a:pt x="49910" y="1401"/>
                      <a:pt x="50909" y="1383"/>
                      <a:pt x="51909" y="1383"/>
                    </a:cubicBezTo>
                    <a:cubicBezTo>
                      <a:pt x="54580" y="1383"/>
                      <a:pt x="57253" y="1514"/>
                      <a:pt x="59913" y="1669"/>
                    </a:cubicBezTo>
                    <a:cubicBezTo>
                      <a:pt x="61722" y="1765"/>
                      <a:pt x="63532" y="1884"/>
                      <a:pt x="65342" y="2003"/>
                    </a:cubicBezTo>
                    <a:cubicBezTo>
                      <a:pt x="66146" y="1990"/>
                      <a:pt x="66950" y="1984"/>
                      <a:pt x="67753" y="1984"/>
                    </a:cubicBezTo>
                    <a:cubicBezTo>
                      <a:pt x="72766" y="1984"/>
                      <a:pt x="77765" y="2213"/>
                      <a:pt x="82773" y="2336"/>
                    </a:cubicBezTo>
                    <a:cubicBezTo>
                      <a:pt x="82880" y="2324"/>
                      <a:pt x="82987" y="2312"/>
                      <a:pt x="83106" y="2301"/>
                    </a:cubicBezTo>
                    <a:lnTo>
                      <a:pt x="83106" y="717"/>
                    </a:lnTo>
                    <a:cubicBezTo>
                      <a:pt x="79975" y="646"/>
                      <a:pt x="76843" y="693"/>
                      <a:pt x="73724" y="646"/>
                    </a:cubicBezTo>
                    <a:cubicBezTo>
                      <a:pt x="69807" y="586"/>
                      <a:pt x="65913" y="217"/>
                      <a:pt x="62008" y="50"/>
                    </a:cubicBezTo>
                    <a:cubicBezTo>
                      <a:pt x="61208" y="15"/>
                      <a:pt x="60387" y="0"/>
                      <a:pt x="5955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Google Shape;1763;p33"/>
              <p:cNvSpPr/>
              <p:nvPr/>
            </p:nvSpPr>
            <p:spPr>
              <a:xfrm>
                <a:off x="8620059" y="4168477"/>
                <a:ext cx="577580" cy="23023"/>
              </a:xfrm>
              <a:custGeom>
                <a:avLst/>
                <a:gdLst/>
                <a:ahLst/>
                <a:cxnLst/>
                <a:rect l="l" t="t" r="r" b="b"/>
                <a:pathLst>
                  <a:path w="17861" h="717" extrusionOk="0">
                    <a:moveTo>
                      <a:pt x="8660" y="1"/>
                    </a:moveTo>
                    <a:cubicBezTo>
                      <a:pt x="5771" y="1"/>
                      <a:pt x="2879" y="101"/>
                      <a:pt x="1" y="319"/>
                    </a:cubicBezTo>
                    <a:cubicBezTo>
                      <a:pt x="3216" y="486"/>
                      <a:pt x="6430" y="676"/>
                      <a:pt x="9645" y="712"/>
                    </a:cubicBezTo>
                    <a:cubicBezTo>
                      <a:pt x="9956" y="715"/>
                      <a:pt x="10268" y="716"/>
                      <a:pt x="10580" y="716"/>
                    </a:cubicBezTo>
                    <a:cubicBezTo>
                      <a:pt x="13011" y="716"/>
                      <a:pt x="15454" y="626"/>
                      <a:pt x="17860" y="331"/>
                    </a:cubicBezTo>
                    <a:cubicBezTo>
                      <a:pt x="17265" y="283"/>
                      <a:pt x="16670" y="248"/>
                      <a:pt x="16074" y="212"/>
                    </a:cubicBezTo>
                    <a:cubicBezTo>
                      <a:pt x="13612" y="74"/>
                      <a:pt x="11137" y="1"/>
                      <a:pt x="86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Google Shape;1764;p33"/>
              <p:cNvSpPr/>
              <p:nvPr/>
            </p:nvSpPr>
            <p:spPr>
              <a:xfrm>
                <a:off x="8054864" y="4570944"/>
                <a:ext cx="481311" cy="13518"/>
              </a:xfrm>
              <a:custGeom>
                <a:avLst/>
                <a:gdLst/>
                <a:ahLst/>
                <a:cxnLst/>
                <a:rect l="l" t="t" r="r" b="b"/>
                <a:pathLst>
                  <a:path w="14884" h="421" extrusionOk="0">
                    <a:moveTo>
                      <a:pt x="13752" y="1"/>
                    </a:moveTo>
                    <a:cubicBezTo>
                      <a:pt x="9168" y="48"/>
                      <a:pt x="4584" y="132"/>
                      <a:pt x="0" y="239"/>
                    </a:cubicBezTo>
                    <a:cubicBezTo>
                      <a:pt x="1997" y="359"/>
                      <a:pt x="4001" y="421"/>
                      <a:pt x="6004" y="421"/>
                    </a:cubicBezTo>
                    <a:cubicBezTo>
                      <a:pt x="7370" y="421"/>
                      <a:pt x="8736" y="392"/>
                      <a:pt x="10097" y="334"/>
                    </a:cubicBezTo>
                    <a:cubicBezTo>
                      <a:pt x="11692" y="263"/>
                      <a:pt x="13300" y="156"/>
                      <a:pt x="148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Google Shape;1765;p33"/>
              <p:cNvSpPr/>
              <p:nvPr/>
            </p:nvSpPr>
            <p:spPr>
              <a:xfrm>
                <a:off x="6525171" y="4605302"/>
                <a:ext cx="2689025" cy="41839"/>
              </a:xfrm>
              <a:custGeom>
                <a:avLst/>
                <a:gdLst/>
                <a:ahLst/>
                <a:cxnLst/>
                <a:rect l="l" t="t" r="r" b="b"/>
                <a:pathLst>
                  <a:path w="83155" h="1303" extrusionOk="0">
                    <a:moveTo>
                      <a:pt x="62376" y="0"/>
                    </a:moveTo>
                    <a:cubicBezTo>
                      <a:pt x="61606" y="0"/>
                      <a:pt x="60836" y="12"/>
                      <a:pt x="60068" y="38"/>
                    </a:cubicBezTo>
                    <a:cubicBezTo>
                      <a:pt x="57237" y="145"/>
                      <a:pt x="54460" y="319"/>
                      <a:pt x="51656" y="319"/>
                    </a:cubicBezTo>
                    <a:cubicBezTo>
                      <a:pt x="50722" y="319"/>
                      <a:pt x="49784" y="300"/>
                      <a:pt x="48840" y="252"/>
                    </a:cubicBezTo>
                    <a:cubicBezTo>
                      <a:pt x="47233" y="181"/>
                      <a:pt x="45614" y="98"/>
                      <a:pt x="43983" y="98"/>
                    </a:cubicBezTo>
                    <a:cubicBezTo>
                      <a:pt x="43697" y="98"/>
                      <a:pt x="42411" y="360"/>
                      <a:pt x="41673" y="431"/>
                    </a:cubicBezTo>
                    <a:cubicBezTo>
                      <a:pt x="40251" y="532"/>
                      <a:pt x="38824" y="571"/>
                      <a:pt x="37392" y="571"/>
                    </a:cubicBezTo>
                    <a:cubicBezTo>
                      <a:pt x="32005" y="571"/>
                      <a:pt x="26562" y="8"/>
                      <a:pt x="21169" y="8"/>
                    </a:cubicBezTo>
                    <a:cubicBezTo>
                      <a:pt x="20362" y="8"/>
                      <a:pt x="19557" y="21"/>
                      <a:pt x="18753" y="50"/>
                    </a:cubicBezTo>
                    <a:cubicBezTo>
                      <a:pt x="15885" y="150"/>
                      <a:pt x="13072" y="325"/>
                      <a:pt x="10230" y="325"/>
                    </a:cubicBezTo>
                    <a:cubicBezTo>
                      <a:pt x="9333" y="325"/>
                      <a:pt x="8432" y="307"/>
                      <a:pt x="7526" y="264"/>
                    </a:cubicBezTo>
                    <a:cubicBezTo>
                      <a:pt x="5918" y="181"/>
                      <a:pt x="4287" y="98"/>
                      <a:pt x="2668" y="98"/>
                    </a:cubicBezTo>
                    <a:cubicBezTo>
                      <a:pt x="2346" y="98"/>
                      <a:pt x="775" y="431"/>
                      <a:pt x="108" y="455"/>
                    </a:cubicBezTo>
                    <a:cubicBezTo>
                      <a:pt x="132" y="752"/>
                      <a:pt x="1" y="907"/>
                      <a:pt x="25" y="1205"/>
                    </a:cubicBezTo>
                    <a:lnTo>
                      <a:pt x="25" y="1193"/>
                    </a:lnTo>
                    <a:cubicBezTo>
                      <a:pt x="209" y="1195"/>
                      <a:pt x="398" y="1196"/>
                      <a:pt x="591" y="1196"/>
                    </a:cubicBezTo>
                    <a:cubicBezTo>
                      <a:pt x="3296" y="1196"/>
                      <a:pt x="6758" y="977"/>
                      <a:pt x="9359" y="955"/>
                    </a:cubicBezTo>
                    <a:cubicBezTo>
                      <a:pt x="10738" y="950"/>
                      <a:pt x="12117" y="944"/>
                      <a:pt x="13497" y="944"/>
                    </a:cubicBezTo>
                    <a:cubicBezTo>
                      <a:pt x="15201" y="944"/>
                      <a:pt x="16906" y="952"/>
                      <a:pt x="18610" y="979"/>
                    </a:cubicBezTo>
                    <a:cubicBezTo>
                      <a:pt x="21658" y="1026"/>
                      <a:pt x="24706" y="1133"/>
                      <a:pt x="27754" y="1205"/>
                    </a:cubicBezTo>
                    <a:cubicBezTo>
                      <a:pt x="30252" y="1258"/>
                      <a:pt x="32754" y="1303"/>
                      <a:pt x="35255" y="1303"/>
                    </a:cubicBezTo>
                    <a:cubicBezTo>
                      <a:pt x="37284" y="1303"/>
                      <a:pt x="39313" y="1273"/>
                      <a:pt x="41339" y="1193"/>
                    </a:cubicBezTo>
                    <a:cubicBezTo>
                      <a:pt x="41524" y="1195"/>
                      <a:pt x="41713" y="1196"/>
                      <a:pt x="41905" y="1196"/>
                    </a:cubicBezTo>
                    <a:cubicBezTo>
                      <a:pt x="44611" y="1196"/>
                      <a:pt x="48073" y="977"/>
                      <a:pt x="50674" y="955"/>
                    </a:cubicBezTo>
                    <a:cubicBezTo>
                      <a:pt x="52053" y="950"/>
                      <a:pt x="53432" y="944"/>
                      <a:pt x="54811" y="944"/>
                    </a:cubicBezTo>
                    <a:cubicBezTo>
                      <a:pt x="56516" y="944"/>
                      <a:pt x="58220" y="952"/>
                      <a:pt x="59925" y="979"/>
                    </a:cubicBezTo>
                    <a:cubicBezTo>
                      <a:pt x="62973" y="1026"/>
                      <a:pt x="66021" y="1133"/>
                      <a:pt x="69069" y="1205"/>
                    </a:cubicBezTo>
                    <a:cubicBezTo>
                      <a:pt x="71604" y="1256"/>
                      <a:pt x="74142" y="1301"/>
                      <a:pt x="76680" y="1301"/>
                    </a:cubicBezTo>
                    <a:cubicBezTo>
                      <a:pt x="78839" y="1301"/>
                      <a:pt x="80998" y="1269"/>
                      <a:pt x="83154" y="1181"/>
                    </a:cubicBezTo>
                    <a:cubicBezTo>
                      <a:pt x="83130" y="931"/>
                      <a:pt x="83107" y="681"/>
                      <a:pt x="83083" y="431"/>
                    </a:cubicBezTo>
                    <a:cubicBezTo>
                      <a:pt x="81642" y="535"/>
                      <a:pt x="80195" y="576"/>
                      <a:pt x="78745" y="576"/>
                    </a:cubicBezTo>
                    <a:cubicBezTo>
                      <a:pt x="73308" y="576"/>
                      <a:pt x="67819" y="0"/>
                      <a:pt x="623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Google Shape;1766;p33"/>
              <p:cNvSpPr/>
              <p:nvPr/>
            </p:nvSpPr>
            <p:spPr>
              <a:xfrm>
                <a:off x="6506318" y="4756122"/>
                <a:ext cx="2709009" cy="84192"/>
              </a:xfrm>
              <a:custGeom>
                <a:avLst/>
                <a:gdLst/>
                <a:ahLst/>
                <a:cxnLst/>
                <a:rect l="l" t="t" r="r" b="b"/>
                <a:pathLst>
                  <a:path w="83773" h="2622" extrusionOk="0">
                    <a:moveTo>
                      <a:pt x="58139" y="0"/>
                    </a:moveTo>
                    <a:cubicBezTo>
                      <a:pt x="52881" y="0"/>
                      <a:pt x="47042" y="325"/>
                      <a:pt x="42256" y="830"/>
                    </a:cubicBezTo>
                    <a:cubicBezTo>
                      <a:pt x="41281" y="905"/>
                      <a:pt x="40296" y="934"/>
                      <a:pt x="39312" y="934"/>
                    </a:cubicBezTo>
                    <a:cubicBezTo>
                      <a:pt x="38433" y="934"/>
                      <a:pt x="37554" y="911"/>
                      <a:pt x="36684" y="878"/>
                    </a:cubicBezTo>
                    <a:cubicBezTo>
                      <a:pt x="33933" y="770"/>
                      <a:pt x="31195" y="520"/>
                      <a:pt x="28445" y="354"/>
                    </a:cubicBezTo>
                    <a:cubicBezTo>
                      <a:pt x="25504" y="175"/>
                      <a:pt x="22539" y="116"/>
                      <a:pt x="19586" y="32"/>
                    </a:cubicBezTo>
                    <a:cubicBezTo>
                      <a:pt x="18685" y="10"/>
                      <a:pt x="17756" y="0"/>
                      <a:pt x="16808" y="0"/>
                    </a:cubicBezTo>
                    <a:cubicBezTo>
                      <a:pt x="11505" y="0"/>
                      <a:pt x="5618" y="327"/>
                      <a:pt x="810" y="842"/>
                    </a:cubicBezTo>
                    <a:cubicBezTo>
                      <a:pt x="834" y="1544"/>
                      <a:pt x="1" y="1247"/>
                      <a:pt x="1" y="1949"/>
                    </a:cubicBezTo>
                    <a:cubicBezTo>
                      <a:pt x="12" y="2020"/>
                      <a:pt x="1263" y="2366"/>
                      <a:pt x="1275" y="2437"/>
                    </a:cubicBezTo>
                    <a:cubicBezTo>
                      <a:pt x="1760" y="2490"/>
                      <a:pt x="2229" y="2511"/>
                      <a:pt x="2682" y="2511"/>
                    </a:cubicBezTo>
                    <a:cubicBezTo>
                      <a:pt x="4161" y="2511"/>
                      <a:pt x="5482" y="2294"/>
                      <a:pt x="6739" y="2294"/>
                    </a:cubicBezTo>
                    <a:cubicBezTo>
                      <a:pt x="7267" y="2298"/>
                      <a:pt x="7794" y="2300"/>
                      <a:pt x="8320" y="2300"/>
                    </a:cubicBezTo>
                    <a:cubicBezTo>
                      <a:pt x="9372" y="2300"/>
                      <a:pt x="10422" y="2294"/>
                      <a:pt x="11478" y="2294"/>
                    </a:cubicBezTo>
                    <a:cubicBezTo>
                      <a:pt x="11732" y="2292"/>
                      <a:pt x="11986" y="2292"/>
                      <a:pt x="12241" y="2292"/>
                    </a:cubicBezTo>
                    <a:cubicBezTo>
                      <a:pt x="12886" y="2292"/>
                      <a:pt x="13532" y="2296"/>
                      <a:pt x="14176" y="2296"/>
                    </a:cubicBezTo>
                    <a:cubicBezTo>
                      <a:pt x="14863" y="2296"/>
                      <a:pt x="15548" y="2291"/>
                      <a:pt x="16229" y="2271"/>
                    </a:cubicBezTo>
                    <a:cubicBezTo>
                      <a:pt x="17515" y="2233"/>
                      <a:pt x="18804" y="2216"/>
                      <a:pt x="20092" y="2216"/>
                    </a:cubicBezTo>
                    <a:cubicBezTo>
                      <a:pt x="22094" y="2216"/>
                      <a:pt x="24095" y="2258"/>
                      <a:pt x="26087" y="2330"/>
                    </a:cubicBezTo>
                    <a:cubicBezTo>
                      <a:pt x="27730" y="2390"/>
                      <a:pt x="29361" y="2485"/>
                      <a:pt x="30993" y="2580"/>
                    </a:cubicBezTo>
                    <a:cubicBezTo>
                      <a:pt x="31516" y="2610"/>
                      <a:pt x="32044" y="2621"/>
                      <a:pt x="32573" y="2621"/>
                    </a:cubicBezTo>
                    <a:cubicBezTo>
                      <a:pt x="33536" y="2621"/>
                      <a:pt x="34504" y="2583"/>
                      <a:pt x="35457" y="2544"/>
                    </a:cubicBezTo>
                    <a:cubicBezTo>
                      <a:pt x="37207" y="2492"/>
                      <a:pt x="38970" y="2414"/>
                      <a:pt x="40731" y="2414"/>
                    </a:cubicBezTo>
                    <a:cubicBezTo>
                      <a:pt x="41367" y="2414"/>
                      <a:pt x="42002" y="2424"/>
                      <a:pt x="42637" y="2449"/>
                    </a:cubicBezTo>
                    <a:cubicBezTo>
                      <a:pt x="43089" y="2494"/>
                      <a:pt x="43526" y="2511"/>
                      <a:pt x="43950" y="2511"/>
                    </a:cubicBezTo>
                    <a:cubicBezTo>
                      <a:pt x="45447" y="2511"/>
                      <a:pt x="46783" y="2294"/>
                      <a:pt x="48054" y="2294"/>
                    </a:cubicBezTo>
                    <a:cubicBezTo>
                      <a:pt x="48582" y="2298"/>
                      <a:pt x="49110" y="2300"/>
                      <a:pt x="49638" y="2300"/>
                    </a:cubicBezTo>
                    <a:cubicBezTo>
                      <a:pt x="50693" y="2300"/>
                      <a:pt x="51749" y="2294"/>
                      <a:pt x="52805" y="2294"/>
                    </a:cubicBezTo>
                    <a:cubicBezTo>
                      <a:pt x="53057" y="2292"/>
                      <a:pt x="53309" y="2292"/>
                      <a:pt x="53562" y="2292"/>
                    </a:cubicBezTo>
                    <a:cubicBezTo>
                      <a:pt x="54204" y="2292"/>
                      <a:pt x="54848" y="2296"/>
                      <a:pt x="55492" y="2296"/>
                    </a:cubicBezTo>
                    <a:cubicBezTo>
                      <a:pt x="56178" y="2296"/>
                      <a:pt x="56863" y="2291"/>
                      <a:pt x="57543" y="2271"/>
                    </a:cubicBezTo>
                    <a:cubicBezTo>
                      <a:pt x="58830" y="2233"/>
                      <a:pt x="60118" y="2216"/>
                      <a:pt x="61407" y="2216"/>
                    </a:cubicBezTo>
                    <a:cubicBezTo>
                      <a:pt x="63410" y="2216"/>
                      <a:pt x="65414" y="2258"/>
                      <a:pt x="67414" y="2330"/>
                    </a:cubicBezTo>
                    <a:cubicBezTo>
                      <a:pt x="69045" y="2390"/>
                      <a:pt x="70676" y="2485"/>
                      <a:pt x="72307" y="2580"/>
                    </a:cubicBezTo>
                    <a:cubicBezTo>
                      <a:pt x="72831" y="2610"/>
                      <a:pt x="73358" y="2621"/>
                      <a:pt x="73888" y="2621"/>
                    </a:cubicBezTo>
                    <a:cubicBezTo>
                      <a:pt x="74851" y="2621"/>
                      <a:pt x="75819" y="2583"/>
                      <a:pt x="76772" y="2544"/>
                    </a:cubicBezTo>
                    <a:cubicBezTo>
                      <a:pt x="78541" y="2490"/>
                      <a:pt x="80309" y="2409"/>
                      <a:pt x="82078" y="2409"/>
                    </a:cubicBezTo>
                    <a:cubicBezTo>
                      <a:pt x="82643" y="2409"/>
                      <a:pt x="83208" y="2417"/>
                      <a:pt x="83773" y="2437"/>
                    </a:cubicBezTo>
                    <a:lnTo>
                      <a:pt x="83773" y="818"/>
                    </a:lnTo>
                    <a:cubicBezTo>
                      <a:pt x="82743" y="902"/>
                      <a:pt x="81700" y="933"/>
                      <a:pt x="80658" y="933"/>
                    </a:cubicBezTo>
                    <a:cubicBezTo>
                      <a:pt x="79771" y="933"/>
                      <a:pt x="78886" y="910"/>
                      <a:pt x="78010" y="878"/>
                    </a:cubicBezTo>
                    <a:lnTo>
                      <a:pt x="77998" y="878"/>
                    </a:lnTo>
                    <a:cubicBezTo>
                      <a:pt x="75248" y="770"/>
                      <a:pt x="72510" y="520"/>
                      <a:pt x="69759" y="354"/>
                    </a:cubicBezTo>
                    <a:cubicBezTo>
                      <a:pt x="66818" y="175"/>
                      <a:pt x="63854" y="116"/>
                      <a:pt x="60901" y="32"/>
                    </a:cubicBezTo>
                    <a:cubicBezTo>
                      <a:pt x="60005" y="10"/>
                      <a:pt x="59082" y="0"/>
                      <a:pt x="58139" y="0"/>
                    </a:cubicBezTo>
                    <a:close/>
                  </a:path>
                </a:pathLst>
              </a:custGeom>
              <a:solidFill>
                <a:srgbClr val="3C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Google Shape;1767;p33"/>
              <p:cNvSpPr/>
              <p:nvPr/>
            </p:nvSpPr>
            <p:spPr>
              <a:xfrm>
                <a:off x="6509002" y="4856049"/>
                <a:ext cx="2706325" cy="113766"/>
              </a:xfrm>
              <a:custGeom>
                <a:avLst/>
                <a:gdLst/>
                <a:ahLst/>
                <a:cxnLst/>
                <a:rect l="l" t="t" r="r" b="b"/>
                <a:pathLst>
                  <a:path w="83690" h="3543" extrusionOk="0">
                    <a:moveTo>
                      <a:pt x="20520" y="1"/>
                    </a:moveTo>
                    <a:cubicBezTo>
                      <a:pt x="20245" y="1"/>
                      <a:pt x="19970" y="2"/>
                      <a:pt x="19694" y="4"/>
                    </a:cubicBezTo>
                    <a:cubicBezTo>
                      <a:pt x="18086" y="4"/>
                      <a:pt x="16467" y="63"/>
                      <a:pt x="14860" y="63"/>
                    </a:cubicBezTo>
                    <a:cubicBezTo>
                      <a:pt x="11288" y="73"/>
                      <a:pt x="6955" y="245"/>
                      <a:pt x="3115" y="245"/>
                    </a:cubicBezTo>
                    <a:cubicBezTo>
                      <a:pt x="2297" y="245"/>
                      <a:pt x="1501" y="237"/>
                      <a:pt x="739" y="218"/>
                    </a:cubicBezTo>
                    <a:lnTo>
                      <a:pt x="739" y="218"/>
                    </a:lnTo>
                    <a:cubicBezTo>
                      <a:pt x="846" y="1123"/>
                      <a:pt x="1" y="1599"/>
                      <a:pt x="37" y="2516"/>
                    </a:cubicBezTo>
                    <a:cubicBezTo>
                      <a:pt x="37" y="2623"/>
                      <a:pt x="1180" y="3397"/>
                      <a:pt x="1180" y="3504"/>
                    </a:cubicBezTo>
                    <a:cubicBezTo>
                      <a:pt x="1520" y="3531"/>
                      <a:pt x="1874" y="3542"/>
                      <a:pt x="2238" y="3542"/>
                    </a:cubicBezTo>
                    <a:cubicBezTo>
                      <a:pt x="4856" y="3542"/>
                      <a:pt x="8007" y="2940"/>
                      <a:pt x="10537" y="2940"/>
                    </a:cubicBezTo>
                    <a:cubicBezTo>
                      <a:pt x="10658" y="2940"/>
                      <a:pt x="10777" y="2942"/>
                      <a:pt x="10895" y="2945"/>
                    </a:cubicBezTo>
                    <a:cubicBezTo>
                      <a:pt x="13895" y="3028"/>
                      <a:pt x="16896" y="3171"/>
                      <a:pt x="19896" y="3219"/>
                    </a:cubicBezTo>
                    <a:cubicBezTo>
                      <a:pt x="20592" y="3235"/>
                      <a:pt x="21289" y="3244"/>
                      <a:pt x="21985" y="3244"/>
                    </a:cubicBezTo>
                    <a:cubicBezTo>
                      <a:pt x="22789" y="3244"/>
                      <a:pt x="23593" y="3232"/>
                      <a:pt x="24397" y="3207"/>
                    </a:cubicBezTo>
                    <a:cubicBezTo>
                      <a:pt x="25837" y="3171"/>
                      <a:pt x="27278" y="3088"/>
                      <a:pt x="28731" y="3040"/>
                    </a:cubicBezTo>
                    <a:cubicBezTo>
                      <a:pt x="30095" y="2995"/>
                      <a:pt x="31468" y="2961"/>
                      <a:pt x="32840" y="2961"/>
                    </a:cubicBezTo>
                    <a:cubicBezTo>
                      <a:pt x="34376" y="2961"/>
                      <a:pt x="35912" y="3004"/>
                      <a:pt x="37434" y="3123"/>
                    </a:cubicBezTo>
                    <a:cubicBezTo>
                      <a:pt x="39101" y="3266"/>
                      <a:pt x="40804" y="3457"/>
                      <a:pt x="42494" y="3504"/>
                    </a:cubicBezTo>
                    <a:cubicBezTo>
                      <a:pt x="42835" y="3531"/>
                      <a:pt x="43188" y="3542"/>
                      <a:pt x="43552" y="3542"/>
                    </a:cubicBezTo>
                    <a:cubicBezTo>
                      <a:pt x="46171" y="3542"/>
                      <a:pt x="49322" y="2940"/>
                      <a:pt x="51852" y="2940"/>
                    </a:cubicBezTo>
                    <a:cubicBezTo>
                      <a:pt x="51973" y="2940"/>
                      <a:pt x="52092" y="2942"/>
                      <a:pt x="52210" y="2945"/>
                    </a:cubicBezTo>
                    <a:cubicBezTo>
                      <a:pt x="55210" y="3028"/>
                      <a:pt x="58211" y="3171"/>
                      <a:pt x="61211" y="3230"/>
                    </a:cubicBezTo>
                    <a:cubicBezTo>
                      <a:pt x="61832" y="3240"/>
                      <a:pt x="62454" y="3246"/>
                      <a:pt x="63075" y="3246"/>
                    </a:cubicBezTo>
                    <a:cubicBezTo>
                      <a:pt x="63954" y="3246"/>
                      <a:pt x="64833" y="3235"/>
                      <a:pt x="65711" y="3207"/>
                    </a:cubicBezTo>
                    <a:cubicBezTo>
                      <a:pt x="67152" y="3171"/>
                      <a:pt x="68593" y="3088"/>
                      <a:pt x="70045" y="3040"/>
                    </a:cubicBezTo>
                    <a:cubicBezTo>
                      <a:pt x="71410" y="2995"/>
                      <a:pt x="72783" y="2961"/>
                      <a:pt x="74154" y="2961"/>
                    </a:cubicBezTo>
                    <a:cubicBezTo>
                      <a:pt x="75691" y="2961"/>
                      <a:pt x="77227" y="3004"/>
                      <a:pt x="78749" y="3123"/>
                    </a:cubicBezTo>
                    <a:cubicBezTo>
                      <a:pt x="80380" y="3254"/>
                      <a:pt x="82035" y="3457"/>
                      <a:pt x="83690" y="3492"/>
                    </a:cubicBezTo>
                    <a:lnTo>
                      <a:pt x="83690" y="230"/>
                    </a:lnTo>
                    <a:cubicBezTo>
                      <a:pt x="83104" y="207"/>
                      <a:pt x="82517" y="198"/>
                      <a:pt x="81931" y="198"/>
                    </a:cubicBezTo>
                    <a:cubicBezTo>
                      <a:pt x="79740" y="198"/>
                      <a:pt x="77546" y="329"/>
                      <a:pt x="75367" y="385"/>
                    </a:cubicBezTo>
                    <a:cubicBezTo>
                      <a:pt x="75024" y="393"/>
                      <a:pt x="74682" y="396"/>
                      <a:pt x="74339" y="396"/>
                    </a:cubicBezTo>
                    <a:cubicBezTo>
                      <a:pt x="71541" y="396"/>
                      <a:pt x="68750" y="160"/>
                      <a:pt x="65950" y="75"/>
                    </a:cubicBezTo>
                    <a:cubicBezTo>
                      <a:pt x="64307" y="28"/>
                      <a:pt x="62663" y="4"/>
                      <a:pt x="61009" y="4"/>
                    </a:cubicBezTo>
                    <a:cubicBezTo>
                      <a:pt x="59401" y="4"/>
                      <a:pt x="57794" y="63"/>
                      <a:pt x="56175" y="63"/>
                    </a:cubicBezTo>
                    <a:cubicBezTo>
                      <a:pt x="52602" y="73"/>
                      <a:pt x="48270" y="245"/>
                      <a:pt x="44430" y="245"/>
                    </a:cubicBezTo>
                    <a:cubicBezTo>
                      <a:pt x="43612" y="245"/>
                      <a:pt x="42815" y="237"/>
                      <a:pt x="42054" y="218"/>
                    </a:cubicBezTo>
                    <a:cubicBezTo>
                      <a:pt x="41567" y="203"/>
                      <a:pt x="41079" y="196"/>
                      <a:pt x="40592" y="196"/>
                    </a:cubicBezTo>
                    <a:cubicBezTo>
                      <a:pt x="38409" y="196"/>
                      <a:pt x="36223" y="326"/>
                      <a:pt x="34053" y="385"/>
                    </a:cubicBezTo>
                    <a:cubicBezTo>
                      <a:pt x="33760" y="390"/>
                      <a:pt x="33468" y="393"/>
                      <a:pt x="33175" y="393"/>
                    </a:cubicBezTo>
                    <a:cubicBezTo>
                      <a:pt x="30326" y="393"/>
                      <a:pt x="27486" y="151"/>
                      <a:pt x="24635" y="75"/>
                    </a:cubicBezTo>
                    <a:cubicBezTo>
                      <a:pt x="23266" y="26"/>
                      <a:pt x="21896" y="1"/>
                      <a:pt x="20520" y="1"/>
                    </a:cubicBezTo>
                    <a:close/>
                  </a:path>
                </a:pathLst>
              </a:custGeom>
              <a:solidFill>
                <a:srgbClr val="E29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33"/>
              <p:cNvSpPr/>
              <p:nvPr/>
            </p:nvSpPr>
            <p:spPr>
              <a:xfrm>
                <a:off x="7282515" y="4727288"/>
                <a:ext cx="577936" cy="22862"/>
              </a:xfrm>
              <a:custGeom>
                <a:avLst/>
                <a:gdLst/>
                <a:ahLst/>
                <a:cxnLst/>
                <a:rect l="l" t="t" r="r" b="b"/>
                <a:pathLst>
                  <a:path w="17872" h="712" extrusionOk="0">
                    <a:moveTo>
                      <a:pt x="8582" y="0"/>
                    </a:moveTo>
                    <a:cubicBezTo>
                      <a:pt x="5719" y="0"/>
                      <a:pt x="2853" y="101"/>
                      <a:pt x="1" y="323"/>
                    </a:cubicBezTo>
                    <a:cubicBezTo>
                      <a:pt x="3215" y="490"/>
                      <a:pt x="6430" y="668"/>
                      <a:pt x="9657" y="704"/>
                    </a:cubicBezTo>
                    <a:cubicBezTo>
                      <a:pt x="10036" y="709"/>
                      <a:pt x="10417" y="712"/>
                      <a:pt x="10798" y="712"/>
                    </a:cubicBezTo>
                    <a:cubicBezTo>
                      <a:pt x="13152" y="712"/>
                      <a:pt x="15525" y="610"/>
                      <a:pt x="17872" y="323"/>
                    </a:cubicBezTo>
                    <a:cubicBezTo>
                      <a:pt x="17277" y="287"/>
                      <a:pt x="16669" y="252"/>
                      <a:pt x="16074" y="216"/>
                    </a:cubicBezTo>
                    <a:cubicBezTo>
                      <a:pt x="13586" y="77"/>
                      <a:pt x="11085" y="0"/>
                      <a:pt x="85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1769;p33"/>
              <p:cNvSpPr/>
              <p:nvPr/>
            </p:nvSpPr>
            <p:spPr>
              <a:xfrm>
                <a:off x="6529795" y="4664641"/>
                <a:ext cx="2685532" cy="56738"/>
              </a:xfrm>
              <a:custGeom>
                <a:avLst/>
                <a:gdLst/>
                <a:ahLst/>
                <a:cxnLst/>
                <a:rect l="l" t="t" r="r" b="b"/>
                <a:pathLst>
                  <a:path w="83047" h="1767" extrusionOk="0">
                    <a:moveTo>
                      <a:pt x="15210" y="1"/>
                    </a:moveTo>
                    <a:cubicBezTo>
                      <a:pt x="9523" y="1"/>
                      <a:pt x="1450" y="166"/>
                      <a:pt x="1" y="250"/>
                    </a:cubicBezTo>
                    <a:cubicBezTo>
                      <a:pt x="37" y="750"/>
                      <a:pt x="501" y="1095"/>
                      <a:pt x="513" y="1595"/>
                    </a:cubicBezTo>
                    <a:cubicBezTo>
                      <a:pt x="1095" y="1718"/>
                      <a:pt x="1766" y="1761"/>
                      <a:pt x="2478" y="1761"/>
                    </a:cubicBezTo>
                    <a:cubicBezTo>
                      <a:pt x="4112" y="1761"/>
                      <a:pt x="5965" y="1536"/>
                      <a:pt x="7466" y="1536"/>
                    </a:cubicBezTo>
                    <a:cubicBezTo>
                      <a:pt x="11300" y="1560"/>
                      <a:pt x="15134" y="1560"/>
                      <a:pt x="18967" y="1560"/>
                    </a:cubicBezTo>
                    <a:cubicBezTo>
                      <a:pt x="21896" y="1560"/>
                      <a:pt x="24790" y="1429"/>
                      <a:pt x="27707" y="1274"/>
                    </a:cubicBezTo>
                    <a:cubicBezTo>
                      <a:pt x="29963" y="1158"/>
                      <a:pt x="32218" y="1056"/>
                      <a:pt x="34479" y="1056"/>
                    </a:cubicBezTo>
                    <a:cubicBezTo>
                      <a:pt x="35249" y="1056"/>
                      <a:pt x="36020" y="1068"/>
                      <a:pt x="36791" y="1095"/>
                    </a:cubicBezTo>
                    <a:cubicBezTo>
                      <a:pt x="38470" y="1155"/>
                      <a:pt x="40184" y="1286"/>
                      <a:pt x="41827" y="1583"/>
                    </a:cubicBezTo>
                    <a:lnTo>
                      <a:pt x="41827" y="1595"/>
                    </a:lnTo>
                    <a:cubicBezTo>
                      <a:pt x="42413" y="1723"/>
                      <a:pt x="43089" y="1767"/>
                      <a:pt x="43806" y="1767"/>
                    </a:cubicBezTo>
                    <a:cubicBezTo>
                      <a:pt x="45408" y="1767"/>
                      <a:pt x="47218" y="1547"/>
                      <a:pt x="48700" y="1547"/>
                    </a:cubicBezTo>
                    <a:cubicBezTo>
                      <a:pt x="48727" y="1547"/>
                      <a:pt x="48754" y="1548"/>
                      <a:pt x="48781" y="1548"/>
                    </a:cubicBezTo>
                    <a:cubicBezTo>
                      <a:pt x="52615" y="1560"/>
                      <a:pt x="56448" y="1560"/>
                      <a:pt x="60282" y="1560"/>
                    </a:cubicBezTo>
                    <a:cubicBezTo>
                      <a:pt x="63211" y="1560"/>
                      <a:pt x="66104" y="1429"/>
                      <a:pt x="69021" y="1274"/>
                    </a:cubicBezTo>
                    <a:cubicBezTo>
                      <a:pt x="71277" y="1158"/>
                      <a:pt x="73533" y="1056"/>
                      <a:pt x="75794" y="1056"/>
                    </a:cubicBezTo>
                    <a:cubicBezTo>
                      <a:pt x="76564" y="1056"/>
                      <a:pt x="77335" y="1068"/>
                      <a:pt x="78106" y="1095"/>
                    </a:cubicBezTo>
                    <a:cubicBezTo>
                      <a:pt x="79749" y="1155"/>
                      <a:pt x="81428" y="1286"/>
                      <a:pt x="83047" y="1571"/>
                    </a:cubicBezTo>
                    <a:lnTo>
                      <a:pt x="83047" y="238"/>
                    </a:lnTo>
                    <a:cubicBezTo>
                      <a:pt x="81059" y="321"/>
                      <a:pt x="79058" y="357"/>
                      <a:pt x="77058" y="357"/>
                    </a:cubicBezTo>
                    <a:cubicBezTo>
                      <a:pt x="76833" y="358"/>
                      <a:pt x="76608" y="358"/>
                      <a:pt x="76382" y="358"/>
                    </a:cubicBezTo>
                    <a:cubicBezTo>
                      <a:pt x="73570" y="358"/>
                      <a:pt x="70749" y="292"/>
                      <a:pt x="67938" y="226"/>
                    </a:cubicBezTo>
                    <a:cubicBezTo>
                      <a:pt x="64890" y="155"/>
                      <a:pt x="61830" y="47"/>
                      <a:pt x="58782" y="12"/>
                    </a:cubicBezTo>
                    <a:cubicBezTo>
                      <a:pt x="58107" y="4"/>
                      <a:pt x="57360" y="1"/>
                      <a:pt x="56567" y="1"/>
                    </a:cubicBezTo>
                    <a:cubicBezTo>
                      <a:pt x="50987" y="1"/>
                      <a:pt x="43078" y="166"/>
                      <a:pt x="41411" y="250"/>
                    </a:cubicBezTo>
                    <a:cubicBezTo>
                      <a:pt x="39518" y="321"/>
                      <a:pt x="37636" y="357"/>
                      <a:pt x="35743" y="357"/>
                    </a:cubicBezTo>
                    <a:cubicBezTo>
                      <a:pt x="32707" y="357"/>
                      <a:pt x="29671" y="298"/>
                      <a:pt x="26623" y="226"/>
                    </a:cubicBezTo>
                    <a:cubicBezTo>
                      <a:pt x="23575" y="155"/>
                      <a:pt x="20515" y="47"/>
                      <a:pt x="17467" y="12"/>
                    </a:cubicBezTo>
                    <a:cubicBezTo>
                      <a:pt x="16781" y="4"/>
                      <a:pt x="16020" y="1"/>
                      <a:pt x="15210" y="1"/>
                    </a:cubicBezTo>
                    <a:close/>
                  </a:path>
                </a:pathLst>
              </a:custGeom>
              <a:solidFill>
                <a:srgbClr val="B7D7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Google Shape;1770;p33"/>
              <p:cNvSpPr/>
              <p:nvPr/>
            </p:nvSpPr>
            <p:spPr>
              <a:xfrm>
                <a:off x="6542504" y="4979961"/>
                <a:ext cx="2672824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82654" h="2173" extrusionOk="0">
                    <a:moveTo>
                      <a:pt x="31816" y="1"/>
                    </a:moveTo>
                    <a:cubicBezTo>
                      <a:pt x="30121" y="1"/>
                      <a:pt x="28424" y="59"/>
                      <a:pt x="26742" y="122"/>
                    </a:cubicBezTo>
                    <a:cubicBezTo>
                      <a:pt x="25290" y="181"/>
                      <a:pt x="23825" y="264"/>
                      <a:pt x="22373" y="276"/>
                    </a:cubicBezTo>
                    <a:cubicBezTo>
                      <a:pt x="21841" y="285"/>
                      <a:pt x="21308" y="289"/>
                      <a:pt x="20775" y="289"/>
                    </a:cubicBezTo>
                    <a:cubicBezTo>
                      <a:pt x="19804" y="289"/>
                      <a:pt x="18833" y="276"/>
                      <a:pt x="17872" y="253"/>
                    </a:cubicBezTo>
                    <a:cubicBezTo>
                      <a:pt x="17126" y="233"/>
                      <a:pt x="16362" y="225"/>
                      <a:pt x="15585" y="225"/>
                    </a:cubicBezTo>
                    <a:cubicBezTo>
                      <a:pt x="10536" y="225"/>
                      <a:pt x="4933" y="574"/>
                      <a:pt x="1" y="574"/>
                    </a:cubicBezTo>
                    <a:cubicBezTo>
                      <a:pt x="13" y="1038"/>
                      <a:pt x="215" y="1693"/>
                      <a:pt x="215" y="2158"/>
                    </a:cubicBezTo>
                    <a:cubicBezTo>
                      <a:pt x="647" y="2168"/>
                      <a:pt x="1080" y="2172"/>
                      <a:pt x="1514" y="2172"/>
                    </a:cubicBezTo>
                    <a:cubicBezTo>
                      <a:pt x="7006" y="2172"/>
                      <a:pt x="12685" y="1418"/>
                      <a:pt x="18011" y="1418"/>
                    </a:cubicBezTo>
                    <a:cubicBezTo>
                      <a:pt x="18665" y="1418"/>
                      <a:pt x="19313" y="1430"/>
                      <a:pt x="19956" y="1455"/>
                    </a:cubicBezTo>
                    <a:cubicBezTo>
                      <a:pt x="24278" y="1634"/>
                      <a:pt x="28564" y="2038"/>
                      <a:pt x="32898" y="2086"/>
                    </a:cubicBezTo>
                    <a:cubicBezTo>
                      <a:pt x="35779" y="2110"/>
                      <a:pt x="38660" y="2074"/>
                      <a:pt x="41530" y="2146"/>
                    </a:cubicBezTo>
                    <a:lnTo>
                      <a:pt x="41530" y="2158"/>
                    </a:lnTo>
                    <a:cubicBezTo>
                      <a:pt x="41957" y="2168"/>
                      <a:pt x="42386" y="2172"/>
                      <a:pt x="42816" y="2172"/>
                    </a:cubicBezTo>
                    <a:cubicBezTo>
                      <a:pt x="48290" y="2172"/>
                      <a:pt x="53950" y="1415"/>
                      <a:pt x="59261" y="1415"/>
                    </a:cubicBezTo>
                    <a:cubicBezTo>
                      <a:pt x="59937" y="1415"/>
                      <a:pt x="60607" y="1427"/>
                      <a:pt x="61270" y="1455"/>
                    </a:cubicBezTo>
                    <a:cubicBezTo>
                      <a:pt x="65592" y="1634"/>
                      <a:pt x="69879" y="2038"/>
                      <a:pt x="74212" y="2074"/>
                    </a:cubicBezTo>
                    <a:cubicBezTo>
                      <a:pt x="77022" y="2098"/>
                      <a:pt x="79844" y="2074"/>
                      <a:pt x="82654" y="2146"/>
                    </a:cubicBezTo>
                    <a:lnTo>
                      <a:pt x="82654" y="550"/>
                    </a:lnTo>
                    <a:cubicBezTo>
                      <a:pt x="80677" y="491"/>
                      <a:pt x="78689" y="241"/>
                      <a:pt x="76748" y="110"/>
                    </a:cubicBezTo>
                    <a:cubicBezTo>
                      <a:pt x="75549" y="30"/>
                      <a:pt x="74340" y="1"/>
                      <a:pt x="73131" y="1"/>
                    </a:cubicBezTo>
                    <a:cubicBezTo>
                      <a:pt x="71436" y="1"/>
                      <a:pt x="69738" y="59"/>
                      <a:pt x="68057" y="122"/>
                    </a:cubicBezTo>
                    <a:cubicBezTo>
                      <a:pt x="66604" y="181"/>
                      <a:pt x="65140" y="264"/>
                      <a:pt x="63687" y="276"/>
                    </a:cubicBezTo>
                    <a:cubicBezTo>
                      <a:pt x="63156" y="285"/>
                      <a:pt x="62623" y="289"/>
                      <a:pt x="62090" y="289"/>
                    </a:cubicBezTo>
                    <a:cubicBezTo>
                      <a:pt x="61119" y="289"/>
                      <a:pt x="60148" y="276"/>
                      <a:pt x="59187" y="253"/>
                    </a:cubicBezTo>
                    <a:cubicBezTo>
                      <a:pt x="58411" y="232"/>
                      <a:pt x="57616" y="223"/>
                      <a:pt x="56807" y="223"/>
                    </a:cubicBezTo>
                    <a:cubicBezTo>
                      <a:pt x="51930" y="223"/>
                      <a:pt x="46544" y="542"/>
                      <a:pt x="41744" y="562"/>
                    </a:cubicBezTo>
                    <a:cubicBezTo>
                      <a:pt x="39637" y="538"/>
                      <a:pt x="37517" y="241"/>
                      <a:pt x="35434" y="110"/>
                    </a:cubicBezTo>
                    <a:cubicBezTo>
                      <a:pt x="34234" y="30"/>
                      <a:pt x="33026" y="1"/>
                      <a:pt x="3181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33"/>
              <p:cNvSpPr/>
              <p:nvPr/>
            </p:nvSpPr>
            <p:spPr>
              <a:xfrm>
                <a:off x="6526723" y="5061264"/>
                <a:ext cx="2688216" cy="75170"/>
              </a:xfrm>
              <a:custGeom>
                <a:avLst/>
                <a:gdLst/>
                <a:ahLst/>
                <a:cxnLst/>
                <a:rect l="l" t="t" r="r" b="b"/>
                <a:pathLst>
                  <a:path w="83130" h="2341" extrusionOk="0">
                    <a:moveTo>
                      <a:pt x="59457" y="0"/>
                    </a:moveTo>
                    <a:cubicBezTo>
                      <a:pt x="53727" y="0"/>
                      <a:pt x="47259" y="711"/>
                      <a:pt x="41625" y="721"/>
                    </a:cubicBezTo>
                    <a:cubicBezTo>
                      <a:pt x="38553" y="649"/>
                      <a:pt x="35481" y="697"/>
                      <a:pt x="32397" y="649"/>
                    </a:cubicBezTo>
                    <a:cubicBezTo>
                      <a:pt x="28480" y="590"/>
                      <a:pt x="24599" y="221"/>
                      <a:pt x="20682" y="54"/>
                    </a:cubicBezTo>
                    <a:cubicBezTo>
                      <a:pt x="19862" y="17"/>
                      <a:pt x="19020" y="1"/>
                      <a:pt x="18162" y="1"/>
                    </a:cubicBezTo>
                    <a:cubicBezTo>
                      <a:pt x="12412" y="1"/>
                      <a:pt x="5905" y="721"/>
                      <a:pt x="240" y="721"/>
                    </a:cubicBezTo>
                    <a:cubicBezTo>
                      <a:pt x="200" y="721"/>
                      <a:pt x="160" y="721"/>
                      <a:pt x="120" y="721"/>
                    </a:cubicBezTo>
                    <a:lnTo>
                      <a:pt x="120" y="721"/>
                    </a:lnTo>
                    <a:cubicBezTo>
                      <a:pt x="167" y="1304"/>
                      <a:pt x="1" y="1757"/>
                      <a:pt x="36" y="2340"/>
                    </a:cubicBezTo>
                    <a:cubicBezTo>
                      <a:pt x="1473" y="2340"/>
                      <a:pt x="2132" y="1934"/>
                      <a:pt x="2363" y="1934"/>
                    </a:cubicBezTo>
                    <a:cubicBezTo>
                      <a:pt x="2370" y="1934"/>
                      <a:pt x="2376" y="1935"/>
                      <a:pt x="2382" y="1935"/>
                    </a:cubicBezTo>
                    <a:cubicBezTo>
                      <a:pt x="4096" y="1626"/>
                      <a:pt x="5894" y="1507"/>
                      <a:pt x="7597" y="1435"/>
                    </a:cubicBezTo>
                    <a:cubicBezTo>
                      <a:pt x="8553" y="1398"/>
                      <a:pt x="9511" y="1382"/>
                      <a:pt x="10468" y="1382"/>
                    </a:cubicBezTo>
                    <a:cubicBezTo>
                      <a:pt x="13182" y="1382"/>
                      <a:pt x="15896" y="1512"/>
                      <a:pt x="18598" y="1661"/>
                    </a:cubicBezTo>
                    <a:cubicBezTo>
                      <a:pt x="20408" y="1769"/>
                      <a:pt x="22218" y="1888"/>
                      <a:pt x="24027" y="2007"/>
                    </a:cubicBezTo>
                    <a:cubicBezTo>
                      <a:pt x="24825" y="1994"/>
                      <a:pt x="25622" y="1988"/>
                      <a:pt x="26420" y="1988"/>
                    </a:cubicBezTo>
                    <a:cubicBezTo>
                      <a:pt x="31397" y="1988"/>
                      <a:pt x="36374" y="2217"/>
                      <a:pt x="41351" y="2340"/>
                    </a:cubicBezTo>
                    <a:lnTo>
                      <a:pt x="41470" y="2340"/>
                    </a:lnTo>
                    <a:cubicBezTo>
                      <a:pt x="42823" y="2317"/>
                      <a:pt x="43446" y="1934"/>
                      <a:pt x="43677" y="1934"/>
                    </a:cubicBezTo>
                    <a:cubicBezTo>
                      <a:pt x="43684" y="1934"/>
                      <a:pt x="43690" y="1935"/>
                      <a:pt x="43697" y="1935"/>
                    </a:cubicBezTo>
                    <a:cubicBezTo>
                      <a:pt x="45411" y="1626"/>
                      <a:pt x="47209" y="1507"/>
                      <a:pt x="48911" y="1435"/>
                    </a:cubicBezTo>
                    <a:cubicBezTo>
                      <a:pt x="49868" y="1398"/>
                      <a:pt x="50826" y="1382"/>
                      <a:pt x="51783" y="1382"/>
                    </a:cubicBezTo>
                    <a:cubicBezTo>
                      <a:pt x="54496" y="1382"/>
                      <a:pt x="57211" y="1512"/>
                      <a:pt x="59913" y="1661"/>
                    </a:cubicBezTo>
                    <a:cubicBezTo>
                      <a:pt x="61723" y="1769"/>
                      <a:pt x="63532" y="1888"/>
                      <a:pt x="65342" y="2007"/>
                    </a:cubicBezTo>
                    <a:cubicBezTo>
                      <a:pt x="66200" y="1991"/>
                      <a:pt x="67057" y="1984"/>
                      <a:pt x="67915" y="1984"/>
                    </a:cubicBezTo>
                    <a:cubicBezTo>
                      <a:pt x="72873" y="1984"/>
                      <a:pt x="77819" y="2218"/>
                      <a:pt x="82773" y="2340"/>
                    </a:cubicBezTo>
                    <a:cubicBezTo>
                      <a:pt x="82892" y="2328"/>
                      <a:pt x="83011" y="2316"/>
                      <a:pt x="83130" y="2293"/>
                    </a:cubicBezTo>
                    <a:lnTo>
                      <a:pt x="83130" y="721"/>
                    </a:lnTo>
                    <a:cubicBezTo>
                      <a:pt x="79999" y="649"/>
                      <a:pt x="76855" y="697"/>
                      <a:pt x="73712" y="649"/>
                    </a:cubicBezTo>
                    <a:cubicBezTo>
                      <a:pt x="69795" y="590"/>
                      <a:pt x="65914" y="221"/>
                      <a:pt x="62008" y="54"/>
                    </a:cubicBezTo>
                    <a:cubicBezTo>
                      <a:pt x="61178" y="16"/>
                      <a:pt x="60326" y="0"/>
                      <a:pt x="59457" y="0"/>
                    </a:cubicBezTo>
                    <a:close/>
                  </a:path>
                </a:pathLst>
              </a:custGeom>
              <a:solidFill>
                <a:srgbClr val="B7D7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33"/>
              <p:cNvSpPr/>
              <p:nvPr/>
            </p:nvSpPr>
            <p:spPr>
              <a:xfrm>
                <a:off x="8618539" y="4727288"/>
                <a:ext cx="577936" cy="22862"/>
              </a:xfrm>
              <a:custGeom>
                <a:avLst/>
                <a:gdLst/>
                <a:ahLst/>
                <a:cxnLst/>
                <a:rect l="l" t="t" r="r" b="b"/>
                <a:pathLst>
                  <a:path w="17872" h="712" extrusionOk="0">
                    <a:moveTo>
                      <a:pt x="8582" y="0"/>
                    </a:moveTo>
                    <a:cubicBezTo>
                      <a:pt x="5719" y="0"/>
                      <a:pt x="2853" y="101"/>
                      <a:pt x="0" y="323"/>
                    </a:cubicBezTo>
                    <a:cubicBezTo>
                      <a:pt x="3215" y="490"/>
                      <a:pt x="6430" y="668"/>
                      <a:pt x="9656" y="704"/>
                    </a:cubicBezTo>
                    <a:cubicBezTo>
                      <a:pt x="10036" y="709"/>
                      <a:pt x="10417" y="712"/>
                      <a:pt x="10798" y="712"/>
                    </a:cubicBezTo>
                    <a:cubicBezTo>
                      <a:pt x="13152" y="712"/>
                      <a:pt x="15525" y="610"/>
                      <a:pt x="17872" y="323"/>
                    </a:cubicBezTo>
                    <a:cubicBezTo>
                      <a:pt x="17276" y="287"/>
                      <a:pt x="16669" y="252"/>
                      <a:pt x="16074" y="216"/>
                    </a:cubicBezTo>
                    <a:cubicBezTo>
                      <a:pt x="13586" y="77"/>
                      <a:pt x="11085" y="0"/>
                      <a:pt x="85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33"/>
              <p:cNvSpPr/>
              <p:nvPr/>
            </p:nvSpPr>
            <p:spPr>
              <a:xfrm>
                <a:off x="8053312" y="5129497"/>
                <a:ext cx="481699" cy="13904"/>
              </a:xfrm>
              <a:custGeom>
                <a:avLst/>
                <a:gdLst/>
                <a:ahLst/>
                <a:cxnLst/>
                <a:rect l="l" t="t" r="r" b="b"/>
                <a:pathLst>
                  <a:path w="14896" h="433" extrusionOk="0">
                    <a:moveTo>
                      <a:pt x="14896" y="1"/>
                    </a:moveTo>
                    <a:lnTo>
                      <a:pt x="14896" y="1"/>
                    </a:lnTo>
                    <a:cubicBezTo>
                      <a:pt x="14705" y="7"/>
                      <a:pt x="14518" y="7"/>
                      <a:pt x="14330" y="7"/>
                    </a:cubicBezTo>
                    <a:cubicBezTo>
                      <a:pt x="14143" y="7"/>
                      <a:pt x="13955" y="7"/>
                      <a:pt x="13764" y="13"/>
                    </a:cubicBezTo>
                    <a:cubicBezTo>
                      <a:pt x="9181" y="60"/>
                      <a:pt x="4597" y="144"/>
                      <a:pt x="1" y="251"/>
                    </a:cubicBezTo>
                    <a:cubicBezTo>
                      <a:pt x="2004" y="371"/>
                      <a:pt x="4007" y="433"/>
                      <a:pt x="6011" y="433"/>
                    </a:cubicBezTo>
                    <a:cubicBezTo>
                      <a:pt x="7377" y="433"/>
                      <a:pt x="8743" y="404"/>
                      <a:pt x="10109" y="346"/>
                    </a:cubicBezTo>
                    <a:cubicBezTo>
                      <a:pt x="11705" y="275"/>
                      <a:pt x="13300" y="168"/>
                      <a:pt x="148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33"/>
              <p:cNvSpPr/>
              <p:nvPr/>
            </p:nvSpPr>
            <p:spPr>
              <a:xfrm>
                <a:off x="8601206" y="86"/>
                <a:ext cx="614121" cy="19138"/>
              </a:xfrm>
              <a:custGeom>
                <a:avLst/>
                <a:gdLst/>
                <a:ahLst/>
                <a:cxnLst/>
                <a:rect l="l" t="t" r="r" b="b"/>
                <a:pathLst>
                  <a:path w="18991" h="596" extrusionOk="0">
                    <a:moveTo>
                      <a:pt x="0" y="0"/>
                    </a:moveTo>
                    <a:cubicBezTo>
                      <a:pt x="3775" y="202"/>
                      <a:pt x="7525" y="512"/>
                      <a:pt x="11311" y="548"/>
                    </a:cubicBezTo>
                    <a:cubicBezTo>
                      <a:pt x="13871" y="572"/>
                      <a:pt x="16431" y="548"/>
                      <a:pt x="18991" y="595"/>
                    </a:cubicBezTo>
                    <a:lnTo>
                      <a:pt x="189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33"/>
              <p:cNvSpPr/>
              <p:nvPr/>
            </p:nvSpPr>
            <p:spPr>
              <a:xfrm>
                <a:off x="6551365" y="32099"/>
                <a:ext cx="2663963" cy="75426"/>
              </a:xfrm>
              <a:custGeom>
                <a:avLst/>
                <a:gdLst/>
                <a:ahLst/>
                <a:cxnLst/>
                <a:rect l="l" t="t" r="r" b="b"/>
                <a:pathLst>
                  <a:path w="82380" h="2349" extrusionOk="0">
                    <a:moveTo>
                      <a:pt x="59550" y="1"/>
                    </a:moveTo>
                    <a:cubicBezTo>
                      <a:pt x="53800" y="1"/>
                      <a:pt x="47300" y="717"/>
                      <a:pt x="41625" y="717"/>
                    </a:cubicBezTo>
                    <a:cubicBezTo>
                      <a:pt x="38553" y="646"/>
                      <a:pt x="35481" y="694"/>
                      <a:pt x="32409" y="646"/>
                    </a:cubicBezTo>
                    <a:cubicBezTo>
                      <a:pt x="28492" y="587"/>
                      <a:pt x="24599" y="217"/>
                      <a:pt x="20694" y="51"/>
                    </a:cubicBezTo>
                    <a:cubicBezTo>
                      <a:pt x="19894" y="16"/>
                      <a:pt x="19073" y="1"/>
                      <a:pt x="18237" y="1"/>
                    </a:cubicBezTo>
                    <a:cubicBezTo>
                      <a:pt x="12466" y="1"/>
                      <a:pt x="5939" y="718"/>
                      <a:pt x="254" y="718"/>
                    </a:cubicBezTo>
                    <a:cubicBezTo>
                      <a:pt x="213" y="718"/>
                      <a:pt x="172" y="718"/>
                      <a:pt x="132" y="717"/>
                    </a:cubicBezTo>
                    <a:lnTo>
                      <a:pt x="132" y="717"/>
                    </a:lnTo>
                    <a:cubicBezTo>
                      <a:pt x="167" y="1313"/>
                      <a:pt x="1" y="1753"/>
                      <a:pt x="36" y="2349"/>
                    </a:cubicBezTo>
                    <a:cubicBezTo>
                      <a:pt x="1504" y="2349"/>
                      <a:pt x="2150" y="1932"/>
                      <a:pt x="2373" y="1932"/>
                    </a:cubicBezTo>
                    <a:cubicBezTo>
                      <a:pt x="2376" y="1932"/>
                      <a:pt x="2379" y="1932"/>
                      <a:pt x="2382" y="1932"/>
                    </a:cubicBezTo>
                    <a:cubicBezTo>
                      <a:pt x="4096" y="1634"/>
                      <a:pt x="5894" y="1503"/>
                      <a:pt x="7597" y="1444"/>
                    </a:cubicBezTo>
                    <a:cubicBezTo>
                      <a:pt x="8595" y="1402"/>
                      <a:pt x="9595" y="1383"/>
                      <a:pt x="10595" y="1383"/>
                    </a:cubicBezTo>
                    <a:cubicBezTo>
                      <a:pt x="13266" y="1383"/>
                      <a:pt x="15938" y="1514"/>
                      <a:pt x="18598" y="1670"/>
                    </a:cubicBezTo>
                    <a:cubicBezTo>
                      <a:pt x="20408" y="1765"/>
                      <a:pt x="22218" y="1884"/>
                      <a:pt x="24027" y="2003"/>
                    </a:cubicBezTo>
                    <a:cubicBezTo>
                      <a:pt x="24827" y="1990"/>
                      <a:pt x="25625" y="1984"/>
                      <a:pt x="26424" y="1984"/>
                    </a:cubicBezTo>
                    <a:cubicBezTo>
                      <a:pt x="31406" y="1984"/>
                      <a:pt x="36374" y="2214"/>
                      <a:pt x="41351" y="2337"/>
                    </a:cubicBezTo>
                    <a:lnTo>
                      <a:pt x="41351" y="2349"/>
                    </a:lnTo>
                    <a:lnTo>
                      <a:pt x="41458" y="2349"/>
                    </a:lnTo>
                    <a:cubicBezTo>
                      <a:pt x="41470" y="2349"/>
                      <a:pt x="41470" y="2337"/>
                      <a:pt x="41482" y="2337"/>
                    </a:cubicBezTo>
                    <a:cubicBezTo>
                      <a:pt x="42855" y="2325"/>
                      <a:pt x="43476" y="1932"/>
                      <a:pt x="43687" y="1932"/>
                    </a:cubicBezTo>
                    <a:cubicBezTo>
                      <a:pt x="43691" y="1932"/>
                      <a:pt x="43694" y="1932"/>
                      <a:pt x="43697" y="1932"/>
                    </a:cubicBezTo>
                    <a:cubicBezTo>
                      <a:pt x="45411" y="1634"/>
                      <a:pt x="47209" y="1503"/>
                      <a:pt x="48911" y="1444"/>
                    </a:cubicBezTo>
                    <a:cubicBezTo>
                      <a:pt x="49910" y="1402"/>
                      <a:pt x="50910" y="1383"/>
                      <a:pt x="51909" y="1383"/>
                    </a:cubicBezTo>
                    <a:cubicBezTo>
                      <a:pt x="54581" y="1383"/>
                      <a:pt x="57253" y="1514"/>
                      <a:pt x="59913" y="1670"/>
                    </a:cubicBezTo>
                    <a:cubicBezTo>
                      <a:pt x="61723" y="1765"/>
                      <a:pt x="63532" y="1884"/>
                      <a:pt x="65342" y="2003"/>
                    </a:cubicBezTo>
                    <a:cubicBezTo>
                      <a:pt x="66153" y="1990"/>
                      <a:pt x="66963" y="1984"/>
                      <a:pt x="67773" y="1984"/>
                    </a:cubicBezTo>
                    <a:cubicBezTo>
                      <a:pt x="72648" y="1984"/>
                      <a:pt x="77510" y="2204"/>
                      <a:pt x="82380" y="2337"/>
                    </a:cubicBezTo>
                    <a:lnTo>
                      <a:pt x="82380" y="706"/>
                    </a:lnTo>
                    <a:cubicBezTo>
                      <a:pt x="79487" y="658"/>
                      <a:pt x="76605" y="694"/>
                      <a:pt x="73724" y="646"/>
                    </a:cubicBezTo>
                    <a:cubicBezTo>
                      <a:pt x="69807" y="587"/>
                      <a:pt x="65914" y="217"/>
                      <a:pt x="62008" y="51"/>
                    </a:cubicBezTo>
                    <a:cubicBezTo>
                      <a:pt x="61208" y="16"/>
                      <a:pt x="60387" y="1"/>
                      <a:pt x="595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33"/>
              <p:cNvSpPr/>
              <p:nvPr/>
            </p:nvSpPr>
            <p:spPr>
              <a:xfrm>
                <a:off x="6535584" y="135204"/>
                <a:ext cx="2679744" cy="41615"/>
              </a:xfrm>
              <a:custGeom>
                <a:avLst/>
                <a:gdLst/>
                <a:ahLst/>
                <a:cxnLst/>
                <a:rect l="l" t="t" r="r" b="b"/>
                <a:pathLst>
                  <a:path w="82868" h="1296" extrusionOk="0">
                    <a:moveTo>
                      <a:pt x="62500" y="1"/>
                    </a:moveTo>
                    <a:cubicBezTo>
                      <a:pt x="61692" y="1"/>
                      <a:pt x="60885" y="13"/>
                      <a:pt x="60079" y="43"/>
                    </a:cubicBezTo>
                    <a:lnTo>
                      <a:pt x="60079" y="31"/>
                    </a:lnTo>
                    <a:cubicBezTo>
                      <a:pt x="57249" y="138"/>
                      <a:pt x="54472" y="312"/>
                      <a:pt x="51668" y="312"/>
                    </a:cubicBezTo>
                    <a:cubicBezTo>
                      <a:pt x="50733" y="312"/>
                      <a:pt x="49795" y="293"/>
                      <a:pt x="48852" y="245"/>
                    </a:cubicBezTo>
                    <a:cubicBezTo>
                      <a:pt x="47233" y="173"/>
                      <a:pt x="45613" y="90"/>
                      <a:pt x="43994" y="90"/>
                    </a:cubicBezTo>
                    <a:cubicBezTo>
                      <a:pt x="43696" y="90"/>
                      <a:pt x="42422" y="352"/>
                      <a:pt x="41672" y="424"/>
                    </a:cubicBezTo>
                    <a:cubicBezTo>
                      <a:pt x="40251" y="524"/>
                      <a:pt x="38823" y="564"/>
                      <a:pt x="37392" y="564"/>
                    </a:cubicBezTo>
                    <a:cubicBezTo>
                      <a:pt x="32005" y="564"/>
                      <a:pt x="26563" y="1"/>
                      <a:pt x="21177" y="1"/>
                    </a:cubicBezTo>
                    <a:cubicBezTo>
                      <a:pt x="20371" y="1"/>
                      <a:pt x="19567" y="14"/>
                      <a:pt x="18765" y="43"/>
                    </a:cubicBezTo>
                    <a:cubicBezTo>
                      <a:pt x="15897" y="142"/>
                      <a:pt x="13083" y="317"/>
                      <a:pt x="10242" y="317"/>
                    </a:cubicBezTo>
                    <a:cubicBezTo>
                      <a:pt x="9344" y="317"/>
                      <a:pt x="8443" y="300"/>
                      <a:pt x="7537" y="257"/>
                    </a:cubicBezTo>
                    <a:cubicBezTo>
                      <a:pt x="5918" y="173"/>
                      <a:pt x="4299" y="90"/>
                      <a:pt x="2679" y="90"/>
                    </a:cubicBezTo>
                    <a:cubicBezTo>
                      <a:pt x="2346" y="90"/>
                      <a:pt x="786" y="424"/>
                      <a:pt x="119" y="447"/>
                    </a:cubicBezTo>
                    <a:cubicBezTo>
                      <a:pt x="143" y="745"/>
                      <a:pt x="0" y="900"/>
                      <a:pt x="24" y="1197"/>
                    </a:cubicBezTo>
                    <a:cubicBezTo>
                      <a:pt x="150" y="1199"/>
                      <a:pt x="278" y="1199"/>
                      <a:pt x="408" y="1199"/>
                    </a:cubicBezTo>
                    <a:cubicBezTo>
                      <a:pt x="3139" y="1199"/>
                      <a:pt x="6699" y="971"/>
                      <a:pt x="9359" y="959"/>
                    </a:cubicBezTo>
                    <a:cubicBezTo>
                      <a:pt x="10901" y="947"/>
                      <a:pt x="12442" y="938"/>
                      <a:pt x="13986" y="938"/>
                    </a:cubicBezTo>
                    <a:cubicBezTo>
                      <a:pt x="15529" y="938"/>
                      <a:pt x="17074" y="947"/>
                      <a:pt x="18622" y="971"/>
                    </a:cubicBezTo>
                    <a:cubicBezTo>
                      <a:pt x="21670" y="1019"/>
                      <a:pt x="24718" y="1126"/>
                      <a:pt x="27766" y="1197"/>
                    </a:cubicBezTo>
                    <a:cubicBezTo>
                      <a:pt x="30264" y="1250"/>
                      <a:pt x="32762" y="1295"/>
                      <a:pt x="35260" y="1295"/>
                    </a:cubicBezTo>
                    <a:cubicBezTo>
                      <a:pt x="37286" y="1295"/>
                      <a:pt x="39312" y="1266"/>
                      <a:pt x="41339" y="1186"/>
                    </a:cubicBezTo>
                    <a:cubicBezTo>
                      <a:pt x="41524" y="1188"/>
                      <a:pt x="41713" y="1189"/>
                      <a:pt x="41906" y="1189"/>
                    </a:cubicBezTo>
                    <a:cubicBezTo>
                      <a:pt x="44611" y="1189"/>
                      <a:pt x="48073" y="970"/>
                      <a:pt x="50673" y="959"/>
                    </a:cubicBezTo>
                    <a:cubicBezTo>
                      <a:pt x="52215" y="947"/>
                      <a:pt x="53757" y="938"/>
                      <a:pt x="55300" y="938"/>
                    </a:cubicBezTo>
                    <a:cubicBezTo>
                      <a:pt x="56844" y="938"/>
                      <a:pt x="58389" y="947"/>
                      <a:pt x="59936" y="971"/>
                    </a:cubicBezTo>
                    <a:cubicBezTo>
                      <a:pt x="62984" y="1019"/>
                      <a:pt x="66032" y="1126"/>
                      <a:pt x="69080" y="1197"/>
                    </a:cubicBezTo>
                    <a:cubicBezTo>
                      <a:pt x="71611" y="1250"/>
                      <a:pt x="74149" y="1295"/>
                      <a:pt x="76689" y="1295"/>
                    </a:cubicBezTo>
                    <a:cubicBezTo>
                      <a:pt x="78749" y="1295"/>
                      <a:pt x="80809" y="1266"/>
                      <a:pt x="82868" y="1186"/>
                    </a:cubicBezTo>
                    <a:lnTo>
                      <a:pt x="82868" y="435"/>
                    </a:lnTo>
                    <a:cubicBezTo>
                      <a:pt x="81494" y="529"/>
                      <a:pt x="80115" y="566"/>
                      <a:pt x="78732" y="566"/>
                    </a:cubicBezTo>
                    <a:cubicBezTo>
                      <a:pt x="73339" y="566"/>
                      <a:pt x="67894" y="1"/>
                      <a:pt x="62500" y="1"/>
                    </a:cubicBezTo>
                    <a:close/>
                  </a:path>
                </a:pathLst>
              </a:custGeom>
              <a:solidFill>
                <a:srgbClr val="B7D7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Google Shape;1777;p33"/>
              <p:cNvSpPr/>
              <p:nvPr/>
            </p:nvSpPr>
            <p:spPr>
              <a:xfrm>
                <a:off x="6516731" y="285768"/>
                <a:ext cx="2698597" cy="84225"/>
              </a:xfrm>
              <a:custGeom>
                <a:avLst/>
                <a:gdLst/>
                <a:ahLst/>
                <a:cxnLst/>
                <a:rect l="l" t="t" r="r" b="b"/>
                <a:pathLst>
                  <a:path w="83451" h="2623" extrusionOk="0">
                    <a:moveTo>
                      <a:pt x="58150" y="1"/>
                    </a:moveTo>
                    <a:cubicBezTo>
                      <a:pt x="52889" y="1"/>
                      <a:pt x="47041" y="326"/>
                      <a:pt x="42255" y="830"/>
                    </a:cubicBezTo>
                    <a:cubicBezTo>
                      <a:pt x="41280" y="906"/>
                      <a:pt x="40299" y="935"/>
                      <a:pt x="39318" y="935"/>
                    </a:cubicBezTo>
                    <a:cubicBezTo>
                      <a:pt x="38442" y="935"/>
                      <a:pt x="37566" y="912"/>
                      <a:pt x="36695" y="878"/>
                    </a:cubicBezTo>
                    <a:cubicBezTo>
                      <a:pt x="33933" y="771"/>
                      <a:pt x="31194" y="521"/>
                      <a:pt x="28444" y="354"/>
                    </a:cubicBezTo>
                    <a:cubicBezTo>
                      <a:pt x="25503" y="176"/>
                      <a:pt x="22539" y="116"/>
                      <a:pt x="19598" y="33"/>
                    </a:cubicBezTo>
                    <a:cubicBezTo>
                      <a:pt x="18697" y="11"/>
                      <a:pt x="17767" y="1"/>
                      <a:pt x="16819" y="1"/>
                    </a:cubicBezTo>
                    <a:cubicBezTo>
                      <a:pt x="11514" y="1"/>
                      <a:pt x="5619" y="327"/>
                      <a:pt x="822" y="842"/>
                    </a:cubicBezTo>
                    <a:cubicBezTo>
                      <a:pt x="833" y="1545"/>
                      <a:pt x="0" y="1247"/>
                      <a:pt x="0" y="1950"/>
                    </a:cubicBezTo>
                    <a:cubicBezTo>
                      <a:pt x="12" y="2021"/>
                      <a:pt x="1274" y="2366"/>
                      <a:pt x="1286" y="2438"/>
                    </a:cubicBezTo>
                    <a:cubicBezTo>
                      <a:pt x="1772" y="2491"/>
                      <a:pt x="2239" y="2511"/>
                      <a:pt x="2692" y="2511"/>
                    </a:cubicBezTo>
                    <a:cubicBezTo>
                      <a:pt x="4168" y="2511"/>
                      <a:pt x="5481" y="2295"/>
                      <a:pt x="6739" y="2295"/>
                    </a:cubicBezTo>
                    <a:cubicBezTo>
                      <a:pt x="7267" y="2299"/>
                      <a:pt x="7795" y="2300"/>
                      <a:pt x="8322" y="2300"/>
                    </a:cubicBezTo>
                    <a:cubicBezTo>
                      <a:pt x="9378" y="2300"/>
                      <a:pt x="10434" y="2295"/>
                      <a:pt x="11490" y="2295"/>
                    </a:cubicBezTo>
                    <a:cubicBezTo>
                      <a:pt x="11742" y="2293"/>
                      <a:pt x="11994" y="2292"/>
                      <a:pt x="12247" y="2292"/>
                    </a:cubicBezTo>
                    <a:cubicBezTo>
                      <a:pt x="12889" y="2292"/>
                      <a:pt x="13534" y="2297"/>
                      <a:pt x="14179" y="2297"/>
                    </a:cubicBezTo>
                    <a:cubicBezTo>
                      <a:pt x="14866" y="2297"/>
                      <a:pt x="15554" y="2292"/>
                      <a:pt x="16240" y="2271"/>
                    </a:cubicBezTo>
                    <a:cubicBezTo>
                      <a:pt x="17527" y="2234"/>
                      <a:pt x="18813" y="2217"/>
                      <a:pt x="20100" y="2217"/>
                    </a:cubicBezTo>
                    <a:cubicBezTo>
                      <a:pt x="22099" y="2217"/>
                      <a:pt x="24099" y="2258"/>
                      <a:pt x="26099" y="2331"/>
                    </a:cubicBezTo>
                    <a:cubicBezTo>
                      <a:pt x="27730" y="2390"/>
                      <a:pt x="29361" y="2485"/>
                      <a:pt x="30992" y="2581"/>
                    </a:cubicBezTo>
                    <a:cubicBezTo>
                      <a:pt x="31520" y="2610"/>
                      <a:pt x="32049" y="2622"/>
                      <a:pt x="32578" y="2622"/>
                    </a:cubicBezTo>
                    <a:cubicBezTo>
                      <a:pt x="33542" y="2622"/>
                      <a:pt x="34508" y="2583"/>
                      <a:pt x="35469" y="2545"/>
                    </a:cubicBezTo>
                    <a:cubicBezTo>
                      <a:pt x="37218" y="2492"/>
                      <a:pt x="38981" y="2414"/>
                      <a:pt x="40738" y="2414"/>
                    </a:cubicBezTo>
                    <a:cubicBezTo>
                      <a:pt x="41372" y="2414"/>
                      <a:pt x="42005" y="2424"/>
                      <a:pt x="42636" y="2450"/>
                    </a:cubicBezTo>
                    <a:cubicBezTo>
                      <a:pt x="43091" y="2494"/>
                      <a:pt x="43530" y="2512"/>
                      <a:pt x="43954" y="2512"/>
                    </a:cubicBezTo>
                    <a:cubicBezTo>
                      <a:pt x="45454" y="2512"/>
                      <a:pt x="46783" y="2295"/>
                      <a:pt x="48054" y="2295"/>
                    </a:cubicBezTo>
                    <a:cubicBezTo>
                      <a:pt x="48581" y="2299"/>
                      <a:pt x="49109" y="2300"/>
                      <a:pt x="49637" y="2300"/>
                    </a:cubicBezTo>
                    <a:cubicBezTo>
                      <a:pt x="50693" y="2300"/>
                      <a:pt x="51749" y="2295"/>
                      <a:pt x="52804" y="2295"/>
                    </a:cubicBezTo>
                    <a:cubicBezTo>
                      <a:pt x="53058" y="2293"/>
                      <a:pt x="53312" y="2292"/>
                      <a:pt x="53566" y="2292"/>
                    </a:cubicBezTo>
                    <a:cubicBezTo>
                      <a:pt x="54210" y="2292"/>
                      <a:pt x="54854" y="2297"/>
                      <a:pt x="55497" y="2297"/>
                    </a:cubicBezTo>
                    <a:cubicBezTo>
                      <a:pt x="56183" y="2297"/>
                      <a:pt x="56869" y="2292"/>
                      <a:pt x="57555" y="2271"/>
                    </a:cubicBezTo>
                    <a:cubicBezTo>
                      <a:pt x="58841" y="2234"/>
                      <a:pt x="60128" y="2217"/>
                      <a:pt x="61414" y="2217"/>
                    </a:cubicBezTo>
                    <a:cubicBezTo>
                      <a:pt x="63414" y="2217"/>
                      <a:pt x="65414" y="2258"/>
                      <a:pt x="67413" y="2331"/>
                    </a:cubicBezTo>
                    <a:cubicBezTo>
                      <a:pt x="69044" y="2390"/>
                      <a:pt x="70676" y="2497"/>
                      <a:pt x="72307" y="2581"/>
                    </a:cubicBezTo>
                    <a:cubicBezTo>
                      <a:pt x="72847" y="2611"/>
                      <a:pt x="73389" y="2622"/>
                      <a:pt x="73931" y="2622"/>
                    </a:cubicBezTo>
                    <a:cubicBezTo>
                      <a:pt x="74883" y="2622"/>
                      <a:pt x="75835" y="2587"/>
                      <a:pt x="76783" y="2557"/>
                    </a:cubicBezTo>
                    <a:cubicBezTo>
                      <a:pt x="78551" y="2490"/>
                      <a:pt x="80326" y="2409"/>
                      <a:pt x="82103" y="2409"/>
                    </a:cubicBezTo>
                    <a:cubicBezTo>
                      <a:pt x="82552" y="2409"/>
                      <a:pt x="83001" y="2414"/>
                      <a:pt x="83451" y="2426"/>
                    </a:cubicBezTo>
                    <a:lnTo>
                      <a:pt x="83451" y="842"/>
                    </a:lnTo>
                    <a:cubicBezTo>
                      <a:pt x="82519" y="910"/>
                      <a:pt x="81581" y="936"/>
                      <a:pt x="80645" y="936"/>
                    </a:cubicBezTo>
                    <a:cubicBezTo>
                      <a:pt x="79763" y="936"/>
                      <a:pt x="78882" y="913"/>
                      <a:pt x="78010" y="878"/>
                    </a:cubicBezTo>
                    <a:cubicBezTo>
                      <a:pt x="75248" y="771"/>
                      <a:pt x="72509" y="521"/>
                      <a:pt x="69759" y="354"/>
                    </a:cubicBezTo>
                    <a:cubicBezTo>
                      <a:pt x="66818" y="176"/>
                      <a:pt x="63853" y="116"/>
                      <a:pt x="60912" y="33"/>
                    </a:cubicBezTo>
                    <a:cubicBezTo>
                      <a:pt x="60017" y="11"/>
                      <a:pt x="59093" y="1"/>
                      <a:pt x="581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1778;p33"/>
              <p:cNvSpPr/>
              <p:nvPr/>
            </p:nvSpPr>
            <p:spPr>
              <a:xfrm>
                <a:off x="6519803" y="385823"/>
                <a:ext cx="2695525" cy="113637"/>
              </a:xfrm>
              <a:custGeom>
                <a:avLst/>
                <a:gdLst/>
                <a:ahLst/>
                <a:cxnLst/>
                <a:rect l="l" t="t" r="r" b="b"/>
                <a:pathLst>
                  <a:path w="83356" h="3539" extrusionOk="0">
                    <a:moveTo>
                      <a:pt x="19681" y="0"/>
                    </a:moveTo>
                    <a:cubicBezTo>
                      <a:pt x="18074" y="0"/>
                      <a:pt x="16467" y="60"/>
                      <a:pt x="14847" y="60"/>
                    </a:cubicBezTo>
                    <a:cubicBezTo>
                      <a:pt x="11275" y="70"/>
                      <a:pt x="6942" y="241"/>
                      <a:pt x="3103" y="241"/>
                    </a:cubicBezTo>
                    <a:cubicBezTo>
                      <a:pt x="2284" y="241"/>
                      <a:pt x="1488" y="234"/>
                      <a:pt x="727" y="215"/>
                    </a:cubicBezTo>
                    <a:lnTo>
                      <a:pt x="727" y="215"/>
                    </a:lnTo>
                    <a:cubicBezTo>
                      <a:pt x="846" y="1131"/>
                      <a:pt x="0" y="1608"/>
                      <a:pt x="36" y="2525"/>
                    </a:cubicBezTo>
                    <a:cubicBezTo>
                      <a:pt x="36" y="2620"/>
                      <a:pt x="1167" y="3394"/>
                      <a:pt x="1167" y="3501"/>
                    </a:cubicBezTo>
                    <a:cubicBezTo>
                      <a:pt x="1507" y="3527"/>
                      <a:pt x="1861" y="3539"/>
                      <a:pt x="2225" y="3539"/>
                    </a:cubicBezTo>
                    <a:cubicBezTo>
                      <a:pt x="4843" y="3539"/>
                      <a:pt x="7995" y="2937"/>
                      <a:pt x="10525" y="2937"/>
                    </a:cubicBezTo>
                    <a:cubicBezTo>
                      <a:pt x="10645" y="2937"/>
                      <a:pt x="10765" y="2938"/>
                      <a:pt x="10883" y="2941"/>
                    </a:cubicBezTo>
                    <a:cubicBezTo>
                      <a:pt x="13895" y="3025"/>
                      <a:pt x="16883" y="3167"/>
                      <a:pt x="19884" y="3227"/>
                    </a:cubicBezTo>
                    <a:cubicBezTo>
                      <a:pt x="20505" y="3237"/>
                      <a:pt x="21129" y="3243"/>
                      <a:pt x="21751" y="3243"/>
                    </a:cubicBezTo>
                    <a:cubicBezTo>
                      <a:pt x="22632" y="3243"/>
                      <a:pt x="23512" y="3231"/>
                      <a:pt x="24384" y="3203"/>
                    </a:cubicBezTo>
                    <a:cubicBezTo>
                      <a:pt x="25837" y="3167"/>
                      <a:pt x="27277" y="3084"/>
                      <a:pt x="28718" y="3036"/>
                    </a:cubicBezTo>
                    <a:cubicBezTo>
                      <a:pt x="30083" y="2992"/>
                      <a:pt x="31455" y="2957"/>
                      <a:pt x="32827" y="2957"/>
                    </a:cubicBezTo>
                    <a:cubicBezTo>
                      <a:pt x="34364" y="2957"/>
                      <a:pt x="35899" y="3000"/>
                      <a:pt x="37422" y="3120"/>
                    </a:cubicBezTo>
                    <a:cubicBezTo>
                      <a:pt x="39100" y="3263"/>
                      <a:pt x="40791" y="3453"/>
                      <a:pt x="42482" y="3501"/>
                    </a:cubicBezTo>
                    <a:cubicBezTo>
                      <a:pt x="42822" y="3527"/>
                      <a:pt x="43176" y="3539"/>
                      <a:pt x="43541" y="3539"/>
                    </a:cubicBezTo>
                    <a:cubicBezTo>
                      <a:pt x="46139" y="3539"/>
                      <a:pt x="49262" y="2947"/>
                      <a:pt x="51781" y="2947"/>
                    </a:cubicBezTo>
                    <a:cubicBezTo>
                      <a:pt x="51922" y="2947"/>
                      <a:pt x="52061" y="2949"/>
                      <a:pt x="52197" y="2953"/>
                    </a:cubicBezTo>
                    <a:cubicBezTo>
                      <a:pt x="55210" y="3025"/>
                      <a:pt x="58198" y="3167"/>
                      <a:pt x="61198" y="3227"/>
                    </a:cubicBezTo>
                    <a:cubicBezTo>
                      <a:pt x="61873" y="3238"/>
                      <a:pt x="62549" y="3244"/>
                      <a:pt x="63225" y="3244"/>
                    </a:cubicBezTo>
                    <a:cubicBezTo>
                      <a:pt x="64053" y="3244"/>
                      <a:pt x="64880" y="3235"/>
                      <a:pt x="65699" y="3215"/>
                    </a:cubicBezTo>
                    <a:cubicBezTo>
                      <a:pt x="67152" y="3167"/>
                      <a:pt x="68592" y="3084"/>
                      <a:pt x="70033" y="3036"/>
                    </a:cubicBezTo>
                    <a:cubicBezTo>
                      <a:pt x="71373" y="2992"/>
                      <a:pt x="72721" y="2958"/>
                      <a:pt x="74069" y="2958"/>
                    </a:cubicBezTo>
                    <a:cubicBezTo>
                      <a:pt x="75630" y="2958"/>
                      <a:pt x="77190" y="3004"/>
                      <a:pt x="78736" y="3132"/>
                    </a:cubicBezTo>
                    <a:cubicBezTo>
                      <a:pt x="80260" y="3251"/>
                      <a:pt x="81808" y="3429"/>
                      <a:pt x="83356" y="3489"/>
                    </a:cubicBezTo>
                    <a:lnTo>
                      <a:pt x="83356" y="215"/>
                    </a:lnTo>
                    <a:cubicBezTo>
                      <a:pt x="82923" y="203"/>
                      <a:pt x="82490" y="198"/>
                      <a:pt x="82057" y="198"/>
                    </a:cubicBezTo>
                    <a:cubicBezTo>
                      <a:pt x="79820" y="198"/>
                      <a:pt x="77579" y="332"/>
                      <a:pt x="75355" y="381"/>
                    </a:cubicBezTo>
                    <a:cubicBezTo>
                      <a:pt x="75012" y="389"/>
                      <a:pt x="74669" y="393"/>
                      <a:pt x="74326" y="393"/>
                    </a:cubicBezTo>
                    <a:cubicBezTo>
                      <a:pt x="71528" y="393"/>
                      <a:pt x="68739" y="157"/>
                      <a:pt x="65949" y="72"/>
                    </a:cubicBezTo>
                    <a:cubicBezTo>
                      <a:pt x="64294" y="24"/>
                      <a:pt x="62651" y="0"/>
                      <a:pt x="61008" y="0"/>
                    </a:cubicBezTo>
                    <a:cubicBezTo>
                      <a:pt x="59389" y="0"/>
                      <a:pt x="57781" y="60"/>
                      <a:pt x="56162" y="60"/>
                    </a:cubicBezTo>
                    <a:cubicBezTo>
                      <a:pt x="52600" y="70"/>
                      <a:pt x="48261" y="241"/>
                      <a:pt x="44419" y="241"/>
                    </a:cubicBezTo>
                    <a:cubicBezTo>
                      <a:pt x="43599" y="241"/>
                      <a:pt x="42803" y="234"/>
                      <a:pt x="42041" y="215"/>
                    </a:cubicBezTo>
                    <a:cubicBezTo>
                      <a:pt x="41575" y="200"/>
                      <a:pt x="41109" y="194"/>
                      <a:pt x="40643" y="194"/>
                    </a:cubicBezTo>
                    <a:cubicBezTo>
                      <a:pt x="38442" y="194"/>
                      <a:pt x="36241" y="332"/>
                      <a:pt x="34040" y="381"/>
                    </a:cubicBezTo>
                    <a:cubicBezTo>
                      <a:pt x="33748" y="387"/>
                      <a:pt x="33455" y="389"/>
                      <a:pt x="33163" y="389"/>
                    </a:cubicBezTo>
                    <a:cubicBezTo>
                      <a:pt x="30314" y="389"/>
                      <a:pt x="27474" y="147"/>
                      <a:pt x="24634" y="72"/>
                    </a:cubicBezTo>
                    <a:cubicBezTo>
                      <a:pt x="22979" y="24"/>
                      <a:pt x="21336" y="0"/>
                      <a:pt x="19681" y="0"/>
                    </a:cubicBezTo>
                    <a:close/>
                  </a:path>
                </a:pathLst>
              </a:custGeom>
              <a:solidFill>
                <a:srgbClr val="E29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33"/>
              <p:cNvSpPr/>
              <p:nvPr/>
            </p:nvSpPr>
            <p:spPr>
              <a:xfrm>
                <a:off x="6540596" y="194319"/>
                <a:ext cx="2674732" cy="56738"/>
              </a:xfrm>
              <a:custGeom>
                <a:avLst/>
                <a:gdLst/>
                <a:ahLst/>
                <a:cxnLst/>
                <a:rect l="l" t="t" r="r" b="b"/>
                <a:pathLst>
                  <a:path w="82713" h="1767" extrusionOk="0">
                    <a:moveTo>
                      <a:pt x="15198" y="1"/>
                    </a:moveTo>
                    <a:cubicBezTo>
                      <a:pt x="9511" y="1"/>
                      <a:pt x="1439" y="166"/>
                      <a:pt x="0" y="249"/>
                    </a:cubicBezTo>
                    <a:cubicBezTo>
                      <a:pt x="24" y="749"/>
                      <a:pt x="488" y="1107"/>
                      <a:pt x="500" y="1595"/>
                    </a:cubicBezTo>
                    <a:cubicBezTo>
                      <a:pt x="1086" y="1722"/>
                      <a:pt x="1762" y="1766"/>
                      <a:pt x="2479" y="1766"/>
                    </a:cubicBezTo>
                    <a:cubicBezTo>
                      <a:pt x="4081" y="1766"/>
                      <a:pt x="5891" y="1547"/>
                      <a:pt x="7373" y="1547"/>
                    </a:cubicBezTo>
                    <a:cubicBezTo>
                      <a:pt x="7400" y="1547"/>
                      <a:pt x="7427" y="1547"/>
                      <a:pt x="7454" y="1547"/>
                    </a:cubicBezTo>
                    <a:cubicBezTo>
                      <a:pt x="11287" y="1559"/>
                      <a:pt x="15121" y="1559"/>
                      <a:pt x="18967" y="1559"/>
                    </a:cubicBezTo>
                    <a:cubicBezTo>
                      <a:pt x="21884" y="1559"/>
                      <a:pt x="24789" y="1428"/>
                      <a:pt x="27694" y="1273"/>
                    </a:cubicBezTo>
                    <a:cubicBezTo>
                      <a:pt x="29950" y="1158"/>
                      <a:pt x="32213" y="1056"/>
                      <a:pt x="34472" y="1056"/>
                    </a:cubicBezTo>
                    <a:cubicBezTo>
                      <a:pt x="35241" y="1056"/>
                      <a:pt x="36010" y="1068"/>
                      <a:pt x="36779" y="1095"/>
                    </a:cubicBezTo>
                    <a:cubicBezTo>
                      <a:pt x="38469" y="1154"/>
                      <a:pt x="40172" y="1285"/>
                      <a:pt x="41815" y="1583"/>
                    </a:cubicBezTo>
                    <a:lnTo>
                      <a:pt x="41815" y="1595"/>
                    </a:lnTo>
                    <a:cubicBezTo>
                      <a:pt x="42401" y="1722"/>
                      <a:pt x="43076" y="1766"/>
                      <a:pt x="43794" y="1766"/>
                    </a:cubicBezTo>
                    <a:cubicBezTo>
                      <a:pt x="45395" y="1766"/>
                      <a:pt x="47206" y="1547"/>
                      <a:pt x="48688" y="1547"/>
                    </a:cubicBezTo>
                    <a:cubicBezTo>
                      <a:pt x="48715" y="1547"/>
                      <a:pt x="48741" y="1547"/>
                      <a:pt x="48768" y="1547"/>
                    </a:cubicBezTo>
                    <a:cubicBezTo>
                      <a:pt x="52602" y="1559"/>
                      <a:pt x="56436" y="1559"/>
                      <a:pt x="60282" y="1559"/>
                    </a:cubicBezTo>
                    <a:cubicBezTo>
                      <a:pt x="63199" y="1559"/>
                      <a:pt x="66104" y="1428"/>
                      <a:pt x="69009" y="1273"/>
                    </a:cubicBezTo>
                    <a:cubicBezTo>
                      <a:pt x="71265" y="1158"/>
                      <a:pt x="73527" y="1056"/>
                      <a:pt x="75787" y="1056"/>
                    </a:cubicBezTo>
                    <a:cubicBezTo>
                      <a:pt x="76556" y="1056"/>
                      <a:pt x="77325" y="1068"/>
                      <a:pt x="78093" y="1095"/>
                    </a:cubicBezTo>
                    <a:cubicBezTo>
                      <a:pt x="79629" y="1154"/>
                      <a:pt x="81201" y="1273"/>
                      <a:pt x="82713" y="1511"/>
                    </a:cubicBezTo>
                    <a:lnTo>
                      <a:pt x="82713" y="249"/>
                    </a:lnTo>
                    <a:cubicBezTo>
                      <a:pt x="80832" y="321"/>
                      <a:pt x="78939" y="357"/>
                      <a:pt x="77057" y="357"/>
                    </a:cubicBezTo>
                    <a:lnTo>
                      <a:pt x="77046" y="357"/>
                    </a:lnTo>
                    <a:cubicBezTo>
                      <a:pt x="76820" y="357"/>
                      <a:pt x="76595" y="358"/>
                      <a:pt x="76370" y="358"/>
                    </a:cubicBezTo>
                    <a:cubicBezTo>
                      <a:pt x="73559" y="358"/>
                      <a:pt x="70748" y="292"/>
                      <a:pt x="67937" y="226"/>
                    </a:cubicBezTo>
                    <a:cubicBezTo>
                      <a:pt x="64877" y="154"/>
                      <a:pt x="61829" y="47"/>
                      <a:pt x="58769" y="11"/>
                    </a:cubicBezTo>
                    <a:cubicBezTo>
                      <a:pt x="58095" y="4"/>
                      <a:pt x="57348" y="1"/>
                      <a:pt x="56554" y="1"/>
                    </a:cubicBezTo>
                    <a:cubicBezTo>
                      <a:pt x="50975" y="1"/>
                      <a:pt x="43066" y="166"/>
                      <a:pt x="41398" y="249"/>
                    </a:cubicBezTo>
                    <a:cubicBezTo>
                      <a:pt x="39517" y="321"/>
                      <a:pt x="37624" y="357"/>
                      <a:pt x="35731" y="357"/>
                    </a:cubicBezTo>
                    <a:cubicBezTo>
                      <a:pt x="35506" y="357"/>
                      <a:pt x="35280" y="358"/>
                      <a:pt x="35055" y="358"/>
                    </a:cubicBezTo>
                    <a:cubicBezTo>
                      <a:pt x="32244" y="358"/>
                      <a:pt x="29433" y="292"/>
                      <a:pt x="26623" y="226"/>
                    </a:cubicBezTo>
                    <a:cubicBezTo>
                      <a:pt x="23563" y="154"/>
                      <a:pt x="20515" y="47"/>
                      <a:pt x="17455" y="11"/>
                    </a:cubicBezTo>
                    <a:cubicBezTo>
                      <a:pt x="16768" y="4"/>
                      <a:pt x="16007" y="1"/>
                      <a:pt x="15198" y="1"/>
                    </a:cubicBezTo>
                    <a:close/>
                  </a:path>
                </a:pathLst>
              </a:custGeom>
              <a:solidFill>
                <a:srgbClr val="3C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33"/>
              <p:cNvSpPr/>
              <p:nvPr/>
            </p:nvSpPr>
            <p:spPr>
              <a:xfrm>
                <a:off x="6553305" y="509639"/>
                <a:ext cx="2662023" cy="69743"/>
              </a:xfrm>
              <a:custGeom>
                <a:avLst/>
                <a:gdLst/>
                <a:ahLst/>
                <a:cxnLst/>
                <a:rect l="l" t="t" r="r" b="b"/>
                <a:pathLst>
                  <a:path w="82320" h="2172" extrusionOk="0">
                    <a:moveTo>
                      <a:pt x="31805" y="0"/>
                    </a:moveTo>
                    <a:cubicBezTo>
                      <a:pt x="30111" y="0"/>
                      <a:pt x="28416" y="59"/>
                      <a:pt x="26742" y="121"/>
                    </a:cubicBezTo>
                    <a:cubicBezTo>
                      <a:pt x="25277" y="181"/>
                      <a:pt x="23825" y="264"/>
                      <a:pt x="22360" y="276"/>
                    </a:cubicBezTo>
                    <a:cubicBezTo>
                      <a:pt x="21829" y="284"/>
                      <a:pt x="21297" y="288"/>
                      <a:pt x="20766" y="288"/>
                    </a:cubicBezTo>
                    <a:cubicBezTo>
                      <a:pt x="19797" y="288"/>
                      <a:pt x="18828" y="275"/>
                      <a:pt x="17859" y="252"/>
                    </a:cubicBezTo>
                    <a:cubicBezTo>
                      <a:pt x="17115" y="233"/>
                      <a:pt x="16353" y="225"/>
                      <a:pt x="15577" y="225"/>
                    </a:cubicBezTo>
                    <a:cubicBezTo>
                      <a:pt x="10536" y="225"/>
                      <a:pt x="4932" y="573"/>
                      <a:pt x="0" y="573"/>
                    </a:cubicBezTo>
                    <a:cubicBezTo>
                      <a:pt x="0" y="1038"/>
                      <a:pt x="214" y="1693"/>
                      <a:pt x="214" y="2157"/>
                    </a:cubicBezTo>
                    <a:cubicBezTo>
                      <a:pt x="646" y="2167"/>
                      <a:pt x="1079" y="2172"/>
                      <a:pt x="1514" y="2172"/>
                    </a:cubicBezTo>
                    <a:cubicBezTo>
                      <a:pt x="7004" y="2172"/>
                      <a:pt x="12675" y="1418"/>
                      <a:pt x="17998" y="1418"/>
                    </a:cubicBezTo>
                    <a:cubicBezTo>
                      <a:pt x="18652" y="1418"/>
                      <a:pt x="19301" y="1429"/>
                      <a:pt x="19943" y="1455"/>
                    </a:cubicBezTo>
                    <a:cubicBezTo>
                      <a:pt x="24265" y="1633"/>
                      <a:pt x="28551" y="2038"/>
                      <a:pt x="32885" y="2086"/>
                    </a:cubicBezTo>
                    <a:cubicBezTo>
                      <a:pt x="35766" y="2109"/>
                      <a:pt x="38648" y="2074"/>
                      <a:pt x="41529" y="2145"/>
                    </a:cubicBezTo>
                    <a:lnTo>
                      <a:pt x="41529" y="2157"/>
                    </a:lnTo>
                    <a:cubicBezTo>
                      <a:pt x="41957" y="2167"/>
                      <a:pt x="42386" y="2172"/>
                      <a:pt x="42816" y="2172"/>
                    </a:cubicBezTo>
                    <a:cubicBezTo>
                      <a:pt x="48288" y="2172"/>
                      <a:pt x="53940" y="1415"/>
                      <a:pt x="59249" y="1415"/>
                    </a:cubicBezTo>
                    <a:cubicBezTo>
                      <a:pt x="59924" y="1415"/>
                      <a:pt x="60594" y="1427"/>
                      <a:pt x="61258" y="1455"/>
                    </a:cubicBezTo>
                    <a:cubicBezTo>
                      <a:pt x="65580" y="1633"/>
                      <a:pt x="69866" y="2038"/>
                      <a:pt x="74200" y="2074"/>
                    </a:cubicBezTo>
                    <a:cubicBezTo>
                      <a:pt x="76903" y="2097"/>
                      <a:pt x="79617" y="2074"/>
                      <a:pt x="82320" y="2133"/>
                    </a:cubicBezTo>
                    <a:lnTo>
                      <a:pt x="82320" y="538"/>
                    </a:lnTo>
                    <a:cubicBezTo>
                      <a:pt x="80451" y="466"/>
                      <a:pt x="78581" y="228"/>
                      <a:pt x="76736" y="109"/>
                    </a:cubicBezTo>
                    <a:cubicBezTo>
                      <a:pt x="75536" y="30"/>
                      <a:pt x="74328" y="0"/>
                      <a:pt x="73118" y="0"/>
                    </a:cubicBezTo>
                    <a:cubicBezTo>
                      <a:pt x="71423" y="0"/>
                      <a:pt x="69726" y="59"/>
                      <a:pt x="68044" y="121"/>
                    </a:cubicBezTo>
                    <a:cubicBezTo>
                      <a:pt x="66592" y="181"/>
                      <a:pt x="65139" y="264"/>
                      <a:pt x="63675" y="276"/>
                    </a:cubicBezTo>
                    <a:cubicBezTo>
                      <a:pt x="63143" y="284"/>
                      <a:pt x="62612" y="288"/>
                      <a:pt x="62080" y="288"/>
                    </a:cubicBezTo>
                    <a:cubicBezTo>
                      <a:pt x="61112" y="288"/>
                      <a:pt x="60143" y="275"/>
                      <a:pt x="59174" y="252"/>
                    </a:cubicBezTo>
                    <a:cubicBezTo>
                      <a:pt x="58398" y="232"/>
                      <a:pt x="57603" y="223"/>
                      <a:pt x="56794" y="223"/>
                    </a:cubicBezTo>
                    <a:cubicBezTo>
                      <a:pt x="51918" y="223"/>
                      <a:pt x="46533" y="541"/>
                      <a:pt x="41743" y="562"/>
                    </a:cubicBezTo>
                    <a:cubicBezTo>
                      <a:pt x="39624" y="538"/>
                      <a:pt x="37505" y="240"/>
                      <a:pt x="35421" y="109"/>
                    </a:cubicBezTo>
                    <a:cubicBezTo>
                      <a:pt x="34221" y="30"/>
                      <a:pt x="33013" y="0"/>
                      <a:pt x="31805" y="0"/>
                    </a:cubicBezTo>
                    <a:close/>
                  </a:path>
                </a:pathLst>
              </a:custGeom>
              <a:solidFill>
                <a:srgbClr val="E29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Google Shape;1781;p33"/>
              <p:cNvSpPr/>
              <p:nvPr/>
            </p:nvSpPr>
            <p:spPr>
              <a:xfrm>
                <a:off x="6537136" y="590910"/>
                <a:ext cx="2677804" cy="75170"/>
              </a:xfrm>
              <a:custGeom>
                <a:avLst/>
                <a:gdLst/>
                <a:ahLst/>
                <a:cxnLst/>
                <a:rect l="l" t="t" r="r" b="b"/>
                <a:pathLst>
                  <a:path w="82808" h="2341" extrusionOk="0">
                    <a:moveTo>
                      <a:pt x="59457" y="1"/>
                    </a:moveTo>
                    <a:cubicBezTo>
                      <a:pt x="53730" y="1"/>
                      <a:pt x="47269" y="711"/>
                      <a:pt x="41624" y="721"/>
                    </a:cubicBezTo>
                    <a:cubicBezTo>
                      <a:pt x="38552" y="650"/>
                      <a:pt x="35481" y="698"/>
                      <a:pt x="32409" y="650"/>
                    </a:cubicBezTo>
                    <a:cubicBezTo>
                      <a:pt x="28492" y="590"/>
                      <a:pt x="24598" y="221"/>
                      <a:pt x="20693" y="55"/>
                    </a:cubicBezTo>
                    <a:cubicBezTo>
                      <a:pt x="19872" y="18"/>
                      <a:pt x="19029" y="2"/>
                      <a:pt x="18170" y="2"/>
                    </a:cubicBezTo>
                    <a:cubicBezTo>
                      <a:pt x="12415" y="2"/>
                      <a:pt x="5916" y="722"/>
                      <a:pt x="252" y="722"/>
                    </a:cubicBezTo>
                    <a:cubicBezTo>
                      <a:pt x="211" y="722"/>
                      <a:pt x="171" y="721"/>
                      <a:pt x="131" y="721"/>
                    </a:cubicBezTo>
                    <a:lnTo>
                      <a:pt x="131" y="721"/>
                    </a:lnTo>
                    <a:cubicBezTo>
                      <a:pt x="167" y="1305"/>
                      <a:pt x="0" y="1757"/>
                      <a:pt x="36" y="2341"/>
                    </a:cubicBezTo>
                    <a:cubicBezTo>
                      <a:pt x="1484" y="2341"/>
                      <a:pt x="2132" y="1935"/>
                      <a:pt x="2363" y="1935"/>
                    </a:cubicBezTo>
                    <a:cubicBezTo>
                      <a:pt x="2369" y="1935"/>
                      <a:pt x="2375" y="1935"/>
                      <a:pt x="2381" y="1936"/>
                    </a:cubicBezTo>
                    <a:cubicBezTo>
                      <a:pt x="4096" y="1626"/>
                      <a:pt x="5894" y="1507"/>
                      <a:pt x="7596" y="1436"/>
                    </a:cubicBezTo>
                    <a:cubicBezTo>
                      <a:pt x="8553" y="1399"/>
                      <a:pt x="9510" y="1382"/>
                      <a:pt x="10468" y="1382"/>
                    </a:cubicBezTo>
                    <a:cubicBezTo>
                      <a:pt x="13181" y="1382"/>
                      <a:pt x="15896" y="1512"/>
                      <a:pt x="18598" y="1662"/>
                    </a:cubicBezTo>
                    <a:cubicBezTo>
                      <a:pt x="20407" y="1769"/>
                      <a:pt x="22217" y="1888"/>
                      <a:pt x="24027" y="2007"/>
                    </a:cubicBezTo>
                    <a:cubicBezTo>
                      <a:pt x="24826" y="1994"/>
                      <a:pt x="25625" y="1988"/>
                      <a:pt x="26423" y="1988"/>
                    </a:cubicBezTo>
                    <a:cubicBezTo>
                      <a:pt x="31405" y="1988"/>
                      <a:pt x="36373" y="2218"/>
                      <a:pt x="41350" y="2341"/>
                    </a:cubicBezTo>
                    <a:lnTo>
                      <a:pt x="41481" y="2341"/>
                    </a:lnTo>
                    <a:cubicBezTo>
                      <a:pt x="42835" y="2318"/>
                      <a:pt x="43458" y="1935"/>
                      <a:pt x="43678" y="1935"/>
                    </a:cubicBezTo>
                    <a:cubicBezTo>
                      <a:pt x="43684" y="1935"/>
                      <a:pt x="43690" y="1935"/>
                      <a:pt x="43696" y="1936"/>
                    </a:cubicBezTo>
                    <a:cubicBezTo>
                      <a:pt x="45410" y="1626"/>
                      <a:pt x="47208" y="1507"/>
                      <a:pt x="48911" y="1436"/>
                    </a:cubicBezTo>
                    <a:cubicBezTo>
                      <a:pt x="49868" y="1399"/>
                      <a:pt x="50825" y="1382"/>
                      <a:pt x="51783" y="1382"/>
                    </a:cubicBezTo>
                    <a:cubicBezTo>
                      <a:pt x="54496" y="1382"/>
                      <a:pt x="57211" y="1512"/>
                      <a:pt x="59912" y="1662"/>
                    </a:cubicBezTo>
                    <a:cubicBezTo>
                      <a:pt x="61722" y="1769"/>
                      <a:pt x="63532" y="1888"/>
                      <a:pt x="65342" y="2007"/>
                    </a:cubicBezTo>
                    <a:cubicBezTo>
                      <a:pt x="66146" y="1994"/>
                      <a:pt x="66949" y="1988"/>
                      <a:pt x="67753" y="1988"/>
                    </a:cubicBezTo>
                    <a:cubicBezTo>
                      <a:pt x="72766" y="1988"/>
                      <a:pt x="77765" y="2218"/>
                      <a:pt x="82772" y="2341"/>
                    </a:cubicBezTo>
                    <a:lnTo>
                      <a:pt x="82808" y="2341"/>
                    </a:lnTo>
                    <a:lnTo>
                      <a:pt x="82808" y="721"/>
                    </a:lnTo>
                    <a:cubicBezTo>
                      <a:pt x="79784" y="650"/>
                      <a:pt x="76748" y="698"/>
                      <a:pt x="73724" y="650"/>
                    </a:cubicBezTo>
                    <a:cubicBezTo>
                      <a:pt x="69806" y="590"/>
                      <a:pt x="65913" y="221"/>
                      <a:pt x="62008" y="55"/>
                    </a:cubicBezTo>
                    <a:cubicBezTo>
                      <a:pt x="61178" y="17"/>
                      <a:pt x="60326" y="1"/>
                      <a:pt x="59457" y="1"/>
                    </a:cubicBezTo>
                    <a:close/>
                  </a:path>
                </a:pathLst>
              </a:custGeom>
              <a:solidFill>
                <a:srgbClr val="3C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Google Shape;1782;p33"/>
              <p:cNvSpPr/>
              <p:nvPr/>
            </p:nvSpPr>
            <p:spPr>
              <a:xfrm>
                <a:off x="8629308" y="256901"/>
                <a:ext cx="577548" cy="22798"/>
              </a:xfrm>
              <a:custGeom>
                <a:avLst/>
                <a:gdLst/>
                <a:ahLst/>
                <a:cxnLst/>
                <a:rect l="l" t="t" r="r" b="b"/>
                <a:pathLst>
                  <a:path w="17860" h="710" extrusionOk="0">
                    <a:moveTo>
                      <a:pt x="8522" y="1"/>
                    </a:moveTo>
                    <a:cubicBezTo>
                      <a:pt x="5679" y="1"/>
                      <a:pt x="2833" y="98"/>
                      <a:pt x="1" y="313"/>
                    </a:cubicBezTo>
                    <a:cubicBezTo>
                      <a:pt x="3215" y="491"/>
                      <a:pt x="6430" y="670"/>
                      <a:pt x="9645" y="705"/>
                    </a:cubicBezTo>
                    <a:cubicBezTo>
                      <a:pt x="9956" y="708"/>
                      <a:pt x="10268" y="710"/>
                      <a:pt x="10579" y="710"/>
                    </a:cubicBezTo>
                    <a:cubicBezTo>
                      <a:pt x="13011" y="710"/>
                      <a:pt x="15454" y="620"/>
                      <a:pt x="17860" y="324"/>
                    </a:cubicBezTo>
                    <a:cubicBezTo>
                      <a:pt x="17265" y="289"/>
                      <a:pt x="16669" y="253"/>
                      <a:pt x="16074" y="217"/>
                    </a:cubicBezTo>
                    <a:cubicBezTo>
                      <a:pt x="13566" y="77"/>
                      <a:pt x="11045" y="1"/>
                      <a:pt x="8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83" name="Google Shape;1783;p33"/>
            <p:cNvSpPr/>
            <p:nvPr/>
          </p:nvSpPr>
          <p:spPr>
            <a:xfrm rot="-5400000" flipH="1">
              <a:off x="4764522" y="4073906"/>
              <a:ext cx="818735" cy="20390"/>
            </a:xfrm>
            <a:custGeom>
              <a:avLst/>
              <a:gdLst/>
              <a:ahLst/>
              <a:cxnLst/>
              <a:rect l="l" t="t" r="r" b="b"/>
              <a:pathLst>
                <a:path w="33672" h="635" extrusionOk="0">
                  <a:moveTo>
                    <a:pt x="1" y="0"/>
                  </a:moveTo>
                  <a:cubicBezTo>
                    <a:pt x="3763" y="202"/>
                    <a:pt x="7526" y="512"/>
                    <a:pt x="11312" y="548"/>
                  </a:cubicBezTo>
                  <a:cubicBezTo>
                    <a:pt x="14193" y="572"/>
                    <a:pt x="17074" y="536"/>
                    <a:pt x="19956" y="619"/>
                  </a:cubicBezTo>
                  <a:cubicBezTo>
                    <a:pt x="20392" y="629"/>
                    <a:pt x="20829" y="634"/>
                    <a:pt x="21268" y="634"/>
                  </a:cubicBezTo>
                  <a:cubicBezTo>
                    <a:pt x="25371" y="634"/>
                    <a:pt x="29584" y="215"/>
                    <a:pt x="33672" y="0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3"/>
            <p:cNvSpPr/>
            <p:nvPr/>
          </p:nvSpPr>
          <p:spPr>
            <a:xfrm rot="-5400000" flipH="1">
              <a:off x="5090038" y="4460340"/>
              <a:ext cx="361904" cy="13518"/>
            </a:xfrm>
            <a:custGeom>
              <a:avLst/>
              <a:gdLst/>
              <a:ahLst/>
              <a:cxnLst/>
              <a:rect l="l" t="t" r="r" b="b"/>
              <a:pathLst>
                <a:path w="14884" h="421" extrusionOk="0">
                  <a:moveTo>
                    <a:pt x="13752" y="0"/>
                  </a:moveTo>
                  <a:cubicBezTo>
                    <a:pt x="9169" y="48"/>
                    <a:pt x="4585" y="131"/>
                    <a:pt x="1" y="238"/>
                  </a:cubicBezTo>
                  <a:cubicBezTo>
                    <a:pt x="1997" y="359"/>
                    <a:pt x="4001" y="420"/>
                    <a:pt x="6004" y="420"/>
                  </a:cubicBezTo>
                  <a:cubicBezTo>
                    <a:pt x="7370" y="420"/>
                    <a:pt x="8736" y="392"/>
                    <a:pt x="10097" y="334"/>
                  </a:cubicBezTo>
                  <a:cubicBezTo>
                    <a:pt x="11693" y="262"/>
                    <a:pt x="13288" y="155"/>
                    <a:pt x="148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3"/>
            <p:cNvSpPr/>
            <p:nvPr/>
          </p:nvSpPr>
          <p:spPr>
            <a:xfrm rot="-5400000" flipH="1">
              <a:off x="5214844" y="3901560"/>
              <a:ext cx="434290" cy="22894"/>
            </a:xfrm>
            <a:custGeom>
              <a:avLst/>
              <a:gdLst/>
              <a:ahLst/>
              <a:cxnLst/>
              <a:rect l="l" t="t" r="r" b="b"/>
              <a:pathLst>
                <a:path w="17861" h="713" extrusionOk="0">
                  <a:moveTo>
                    <a:pt x="8582" y="1"/>
                  </a:moveTo>
                  <a:cubicBezTo>
                    <a:pt x="5719" y="1"/>
                    <a:pt x="2853" y="101"/>
                    <a:pt x="1" y="323"/>
                  </a:cubicBezTo>
                  <a:cubicBezTo>
                    <a:pt x="3216" y="490"/>
                    <a:pt x="6430" y="669"/>
                    <a:pt x="9645" y="704"/>
                  </a:cubicBezTo>
                  <a:cubicBezTo>
                    <a:pt x="10027" y="709"/>
                    <a:pt x="10408" y="712"/>
                    <a:pt x="10791" y="712"/>
                  </a:cubicBezTo>
                  <a:cubicBezTo>
                    <a:pt x="13152" y="712"/>
                    <a:pt x="15524" y="610"/>
                    <a:pt x="17860" y="323"/>
                  </a:cubicBezTo>
                  <a:cubicBezTo>
                    <a:pt x="17265" y="288"/>
                    <a:pt x="16670" y="252"/>
                    <a:pt x="16074" y="216"/>
                  </a:cubicBezTo>
                  <a:cubicBezTo>
                    <a:pt x="13586" y="77"/>
                    <a:pt x="11085" y="1"/>
                    <a:pt x="85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3"/>
            <p:cNvSpPr/>
            <p:nvPr/>
          </p:nvSpPr>
          <p:spPr>
            <a:xfrm rot="-5400000" flipH="1">
              <a:off x="5648784" y="4449449"/>
              <a:ext cx="361904" cy="13904"/>
            </a:xfrm>
            <a:custGeom>
              <a:avLst/>
              <a:gdLst/>
              <a:ahLst/>
              <a:cxnLst/>
              <a:rect l="l" t="t" r="r" b="b"/>
              <a:pathLst>
                <a:path w="14884" h="433" extrusionOk="0">
                  <a:moveTo>
                    <a:pt x="14883" y="0"/>
                  </a:moveTo>
                  <a:cubicBezTo>
                    <a:pt x="14514" y="0"/>
                    <a:pt x="14133" y="0"/>
                    <a:pt x="13752" y="12"/>
                  </a:cubicBezTo>
                  <a:cubicBezTo>
                    <a:pt x="9168" y="48"/>
                    <a:pt x="4584" y="143"/>
                    <a:pt x="0" y="238"/>
                  </a:cubicBezTo>
                  <a:lnTo>
                    <a:pt x="0" y="250"/>
                  </a:lnTo>
                  <a:cubicBezTo>
                    <a:pt x="1996" y="371"/>
                    <a:pt x="4001" y="432"/>
                    <a:pt x="6004" y="432"/>
                  </a:cubicBezTo>
                  <a:cubicBezTo>
                    <a:pt x="7370" y="432"/>
                    <a:pt x="8735" y="404"/>
                    <a:pt x="10097" y="346"/>
                  </a:cubicBezTo>
                  <a:cubicBezTo>
                    <a:pt x="11692" y="274"/>
                    <a:pt x="13288" y="167"/>
                    <a:pt x="148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3"/>
            <p:cNvSpPr/>
            <p:nvPr/>
          </p:nvSpPr>
          <p:spPr>
            <a:xfrm rot="-5400000" flipH="1">
              <a:off x="4870429" y="4112242"/>
              <a:ext cx="2015811" cy="41871"/>
            </a:xfrm>
            <a:custGeom>
              <a:avLst/>
              <a:gdLst/>
              <a:ahLst/>
              <a:cxnLst/>
              <a:rect l="l" t="t" r="r" b="b"/>
              <a:pathLst>
                <a:path w="82904" h="1304" extrusionOk="0">
                  <a:moveTo>
                    <a:pt x="21146" y="0"/>
                  </a:moveTo>
                  <a:cubicBezTo>
                    <a:pt x="20347" y="0"/>
                    <a:pt x="19549" y="13"/>
                    <a:pt x="18753" y="42"/>
                  </a:cubicBezTo>
                  <a:cubicBezTo>
                    <a:pt x="15900" y="141"/>
                    <a:pt x="13101" y="321"/>
                    <a:pt x="10275" y="321"/>
                  </a:cubicBezTo>
                  <a:cubicBezTo>
                    <a:pt x="9362" y="321"/>
                    <a:pt x="8447" y="302"/>
                    <a:pt x="7525" y="256"/>
                  </a:cubicBezTo>
                  <a:cubicBezTo>
                    <a:pt x="5918" y="172"/>
                    <a:pt x="4299" y="89"/>
                    <a:pt x="2668" y="89"/>
                  </a:cubicBezTo>
                  <a:cubicBezTo>
                    <a:pt x="2346" y="89"/>
                    <a:pt x="775" y="423"/>
                    <a:pt x="108" y="458"/>
                  </a:cubicBezTo>
                  <a:cubicBezTo>
                    <a:pt x="132" y="744"/>
                    <a:pt x="1" y="899"/>
                    <a:pt x="25" y="1196"/>
                  </a:cubicBezTo>
                  <a:cubicBezTo>
                    <a:pt x="150" y="1198"/>
                    <a:pt x="278" y="1198"/>
                    <a:pt x="408" y="1198"/>
                  </a:cubicBezTo>
                  <a:cubicBezTo>
                    <a:pt x="3139" y="1198"/>
                    <a:pt x="6699" y="970"/>
                    <a:pt x="9359" y="958"/>
                  </a:cubicBezTo>
                  <a:cubicBezTo>
                    <a:pt x="10901" y="952"/>
                    <a:pt x="12443" y="943"/>
                    <a:pt x="13985" y="943"/>
                  </a:cubicBezTo>
                  <a:cubicBezTo>
                    <a:pt x="15526" y="943"/>
                    <a:pt x="17068" y="952"/>
                    <a:pt x="18610" y="982"/>
                  </a:cubicBezTo>
                  <a:cubicBezTo>
                    <a:pt x="21658" y="1030"/>
                    <a:pt x="24706" y="1137"/>
                    <a:pt x="27754" y="1196"/>
                  </a:cubicBezTo>
                  <a:cubicBezTo>
                    <a:pt x="30254" y="1256"/>
                    <a:pt x="32758" y="1300"/>
                    <a:pt x="35261" y="1300"/>
                  </a:cubicBezTo>
                  <a:cubicBezTo>
                    <a:pt x="37288" y="1300"/>
                    <a:pt x="39315" y="1271"/>
                    <a:pt x="41339" y="1196"/>
                  </a:cubicBezTo>
                  <a:cubicBezTo>
                    <a:pt x="41465" y="1198"/>
                    <a:pt x="41593" y="1198"/>
                    <a:pt x="41723" y="1198"/>
                  </a:cubicBezTo>
                  <a:cubicBezTo>
                    <a:pt x="44454" y="1198"/>
                    <a:pt x="48014" y="970"/>
                    <a:pt x="50674" y="958"/>
                  </a:cubicBezTo>
                  <a:cubicBezTo>
                    <a:pt x="52216" y="952"/>
                    <a:pt x="53757" y="943"/>
                    <a:pt x="55299" y="943"/>
                  </a:cubicBezTo>
                  <a:cubicBezTo>
                    <a:pt x="56841" y="943"/>
                    <a:pt x="58383" y="952"/>
                    <a:pt x="59925" y="982"/>
                  </a:cubicBezTo>
                  <a:cubicBezTo>
                    <a:pt x="62973" y="1030"/>
                    <a:pt x="66021" y="1137"/>
                    <a:pt x="69069" y="1196"/>
                  </a:cubicBezTo>
                  <a:cubicBezTo>
                    <a:pt x="71595" y="1255"/>
                    <a:pt x="74125" y="1303"/>
                    <a:pt x="76654" y="1303"/>
                  </a:cubicBezTo>
                  <a:cubicBezTo>
                    <a:pt x="78738" y="1303"/>
                    <a:pt x="80822" y="1271"/>
                    <a:pt x="82904" y="1185"/>
                  </a:cubicBezTo>
                  <a:lnTo>
                    <a:pt x="82904" y="446"/>
                  </a:lnTo>
                  <a:cubicBezTo>
                    <a:pt x="81529" y="540"/>
                    <a:pt x="80149" y="577"/>
                    <a:pt x="78766" y="577"/>
                  </a:cubicBezTo>
                  <a:cubicBezTo>
                    <a:pt x="73330" y="577"/>
                    <a:pt x="67841" y="3"/>
                    <a:pt x="62398" y="3"/>
                  </a:cubicBezTo>
                  <a:cubicBezTo>
                    <a:pt x="61620" y="3"/>
                    <a:pt x="60843" y="15"/>
                    <a:pt x="60068" y="42"/>
                  </a:cubicBezTo>
                  <a:cubicBezTo>
                    <a:pt x="57215" y="141"/>
                    <a:pt x="54416" y="321"/>
                    <a:pt x="51590" y="321"/>
                  </a:cubicBezTo>
                  <a:cubicBezTo>
                    <a:pt x="50677" y="321"/>
                    <a:pt x="49761" y="302"/>
                    <a:pt x="48840" y="256"/>
                  </a:cubicBezTo>
                  <a:cubicBezTo>
                    <a:pt x="47233" y="172"/>
                    <a:pt x="45614" y="89"/>
                    <a:pt x="43982" y="89"/>
                  </a:cubicBezTo>
                  <a:cubicBezTo>
                    <a:pt x="43697" y="89"/>
                    <a:pt x="42411" y="363"/>
                    <a:pt x="41673" y="434"/>
                  </a:cubicBezTo>
                  <a:cubicBezTo>
                    <a:pt x="40263" y="534"/>
                    <a:pt x="38848" y="574"/>
                    <a:pt x="37428" y="574"/>
                  </a:cubicBezTo>
                  <a:cubicBezTo>
                    <a:pt x="32021" y="574"/>
                    <a:pt x="26559" y="0"/>
                    <a:pt x="211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3"/>
            <p:cNvSpPr/>
            <p:nvPr/>
          </p:nvSpPr>
          <p:spPr>
            <a:xfrm rot="-5400000" flipH="1">
              <a:off x="5035290" y="4083962"/>
              <a:ext cx="2029986" cy="84257"/>
            </a:xfrm>
            <a:custGeom>
              <a:avLst/>
              <a:gdLst/>
              <a:ahLst/>
              <a:cxnLst/>
              <a:rect l="l" t="t" r="r" b="b"/>
              <a:pathLst>
                <a:path w="83487" h="2624" extrusionOk="0">
                  <a:moveTo>
                    <a:pt x="57972" y="1"/>
                  </a:moveTo>
                  <a:cubicBezTo>
                    <a:pt x="52757" y="1"/>
                    <a:pt x="46991" y="326"/>
                    <a:pt x="42256" y="835"/>
                  </a:cubicBezTo>
                  <a:cubicBezTo>
                    <a:pt x="41281" y="911"/>
                    <a:pt x="40296" y="940"/>
                    <a:pt x="39312" y="940"/>
                  </a:cubicBezTo>
                  <a:cubicBezTo>
                    <a:pt x="38433" y="940"/>
                    <a:pt x="37554" y="917"/>
                    <a:pt x="36683" y="883"/>
                  </a:cubicBezTo>
                  <a:cubicBezTo>
                    <a:pt x="33933" y="776"/>
                    <a:pt x="31195" y="526"/>
                    <a:pt x="28444" y="359"/>
                  </a:cubicBezTo>
                  <a:cubicBezTo>
                    <a:pt x="25503" y="169"/>
                    <a:pt x="22539" y="109"/>
                    <a:pt x="19586" y="38"/>
                  </a:cubicBezTo>
                  <a:cubicBezTo>
                    <a:pt x="18650" y="13"/>
                    <a:pt x="17684" y="2"/>
                    <a:pt x="16698" y="2"/>
                  </a:cubicBezTo>
                  <a:cubicBezTo>
                    <a:pt x="11424" y="2"/>
                    <a:pt x="5585" y="336"/>
                    <a:pt x="810" y="847"/>
                  </a:cubicBezTo>
                  <a:cubicBezTo>
                    <a:pt x="834" y="1550"/>
                    <a:pt x="0" y="1240"/>
                    <a:pt x="0" y="1943"/>
                  </a:cubicBezTo>
                  <a:cubicBezTo>
                    <a:pt x="12" y="2026"/>
                    <a:pt x="1262" y="2359"/>
                    <a:pt x="1274" y="2443"/>
                  </a:cubicBezTo>
                  <a:cubicBezTo>
                    <a:pt x="1742" y="2491"/>
                    <a:pt x="2194" y="2510"/>
                    <a:pt x="2631" y="2510"/>
                  </a:cubicBezTo>
                  <a:cubicBezTo>
                    <a:pt x="4100" y="2510"/>
                    <a:pt x="5412" y="2299"/>
                    <a:pt x="6661" y="2299"/>
                  </a:cubicBezTo>
                  <a:cubicBezTo>
                    <a:pt x="6687" y="2299"/>
                    <a:pt x="6713" y="2300"/>
                    <a:pt x="6739" y="2300"/>
                  </a:cubicBezTo>
                  <a:cubicBezTo>
                    <a:pt x="8323" y="2300"/>
                    <a:pt x="9894" y="2300"/>
                    <a:pt x="11478" y="2288"/>
                  </a:cubicBezTo>
                  <a:cubicBezTo>
                    <a:pt x="12270" y="2288"/>
                    <a:pt x="13064" y="2294"/>
                    <a:pt x="13858" y="2294"/>
                  </a:cubicBezTo>
                  <a:cubicBezTo>
                    <a:pt x="14651" y="2294"/>
                    <a:pt x="15443" y="2288"/>
                    <a:pt x="16229" y="2264"/>
                  </a:cubicBezTo>
                  <a:cubicBezTo>
                    <a:pt x="17489" y="2227"/>
                    <a:pt x="18752" y="2210"/>
                    <a:pt x="20015" y="2210"/>
                  </a:cubicBezTo>
                  <a:cubicBezTo>
                    <a:pt x="22042" y="2210"/>
                    <a:pt x="24069" y="2255"/>
                    <a:pt x="26087" y="2335"/>
                  </a:cubicBezTo>
                  <a:cubicBezTo>
                    <a:pt x="27730" y="2395"/>
                    <a:pt x="29361" y="2490"/>
                    <a:pt x="30992" y="2586"/>
                  </a:cubicBezTo>
                  <a:cubicBezTo>
                    <a:pt x="31484" y="2613"/>
                    <a:pt x="31980" y="2624"/>
                    <a:pt x="32478" y="2624"/>
                  </a:cubicBezTo>
                  <a:cubicBezTo>
                    <a:pt x="33473" y="2624"/>
                    <a:pt x="34473" y="2582"/>
                    <a:pt x="35457" y="2550"/>
                  </a:cubicBezTo>
                  <a:cubicBezTo>
                    <a:pt x="37222" y="2488"/>
                    <a:pt x="38988" y="2407"/>
                    <a:pt x="40753" y="2407"/>
                  </a:cubicBezTo>
                  <a:cubicBezTo>
                    <a:pt x="41381" y="2407"/>
                    <a:pt x="42009" y="2418"/>
                    <a:pt x="42637" y="2443"/>
                  </a:cubicBezTo>
                  <a:cubicBezTo>
                    <a:pt x="43099" y="2491"/>
                    <a:pt x="43546" y="2510"/>
                    <a:pt x="43979" y="2510"/>
                  </a:cubicBezTo>
                  <a:cubicBezTo>
                    <a:pt x="45433" y="2510"/>
                    <a:pt x="46736" y="2299"/>
                    <a:pt x="47976" y="2299"/>
                  </a:cubicBezTo>
                  <a:cubicBezTo>
                    <a:pt x="48002" y="2299"/>
                    <a:pt x="48028" y="2300"/>
                    <a:pt x="48054" y="2300"/>
                  </a:cubicBezTo>
                  <a:cubicBezTo>
                    <a:pt x="49637" y="2300"/>
                    <a:pt x="51221" y="2300"/>
                    <a:pt x="52805" y="2288"/>
                  </a:cubicBezTo>
                  <a:cubicBezTo>
                    <a:pt x="53703" y="2288"/>
                    <a:pt x="54608" y="2296"/>
                    <a:pt x="55513" y="2296"/>
                  </a:cubicBezTo>
                  <a:cubicBezTo>
                    <a:pt x="56192" y="2296"/>
                    <a:pt x="56870" y="2291"/>
                    <a:pt x="57543" y="2276"/>
                  </a:cubicBezTo>
                  <a:cubicBezTo>
                    <a:pt x="58830" y="2239"/>
                    <a:pt x="60118" y="2221"/>
                    <a:pt x="61407" y="2221"/>
                  </a:cubicBezTo>
                  <a:cubicBezTo>
                    <a:pt x="63410" y="2221"/>
                    <a:pt x="65414" y="2263"/>
                    <a:pt x="67413" y="2335"/>
                  </a:cubicBezTo>
                  <a:cubicBezTo>
                    <a:pt x="69045" y="2395"/>
                    <a:pt x="70676" y="2490"/>
                    <a:pt x="72307" y="2586"/>
                  </a:cubicBezTo>
                  <a:cubicBezTo>
                    <a:pt x="72799" y="2613"/>
                    <a:pt x="73295" y="2624"/>
                    <a:pt x="73793" y="2624"/>
                  </a:cubicBezTo>
                  <a:cubicBezTo>
                    <a:pt x="74787" y="2624"/>
                    <a:pt x="75788" y="2582"/>
                    <a:pt x="76772" y="2550"/>
                  </a:cubicBezTo>
                  <a:cubicBezTo>
                    <a:pt x="78554" y="2493"/>
                    <a:pt x="80336" y="2413"/>
                    <a:pt x="82118" y="2413"/>
                  </a:cubicBezTo>
                  <a:cubicBezTo>
                    <a:pt x="82575" y="2413"/>
                    <a:pt x="83031" y="2419"/>
                    <a:pt x="83487" y="2431"/>
                  </a:cubicBezTo>
                  <a:lnTo>
                    <a:pt x="83487" y="835"/>
                  </a:lnTo>
                  <a:cubicBezTo>
                    <a:pt x="82525" y="911"/>
                    <a:pt x="81556" y="940"/>
                    <a:pt x="80589" y="940"/>
                  </a:cubicBezTo>
                  <a:cubicBezTo>
                    <a:pt x="79726" y="940"/>
                    <a:pt x="78864" y="917"/>
                    <a:pt x="78010" y="883"/>
                  </a:cubicBezTo>
                  <a:lnTo>
                    <a:pt x="77998" y="883"/>
                  </a:lnTo>
                  <a:cubicBezTo>
                    <a:pt x="75248" y="776"/>
                    <a:pt x="72509" y="526"/>
                    <a:pt x="69759" y="359"/>
                  </a:cubicBezTo>
                  <a:cubicBezTo>
                    <a:pt x="66818" y="169"/>
                    <a:pt x="63854" y="109"/>
                    <a:pt x="60901" y="38"/>
                  </a:cubicBezTo>
                  <a:cubicBezTo>
                    <a:pt x="59952" y="13"/>
                    <a:pt x="58972" y="1"/>
                    <a:pt x="579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3"/>
            <p:cNvSpPr/>
            <p:nvPr/>
          </p:nvSpPr>
          <p:spPr>
            <a:xfrm rot="-5400000" flipH="1">
              <a:off x="5151255" y="4070135"/>
              <a:ext cx="2027676" cy="113637"/>
            </a:xfrm>
            <a:custGeom>
              <a:avLst/>
              <a:gdLst/>
              <a:ahLst/>
              <a:cxnLst/>
              <a:rect l="l" t="t" r="r" b="b"/>
              <a:pathLst>
                <a:path w="83392" h="3539" extrusionOk="0">
                  <a:moveTo>
                    <a:pt x="20540" y="0"/>
                  </a:moveTo>
                  <a:cubicBezTo>
                    <a:pt x="20258" y="0"/>
                    <a:pt x="19975" y="1"/>
                    <a:pt x="19694" y="3"/>
                  </a:cubicBezTo>
                  <a:cubicBezTo>
                    <a:pt x="18086" y="3"/>
                    <a:pt x="16467" y="51"/>
                    <a:pt x="14860" y="63"/>
                  </a:cubicBezTo>
                  <a:cubicBezTo>
                    <a:pt x="11245" y="73"/>
                    <a:pt x="6844" y="240"/>
                    <a:pt x="2975" y="240"/>
                  </a:cubicBezTo>
                  <a:cubicBezTo>
                    <a:pt x="2205" y="240"/>
                    <a:pt x="1456" y="233"/>
                    <a:pt x="739" y="218"/>
                  </a:cubicBezTo>
                  <a:lnTo>
                    <a:pt x="739" y="218"/>
                  </a:lnTo>
                  <a:cubicBezTo>
                    <a:pt x="846" y="1122"/>
                    <a:pt x="1" y="1599"/>
                    <a:pt x="36" y="2515"/>
                  </a:cubicBezTo>
                  <a:cubicBezTo>
                    <a:pt x="36" y="2623"/>
                    <a:pt x="1179" y="3397"/>
                    <a:pt x="1179" y="3504"/>
                  </a:cubicBezTo>
                  <a:cubicBezTo>
                    <a:pt x="1506" y="3528"/>
                    <a:pt x="1846" y="3539"/>
                    <a:pt x="2196" y="3539"/>
                  </a:cubicBezTo>
                  <a:cubicBezTo>
                    <a:pt x="4814" y="3539"/>
                    <a:pt x="7990" y="2940"/>
                    <a:pt x="10532" y="2940"/>
                  </a:cubicBezTo>
                  <a:cubicBezTo>
                    <a:pt x="10655" y="2940"/>
                    <a:pt x="10775" y="2941"/>
                    <a:pt x="10895" y="2944"/>
                  </a:cubicBezTo>
                  <a:cubicBezTo>
                    <a:pt x="13895" y="3027"/>
                    <a:pt x="16896" y="3170"/>
                    <a:pt x="19896" y="3218"/>
                  </a:cubicBezTo>
                  <a:cubicBezTo>
                    <a:pt x="20646" y="3230"/>
                    <a:pt x="21396" y="3239"/>
                    <a:pt x="22146" y="3239"/>
                  </a:cubicBezTo>
                  <a:cubicBezTo>
                    <a:pt x="22896" y="3239"/>
                    <a:pt x="23646" y="3230"/>
                    <a:pt x="24397" y="3206"/>
                  </a:cubicBezTo>
                  <a:cubicBezTo>
                    <a:pt x="25837" y="3170"/>
                    <a:pt x="27278" y="3087"/>
                    <a:pt x="28719" y="3039"/>
                  </a:cubicBezTo>
                  <a:cubicBezTo>
                    <a:pt x="30089" y="2994"/>
                    <a:pt x="31464" y="2960"/>
                    <a:pt x="32838" y="2960"/>
                  </a:cubicBezTo>
                  <a:cubicBezTo>
                    <a:pt x="34376" y="2960"/>
                    <a:pt x="35912" y="3003"/>
                    <a:pt x="37434" y="3123"/>
                  </a:cubicBezTo>
                  <a:cubicBezTo>
                    <a:pt x="39101" y="3254"/>
                    <a:pt x="40803" y="3456"/>
                    <a:pt x="42494" y="3492"/>
                  </a:cubicBezTo>
                  <a:cubicBezTo>
                    <a:pt x="42494" y="3492"/>
                    <a:pt x="42494" y="3504"/>
                    <a:pt x="42494" y="3504"/>
                  </a:cubicBezTo>
                  <a:cubicBezTo>
                    <a:pt x="42821" y="3528"/>
                    <a:pt x="43161" y="3539"/>
                    <a:pt x="43511" y="3539"/>
                  </a:cubicBezTo>
                  <a:cubicBezTo>
                    <a:pt x="46129" y="3539"/>
                    <a:pt x="49305" y="2940"/>
                    <a:pt x="51847" y="2940"/>
                  </a:cubicBezTo>
                  <a:cubicBezTo>
                    <a:pt x="51969" y="2940"/>
                    <a:pt x="52090" y="2941"/>
                    <a:pt x="52210" y="2944"/>
                  </a:cubicBezTo>
                  <a:cubicBezTo>
                    <a:pt x="55210" y="3027"/>
                    <a:pt x="58210" y="3170"/>
                    <a:pt x="61211" y="3218"/>
                  </a:cubicBezTo>
                  <a:cubicBezTo>
                    <a:pt x="61961" y="3230"/>
                    <a:pt x="62711" y="3239"/>
                    <a:pt x="63461" y="3239"/>
                  </a:cubicBezTo>
                  <a:cubicBezTo>
                    <a:pt x="64211" y="3239"/>
                    <a:pt x="64961" y="3230"/>
                    <a:pt x="65711" y="3206"/>
                  </a:cubicBezTo>
                  <a:cubicBezTo>
                    <a:pt x="67152" y="3170"/>
                    <a:pt x="68593" y="3087"/>
                    <a:pt x="70033" y="3039"/>
                  </a:cubicBezTo>
                  <a:cubicBezTo>
                    <a:pt x="71403" y="2994"/>
                    <a:pt x="72779" y="2960"/>
                    <a:pt x="74152" y="2960"/>
                  </a:cubicBezTo>
                  <a:cubicBezTo>
                    <a:pt x="75691" y="2960"/>
                    <a:pt x="77226" y="3003"/>
                    <a:pt x="78749" y="3123"/>
                  </a:cubicBezTo>
                  <a:cubicBezTo>
                    <a:pt x="80284" y="3254"/>
                    <a:pt x="81844" y="3432"/>
                    <a:pt x="83392" y="3492"/>
                  </a:cubicBezTo>
                  <a:lnTo>
                    <a:pt x="83392" y="218"/>
                  </a:lnTo>
                  <a:cubicBezTo>
                    <a:pt x="82902" y="202"/>
                    <a:pt x="82412" y="196"/>
                    <a:pt x="81921" y="196"/>
                  </a:cubicBezTo>
                  <a:cubicBezTo>
                    <a:pt x="79738" y="196"/>
                    <a:pt x="77545" y="324"/>
                    <a:pt x="75367" y="372"/>
                  </a:cubicBezTo>
                  <a:cubicBezTo>
                    <a:pt x="75023" y="380"/>
                    <a:pt x="74679" y="384"/>
                    <a:pt x="74335" y="384"/>
                  </a:cubicBezTo>
                  <a:cubicBezTo>
                    <a:pt x="71531" y="384"/>
                    <a:pt x="68750" y="148"/>
                    <a:pt x="65949" y="63"/>
                  </a:cubicBezTo>
                  <a:cubicBezTo>
                    <a:pt x="64588" y="23"/>
                    <a:pt x="63219" y="0"/>
                    <a:pt x="61855" y="0"/>
                  </a:cubicBezTo>
                  <a:cubicBezTo>
                    <a:pt x="61572" y="0"/>
                    <a:pt x="61290" y="1"/>
                    <a:pt x="61008" y="3"/>
                  </a:cubicBezTo>
                  <a:cubicBezTo>
                    <a:pt x="59401" y="3"/>
                    <a:pt x="57782" y="63"/>
                    <a:pt x="56174" y="63"/>
                  </a:cubicBezTo>
                  <a:cubicBezTo>
                    <a:pt x="52560" y="73"/>
                    <a:pt x="48167" y="240"/>
                    <a:pt x="44294" y="240"/>
                  </a:cubicBezTo>
                  <a:cubicBezTo>
                    <a:pt x="43523" y="240"/>
                    <a:pt x="42773" y="233"/>
                    <a:pt x="42054" y="218"/>
                  </a:cubicBezTo>
                  <a:cubicBezTo>
                    <a:pt x="41564" y="202"/>
                    <a:pt x="41074" y="196"/>
                    <a:pt x="40583" y="196"/>
                  </a:cubicBezTo>
                  <a:cubicBezTo>
                    <a:pt x="38404" y="196"/>
                    <a:pt x="36220" y="324"/>
                    <a:pt x="34053" y="372"/>
                  </a:cubicBezTo>
                  <a:cubicBezTo>
                    <a:pt x="33708" y="380"/>
                    <a:pt x="33364" y="384"/>
                    <a:pt x="33021" y="384"/>
                  </a:cubicBezTo>
                  <a:cubicBezTo>
                    <a:pt x="30216" y="384"/>
                    <a:pt x="27435" y="148"/>
                    <a:pt x="24635" y="63"/>
                  </a:cubicBezTo>
                  <a:cubicBezTo>
                    <a:pt x="23274" y="23"/>
                    <a:pt x="21904" y="0"/>
                    <a:pt x="20540" y="0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3"/>
            <p:cNvSpPr/>
            <p:nvPr/>
          </p:nvSpPr>
          <p:spPr>
            <a:xfrm rot="-5400000" flipH="1">
              <a:off x="5773537" y="3900567"/>
              <a:ext cx="434558" cy="22862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601" y="1"/>
                  </a:moveTo>
                  <a:cubicBezTo>
                    <a:pt x="5731" y="1"/>
                    <a:pt x="2859" y="98"/>
                    <a:pt x="0" y="314"/>
                  </a:cubicBezTo>
                  <a:cubicBezTo>
                    <a:pt x="3215" y="481"/>
                    <a:pt x="6430" y="672"/>
                    <a:pt x="9656" y="707"/>
                  </a:cubicBezTo>
                  <a:cubicBezTo>
                    <a:pt x="9966" y="710"/>
                    <a:pt x="10277" y="712"/>
                    <a:pt x="10587" y="712"/>
                  </a:cubicBezTo>
                  <a:cubicBezTo>
                    <a:pt x="13010" y="712"/>
                    <a:pt x="15455" y="622"/>
                    <a:pt x="17872" y="326"/>
                  </a:cubicBezTo>
                  <a:cubicBezTo>
                    <a:pt x="17276" y="279"/>
                    <a:pt x="16669" y="243"/>
                    <a:pt x="16074" y="207"/>
                  </a:cubicBezTo>
                  <a:cubicBezTo>
                    <a:pt x="13592" y="74"/>
                    <a:pt x="11097" y="1"/>
                    <a:pt x="8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3"/>
            <p:cNvSpPr/>
            <p:nvPr/>
          </p:nvSpPr>
          <p:spPr>
            <a:xfrm rot="-5400000" flipH="1">
              <a:off x="4938956" y="4106627"/>
              <a:ext cx="2012334" cy="56578"/>
            </a:xfrm>
            <a:custGeom>
              <a:avLst/>
              <a:gdLst/>
              <a:ahLst/>
              <a:cxnLst/>
              <a:rect l="l" t="t" r="r" b="b"/>
              <a:pathLst>
                <a:path w="82761" h="1762" extrusionOk="0">
                  <a:moveTo>
                    <a:pt x="56437" y="1"/>
                  </a:moveTo>
                  <a:cubicBezTo>
                    <a:pt x="50871" y="1"/>
                    <a:pt x="43056" y="156"/>
                    <a:pt x="41411" y="238"/>
                  </a:cubicBezTo>
                  <a:cubicBezTo>
                    <a:pt x="39517" y="322"/>
                    <a:pt x="37636" y="346"/>
                    <a:pt x="35743" y="357"/>
                  </a:cubicBezTo>
                  <a:cubicBezTo>
                    <a:pt x="32707" y="357"/>
                    <a:pt x="29659" y="298"/>
                    <a:pt x="26623" y="226"/>
                  </a:cubicBezTo>
                  <a:cubicBezTo>
                    <a:pt x="23575" y="155"/>
                    <a:pt x="20515" y="48"/>
                    <a:pt x="17455" y="12"/>
                  </a:cubicBezTo>
                  <a:cubicBezTo>
                    <a:pt x="16770" y="5"/>
                    <a:pt x="16010" y="1"/>
                    <a:pt x="15202" y="1"/>
                  </a:cubicBezTo>
                  <a:cubicBezTo>
                    <a:pt x="9523" y="1"/>
                    <a:pt x="1449" y="167"/>
                    <a:pt x="1" y="250"/>
                  </a:cubicBezTo>
                  <a:cubicBezTo>
                    <a:pt x="36" y="738"/>
                    <a:pt x="489" y="1096"/>
                    <a:pt x="513" y="1596"/>
                  </a:cubicBezTo>
                  <a:cubicBezTo>
                    <a:pt x="1086" y="1717"/>
                    <a:pt x="1747" y="1759"/>
                    <a:pt x="2448" y="1759"/>
                  </a:cubicBezTo>
                  <a:cubicBezTo>
                    <a:pt x="4059" y="1759"/>
                    <a:pt x="5886" y="1536"/>
                    <a:pt x="7374" y="1536"/>
                  </a:cubicBezTo>
                  <a:cubicBezTo>
                    <a:pt x="7401" y="1536"/>
                    <a:pt x="7427" y="1536"/>
                    <a:pt x="7454" y="1536"/>
                  </a:cubicBezTo>
                  <a:cubicBezTo>
                    <a:pt x="11300" y="1560"/>
                    <a:pt x="15133" y="1560"/>
                    <a:pt x="18967" y="1560"/>
                  </a:cubicBezTo>
                  <a:cubicBezTo>
                    <a:pt x="21896" y="1560"/>
                    <a:pt x="24789" y="1417"/>
                    <a:pt x="27706" y="1274"/>
                  </a:cubicBezTo>
                  <a:cubicBezTo>
                    <a:pt x="29962" y="1159"/>
                    <a:pt x="32218" y="1057"/>
                    <a:pt x="34479" y="1057"/>
                  </a:cubicBezTo>
                  <a:cubicBezTo>
                    <a:pt x="35249" y="1057"/>
                    <a:pt x="36020" y="1068"/>
                    <a:pt x="36791" y="1096"/>
                  </a:cubicBezTo>
                  <a:cubicBezTo>
                    <a:pt x="38470" y="1143"/>
                    <a:pt x="40184" y="1286"/>
                    <a:pt x="41827" y="1584"/>
                  </a:cubicBezTo>
                  <a:lnTo>
                    <a:pt x="41827" y="1596"/>
                  </a:lnTo>
                  <a:cubicBezTo>
                    <a:pt x="42409" y="1719"/>
                    <a:pt x="43080" y="1761"/>
                    <a:pt x="43792" y="1761"/>
                  </a:cubicBezTo>
                  <a:cubicBezTo>
                    <a:pt x="45425" y="1761"/>
                    <a:pt x="47276" y="1536"/>
                    <a:pt x="48769" y="1536"/>
                  </a:cubicBezTo>
                  <a:cubicBezTo>
                    <a:pt x="52614" y="1560"/>
                    <a:pt x="56448" y="1560"/>
                    <a:pt x="60282" y="1560"/>
                  </a:cubicBezTo>
                  <a:cubicBezTo>
                    <a:pt x="63211" y="1560"/>
                    <a:pt x="66104" y="1417"/>
                    <a:pt x="69021" y="1274"/>
                  </a:cubicBezTo>
                  <a:cubicBezTo>
                    <a:pt x="71277" y="1159"/>
                    <a:pt x="73533" y="1057"/>
                    <a:pt x="75794" y="1057"/>
                  </a:cubicBezTo>
                  <a:cubicBezTo>
                    <a:pt x="76564" y="1057"/>
                    <a:pt x="77334" y="1068"/>
                    <a:pt x="78106" y="1096"/>
                  </a:cubicBezTo>
                  <a:cubicBezTo>
                    <a:pt x="79653" y="1143"/>
                    <a:pt x="81237" y="1262"/>
                    <a:pt x="82761" y="1524"/>
                  </a:cubicBezTo>
                  <a:lnTo>
                    <a:pt x="82761" y="238"/>
                  </a:lnTo>
                  <a:cubicBezTo>
                    <a:pt x="80856" y="322"/>
                    <a:pt x="78963" y="346"/>
                    <a:pt x="77058" y="357"/>
                  </a:cubicBezTo>
                  <a:cubicBezTo>
                    <a:pt x="74022" y="357"/>
                    <a:pt x="70974" y="298"/>
                    <a:pt x="67938" y="226"/>
                  </a:cubicBezTo>
                  <a:cubicBezTo>
                    <a:pt x="64890" y="155"/>
                    <a:pt x="61830" y="48"/>
                    <a:pt x="58770" y="12"/>
                  </a:cubicBezTo>
                  <a:cubicBezTo>
                    <a:pt x="58062" y="4"/>
                    <a:pt x="57275" y="1"/>
                    <a:pt x="56437" y="1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3"/>
            <p:cNvSpPr/>
            <p:nvPr/>
          </p:nvSpPr>
          <p:spPr>
            <a:xfrm rot="-5400000" flipH="1">
              <a:off x="5265332" y="4104775"/>
              <a:ext cx="2002778" cy="69839"/>
            </a:xfrm>
            <a:custGeom>
              <a:avLst/>
              <a:gdLst/>
              <a:ahLst/>
              <a:cxnLst/>
              <a:rect l="l" t="t" r="r" b="b"/>
              <a:pathLst>
                <a:path w="82368" h="2175" extrusionOk="0">
                  <a:moveTo>
                    <a:pt x="73179" y="1"/>
                  </a:moveTo>
                  <a:cubicBezTo>
                    <a:pt x="71470" y="1"/>
                    <a:pt x="69755" y="63"/>
                    <a:pt x="68057" y="133"/>
                  </a:cubicBezTo>
                  <a:cubicBezTo>
                    <a:pt x="66592" y="192"/>
                    <a:pt x="65140" y="264"/>
                    <a:pt x="63675" y="288"/>
                  </a:cubicBezTo>
                  <a:cubicBezTo>
                    <a:pt x="63256" y="294"/>
                    <a:pt x="62837" y="297"/>
                    <a:pt x="62418" y="297"/>
                  </a:cubicBezTo>
                  <a:cubicBezTo>
                    <a:pt x="61337" y="297"/>
                    <a:pt x="60256" y="278"/>
                    <a:pt x="59175" y="252"/>
                  </a:cubicBezTo>
                  <a:cubicBezTo>
                    <a:pt x="58456" y="235"/>
                    <a:pt x="57721" y="227"/>
                    <a:pt x="56973" y="227"/>
                  </a:cubicBezTo>
                  <a:cubicBezTo>
                    <a:pt x="52059" y="227"/>
                    <a:pt x="46601" y="553"/>
                    <a:pt x="41744" y="573"/>
                  </a:cubicBezTo>
                  <a:lnTo>
                    <a:pt x="41744" y="562"/>
                  </a:lnTo>
                  <a:cubicBezTo>
                    <a:pt x="39636" y="538"/>
                    <a:pt x="37517" y="252"/>
                    <a:pt x="35433" y="109"/>
                  </a:cubicBezTo>
                  <a:cubicBezTo>
                    <a:pt x="34281" y="33"/>
                    <a:pt x="33121" y="4"/>
                    <a:pt x="31959" y="4"/>
                  </a:cubicBezTo>
                  <a:cubicBezTo>
                    <a:pt x="30217" y="4"/>
                    <a:pt x="28471" y="69"/>
                    <a:pt x="26742" y="133"/>
                  </a:cubicBezTo>
                  <a:cubicBezTo>
                    <a:pt x="25289" y="192"/>
                    <a:pt x="23825" y="264"/>
                    <a:pt x="22372" y="288"/>
                  </a:cubicBezTo>
                  <a:cubicBezTo>
                    <a:pt x="21953" y="294"/>
                    <a:pt x="21534" y="297"/>
                    <a:pt x="21114" y="297"/>
                  </a:cubicBezTo>
                  <a:cubicBezTo>
                    <a:pt x="20030" y="297"/>
                    <a:pt x="18944" y="278"/>
                    <a:pt x="17872" y="252"/>
                  </a:cubicBezTo>
                  <a:cubicBezTo>
                    <a:pt x="17164" y="235"/>
                    <a:pt x="16441" y="228"/>
                    <a:pt x="15706" y="228"/>
                  </a:cubicBezTo>
                  <a:cubicBezTo>
                    <a:pt x="10625" y="228"/>
                    <a:pt x="4972" y="573"/>
                    <a:pt x="0" y="573"/>
                  </a:cubicBezTo>
                  <a:cubicBezTo>
                    <a:pt x="12" y="1038"/>
                    <a:pt x="215" y="1693"/>
                    <a:pt x="215" y="2157"/>
                  </a:cubicBezTo>
                  <a:cubicBezTo>
                    <a:pt x="673" y="2169"/>
                    <a:pt x="1133" y="2174"/>
                    <a:pt x="1595" y="2174"/>
                  </a:cubicBezTo>
                  <a:cubicBezTo>
                    <a:pt x="7038" y="2174"/>
                    <a:pt x="12664" y="1427"/>
                    <a:pt x="17945" y="1427"/>
                  </a:cubicBezTo>
                  <a:cubicBezTo>
                    <a:pt x="18621" y="1427"/>
                    <a:pt x="19292" y="1439"/>
                    <a:pt x="19955" y="1466"/>
                  </a:cubicBezTo>
                  <a:cubicBezTo>
                    <a:pt x="24277" y="1645"/>
                    <a:pt x="28564" y="2050"/>
                    <a:pt x="32897" y="2086"/>
                  </a:cubicBezTo>
                  <a:cubicBezTo>
                    <a:pt x="35779" y="2109"/>
                    <a:pt x="38660" y="2086"/>
                    <a:pt x="41529" y="2157"/>
                  </a:cubicBezTo>
                  <a:cubicBezTo>
                    <a:pt x="41988" y="2169"/>
                    <a:pt x="42448" y="2174"/>
                    <a:pt x="42909" y="2174"/>
                  </a:cubicBezTo>
                  <a:cubicBezTo>
                    <a:pt x="48353" y="2174"/>
                    <a:pt x="53979" y="1427"/>
                    <a:pt x="59259" y="1427"/>
                  </a:cubicBezTo>
                  <a:cubicBezTo>
                    <a:pt x="59936" y="1427"/>
                    <a:pt x="60606" y="1439"/>
                    <a:pt x="61270" y="1466"/>
                  </a:cubicBezTo>
                  <a:cubicBezTo>
                    <a:pt x="65592" y="1645"/>
                    <a:pt x="69878" y="2050"/>
                    <a:pt x="74212" y="2086"/>
                  </a:cubicBezTo>
                  <a:cubicBezTo>
                    <a:pt x="76927" y="2109"/>
                    <a:pt x="79653" y="2086"/>
                    <a:pt x="82368" y="2145"/>
                  </a:cubicBezTo>
                  <a:lnTo>
                    <a:pt x="82368" y="550"/>
                  </a:lnTo>
                  <a:cubicBezTo>
                    <a:pt x="80487" y="478"/>
                    <a:pt x="78606" y="240"/>
                    <a:pt x="76748" y="109"/>
                  </a:cubicBezTo>
                  <a:lnTo>
                    <a:pt x="76736" y="109"/>
                  </a:lnTo>
                  <a:cubicBezTo>
                    <a:pt x="75558" y="31"/>
                    <a:pt x="74370" y="1"/>
                    <a:pt x="73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3"/>
            <p:cNvSpPr/>
            <p:nvPr/>
          </p:nvSpPr>
          <p:spPr>
            <a:xfrm rot="-5400000" flipH="1">
              <a:off x="5343737" y="4095902"/>
              <a:ext cx="2014352" cy="75426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3"/>
            <p:cNvSpPr/>
            <p:nvPr/>
          </p:nvSpPr>
          <p:spPr>
            <a:xfrm rot="-5400000" flipH="1">
              <a:off x="5773525" y="4905112"/>
              <a:ext cx="434582" cy="22862"/>
            </a:xfrm>
            <a:custGeom>
              <a:avLst/>
              <a:gdLst/>
              <a:ahLst/>
              <a:cxnLst/>
              <a:rect l="l" t="t" r="r" b="b"/>
              <a:pathLst>
                <a:path w="17873" h="712" extrusionOk="0">
                  <a:moveTo>
                    <a:pt x="8601" y="1"/>
                  </a:moveTo>
                  <a:cubicBezTo>
                    <a:pt x="5732" y="1"/>
                    <a:pt x="2860" y="98"/>
                    <a:pt x="1" y="314"/>
                  </a:cubicBezTo>
                  <a:cubicBezTo>
                    <a:pt x="3216" y="481"/>
                    <a:pt x="6430" y="672"/>
                    <a:pt x="9657" y="707"/>
                  </a:cubicBezTo>
                  <a:cubicBezTo>
                    <a:pt x="9967" y="710"/>
                    <a:pt x="10277" y="712"/>
                    <a:pt x="10588" y="712"/>
                  </a:cubicBezTo>
                  <a:cubicBezTo>
                    <a:pt x="13011" y="712"/>
                    <a:pt x="15456" y="622"/>
                    <a:pt x="17872" y="326"/>
                  </a:cubicBezTo>
                  <a:cubicBezTo>
                    <a:pt x="17277" y="279"/>
                    <a:pt x="16670" y="243"/>
                    <a:pt x="16074" y="207"/>
                  </a:cubicBezTo>
                  <a:cubicBezTo>
                    <a:pt x="13593" y="74"/>
                    <a:pt x="11098" y="1"/>
                    <a:pt x="8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3"/>
            <p:cNvSpPr/>
            <p:nvPr/>
          </p:nvSpPr>
          <p:spPr>
            <a:xfrm rot="-5400000" flipH="1">
              <a:off x="6207384" y="4448621"/>
              <a:ext cx="362196" cy="13518"/>
            </a:xfrm>
            <a:custGeom>
              <a:avLst/>
              <a:gdLst/>
              <a:ahLst/>
              <a:cxnLst/>
              <a:rect l="l" t="t" r="r" b="b"/>
              <a:pathLst>
                <a:path w="14896" h="421" extrusionOk="0">
                  <a:moveTo>
                    <a:pt x="13764" y="0"/>
                  </a:moveTo>
                  <a:cubicBezTo>
                    <a:pt x="9180" y="48"/>
                    <a:pt x="4585" y="131"/>
                    <a:pt x="1" y="238"/>
                  </a:cubicBezTo>
                  <a:cubicBezTo>
                    <a:pt x="2004" y="359"/>
                    <a:pt x="4007" y="420"/>
                    <a:pt x="6010" y="420"/>
                  </a:cubicBezTo>
                  <a:cubicBezTo>
                    <a:pt x="7377" y="420"/>
                    <a:pt x="8743" y="392"/>
                    <a:pt x="10109" y="334"/>
                  </a:cubicBezTo>
                  <a:cubicBezTo>
                    <a:pt x="11704" y="274"/>
                    <a:pt x="13300" y="155"/>
                    <a:pt x="148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3"/>
            <p:cNvSpPr/>
            <p:nvPr/>
          </p:nvSpPr>
          <p:spPr>
            <a:xfrm rot="-5400000" flipH="1">
              <a:off x="5428780" y="4111655"/>
              <a:ext cx="2016954" cy="41904"/>
            </a:xfrm>
            <a:custGeom>
              <a:avLst/>
              <a:gdLst/>
              <a:ahLst/>
              <a:cxnLst/>
              <a:rect l="l" t="t" r="r" b="b"/>
              <a:pathLst>
                <a:path w="82951" h="1305" extrusionOk="0">
                  <a:moveTo>
                    <a:pt x="21178" y="1"/>
                  </a:moveTo>
                  <a:cubicBezTo>
                    <a:pt x="20372" y="1"/>
                    <a:pt x="19568" y="14"/>
                    <a:pt x="18764" y="42"/>
                  </a:cubicBezTo>
                  <a:cubicBezTo>
                    <a:pt x="15911" y="141"/>
                    <a:pt x="13113" y="322"/>
                    <a:pt x="10286" y="322"/>
                  </a:cubicBezTo>
                  <a:cubicBezTo>
                    <a:pt x="9374" y="322"/>
                    <a:pt x="8458" y="303"/>
                    <a:pt x="7537" y="257"/>
                  </a:cubicBezTo>
                  <a:cubicBezTo>
                    <a:pt x="5917" y="173"/>
                    <a:pt x="4298" y="90"/>
                    <a:pt x="2679" y="90"/>
                  </a:cubicBezTo>
                  <a:cubicBezTo>
                    <a:pt x="2346" y="90"/>
                    <a:pt x="786" y="423"/>
                    <a:pt x="119" y="447"/>
                  </a:cubicBezTo>
                  <a:cubicBezTo>
                    <a:pt x="143" y="745"/>
                    <a:pt x="0" y="900"/>
                    <a:pt x="24" y="1197"/>
                  </a:cubicBezTo>
                  <a:cubicBezTo>
                    <a:pt x="150" y="1198"/>
                    <a:pt x="279" y="1199"/>
                    <a:pt x="409" y="1199"/>
                  </a:cubicBezTo>
                  <a:cubicBezTo>
                    <a:pt x="3151" y="1199"/>
                    <a:pt x="6710" y="971"/>
                    <a:pt x="9358" y="959"/>
                  </a:cubicBezTo>
                  <a:cubicBezTo>
                    <a:pt x="10900" y="947"/>
                    <a:pt x="12445" y="938"/>
                    <a:pt x="13990" y="938"/>
                  </a:cubicBezTo>
                  <a:cubicBezTo>
                    <a:pt x="15535" y="938"/>
                    <a:pt x="17080" y="947"/>
                    <a:pt x="18621" y="971"/>
                  </a:cubicBezTo>
                  <a:cubicBezTo>
                    <a:pt x="21669" y="1031"/>
                    <a:pt x="24717" y="1138"/>
                    <a:pt x="27765" y="1197"/>
                  </a:cubicBezTo>
                  <a:cubicBezTo>
                    <a:pt x="30265" y="1257"/>
                    <a:pt x="32769" y="1301"/>
                    <a:pt x="35270" y="1301"/>
                  </a:cubicBezTo>
                  <a:cubicBezTo>
                    <a:pt x="37296" y="1301"/>
                    <a:pt x="39319" y="1272"/>
                    <a:pt x="41339" y="1197"/>
                  </a:cubicBezTo>
                  <a:cubicBezTo>
                    <a:pt x="41465" y="1198"/>
                    <a:pt x="41594" y="1199"/>
                    <a:pt x="41724" y="1199"/>
                  </a:cubicBezTo>
                  <a:cubicBezTo>
                    <a:pt x="44465" y="1199"/>
                    <a:pt x="48025" y="971"/>
                    <a:pt x="50673" y="959"/>
                  </a:cubicBezTo>
                  <a:cubicBezTo>
                    <a:pt x="52215" y="947"/>
                    <a:pt x="53760" y="938"/>
                    <a:pt x="55305" y="938"/>
                  </a:cubicBezTo>
                  <a:cubicBezTo>
                    <a:pt x="56849" y="938"/>
                    <a:pt x="58394" y="947"/>
                    <a:pt x="59936" y="971"/>
                  </a:cubicBezTo>
                  <a:cubicBezTo>
                    <a:pt x="62984" y="1031"/>
                    <a:pt x="66032" y="1138"/>
                    <a:pt x="69080" y="1197"/>
                  </a:cubicBezTo>
                  <a:cubicBezTo>
                    <a:pt x="71613" y="1256"/>
                    <a:pt x="74149" y="1304"/>
                    <a:pt x="76685" y="1304"/>
                  </a:cubicBezTo>
                  <a:cubicBezTo>
                    <a:pt x="78774" y="1304"/>
                    <a:pt x="80864" y="1271"/>
                    <a:pt x="82951" y="1185"/>
                  </a:cubicBezTo>
                  <a:lnTo>
                    <a:pt x="82951" y="435"/>
                  </a:lnTo>
                  <a:cubicBezTo>
                    <a:pt x="81558" y="532"/>
                    <a:pt x="80159" y="570"/>
                    <a:pt x="78757" y="570"/>
                  </a:cubicBezTo>
                  <a:cubicBezTo>
                    <a:pt x="73352" y="570"/>
                    <a:pt x="67891" y="1"/>
                    <a:pt x="62486" y="1"/>
                  </a:cubicBezTo>
                  <a:cubicBezTo>
                    <a:pt x="61682" y="1"/>
                    <a:pt x="60880" y="14"/>
                    <a:pt x="60079" y="42"/>
                  </a:cubicBezTo>
                  <a:cubicBezTo>
                    <a:pt x="57211" y="142"/>
                    <a:pt x="54398" y="317"/>
                    <a:pt x="51556" y="317"/>
                  </a:cubicBezTo>
                  <a:cubicBezTo>
                    <a:pt x="50658" y="317"/>
                    <a:pt x="49758" y="300"/>
                    <a:pt x="48851" y="257"/>
                  </a:cubicBezTo>
                  <a:cubicBezTo>
                    <a:pt x="47232" y="173"/>
                    <a:pt x="45613" y="90"/>
                    <a:pt x="43994" y="90"/>
                  </a:cubicBezTo>
                  <a:cubicBezTo>
                    <a:pt x="43696" y="90"/>
                    <a:pt x="42422" y="352"/>
                    <a:pt x="41672" y="435"/>
                  </a:cubicBezTo>
                  <a:cubicBezTo>
                    <a:pt x="40277" y="532"/>
                    <a:pt x="38876" y="570"/>
                    <a:pt x="37472" y="570"/>
                  </a:cubicBezTo>
                  <a:cubicBezTo>
                    <a:pt x="32061" y="570"/>
                    <a:pt x="26597" y="1"/>
                    <a:pt x="21178" y="1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3"/>
            <p:cNvSpPr/>
            <p:nvPr/>
          </p:nvSpPr>
          <p:spPr>
            <a:xfrm rot="-5400000" flipH="1">
              <a:off x="5593517" y="4083507"/>
              <a:ext cx="2031154" cy="84000"/>
            </a:xfrm>
            <a:custGeom>
              <a:avLst/>
              <a:gdLst/>
              <a:ahLst/>
              <a:cxnLst/>
              <a:rect l="l" t="t" r="r" b="b"/>
              <a:pathLst>
                <a:path w="83535" h="2616" extrusionOk="0">
                  <a:moveTo>
                    <a:pt x="57977" y="1"/>
                  </a:moveTo>
                  <a:cubicBezTo>
                    <a:pt x="52762" y="1"/>
                    <a:pt x="46991" y="324"/>
                    <a:pt x="42268" y="823"/>
                  </a:cubicBezTo>
                  <a:cubicBezTo>
                    <a:pt x="41293" y="899"/>
                    <a:pt x="40308" y="928"/>
                    <a:pt x="39324" y="928"/>
                  </a:cubicBezTo>
                  <a:cubicBezTo>
                    <a:pt x="38445" y="928"/>
                    <a:pt x="37566" y="905"/>
                    <a:pt x="36696" y="871"/>
                  </a:cubicBezTo>
                  <a:cubicBezTo>
                    <a:pt x="33933" y="764"/>
                    <a:pt x="31195" y="526"/>
                    <a:pt x="28445" y="347"/>
                  </a:cubicBezTo>
                  <a:cubicBezTo>
                    <a:pt x="25504" y="168"/>
                    <a:pt x="22551" y="109"/>
                    <a:pt x="19598" y="37"/>
                  </a:cubicBezTo>
                  <a:cubicBezTo>
                    <a:pt x="18661" y="13"/>
                    <a:pt x="17692" y="1"/>
                    <a:pt x="16704" y="1"/>
                  </a:cubicBezTo>
                  <a:cubicBezTo>
                    <a:pt x="11429" y="1"/>
                    <a:pt x="5585" y="334"/>
                    <a:pt x="822" y="835"/>
                  </a:cubicBezTo>
                  <a:cubicBezTo>
                    <a:pt x="834" y="1538"/>
                    <a:pt x="1" y="1240"/>
                    <a:pt x="1" y="1942"/>
                  </a:cubicBezTo>
                  <a:cubicBezTo>
                    <a:pt x="13" y="2014"/>
                    <a:pt x="1275" y="2359"/>
                    <a:pt x="1287" y="2443"/>
                  </a:cubicBezTo>
                  <a:cubicBezTo>
                    <a:pt x="1753" y="2491"/>
                    <a:pt x="2202" y="2509"/>
                    <a:pt x="2637" y="2509"/>
                  </a:cubicBezTo>
                  <a:cubicBezTo>
                    <a:pt x="4136" y="2509"/>
                    <a:pt x="5466" y="2288"/>
                    <a:pt x="6740" y="2288"/>
                  </a:cubicBezTo>
                  <a:cubicBezTo>
                    <a:pt x="7267" y="2292"/>
                    <a:pt x="7795" y="2293"/>
                    <a:pt x="8323" y="2293"/>
                  </a:cubicBezTo>
                  <a:cubicBezTo>
                    <a:pt x="9379" y="2293"/>
                    <a:pt x="10435" y="2288"/>
                    <a:pt x="11490" y="2288"/>
                  </a:cubicBezTo>
                  <a:cubicBezTo>
                    <a:pt x="11744" y="2286"/>
                    <a:pt x="11998" y="2285"/>
                    <a:pt x="12252" y="2285"/>
                  </a:cubicBezTo>
                  <a:cubicBezTo>
                    <a:pt x="12896" y="2285"/>
                    <a:pt x="13540" y="2290"/>
                    <a:pt x="14183" y="2290"/>
                  </a:cubicBezTo>
                  <a:cubicBezTo>
                    <a:pt x="14869" y="2290"/>
                    <a:pt x="15555" y="2285"/>
                    <a:pt x="16241" y="2264"/>
                  </a:cubicBezTo>
                  <a:cubicBezTo>
                    <a:pt x="17527" y="2227"/>
                    <a:pt x="18814" y="2209"/>
                    <a:pt x="20100" y="2209"/>
                  </a:cubicBezTo>
                  <a:cubicBezTo>
                    <a:pt x="22100" y="2209"/>
                    <a:pt x="24100" y="2251"/>
                    <a:pt x="26099" y="2323"/>
                  </a:cubicBezTo>
                  <a:cubicBezTo>
                    <a:pt x="27730" y="2395"/>
                    <a:pt x="29361" y="2490"/>
                    <a:pt x="30993" y="2573"/>
                  </a:cubicBezTo>
                  <a:cubicBezTo>
                    <a:pt x="31533" y="2604"/>
                    <a:pt x="32075" y="2615"/>
                    <a:pt x="32617" y="2615"/>
                  </a:cubicBezTo>
                  <a:cubicBezTo>
                    <a:pt x="33569" y="2615"/>
                    <a:pt x="34521" y="2580"/>
                    <a:pt x="35469" y="2550"/>
                  </a:cubicBezTo>
                  <a:cubicBezTo>
                    <a:pt x="37226" y="2488"/>
                    <a:pt x="38995" y="2407"/>
                    <a:pt x="40759" y="2407"/>
                  </a:cubicBezTo>
                  <a:cubicBezTo>
                    <a:pt x="41386" y="2407"/>
                    <a:pt x="42012" y="2418"/>
                    <a:pt x="42637" y="2443"/>
                  </a:cubicBezTo>
                  <a:cubicBezTo>
                    <a:pt x="43102" y="2491"/>
                    <a:pt x="43550" y="2510"/>
                    <a:pt x="43984" y="2510"/>
                  </a:cubicBezTo>
                  <a:cubicBezTo>
                    <a:pt x="45441" y="2510"/>
                    <a:pt x="46737" y="2299"/>
                    <a:pt x="47976" y="2299"/>
                  </a:cubicBezTo>
                  <a:cubicBezTo>
                    <a:pt x="48002" y="2299"/>
                    <a:pt x="48028" y="2299"/>
                    <a:pt x="48054" y="2300"/>
                  </a:cubicBezTo>
                  <a:cubicBezTo>
                    <a:pt x="49638" y="2300"/>
                    <a:pt x="51221" y="2300"/>
                    <a:pt x="52805" y="2288"/>
                  </a:cubicBezTo>
                  <a:cubicBezTo>
                    <a:pt x="53059" y="2286"/>
                    <a:pt x="53313" y="2285"/>
                    <a:pt x="53567" y="2285"/>
                  </a:cubicBezTo>
                  <a:cubicBezTo>
                    <a:pt x="54210" y="2285"/>
                    <a:pt x="54854" y="2290"/>
                    <a:pt x="55498" y="2290"/>
                  </a:cubicBezTo>
                  <a:cubicBezTo>
                    <a:pt x="56184" y="2290"/>
                    <a:pt x="56870" y="2285"/>
                    <a:pt x="57555" y="2264"/>
                  </a:cubicBezTo>
                  <a:cubicBezTo>
                    <a:pt x="58816" y="2227"/>
                    <a:pt x="60077" y="2210"/>
                    <a:pt x="61338" y="2210"/>
                  </a:cubicBezTo>
                  <a:cubicBezTo>
                    <a:pt x="63363" y="2210"/>
                    <a:pt x="65389" y="2255"/>
                    <a:pt x="67414" y="2335"/>
                  </a:cubicBezTo>
                  <a:cubicBezTo>
                    <a:pt x="69045" y="2395"/>
                    <a:pt x="70676" y="2490"/>
                    <a:pt x="72319" y="2573"/>
                  </a:cubicBezTo>
                  <a:cubicBezTo>
                    <a:pt x="72855" y="2604"/>
                    <a:pt x="73396" y="2615"/>
                    <a:pt x="73938" y="2615"/>
                  </a:cubicBezTo>
                  <a:cubicBezTo>
                    <a:pt x="74889" y="2615"/>
                    <a:pt x="75844" y="2580"/>
                    <a:pt x="76784" y="2550"/>
                  </a:cubicBezTo>
                  <a:cubicBezTo>
                    <a:pt x="78508" y="2486"/>
                    <a:pt x="80245" y="2407"/>
                    <a:pt x="81981" y="2407"/>
                  </a:cubicBezTo>
                  <a:cubicBezTo>
                    <a:pt x="82499" y="2407"/>
                    <a:pt x="83017" y="2414"/>
                    <a:pt x="83535" y="2431"/>
                  </a:cubicBezTo>
                  <a:lnTo>
                    <a:pt x="83535" y="835"/>
                  </a:lnTo>
                  <a:cubicBezTo>
                    <a:pt x="82591" y="903"/>
                    <a:pt x="81641" y="929"/>
                    <a:pt x="80691" y="929"/>
                  </a:cubicBezTo>
                  <a:cubicBezTo>
                    <a:pt x="79795" y="929"/>
                    <a:pt x="78900" y="906"/>
                    <a:pt x="78010" y="871"/>
                  </a:cubicBezTo>
                  <a:cubicBezTo>
                    <a:pt x="75248" y="764"/>
                    <a:pt x="72510" y="526"/>
                    <a:pt x="69771" y="347"/>
                  </a:cubicBezTo>
                  <a:cubicBezTo>
                    <a:pt x="66830" y="168"/>
                    <a:pt x="63866" y="109"/>
                    <a:pt x="60913" y="37"/>
                  </a:cubicBezTo>
                  <a:cubicBezTo>
                    <a:pt x="59963" y="13"/>
                    <a:pt x="58980" y="1"/>
                    <a:pt x="57977" y="1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3"/>
            <p:cNvSpPr/>
            <p:nvPr/>
          </p:nvSpPr>
          <p:spPr>
            <a:xfrm rot="-5400000" flipH="1">
              <a:off x="5709465" y="4069699"/>
              <a:ext cx="2028844" cy="113926"/>
            </a:xfrm>
            <a:custGeom>
              <a:avLst/>
              <a:gdLst/>
              <a:ahLst/>
              <a:cxnLst/>
              <a:rect l="l" t="t" r="r" b="b"/>
              <a:pathLst>
                <a:path w="83440" h="3548" extrusionOk="0">
                  <a:moveTo>
                    <a:pt x="19694" y="0"/>
                  </a:moveTo>
                  <a:cubicBezTo>
                    <a:pt x="18075" y="12"/>
                    <a:pt x="16467" y="60"/>
                    <a:pt x="14848" y="60"/>
                  </a:cubicBezTo>
                  <a:cubicBezTo>
                    <a:pt x="11286" y="70"/>
                    <a:pt x="6947" y="241"/>
                    <a:pt x="3105" y="241"/>
                  </a:cubicBezTo>
                  <a:cubicBezTo>
                    <a:pt x="2285" y="241"/>
                    <a:pt x="1489" y="233"/>
                    <a:pt x="727" y="215"/>
                  </a:cubicBezTo>
                  <a:lnTo>
                    <a:pt x="727" y="215"/>
                  </a:lnTo>
                  <a:cubicBezTo>
                    <a:pt x="846" y="1131"/>
                    <a:pt x="1" y="1608"/>
                    <a:pt x="37" y="2524"/>
                  </a:cubicBezTo>
                  <a:cubicBezTo>
                    <a:pt x="37" y="2632"/>
                    <a:pt x="1168" y="3405"/>
                    <a:pt x="1168" y="3501"/>
                  </a:cubicBezTo>
                  <a:cubicBezTo>
                    <a:pt x="1508" y="3527"/>
                    <a:pt x="1862" y="3539"/>
                    <a:pt x="2227" y="3539"/>
                  </a:cubicBezTo>
                  <a:cubicBezTo>
                    <a:pt x="4825" y="3539"/>
                    <a:pt x="7949" y="2947"/>
                    <a:pt x="10478" y="2947"/>
                  </a:cubicBezTo>
                  <a:cubicBezTo>
                    <a:pt x="10619" y="2947"/>
                    <a:pt x="10758" y="2949"/>
                    <a:pt x="10895" y="2953"/>
                  </a:cubicBezTo>
                  <a:cubicBezTo>
                    <a:pt x="13896" y="3024"/>
                    <a:pt x="16884" y="3167"/>
                    <a:pt x="19896" y="3227"/>
                  </a:cubicBezTo>
                  <a:cubicBezTo>
                    <a:pt x="20571" y="3238"/>
                    <a:pt x="21245" y="3243"/>
                    <a:pt x="21919" y="3243"/>
                  </a:cubicBezTo>
                  <a:cubicBezTo>
                    <a:pt x="22745" y="3243"/>
                    <a:pt x="23571" y="3235"/>
                    <a:pt x="24397" y="3215"/>
                  </a:cubicBezTo>
                  <a:cubicBezTo>
                    <a:pt x="25837" y="3167"/>
                    <a:pt x="27278" y="3096"/>
                    <a:pt x="28719" y="3036"/>
                  </a:cubicBezTo>
                  <a:cubicBezTo>
                    <a:pt x="30059" y="2992"/>
                    <a:pt x="31407" y="2958"/>
                    <a:pt x="32755" y="2958"/>
                  </a:cubicBezTo>
                  <a:cubicBezTo>
                    <a:pt x="34316" y="2958"/>
                    <a:pt x="35876" y="3004"/>
                    <a:pt x="37422" y="3132"/>
                  </a:cubicBezTo>
                  <a:cubicBezTo>
                    <a:pt x="39101" y="3263"/>
                    <a:pt x="40792" y="3465"/>
                    <a:pt x="42482" y="3501"/>
                  </a:cubicBezTo>
                  <a:cubicBezTo>
                    <a:pt x="42482" y="3501"/>
                    <a:pt x="42482" y="3501"/>
                    <a:pt x="42482" y="3513"/>
                  </a:cubicBezTo>
                  <a:cubicBezTo>
                    <a:pt x="42807" y="3537"/>
                    <a:pt x="43144" y="3547"/>
                    <a:pt x="43490" y="3547"/>
                  </a:cubicBezTo>
                  <a:cubicBezTo>
                    <a:pt x="46099" y="3547"/>
                    <a:pt x="49247" y="2947"/>
                    <a:pt x="51792" y="2947"/>
                  </a:cubicBezTo>
                  <a:cubicBezTo>
                    <a:pt x="51934" y="2947"/>
                    <a:pt x="52073" y="2949"/>
                    <a:pt x="52210" y="2953"/>
                  </a:cubicBezTo>
                  <a:cubicBezTo>
                    <a:pt x="55210" y="3024"/>
                    <a:pt x="58199" y="3179"/>
                    <a:pt x="61211" y="3227"/>
                  </a:cubicBezTo>
                  <a:cubicBezTo>
                    <a:pt x="61885" y="3238"/>
                    <a:pt x="62560" y="3243"/>
                    <a:pt x="63234" y="3243"/>
                  </a:cubicBezTo>
                  <a:cubicBezTo>
                    <a:pt x="64060" y="3243"/>
                    <a:pt x="64886" y="3235"/>
                    <a:pt x="65712" y="3215"/>
                  </a:cubicBezTo>
                  <a:cubicBezTo>
                    <a:pt x="67152" y="3167"/>
                    <a:pt x="68593" y="3096"/>
                    <a:pt x="70033" y="3048"/>
                  </a:cubicBezTo>
                  <a:cubicBezTo>
                    <a:pt x="71404" y="2998"/>
                    <a:pt x="72782" y="2960"/>
                    <a:pt x="74160" y="2960"/>
                  </a:cubicBezTo>
                  <a:cubicBezTo>
                    <a:pt x="75691" y="2960"/>
                    <a:pt x="77220" y="3006"/>
                    <a:pt x="78737" y="3132"/>
                  </a:cubicBezTo>
                  <a:cubicBezTo>
                    <a:pt x="80297" y="3251"/>
                    <a:pt x="81868" y="3441"/>
                    <a:pt x="83440" y="3489"/>
                  </a:cubicBezTo>
                  <a:lnTo>
                    <a:pt x="83440" y="226"/>
                  </a:lnTo>
                  <a:cubicBezTo>
                    <a:pt x="82917" y="208"/>
                    <a:pt x="82395" y="200"/>
                    <a:pt x="81871" y="200"/>
                  </a:cubicBezTo>
                  <a:cubicBezTo>
                    <a:pt x="79700" y="200"/>
                    <a:pt x="77524" y="333"/>
                    <a:pt x="75356" y="381"/>
                  </a:cubicBezTo>
                  <a:cubicBezTo>
                    <a:pt x="75013" y="389"/>
                    <a:pt x="74670" y="393"/>
                    <a:pt x="74327" y="393"/>
                  </a:cubicBezTo>
                  <a:cubicBezTo>
                    <a:pt x="71531" y="393"/>
                    <a:pt x="68750" y="157"/>
                    <a:pt x="65950" y="72"/>
                  </a:cubicBezTo>
                  <a:cubicBezTo>
                    <a:pt x="64307" y="24"/>
                    <a:pt x="62652" y="0"/>
                    <a:pt x="61009" y="0"/>
                  </a:cubicBezTo>
                  <a:cubicBezTo>
                    <a:pt x="59389" y="12"/>
                    <a:pt x="57782" y="60"/>
                    <a:pt x="56175" y="60"/>
                  </a:cubicBezTo>
                  <a:cubicBezTo>
                    <a:pt x="52602" y="70"/>
                    <a:pt x="48262" y="241"/>
                    <a:pt x="44419" y="241"/>
                  </a:cubicBezTo>
                  <a:cubicBezTo>
                    <a:pt x="43600" y="241"/>
                    <a:pt x="42804" y="233"/>
                    <a:pt x="42042" y="215"/>
                  </a:cubicBezTo>
                  <a:cubicBezTo>
                    <a:pt x="41611" y="203"/>
                    <a:pt x="41179" y="198"/>
                    <a:pt x="40747" y="198"/>
                  </a:cubicBezTo>
                  <a:cubicBezTo>
                    <a:pt x="38518" y="198"/>
                    <a:pt x="36275" y="331"/>
                    <a:pt x="34041" y="381"/>
                  </a:cubicBezTo>
                  <a:cubicBezTo>
                    <a:pt x="33698" y="389"/>
                    <a:pt x="33355" y="393"/>
                    <a:pt x="33013" y="393"/>
                  </a:cubicBezTo>
                  <a:cubicBezTo>
                    <a:pt x="30216" y="393"/>
                    <a:pt x="27435" y="157"/>
                    <a:pt x="24635" y="72"/>
                  </a:cubicBezTo>
                  <a:cubicBezTo>
                    <a:pt x="22992" y="24"/>
                    <a:pt x="21337" y="0"/>
                    <a:pt x="19694" y="0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3"/>
            <p:cNvSpPr/>
            <p:nvPr/>
          </p:nvSpPr>
          <p:spPr>
            <a:xfrm rot="-5400000" flipH="1">
              <a:off x="6332349" y="3899530"/>
              <a:ext cx="434266" cy="22894"/>
            </a:xfrm>
            <a:custGeom>
              <a:avLst/>
              <a:gdLst/>
              <a:ahLst/>
              <a:cxnLst/>
              <a:rect l="l" t="t" r="r" b="b"/>
              <a:pathLst>
                <a:path w="17860" h="713" extrusionOk="0">
                  <a:moveTo>
                    <a:pt x="8582" y="1"/>
                  </a:moveTo>
                  <a:cubicBezTo>
                    <a:pt x="5719" y="1"/>
                    <a:pt x="2853" y="101"/>
                    <a:pt x="1" y="323"/>
                  </a:cubicBezTo>
                  <a:cubicBezTo>
                    <a:pt x="3215" y="490"/>
                    <a:pt x="6430" y="669"/>
                    <a:pt x="9645" y="704"/>
                  </a:cubicBezTo>
                  <a:cubicBezTo>
                    <a:pt x="10056" y="710"/>
                    <a:pt x="10469" y="713"/>
                    <a:pt x="10881" y="713"/>
                  </a:cubicBezTo>
                  <a:cubicBezTo>
                    <a:pt x="13213" y="713"/>
                    <a:pt x="15553" y="619"/>
                    <a:pt x="17860" y="335"/>
                  </a:cubicBezTo>
                  <a:cubicBezTo>
                    <a:pt x="17265" y="288"/>
                    <a:pt x="16669" y="252"/>
                    <a:pt x="16074" y="216"/>
                  </a:cubicBezTo>
                  <a:cubicBezTo>
                    <a:pt x="13586" y="77"/>
                    <a:pt x="11085" y="1"/>
                    <a:pt x="85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3"/>
            <p:cNvSpPr/>
            <p:nvPr/>
          </p:nvSpPr>
          <p:spPr>
            <a:xfrm rot="-5400000" flipH="1">
              <a:off x="5497169" y="4106126"/>
              <a:ext cx="2013209" cy="56706"/>
            </a:xfrm>
            <a:custGeom>
              <a:avLst/>
              <a:gdLst/>
              <a:ahLst/>
              <a:cxnLst/>
              <a:rect l="l" t="t" r="r" b="b"/>
              <a:pathLst>
                <a:path w="82797" h="1766" extrusionOk="0">
                  <a:moveTo>
                    <a:pt x="15198" y="0"/>
                  </a:moveTo>
                  <a:cubicBezTo>
                    <a:pt x="9511" y="0"/>
                    <a:pt x="1439" y="166"/>
                    <a:pt x="1" y="249"/>
                  </a:cubicBezTo>
                  <a:cubicBezTo>
                    <a:pt x="25" y="749"/>
                    <a:pt x="489" y="1107"/>
                    <a:pt x="501" y="1595"/>
                  </a:cubicBezTo>
                  <a:cubicBezTo>
                    <a:pt x="1090" y="1722"/>
                    <a:pt x="1767" y="1766"/>
                    <a:pt x="2485" y="1766"/>
                  </a:cubicBezTo>
                  <a:cubicBezTo>
                    <a:pt x="4087" y="1766"/>
                    <a:pt x="5892" y="1547"/>
                    <a:pt x="7374" y="1547"/>
                  </a:cubicBezTo>
                  <a:cubicBezTo>
                    <a:pt x="7401" y="1547"/>
                    <a:pt x="7427" y="1547"/>
                    <a:pt x="7454" y="1547"/>
                  </a:cubicBezTo>
                  <a:cubicBezTo>
                    <a:pt x="11288" y="1559"/>
                    <a:pt x="15134" y="1559"/>
                    <a:pt x="18968" y="1559"/>
                  </a:cubicBezTo>
                  <a:cubicBezTo>
                    <a:pt x="21885" y="1559"/>
                    <a:pt x="24790" y="1428"/>
                    <a:pt x="27695" y="1273"/>
                  </a:cubicBezTo>
                  <a:cubicBezTo>
                    <a:pt x="29951" y="1158"/>
                    <a:pt x="32213" y="1056"/>
                    <a:pt x="34473" y="1056"/>
                  </a:cubicBezTo>
                  <a:cubicBezTo>
                    <a:pt x="35242" y="1056"/>
                    <a:pt x="36011" y="1067"/>
                    <a:pt x="36779" y="1095"/>
                  </a:cubicBezTo>
                  <a:cubicBezTo>
                    <a:pt x="38470" y="1154"/>
                    <a:pt x="40173" y="1285"/>
                    <a:pt x="41816" y="1595"/>
                  </a:cubicBezTo>
                  <a:cubicBezTo>
                    <a:pt x="42405" y="1722"/>
                    <a:pt x="43082" y="1766"/>
                    <a:pt x="43800" y="1766"/>
                  </a:cubicBezTo>
                  <a:cubicBezTo>
                    <a:pt x="45402" y="1766"/>
                    <a:pt x="47206" y="1547"/>
                    <a:pt x="48688" y="1547"/>
                  </a:cubicBezTo>
                  <a:cubicBezTo>
                    <a:pt x="48715" y="1547"/>
                    <a:pt x="48742" y="1547"/>
                    <a:pt x="48769" y="1547"/>
                  </a:cubicBezTo>
                  <a:cubicBezTo>
                    <a:pt x="52603" y="1559"/>
                    <a:pt x="56448" y="1559"/>
                    <a:pt x="60282" y="1559"/>
                  </a:cubicBezTo>
                  <a:cubicBezTo>
                    <a:pt x="63199" y="1559"/>
                    <a:pt x="66104" y="1428"/>
                    <a:pt x="69009" y="1285"/>
                  </a:cubicBezTo>
                  <a:cubicBezTo>
                    <a:pt x="71322" y="1167"/>
                    <a:pt x="73642" y="1062"/>
                    <a:pt x="75958" y="1062"/>
                  </a:cubicBezTo>
                  <a:cubicBezTo>
                    <a:pt x="76670" y="1062"/>
                    <a:pt x="77382" y="1072"/>
                    <a:pt x="78094" y="1095"/>
                  </a:cubicBezTo>
                  <a:cubicBezTo>
                    <a:pt x="79666" y="1154"/>
                    <a:pt x="81261" y="1273"/>
                    <a:pt x="82797" y="1535"/>
                  </a:cubicBezTo>
                  <a:lnTo>
                    <a:pt x="82797" y="249"/>
                  </a:lnTo>
                  <a:cubicBezTo>
                    <a:pt x="80880" y="321"/>
                    <a:pt x="78963" y="356"/>
                    <a:pt x="77058" y="356"/>
                  </a:cubicBezTo>
                  <a:cubicBezTo>
                    <a:pt x="76832" y="357"/>
                    <a:pt x="76606" y="358"/>
                    <a:pt x="76380" y="358"/>
                  </a:cubicBezTo>
                  <a:cubicBezTo>
                    <a:pt x="73560" y="358"/>
                    <a:pt x="70749" y="292"/>
                    <a:pt x="67938" y="225"/>
                  </a:cubicBezTo>
                  <a:cubicBezTo>
                    <a:pt x="64878" y="166"/>
                    <a:pt x="61830" y="47"/>
                    <a:pt x="58770" y="11"/>
                  </a:cubicBezTo>
                  <a:cubicBezTo>
                    <a:pt x="58095" y="4"/>
                    <a:pt x="57349" y="0"/>
                    <a:pt x="56555" y="0"/>
                  </a:cubicBezTo>
                  <a:cubicBezTo>
                    <a:pt x="50976" y="0"/>
                    <a:pt x="43067" y="166"/>
                    <a:pt x="41399" y="249"/>
                  </a:cubicBezTo>
                  <a:cubicBezTo>
                    <a:pt x="39518" y="321"/>
                    <a:pt x="37625" y="356"/>
                    <a:pt x="35743" y="356"/>
                  </a:cubicBezTo>
                  <a:cubicBezTo>
                    <a:pt x="35517" y="357"/>
                    <a:pt x="35291" y="358"/>
                    <a:pt x="35065" y="358"/>
                  </a:cubicBezTo>
                  <a:cubicBezTo>
                    <a:pt x="32245" y="358"/>
                    <a:pt x="29434" y="292"/>
                    <a:pt x="26623" y="225"/>
                  </a:cubicBezTo>
                  <a:cubicBezTo>
                    <a:pt x="23563" y="166"/>
                    <a:pt x="20515" y="47"/>
                    <a:pt x="17455" y="11"/>
                  </a:cubicBezTo>
                  <a:cubicBezTo>
                    <a:pt x="16769" y="4"/>
                    <a:pt x="16008" y="0"/>
                    <a:pt x="15198" y="0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3"/>
            <p:cNvSpPr/>
            <p:nvPr/>
          </p:nvSpPr>
          <p:spPr>
            <a:xfrm rot="-5400000" flipH="1">
              <a:off x="5823817" y="4104353"/>
              <a:ext cx="2003653" cy="69807"/>
            </a:xfrm>
            <a:custGeom>
              <a:avLst/>
              <a:gdLst/>
              <a:ahLst/>
              <a:cxnLst/>
              <a:rect l="l" t="t" r="r" b="b"/>
              <a:pathLst>
                <a:path w="82404" h="2174" extrusionOk="0">
                  <a:moveTo>
                    <a:pt x="31865" y="1"/>
                  </a:moveTo>
                  <a:cubicBezTo>
                    <a:pt x="30155" y="1"/>
                    <a:pt x="28440" y="63"/>
                    <a:pt x="26742" y="133"/>
                  </a:cubicBezTo>
                  <a:cubicBezTo>
                    <a:pt x="25278" y="180"/>
                    <a:pt x="23825" y="264"/>
                    <a:pt x="22361" y="288"/>
                  </a:cubicBezTo>
                  <a:cubicBezTo>
                    <a:pt x="21986" y="291"/>
                    <a:pt x="21611" y="292"/>
                    <a:pt x="21236" y="292"/>
                  </a:cubicBezTo>
                  <a:cubicBezTo>
                    <a:pt x="20110" y="292"/>
                    <a:pt x="18985" y="279"/>
                    <a:pt x="17860" y="252"/>
                  </a:cubicBezTo>
                  <a:cubicBezTo>
                    <a:pt x="17116" y="233"/>
                    <a:pt x="16353" y="225"/>
                    <a:pt x="15578" y="225"/>
                  </a:cubicBezTo>
                  <a:cubicBezTo>
                    <a:pt x="10536" y="225"/>
                    <a:pt x="4933" y="573"/>
                    <a:pt x="1" y="573"/>
                  </a:cubicBezTo>
                  <a:cubicBezTo>
                    <a:pt x="13" y="1038"/>
                    <a:pt x="215" y="1693"/>
                    <a:pt x="215" y="2157"/>
                  </a:cubicBezTo>
                  <a:cubicBezTo>
                    <a:pt x="673" y="2169"/>
                    <a:pt x="1134" y="2174"/>
                    <a:pt x="1595" y="2174"/>
                  </a:cubicBezTo>
                  <a:cubicBezTo>
                    <a:pt x="7039" y="2174"/>
                    <a:pt x="12665" y="1426"/>
                    <a:pt x="17945" y="1426"/>
                  </a:cubicBezTo>
                  <a:cubicBezTo>
                    <a:pt x="18621" y="1426"/>
                    <a:pt x="19292" y="1439"/>
                    <a:pt x="19956" y="1466"/>
                  </a:cubicBezTo>
                  <a:cubicBezTo>
                    <a:pt x="24266" y="1645"/>
                    <a:pt x="28564" y="2050"/>
                    <a:pt x="32886" y="2085"/>
                  </a:cubicBezTo>
                  <a:cubicBezTo>
                    <a:pt x="35767" y="2109"/>
                    <a:pt x="38648" y="2074"/>
                    <a:pt x="41530" y="2157"/>
                  </a:cubicBezTo>
                  <a:cubicBezTo>
                    <a:pt x="41988" y="2169"/>
                    <a:pt x="42448" y="2174"/>
                    <a:pt x="42910" y="2174"/>
                  </a:cubicBezTo>
                  <a:cubicBezTo>
                    <a:pt x="48353" y="2174"/>
                    <a:pt x="53979" y="1426"/>
                    <a:pt x="59260" y="1426"/>
                  </a:cubicBezTo>
                  <a:cubicBezTo>
                    <a:pt x="59936" y="1426"/>
                    <a:pt x="60607" y="1439"/>
                    <a:pt x="61270" y="1466"/>
                  </a:cubicBezTo>
                  <a:cubicBezTo>
                    <a:pt x="65580" y="1633"/>
                    <a:pt x="69879" y="2050"/>
                    <a:pt x="74201" y="2085"/>
                  </a:cubicBezTo>
                  <a:cubicBezTo>
                    <a:pt x="76939" y="2109"/>
                    <a:pt x="79677" y="2085"/>
                    <a:pt x="82404" y="2145"/>
                  </a:cubicBezTo>
                  <a:lnTo>
                    <a:pt x="82404" y="550"/>
                  </a:lnTo>
                  <a:cubicBezTo>
                    <a:pt x="80511" y="478"/>
                    <a:pt x="78606" y="240"/>
                    <a:pt x="76737" y="109"/>
                  </a:cubicBezTo>
                  <a:cubicBezTo>
                    <a:pt x="75553" y="31"/>
                    <a:pt x="74362" y="1"/>
                    <a:pt x="73171" y="1"/>
                  </a:cubicBezTo>
                  <a:cubicBezTo>
                    <a:pt x="71460" y="1"/>
                    <a:pt x="69748" y="63"/>
                    <a:pt x="68057" y="133"/>
                  </a:cubicBezTo>
                  <a:cubicBezTo>
                    <a:pt x="66592" y="180"/>
                    <a:pt x="65140" y="264"/>
                    <a:pt x="63675" y="288"/>
                  </a:cubicBezTo>
                  <a:cubicBezTo>
                    <a:pt x="63300" y="291"/>
                    <a:pt x="62925" y="292"/>
                    <a:pt x="62550" y="292"/>
                  </a:cubicBezTo>
                  <a:cubicBezTo>
                    <a:pt x="61425" y="292"/>
                    <a:pt x="60300" y="279"/>
                    <a:pt x="59175" y="252"/>
                  </a:cubicBezTo>
                  <a:cubicBezTo>
                    <a:pt x="58453" y="235"/>
                    <a:pt x="57716" y="227"/>
                    <a:pt x="56965" y="227"/>
                  </a:cubicBezTo>
                  <a:cubicBezTo>
                    <a:pt x="52044" y="227"/>
                    <a:pt x="46589" y="551"/>
                    <a:pt x="41744" y="561"/>
                  </a:cubicBezTo>
                  <a:cubicBezTo>
                    <a:pt x="39637" y="538"/>
                    <a:pt x="37505" y="252"/>
                    <a:pt x="35422" y="109"/>
                  </a:cubicBezTo>
                  <a:cubicBezTo>
                    <a:pt x="34244" y="31"/>
                    <a:pt x="33055" y="1"/>
                    <a:pt x="318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3"/>
            <p:cNvSpPr/>
            <p:nvPr/>
          </p:nvSpPr>
          <p:spPr>
            <a:xfrm rot="-5400000" flipH="1">
              <a:off x="5901852" y="4095463"/>
              <a:ext cx="2015519" cy="75137"/>
            </a:xfrm>
            <a:custGeom>
              <a:avLst/>
              <a:gdLst/>
              <a:ahLst/>
              <a:cxnLst/>
              <a:rect l="l" t="t" r="r" b="b"/>
              <a:pathLst>
                <a:path w="82892" h="2340" extrusionOk="0">
                  <a:moveTo>
                    <a:pt x="18170" y="1"/>
                  </a:moveTo>
                  <a:cubicBezTo>
                    <a:pt x="12415" y="1"/>
                    <a:pt x="5916" y="720"/>
                    <a:pt x="252" y="720"/>
                  </a:cubicBezTo>
                  <a:cubicBezTo>
                    <a:pt x="212" y="720"/>
                    <a:pt x="172" y="720"/>
                    <a:pt x="132" y="720"/>
                  </a:cubicBezTo>
                  <a:lnTo>
                    <a:pt x="132" y="720"/>
                  </a:lnTo>
                  <a:cubicBezTo>
                    <a:pt x="167" y="1304"/>
                    <a:pt x="1" y="1756"/>
                    <a:pt x="36" y="2340"/>
                  </a:cubicBezTo>
                  <a:cubicBezTo>
                    <a:pt x="1484" y="2340"/>
                    <a:pt x="2132" y="1934"/>
                    <a:pt x="2364" y="1934"/>
                  </a:cubicBezTo>
                  <a:cubicBezTo>
                    <a:pt x="2370" y="1934"/>
                    <a:pt x="2376" y="1934"/>
                    <a:pt x="2382" y="1935"/>
                  </a:cubicBezTo>
                  <a:cubicBezTo>
                    <a:pt x="4108" y="1637"/>
                    <a:pt x="5906" y="1506"/>
                    <a:pt x="7609" y="1447"/>
                  </a:cubicBezTo>
                  <a:cubicBezTo>
                    <a:pt x="8604" y="1404"/>
                    <a:pt x="9601" y="1386"/>
                    <a:pt x="10599" y="1386"/>
                  </a:cubicBezTo>
                  <a:cubicBezTo>
                    <a:pt x="13266" y="1386"/>
                    <a:pt x="15938" y="1517"/>
                    <a:pt x="18598" y="1673"/>
                  </a:cubicBezTo>
                  <a:cubicBezTo>
                    <a:pt x="20408" y="1768"/>
                    <a:pt x="22218" y="1887"/>
                    <a:pt x="24028" y="2006"/>
                  </a:cubicBezTo>
                  <a:cubicBezTo>
                    <a:pt x="24827" y="1993"/>
                    <a:pt x="25625" y="1987"/>
                    <a:pt x="26424" y="1987"/>
                  </a:cubicBezTo>
                  <a:cubicBezTo>
                    <a:pt x="31406" y="1987"/>
                    <a:pt x="36374" y="2216"/>
                    <a:pt x="41351" y="2340"/>
                  </a:cubicBezTo>
                  <a:lnTo>
                    <a:pt x="41482" y="2340"/>
                  </a:lnTo>
                  <a:cubicBezTo>
                    <a:pt x="42835" y="2316"/>
                    <a:pt x="43458" y="1934"/>
                    <a:pt x="43678" y="1934"/>
                  </a:cubicBezTo>
                  <a:cubicBezTo>
                    <a:pt x="43685" y="1934"/>
                    <a:pt x="43691" y="1934"/>
                    <a:pt x="43697" y="1935"/>
                  </a:cubicBezTo>
                  <a:cubicBezTo>
                    <a:pt x="45411" y="1637"/>
                    <a:pt x="47221" y="1506"/>
                    <a:pt x="48912" y="1447"/>
                  </a:cubicBezTo>
                  <a:cubicBezTo>
                    <a:pt x="49917" y="1404"/>
                    <a:pt x="50923" y="1386"/>
                    <a:pt x="51929" y="1386"/>
                  </a:cubicBezTo>
                  <a:cubicBezTo>
                    <a:pt x="54594" y="1386"/>
                    <a:pt x="57260" y="1514"/>
                    <a:pt x="59913" y="1661"/>
                  </a:cubicBezTo>
                  <a:cubicBezTo>
                    <a:pt x="61723" y="1768"/>
                    <a:pt x="63532" y="1887"/>
                    <a:pt x="65342" y="2006"/>
                  </a:cubicBezTo>
                  <a:cubicBezTo>
                    <a:pt x="66146" y="1993"/>
                    <a:pt x="66950" y="1987"/>
                    <a:pt x="67753" y="1987"/>
                  </a:cubicBezTo>
                  <a:cubicBezTo>
                    <a:pt x="72766" y="1987"/>
                    <a:pt x="77765" y="2216"/>
                    <a:pt x="82773" y="2340"/>
                  </a:cubicBezTo>
                  <a:cubicBezTo>
                    <a:pt x="82821" y="2340"/>
                    <a:pt x="82856" y="2328"/>
                    <a:pt x="82892" y="2328"/>
                  </a:cubicBezTo>
                  <a:lnTo>
                    <a:pt x="82892" y="720"/>
                  </a:lnTo>
                  <a:cubicBezTo>
                    <a:pt x="79844" y="649"/>
                    <a:pt x="76784" y="696"/>
                    <a:pt x="73724" y="649"/>
                  </a:cubicBezTo>
                  <a:cubicBezTo>
                    <a:pt x="69807" y="589"/>
                    <a:pt x="65914" y="220"/>
                    <a:pt x="62008" y="54"/>
                  </a:cubicBezTo>
                  <a:cubicBezTo>
                    <a:pt x="61208" y="19"/>
                    <a:pt x="60387" y="4"/>
                    <a:pt x="59550" y="4"/>
                  </a:cubicBezTo>
                  <a:cubicBezTo>
                    <a:pt x="53800" y="4"/>
                    <a:pt x="47300" y="720"/>
                    <a:pt x="41625" y="720"/>
                  </a:cubicBezTo>
                  <a:cubicBezTo>
                    <a:pt x="38553" y="649"/>
                    <a:pt x="35481" y="696"/>
                    <a:pt x="32410" y="649"/>
                  </a:cubicBezTo>
                  <a:cubicBezTo>
                    <a:pt x="28492" y="589"/>
                    <a:pt x="24599" y="220"/>
                    <a:pt x="20694" y="54"/>
                  </a:cubicBezTo>
                  <a:cubicBezTo>
                    <a:pt x="19873" y="17"/>
                    <a:pt x="19030" y="1"/>
                    <a:pt x="18170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3"/>
            <p:cNvSpPr/>
            <p:nvPr/>
          </p:nvSpPr>
          <p:spPr>
            <a:xfrm rot="-5400000" flipH="1">
              <a:off x="6332349" y="4904086"/>
              <a:ext cx="434266" cy="22894"/>
            </a:xfrm>
            <a:custGeom>
              <a:avLst/>
              <a:gdLst/>
              <a:ahLst/>
              <a:cxnLst/>
              <a:rect l="l" t="t" r="r" b="b"/>
              <a:pathLst>
                <a:path w="17860" h="713" extrusionOk="0">
                  <a:moveTo>
                    <a:pt x="8582" y="1"/>
                  </a:moveTo>
                  <a:cubicBezTo>
                    <a:pt x="5719" y="1"/>
                    <a:pt x="2853" y="101"/>
                    <a:pt x="0" y="323"/>
                  </a:cubicBezTo>
                  <a:cubicBezTo>
                    <a:pt x="3215" y="490"/>
                    <a:pt x="6430" y="669"/>
                    <a:pt x="9644" y="704"/>
                  </a:cubicBezTo>
                  <a:cubicBezTo>
                    <a:pt x="10056" y="710"/>
                    <a:pt x="10468" y="713"/>
                    <a:pt x="10881" y="713"/>
                  </a:cubicBezTo>
                  <a:cubicBezTo>
                    <a:pt x="13212" y="713"/>
                    <a:pt x="15553" y="619"/>
                    <a:pt x="17860" y="335"/>
                  </a:cubicBezTo>
                  <a:cubicBezTo>
                    <a:pt x="17264" y="288"/>
                    <a:pt x="16669" y="252"/>
                    <a:pt x="16074" y="216"/>
                  </a:cubicBezTo>
                  <a:cubicBezTo>
                    <a:pt x="13586" y="77"/>
                    <a:pt x="11085" y="1"/>
                    <a:pt x="85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3"/>
            <p:cNvSpPr/>
            <p:nvPr/>
          </p:nvSpPr>
          <p:spPr>
            <a:xfrm rot="-5400000" flipH="1">
              <a:off x="6766323" y="4447745"/>
              <a:ext cx="362196" cy="13518"/>
            </a:xfrm>
            <a:custGeom>
              <a:avLst/>
              <a:gdLst/>
              <a:ahLst/>
              <a:cxnLst/>
              <a:rect l="l" t="t" r="r" b="b"/>
              <a:pathLst>
                <a:path w="14896" h="421" extrusionOk="0">
                  <a:moveTo>
                    <a:pt x="13753" y="0"/>
                  </a:moveTo>
                  <a:cubicBezTo>
                    <a:pt x="9169" y="48"/>
                    <a:pt x="4585" y="131"/>
                    <a:pt x="1" y="238"/>
                  </a:cubicBezTo>
                  <a:cubicBezTo>
                    <a:pt x="1997" y="359"/>
                    <a:pt x="4002" y="420"/>
                    <a:pt x="6005" y="420"/>
                  </a:cubicBezTo>
                  <a:cubicBezTo>
                    <a:pt x="7371" y="420"/>
                    <a:pt x="8736" y="391"/>
                    <a:pt x="10097" y="334"/>
                  </a:cubicBezTo>
                  <a:cubicBezTo>
                    <a:pt x="11693" y="262"/>
                    <a:pt x="13300" y="155"/>
                    <a:pt x="14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3"/>
            <p:cNvSpPr/>
            <p:nvPr/>
          </p:nvSpPr>
          <p:spPr>
            <a:xfrm rot="-5400000" flipH="1">
              <a:off x="5987009" y="4111233"/>
              <a:ext cx="2017829" cy="41871"/>
            </a:xfrm>
            <a:custGeom>
              <a:avLst/>
              <a:gdLst/>
              <a:ahLst/>
              <a:cxnLst/>
              <a:rect l="l" t="t" r="r" b="b"/>
              <a:pathLst>
                <a:path w="82987" h="1304" extrusionOk="0">
                  <a:moveTo>
                    <a:pt x="21071" y="0"/>
                  </a:moveTo>
                  <a:cubicBezTo>
                    <a:pt x="20297" y="0"/>
                    <a:pt x="19524" y="12"/>
                    <a:pt x="18753" y="38"/>
                  </a:cubicBezTo>
                  <a:cubicBezTo>
                    <a:pt x="15922" y="146"/>
                    <a:pt x="13145" y="320"/>
                    <a:pt x="10341" y="320"/>
                  </a:cubicBezTo>
                  <a:cubicBezTo>
                    <a:pt x="9406" y="320"/>
                    <a:pt x="8469" y="300"/>
                    <a:pt x="7525" y="253"/>
                  </a:cubicBezTo>
                  <a:cubicBezTo>
                    <a:pt x="5918" y="181"/>
                    <a:pt x="4299" y="98"/>
                    <a:pt x="2667" y="98"/>
                  </a:cubicBezTo>
                  <a:cubicBezTo>
                    <a:pt x="2346" y="98"/>
                    <a:pt x="774" y="431"/>
                    <a:pt x="108" y="455"/>
                  </a:cubicBezTo>
                  <a:cubicBezTo>
                    <a:pt x="131" y="753"/>
                    <a:pt x="0" y="908"/>
                    <a:pt x="24" y="1193"/>
                  </a:cubicBezTo>
                  <a:cubicBezTo>
                    <a:pt x="209" y="1196"/>
                    <a:pt x="398" y="1197"/>
                    <a:pt x="591" y="1197"/>
                  </a:cubicBezTo>
                  <a:cubicBezTo>
                    <a:pt x="3296" y="1197"/>
                    <a:pt x="6758" y="978"/>
                    <a:pt x="9359" y="967"/>
                  </a:cubicBezTo>
                  <a:cubicBezTo>
                    <a:pt x="10901" y="955"/>
                    <a:pt x="12442" y="946"/>
                    <a:pt x="13984" y="946"/>
                  </a:cubicBezTo>
                  <a:cubicBezTo>
                    <a:pt x="15526" y="946"/>
                    <a:pt x="17068" y="955"/>
                    <a:pt x="18610" y="979"/>
                  </a:cubicBezTo>
                  <a:cubicBezTo>
                    <a:pt x="21658" y="1027"/>
                    <a:pt x="24706" y="1134"/>
                    <a:pt x="27754" y="1205"/>
                  </a:cubicBezTo>
                  <a:cubicBezTo>
                    <a:pt x="30252" y="1258"/>
                    <a:pt x="32753" y="1303"/>
                    <a:pt x="35254" y="1303"/>
                  </a:cubicBezTo>
                  <a:cubicBezTo>
                    <a:pt x="37284" y="1303"/>
                    <a:pt x="39312" y="1273"/>
                    <a:pt x="41339" y="1193"/>
                  </a:cubicBezTo>
                  <a:cubicBezTo>
                    <a:pt x="41524" y="1196"/>
                    <a:pt x="41713" y="1197"/>
                    <a:pt x="41906" y="1197"/>
                  </a:cubicBezTo>
                  <a:cubicBezTo>
                    <a:pt x="44611" y="1197"/>
                    <a:pt x="48073" y="978"/>
                    <a:pt x="50673" y="967"/>
                  </a:cubicBezTo>
                  <a:cubicBezTo>
                    <a:pt x="52215" y="955"/>
                    <a:pt x="53757" y="946"/>
                    <a:pt x="55300" y="946"/>
                  </a:cubicBezTo>
                  <a:cubicBezTo>
                    <a:pt x="56844" y="946"/>
                    <a:pt x="58389" y="955"/>
                    <a:pt x="59936" y="979"/>
                  </a:cubicBezTo>
                  <a:cubicBezTo>
                    <a:pt x="62984" y="1027"/>
                    <a:pt x="66032" y="1134"/>
                    <a:pt x="69080" y="1205"/>
                  </a:cubicBezTo>
                  <a:cubicBezTo>
                    <a:pt x="71631" y="1258"/>
                    <a:pt x="74192" y="1303"/>
                    <a:pt x="76755" y="1303"/>
                  </a:cubicBezTo>
                  <a:cubicBezTo>
                    <a:pt x="78833" y="1303"/>
                    <a:pt x="80912" y="1273"/>
                    <a:pt x="82987" y="1193"/>
                  </a:cubicBezTo>
                  <a:lnTo>
                    <a:pt x="82987" y="443"/>
                  </a:lnTo>
                  <a:cubicBezTo>
                    <a:pt x="81592" y="540"/>
                    <a:pt x="80191" y="578"/>
                    <a:pt x="78786" y="578"/>
                  </a:cubicBezTo>
                  <a:cubicBezTo>
                    <a:pt x="73372" y="578"/>
                    <a:pt x="67902" y="9"/>
                    <a:pt x="62482" y="9"/>
                  </a:cubicBezTo>
                  <a:cubicBezTo>
                    <a:pt x="61676" y="9"/>
                    <a:pt x="60871" y="21"/>
                    <a:pt x="60067" y="50"/>
                  </a:cubicBezTo>
                  <a:lnTo>
                    <a:pt x="60067" y="38"/>
                  </a:lnTo>
                  <a:cubicBezTo>
                    <a:pt x="57237" y="146"/>
                    <a:pt x="54460" y="320"/>
                    <a:pt x="51656" y="320"/>
                  </a:cubicBezTo>
                  <a:cubicBezTo>
                    <a:pt x="50721" y="320"/>
                    <a:pt x="49783" y="300"/>
                    <a:pt x="48840" y="253"/>
                  </a:cubicBezTo>
                  <a:cubicBezTo>
                    <a:pt x="47232" y="181"/>
                    <a:pt x="45613" y="98"/>
                    <a:pt x="43982" y="86"/>
                  </a:cubicBezTo>
                  <a:cubicBezTo>
                    <a:pt x="43696" y="86"/>
                    <a:pt x="42410" y="360"/>
                    <a:pt x="41672" y="431"/>
                  </a:cubicBezTo>
                  <a:cubicBezTo>
                    <a:pt x="40252" y="532"/>
                    <a:pt x="38826" y="572"/>
                    <a:pt x="37396" y="572"/>
                  </a:cubicBezTo>
                  <a:cubicBezTo>
                    <a:pt x="31975" y="572"/>
                    <a:pt x="26497" y="0"/>
                    <a:pt x="210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3"/>
            <p:cNvSpPr/>
            <p:nvPr/>
          </p:nvSpPr>
          <p:spPr>
            <a:xfrm rot="-5400000" flipH="1">
              <a:off x="6151826" y="4082909"/>
              <a:ext cx="2032029" cy="84321"/>
            </a:xfrm>
            <a:custGeom>
              <a:avLst/>
              <a:gdLst/>
              <a:ahLst/>
              <a:cxnLst/>
              <a:rect l="l" t="t" r="r" b="b"/>
              <a:pathLst>
                <a:path w="83571" h="2626" extrusionOk="0">
                  <a:moveTo>
                    <a:pt x="16703" y="0"/>
                  </a:moveTo>
                  <a:cubicBezTo>
                    <a:pt x="11434" y="0"/>
                    <a:pt x="5587" y="335"/>
                    <a:pt x="822" y="846"/>
                  </a:cubicBezTo>
                  <a:cubicBezTo>
                    <a:pt x="834" y="1549"/>
                    <a:pt x="1" y="1251"/>
                    <a:pt x="1" y="1941"/>
                  </a:cubicBezTo>
                  <a:cubicBezTo>
                    <a:pt x="13" y="2025"/>
                    <a:pt x="1275" y="2370"/>
                    <a:pt x="1275" y="2442"/>
                  </a:cubicBezTo>
                  <a:cubicBezTo>
                    <a:pt x="1761" y="2495"/>
                    <a:pt x="2229" y="2515"/>
                    <a:pt x="2682" y="2515"/>
                  </a:cubicBezTo>
                  <a:cubicBezTo>
                    <a:pt x="4162" y="2515"/>
                    <a:pt x="5482" y="2299"/>
                    <a:pt x="6740" y="2299"/>
                  </a:cubicBezTo>
                  <a:cubicBezTo>
                    <a:pt x="8323" y="2299"/>
                    <a:pt x="9907" y="2299"/>
                    <a:pt x="11490" y="2287"/>
                  </a:cubicBezTo>
                  <a:cubicBezTo>
                    <a:pt x="12433" y="2287"/>
                    <a:pt x="13385" y="2300"/>
                    <a:pt x="14335" y="2300"/>
                  </a:cubicBezTo>
                  <a:cubicBezTo>
                    <a:pt x="14968" y="2300"/>
                    <a:pt x="15601" y="2294"/>
                    <a:pt x="16229" y="2275"/>
                  </a:cubicBezTo>
                  <a:cubicBezTo>
                    <a:pt x="17516" y="2238"/>
                    <a:pt x="18804" y="2220"/>
                    <a:pt x="20093" y="2220"/>
                  </a:cubicBezTo>
                  <a:cubicBezTo>
                    <a:pt x="22096" y="2220"/>
                    <a:pt x="24100" y="2262"/>
                    <a:pt x="26099" y="2334"/>
                  </a:cubicBezTo>
                  <a:cubicBezTo>
                    <a:pt x="27731" y="2394"/>
                    <a:pt x="29362" y="2489"/>
                    <a:pt x="30993" y="2584"/>
                  </a:cubicBezTo>
                  <a:cubicBezTo>
                    <a:pt x="31485" y="2612"/>
                    <a:pt x="31981" y="2623"/>
                    <a:pt x="32479" y="2623"/>
                  </a:cubicBezTo>
                  <a:cubicBezTo>
                    <a:pt x="33473" y="2623"/>
                    <a:pt x="34474" y="2580"/>
                    <a:pt x="35458" y="2549"/>
                  </a:cubicBezTo>
                  <a:cubicBezTo>
                    <a:pt x="37216" y="2496"/>
                    <a:pt x="38975" y="2418"/>
                    <a:pt x="40733" y="2418"/>
                  </a:cubicBezTo>
                  <a:cubicBezTo>
                    <a:pt x="41368" y="2418"/>
                    <a:pt x="42003" y="2428"/>
                    <a:pt x="42637" y="2453"/>
                  </a:cubicBezTo>
                  <a:cubicBezTo>
                    <a:pt x="43089" y="2498"/>
                    <a:pt x="43526" y="2516"/>
                    <a:pt x="43951" y="2516"/>
                  </a:cubicBezTo>
                  <a:cubicBezTo>
                    <a:pt x="45447" y="2516"/>
                    <a:pt x="46784" y="2299"/>
                    <a:pt x="48055" y="2299"/>
                  </a:cubicBezTo>
                  <a:cubicBezTo>
                    <a:pt x="48582" y="2303"/>
                    <a:pt x="49110" y="2304"/>
                    <a:pt x="49638" y="2304"/>
                  </a:cubicBezTo>
                  <a:cubicBezTo>
                    <a:pt x="50694" y="2304"/>
                    <a:pt x="51749" y="2299"/>
                    <a:pt x="52805" y="2299"/>
                  </a:cubicBezTo>
                  <a:cubicBezTo>
                    <a:pt x="53057" y="2297"/>
                    <a:pt x="53310" y="2296"/>
                    <a:pt x="53563" y="2296"/>
                  </a:cubicBezTo>
                  <a:cubicBezTo>
                    <a:pt x="54205" y="2296"/>
                    <a:pt x="54849" y="2300"/>
                    <a:pt x="55495" y="2300"/>
                  </a:cubicBezTo>
                  <a:cubicBezTo>
                    <a:pt x="56182" y="2300"/>
                    <a:pt x="56870" y="2295"/>
                    <a:pt x="57556" y="2275"/>
                  </a:cubicBezTo>
                  <a:cubicBezTo>
                    <a:pt x="58842" y="2238"/>
                    <a:pt x="60129" y="2220"/>
                    <a:pt x="61415" y="2220"/>
                  </a:cubicBezTo>
                  <a:cubicBezTo>
                    <a:pt x="63415" y="2220"/>
                    <a:pt x="65415" y="2262"/>
                    <a:pt x="67414" y="2334"/>
                  </a:cubicBezTo>
                  <a:cubicBezTo>
                    <a:pt x="69045" y="2394"/>
                    <a:pt x="70676" y="2489"/>
                    <a:pt x="72308" y="2584"/>
                  </a:cubicBezTo>
                  <a:cubicBezTo>
                    <a:pt x="72831" y="2614"/>
                    <a:pt x="73359" y="2626"/>
                    <a:pt x="73888" y="2626"/>
                  </a:cubicBezTo>
                  <a:cubicBezTo>
                    <a:pt x="74852" y="2626"/>
                    <a:pt x="75819" y="2587"/>
                    <a:pt x="76772" y="2549"/>
                  </a:cubicBezTo>
                  <a:cubicBezTo>
                    <a:pt x="78509" y="2494"/>
                    <a:pt x="80252" y="2418"/>
                    <a:pt x="81992" y="2418"/>
                  </a:cubicBezTo>
                  <a:cubicBezTo>
                    <a:pt x="82519" y="2418"/>
                    <a:pt x="83045" y="2425"/>
                    <a:pt x="83571" y="2442"/>
                  </a:cubicBezTo>
                  <a:lnTo>
                    <a:pt x="83571" y="834"/>
                  </a:lnTo>
                  <a:cubicBezTo>
                    <a:pt x="82596" y="910"/>
                    <a:pt x="81611" y="939"/>
                    <a:pt x="80629" y="939"/>
                  </a:cubicBezTo>
                  <a:cubicBezTo>
                    <a:pt x="79751" y="939"/>
                    <a:pt x="78876" y="916"/>
                    <a:pt x="78011" y="882"/>
                  </a:cubicBezTo>
                  <a:cubicBezTo>
                    <a:pt x="75248" y="775"/>
                    <a:pt x="72510" y="525"/>
                    <a:pt x="69760" y="358"/>
                  </a:cubicBezTo>
                  <a:cubicBezTo>
                    <a:pt x="66819" y="167"/>
                    <a:pt x="63854" y="120"/>
                    <a:pt x="60913" y="36"/>
                  </a:cubicBezTo>
                  <a:cubicBezTo>
                    <a:pt x="60016" y="15"/>
                    <a:pt x="59091" y="4"/>
                    <a:pt x="58147" y="4"/>
                  </a:cubicBezTo>
                  <a:cubicBezTo>
                    <a:pt x="52881" y="4"/>
                    <a:pt x="47042" y="329"/>
                    <a:pt x="42256" y="834"/>
                  </a:cubicBezTo>
                  <a:cubicBezTo>
                    <a:pt x="41281" y="910"/>
                    <a:pt x="40297" y="939"/>
                    <a:pt x="39314" y="939"/>
                  </a:cubicBezTo>
                  <a:cubicBezTo>
                    <a:pt x="38437" y="939"/>
                    <a:pt x="37561" y="916"/>
                    <a:pt x="36696" y="882"/>
                  </a:cubicBezTo>
                  <a:cubicBezTo>
                    <a:pt x="33934" y="775"/>
                    <a:pt x="31195" y="525"/>
                    <a:pt x="28445" y="358"/>
                  </a:cubicBezTo>
                  <a:cubicBezTo>
                    <a:pt x="25504" y="167"/>
                    <a:pt x="22539" y="120"/>
                    <a:pt x="19587" y="36"/>
                  </a:cubicBezTo>
                  <a:cubicBezTo>
                    <a:pt x="18653" y="12"/>
                    <a:pt x="17688" y="0"/>
                    <a:pt x="167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3"/>
            <p:cNvSpPr/>
            <p:nvPr/>
          </p:nvSpPr>
          <p:spPr>
            <a:xfrm rot="-5400000" flipH="1">
              <a:off x="6267786" y="4069078"/>
              <a:ext cx="2029695" cy="113734"/>
            </a:xfrm>
            <a:custGeom>
              <a:avLst/>
              <a:gdLst/>
              <a:ahLst/>
              <a:cxnLst/>
              <a:rect l="l" t="t" r="r" b="b"/>
              <a:pathLst>
                <a:path w="83475" h="3542" extrusionOk="0">
                  <a:moveTo>
                    <a:pt x="20516" y="0"/>
                  </a:moveTo>
                  <a:cubicBezTo>
                    <a:pt x="20241" y="0"/>
                    <a:pt x="19967" y="1"/>
                    <a:pt x="19693" y="3"/>
                  </a:cubicBezTo>
                  <a:cubicBezTo>
                    <a:pt x="18086" y="3"/>
                    <a:pt x="16467" y="63"/>
                    <a:pt x="14859" y="63"/>
                  </a:cubicBezTo>
                  <a:cubicBezTo>
                    <a:pt x="11287" y="73"/>
                    <a:pt x="6954" y="244"/>
                    <a:pt x="3115" y="244"/>
                  </a:cubicBezTo>
                  <a:cubicBezTo>
                    <a:pt x="2296" y="244"/>
                    <a:pt x="1500" y="236"/>
                    <a:pt x="738" y="217"/>
                  </a:cubicBezTo>
                  <a:lnTo>
                    <a:pt x="738" y="217"/>
                  </a:lnTo>
                  <a:cubicBezTo>
                    <a:pt x="846" y="1122"/>
                    <a:pt x="0" y="1599"/>
                    <a:pt x="36" y="2515"/>
                  </a:cubicBezTo>
                  <a:cubicBezTo>
                    <a:pt x="36" y="2623"/>
                    <a:pt x="1179" y="3396"/>
                    <a:pt x="1179" y="3504"/>
                  </a:cubicBezTo>
                  <a:cubicBezTo>
                    <a:pt x="1519" y="3530"/>
                    <a:pt x="1873" y="3542"/>
                    <a:pt x="2237" y="3542"/>
                  </a:cubicBezTo>
                  <a:cubicBezTo>
                    <a:pt x="4855" y="3542"/>
                    <a:pt x="8007" y="2940"/>
                    <a:pt x="10537" y="2940"/>
                  </a:cubicBezTo>
                  <a:cubicBezTo>
                    <a:pt x="10657" y="2940"/>
                    <a:pt x="10777" y="2941"/>
                    <a:pt x="10895" y="2944"/>
                  </a:cubicBezTo>
                  <a:cubicBezTo>
                    <a:pt x="13895" y="3027"/>
                    <a:pt x="16895" y="3170"/>
                    <a:pt x="19896" y="3218"/>
                  </a:cubicBezTo>
                  <a:cubicBezTo>
                    <a:pt x="20592" y="3234"/>
                    <a:pt x="21288" y="3243"/>
                    <a:pt x="21984" y="3243"/>
                  </a:cubicBezTo>
                  <a:cubicBezTo>
                    <a:pt x="22788" y="3243"/>
                    <a:pt x="23592" y="3231"/>
                    <a:pt x="24396" y="3206"/>
                  </a:cubicBezTo>
                  <a:cubicBezTo>
                    <a:pt x="25837" y="3170"/>
                    <a:pt x="27278" y="3087"/>
                    <a:pt x="28730" y="3039"/>
                  </a:cubicBezTo>
                  <a:cubicBezTo>
                    <a:pt x="30095" y="2994"/>
                    <a:pt x="31467" y="2960"/>
                    <a:pt x="32839" y="2960"/>
                  </a:cubicBezTo>
                  <a:cubicBezTo>
                    <a:pt x="34376" y="2960"/>
                    <a:pt x="35911" y="3003"/>
                    <a:pt x="37434" y="3123"/>
                  </a:cubicBezTo>
                  <a:cubicBezTo>
                    <a:pt x="39100" y="3265"/>
                    <a:pt x="40803" y="3456"/>
                    <a:pt x="42494" y="3504"/>
                  </a:cubicBezTo>
                  <a:cubicBezTo>
                    <a:pt x="42834" y="3530"/>
                    <a:pt x="43188" y="3542"/>
                    <a:pt x="43552" y="3542"/>
                  </a:cubicBezTo>
                  <a:cubicBezTo>
                    <a:pt x="46170" y="3542"/>
                    <a:pt x="49321" y="2940"/>
                    <a:pt x="51851" y="2940"/>
                  </a:cubicBezTo>
                  <a:cubicBezTo>
                    <a:pt x="51972" y="2940"/>
                    <a:pt x="52091" y="2941"/>
                    <a:pt x="52209" y="2944"/>
                  </a:cubicBezTo>
                  <a:cubicBezTo>
                    <a:pt x="55210" y="3027"/>
                    <a:pt x="58210" y="3170"/>
                    <a:pt x="61210" y="3230"/>
                  </a:cubicBezTo>
                  <a:cubicBezTo>
                    <a:pt x="61832" y="3240"/>
                    <a:pt x="62453" y="3245"/>
                    <a:pt x="63075" y="3245"/>
                  </a:cubicBezTo>
                  <a:cubicBezTo>
                    <a:pt x="63953" y="3245"/>
                    <a:pt x="64832" y="3234"/>
                    <a:pt x="65711" y="3206"/>
                  </a:cubicBezTo>
                  <a:cubicBezTo>
                    <a:pt x="67152" y="3170"/>
                    <a:pt x="68592" y="3087"/>
                    <a:pt x="70045" y="3039"/>
                  </a:cubicBezTo>
                  <a:cubicBezTo>
                    <a:pt x="71409" y="2994"/>
                    <a:pt x="72782" y="2960"/>
                    <a:pt x="74154" y="2960"/>
                  </a:cubicBezTo>
                  <a:cubicBezTo>
                    <a:pt x="75690" y="2960"/>
                    <a:pt x="77226" y="3003"/>
                    <a:pt x="78748" y="3123"/>
                  </a:cubicBezTo>
                  <a:cubicBezTo>
                    <a:pt x="80308" y="3254"/>
                    <a:pt x="81903" y="3432"/>
                    <a:pt x="83475" y="3492"/>
                  </a:cubicBezTo>
                  <a:lnTo>
                    <a:pt x="83475" y="229"/>
                  </a:lnTo>
                  <a:cubicBezTo>
                    <a:pt x="82953" y="211"/>
                    <a:pt x="82429" y="203"/>
                    <a:pt x="81904" y="203"/>
                  </a:cubicBezTo>
                  <a:cubicBezTo>
                    <a:pt x="79727" y="203"/>
                    <a:pt x="77535" y="336"/>
                    <a:pt x="75367" y="384"/>
                  </a:cubicBezTo>
                  <a:cubicBezTo>
                    <a:pt x="75074" y="390"/>
                    <a:pt x="74782" y="392"/>
                    <a:pt x="74489" y="392"/>
                  </a:cubicBezTo>
                  <a:cubicBezTo>
                    <a:pt x="71641" y="392"/>
                    <a:pt x="68800" y="150"/>
                    <a:pt x="65949" y="75"/>
                  </a:cubicBezTo>
                  <a:cubicBezTo>
                    <a:pt x="64306" y="27"/>
                    <a:pt x="62663" y="3"/>
                    <a:pt x="61008" y="3"/>
                  </a:cubicBezTo>
                  <a:cubicBezTo>
                    <a:pt x="59401" y="3"/>
                    <a:pt x="57793" y="63"/>
                    <a:pt x="56174" y="63"/>
                  </a:cubicBezTo>
                  <a:cubicBezTo>
                    <a:pt x="52602" y="73"/>
                    <a:pt x="48269" y="244"/>
                    <a:pt x="44430" y="244"/>
                  </a:cubicBezTo>
                  <a:cubicBezTo>
                    <a:pt x="43611" y="244"/>
                    <a:pt x="42815" y="236"/>
                    <a:pt x="42053" y="217"/>
                  </a:cubicBezTo>
                  <a:cubicBezTo>
                    <a:pt x="41563" y="202"/>
                    <a:pt x="41073" y="196"/>
                    <a:pt x="40583" y="196"/>
                  </a:cubicBezTo>
                  <a:cubicBezTo>
                    <a:pt x="38403" y="196"/>
                    <a:pt x="36220" y="324"/>
                    <a:pt x="34052" y="372"/>
                  </a:cubicBezTo>
                  <a:cubicBezTo>
                    <a:pt x="33707" y="380"/>
                    <a:pt x="33362" y="384"/>
                    <a:pt x="33018" y="384"/>
                  </a:cubicBezTo>
                  <a:cubicBezTo>
                    <a:pt x="30214" y="384"/>
                    <a:pt x="27434" y="149"/>
                    <a:pt x="24634" y="75"/>
                  </a:cubicBezTo>
                  <a:cubicBezTo>
                    <a:pt x="23265" y="25"/>
                    <a:pt x="21888" y="0"/>
                    <a:pt x="20516" y="0"/>
                  </a:cubicBezTo>
                  <a:close/>
                </a:path>
              </a:pathLst>
            </a:custGeom>
            <a:solidFill>
              <a:srgbClr val="E29B9C"/>
            </a:solidFill>
            <a:ln w="9525" cap="flat" cmpd="sng">
              <a:solidFill>
                <a:srgbClr val="B7D7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3"/>
            <p:cNvSpPr/>
            <p:nvPr/>
          </p:nvSpPr>
          <p:spPr>
            <a:xfrm rot="-5400000" flipH="1">
              <a:off x="6891049" y="3898569"/>
              <a:ext cx="434582" cy="22798"/>
            </a:xfrm>
            <a:custGeom>
              <a:avLst/>
              <a:gdLst/>
              <a:ahLst/>
              <a:cxnLst/>
              <a:rect l="l" t="t" r="r" b="b"/>
              <a:pathLst>
                <a:path w="17873" h="710" extrusionOk="0">
                  <a:moveTo>
                    <a:pt x="8522" y="0"/>
                  </a:moveTo>
                  <a:cubicBezTo>
                    <a:pt x="5679" y="0"/>
                    <a:pt x="2833" y="98"/>
                    <a:pt x="1" y="312"/>
                  </a:cubicBezTo>
                  <a:cubicBezTo>
                    <a:pt x="3216" y="479"/>
                    <a:pt x="6442" y="670"/>
                    <a:pt x="9657" y="705"/>
                  </a:cubicBezTo>
                  <a:cubicBezTo>
                    <a:pt x="9968" y="708"/>
                    <a:pt x="10280" y="709"/>
                    <a:pt x="10591" y="709"/>
                  </a:cubicBezTo>
                  <a:cubicBezTo>
                    <a:pt x="13020" y="709"/>
                    <a:pt x="15456" y="620"/>
                    <a:pt x="17872" y="324"/>
                  </a:cubicBezTo>
                  <a:cubicBezTo>
                    <a:pt x="17277" y="289"/>
                    <a:pt x="16682" y="241"/>
                    <a:pt x="16074" y="217"/>
                  </a:cubicBezTo>
                  <a:cubicBezTo>
                    <a:pt x="13566" y="77"/>
                    <a:pt x="11045" y="0"/>
                    <a:pt x="8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3"/>
            <p:cNvSpPr/>
            <p:nvPr/>
          </p:nvSpPr>
          <p:spPr>
            <a:xfrm rot="-5400000" flipH="1">
              <a:off x="6055585" y="4105764"/>
              <a:ext cx="2014060" cy="56578"/>
            </a:xfrm>
            <a:custGeom>
              <a:avLst/>
              <a:gdLst/>
              <a:ahLst/>
              <a:cxnLst/>
              <a:rect l="l" t="t" r="r" b="b"/>
              <a:pathLst>
                <a:path w="82832" h="1762" extrusionOk="0">
                  <a:moveTo>
                    <a:pt x="56443" y="1"/>
                  </a:moveTo>
                  <a:cubicBezTo>
                    <a:pt x="50870" y="1"/>
                    <a:pt x="43055" y="157"/>
                    <a:pt x="41398" y="250"/>
                  </a:cubicBezTo>
                  <a:cubicBezTo>
                    <a:pt x="39517" y="322"/>
                    <a:pt x="37624" y="345"/>
                    <a:pt x="35731" y="357"/>
                  </a:cubicBezTo>
                  <a:cubicBezTo>
                    <a:pt x="32695" y="357"/>
                    <a:pt x="29659" y="298"/>
                    <a:pt x="26611" y="226"/>
                  </a:cubicBezTo>
                  <a:cubicBezTo>
                    <a:pt x="23563" y="155"/>
                    <a:pt x="20503" y="48"/>
                    <a:pt x="17455" y="12"/>
                  </a:cubicBezTo>
                  <a:cubicBezTo>
                    <a:pt x="16768" y="5"/>
                    <a:pt x="16007" y="1"/>
                    <a:pt x="15198" y="1"/>
                  </a:cubicBezTo>
                  <a:cubicBezTo>
                    <a:pt x="9511" y="1"/>
                    <a:pt x="1439" y="167"/>
                    <a:pt x="0" y="250"/>
                  </a:cubicBezTo>
                  <a:cubicBezTo>
                    <a:pt x="24" y="738"/>
                    <a:pt x="488" y="1096"/>
                    <a:pt x="500" y="1596"/>
                  </a:cubicBezTo>
                  <a:cubicBezTo>
                    <a:pt x="1082" y="1718"/>
                    <a:pt x="1753" y="1761"/>
                    <a:pt x="2465" y="1761"/>
                  </a:cubicBezTo>
                  <a:cubicBezTo>
                    <a:pt x="4100" y="1761"/>
                    <a:pt x="5953" y="1536"/>
                    <a:pt x="7453" y="1536"/>
                  </a:cubicBezTo>
                  <a:cubicBezTo>
                    <a:pt x="11287" y="1560"/>
                    <a:pt x="15121" y="1560"/>
                    <a:pt x="18955" y="1560"/>
                  </a:cubicBezTo>
                  <a:cubicBezTo>
                    <a:pt x="21884" y="1560"/>
                    <a:pt x="24777" y="1429"/>
                    <a:pt x="27694" y="1274"/>
                  </a:cubicBezTo>
                  <a:cubicBezTo>
                    <a:pt x="29950" y="1159"/>
                    <a:pt x="32206" y="1056"/>
                    <a:pt x="34467" y="1056"/>
                  </a:cubicBezTo>
                  <a:cubicBezTo>
                    <a:pt x="35237" y="1056"/>
                    <a:pt x="36007" y="1068"/>
                    <a:pt x="36779" y="1096"/>
                  </a:cubicBezTo>
                  <a:cubicBezTo>
                    <a:pt x="38457" y="1155"/>
                    <a:pt x="40172" y="1286"/>
                    <a:pt x="41815" y="1584"/>
                  </a:cubicBezTo>
                  <a:lnTo>
                    <a:pt x="41815" y="1596"/>
                  </a:lnTo>
                  <a:cubicBezTo>
                    <a:pt x="42397" y="1718"/>
                    <a:pt x="43068" y="1761"/>
                    <a:pt x="43780" y="1761"/>
                  </a:cubicBezTo>
                  <a:cubicBezTo>
                    <a:pt x="45414" y="1761"/>
                    <a:pt x="47267" y="1536"/>
                    <a:pt x="48768" y="1536"/>
                  </a:cubicBezTo>
                  <a:cubicBezTo>
                    <a:pt x="52602" y="1560"/>
                    <a:pt x="56436" y="1560"/>
                    <a:pt x="60270" y="1560"/>
                  </a:cubicBezTo>
                  <a:cubicBezTo>
                    <a:pt x="63199" y="1560"/>
                    <a:pt x="66092" y="1429"/>
                    <a:pt x="69009" y="1274"/>
                  </a:cubicBezTo>
                  <a:cubicBezTo>
                    <a:pt x="71265" y="1159"/>
                    <a:pt x="73521" y="1056"/>
                    <a:pt x="75781" y="1056"/>
                  </a:cubicBezTo>
                  <a:cubicBezTo>
                    <a:pt x="76551" y="1056"/>
                    <a:pt x="77322" y="1068"/>
                    <a:pt x="78093" y="1096"/>
                  </a:cubicBezTo>
                  <a:cubicBezTo>
                    <a:pt x="79677" y="1155"/>
                    <a:pt x="81284" y="1274"/>
                    <a:pt x="82832" y="1536"/>
                  </a:cubicBezTo>
                  <a:lnTo>
                    <a:pt x="82832" y="238"/>
                  </a:lnTo>
                  <a:cubicBezTo>
                    <a:pt x="80903" y="322"/>
                    <a:pt x="78974" y="357"/>
                    <a:pt x="77045" y="357"/>
                  </a:cubicBezTo>
                  <a:cubicBezTo>
                    <a:pt x="74009" y="357"/>
                    <a:pt x="70973" y="298"/>
                    <a:pt x="67925" y="226"/>
                  </a:cubicBezTo>
                  <a:cubicBezTo>
                    <a:pt x="64877" y="155"/>
                    <a:pt x="61817" y="48"/>
                    <a:pt x="58769" y="12"/>
                  </a:cubicBezTo>
                  <a:cubicBezTo>
                    <a:pt x="58063" y="4"/>
                    <a:pt x="57278" y="1"/>
                    <a:pt x="564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3"/>
            <p:cNvSpPr/>
            <p:nvPr/>
          </p:nvSpPr>
          <p:spPr>
            <a:xfrm rot="-5400000" flipH="1">
              <a:off x="6382202" y="4103863"/>
              <a:ext cx="2004504" cy="69936"/>
            </a:xfrm>
            <a:custGeom>
              <a:avLst/>
              <a:gdLst/>
              <a:ahLst/>
              <a:cxnLst/>
              <a:rect l="l" t="t" r="r" b="b"/>
              <a:pathLst>
                <a:path w="82439" h="2178" extrusionOk="0">
                  <a:moveTo>
                    <a:pt x="73160" y="1"/>
                  </a:moveTo>
                  <a:cubicBezTo>
                    <a:pt x="71451" y="1"/>
                    <a:pt x="69739" y="64"/>
                    <a:pt x="68044" y="127"/>
                  </a:cubicBezTo>
                  <a:cubicBezTo>
                    <a:pt x="66592" y="186"/>
                    <a:pt x="65127" y="258"/>
                    <a:pt x="63675" y="282"/>
                  </a:cubicBezTo>
                  <a:cubicBezTo>
                    <a:pt x="63256" y="288"/>
                    <a:pt x="62837" y="291"/>
                    <a:pt x="62418" y="291"/>
                  </a:cubicBezTo>
                  <a:cubicBezTo>
                    <a:pt x="61337" y="291"/>
                    <a:pt x="60255" y="272"/>
                    <a:pt x="59174" y="246"/>
                  </a:cubicBezTo>
                  <a:cubicBezTo>
                    <a:pt x="58454" y="229"/>
                    <a:pt x="57718" y="221"/>
                    <a:pt x="56969" y="221"/>
                  </a:cubicBezTo>
                  <a:cubicBezTo>
                    <a:pt x="52047" y="221"/>
                    <a:pt x="46590" y="547"/>
                    <a:pt x="41743" y="567"/>
                  </a:cubicBezTo>
                  <a:cubicBezTo>
                    <a:pt x="39624" y="544"/>
                    <a:pt x="37505" y="246"/>
                    <a:pt x="35421" y="115"/>
                  </a:cubicBezTo>
                  <a:cubicBezTo>
                    <a:pt x="34221" y="36"/>
                    <a:pt x="33013" y="6"/>
                    <a:pt x="31804" y="6"/>
                  </a:cubicBezTo>
                  <a:cubicBezTo>
                    <a:pt x="30109" y="6"/>
                    <a:pt x="28411" y="64"/>
                    <a:pt x="26730" y="127"/>
                  </a:cubicBezTo>
                  <a:cubicBezTo>
                    <a:pt x="25277" y="186"/>
                    <a:pt x="23813" y="270"/>
                    <a:pt x="22360" y="282"/>
                  </a:cubicBezTo>
                  <a:cubicBezTo>
                    <a:pt x="21829" y="290"/>
                    <a:pt x="21297" y="294"/>
                    <a:pt x="20766" y="294"/>
                  </a:cubicBezTo>
                  <a:cubicBezTo>
                    <a:pt x="19797" y="294"/>
                    <a:pt x="18828" y="281"/>
                    <a:pt x="17859" y="258"/>
                  </a:cubicBezTo>
                  <a:cubicBezTo>
                    <a:pt x="17096" y="238"/>
                    <a:pt x="16315" y="230"/>
                    <a:pt x="15520" y="230"/>
                  </a:cubicBezTo>
                  <a:cubicBezTo>
                    <a:pt x="10485" y="230"/>
                    <a:pt x="4905" y="567"/>
                    <a:pt x="0" y="567"/>
                  </a:cubicBezTo>
                  <a:cubicBezTo>
                    <a:pt x="0" y="1032"/>
                    <a:pt x="202" y="1698"/>
                    <a:pt x="214" y="2163"/>
                  </a:cubicBezTo>
                  <a:cubicBezTo>
                    <a:pt x="642" y="2173"/>
                    <a:pt x="1071" y="2178"/>
                    <a:pt x="1501" y="2178"/>
                  </a:cubicBezTo>
                  <a:cubicBezTo>
                    <a:pt x="6973" y="2178"/>
                    <a:pt x="12625" y="1420"/>
                    <a:pt x="17934" y="1420"/>
                  </a:cubicBezTo>
                  <a:cubicBezTo>
                    <a:pt x="18610" y="1420"/>
                    <a:pt x="19280" y="1433"/>
                    <a:pt x="19943" y="1460"/>
                  </a:cubicBezTo>
                  <a:cubicBezTo>
                    <a:pt x="24265" y="1639"/>
                    <a:pt x="28551" y="2044"/>
                    <a:pt x="32885" y="2079"/>
                  </a:cubicBezTo>
                  <a:cubicBezTo>
                    <a:pt x="35766" y="2115"/>
                    <a:pt x="38648" y="2079"/>
                    <a:pt x="41529" y="2151"/>
                  </a:cubicBezTo>
                  <a:lnTo>
                    <a:pt x="41529" y="2163"/>
                  </a:lnTo>
                  <a:cubicBezTo>
                    <a:pt x="41957" y="2173"/>
                    <a:pt x="42386" y="2178"/>
                    <a:pt x="42816" y="2178"/>
                  </a:cubicBezTo>
                  <a:cubicBezTo>
                    <a:pt x="48288" y="2178"/>
                    <a:pt x="53940" y="1420"/>
                    <a:pt x="59249" y="1420"/>
                  </a:cubicBezTo>
                  <a:cubicBezTo>
                    <a:pt x="59924" y="1420"/>
                    <a:pt x="60594" y="1433"/>
                    <a:pt x="61258" y="1460"/>
                  </a:cubicBezTo>
                  <a:cubicBezTo>
                    <a:pt x="65580" y="1639"/>
                    <a:pt x="69866" y="2044"/>
                    <a:pt x="74200" y="2079"/>
                  </a:cubicBezTo>
                  <a:cubicBezTo>
                    <a:pt x="76950" y="2103"/>
                    <a:pt x="79689" y="2079"/>
                    <a:pt x="82439" y="2139"/>
                  </a:cubicBezTo>
                  <a:lnTo>
                    <a:pt x="82439" y="544"/>
                  </a:lnTo>
                  <a:cubicBezTo>
                    <a:pt x="80534" y="484"/>
                    <a:pt x="78617" y="234"/>
                    <a:pt x="76736" y="115"/>
                  </a:cubicBezTo>
                  <a:cubicBezTo>
                    <a:pt x="75550" y="32"/>
                    <a:pt x="74356" y="1"/>
                    <a:pt x="73160" y="1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3"/>
            <p:cNvSpPr/>
            <p:nvPr/>
          </p:nvSpPr>
          <p:spPr>
            <a:xfrm rot="-5400000" flipH="1">
              <a:off x="6458908" y="4104456"/>
              <a:ext cx="2016394" cy="75426"/>
            </a:xfrm>
            <a:custGeom>
              <a:avLst/>
              <a:gdLst/>
              <a:ahLst/>
              <a:cxnLst/>
              <a:rect l="l" t="t" r="r" b="b"/>
              <a:pathLst>
                <a:path w="82928" h="2349" extrusionOk="0">
                  <a:moveTo>
                    <a:pt x="59552" y="1"/>
                  </a:moveTo>
                  <a:cubicBezTo>
                    <a:pt x="53799" y="1"/>
                    <a:pt x="47290" y="719"/>
                    <a:pt x="41625" y="729"/>
                  </a:cubicBezTo>
                  <a:cubicBezTo>
                    <a:pt x="38553" y="658"/>
                    <a:pt x="35482" y="705"/>
                    <a:pt x="32398" y="658"/>
                  </a:cubicBezTo>
                  <a:cubicBezTo>
                    <a:pt x="28481" y="586"/>
                    <a:pt x="24599" y="229"/>
                    <a:pt x="20694" y="51"/>
                  </a:cubicBezTo>
                  <a:cubicBezTo>
                    <a:pt x="19903" y="16"/>
                    <a:pt x="19091" y="2"/>
                    <a:pt x="18264" y="2"/>
                  </a:cubicBezTo>
                  <a:cubicBezTo>
                    <a:pt x="12484" y="2"/>
                    <a:pt x="5936" y="729"/>
                    <a:pt x="241" y="729"/>
                  </a:cubicBezTo>
                  <a:cubicBezTo>
                    <a:pt x="200" y="729"/>
                    <a:pt x="160" y="729"/>
                    <a:pt x="120" y="729"/>
                  </a:cubicBezTo>
                  <a:lnTo>
                    <a:pt x="120" y="729"/>
                  </a:lnTo>
                  <a:cubicBezTo>
                    <a:pt x="168" y="1313"/>
                    <a:pt x="1" y="1765"/>
                    <a:pt x="37" y="2348"/>
                  </a:cubicBezTo>
                  <a:cubicBezTo>
                    <a:pt x="1473" y="2348"/>
                    <a:pt x="2132" y="1943"/>
                    <a:pt x="2364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7" y="1634"/>
                    <a:pt x="5895" y="1515"/>
                    <a:pt x="7597" y="1444"/>
                  </a:cubicBezTo>
                  <a:cubicBezTo>
                    <a:pt x="8554" y="1406"/>
                    <a:pt x="9511" y="1390"/>
                    <a:pt x="10469" y="1390"/>
                  </a:cubicBezTo>
                  <a:cubicBezTo>
                    <a:pt x="13182" y="1390"/>
                    <a:pt x="15897" y="1520"/>
                    <a:pt x="18599" y="1670"/>
                  </a:cubicBezTo>
                  <a:cubicBezTo>
                    <a:pt x="20408" y="1777"/>
                    <a:pt x="22218" y="1896"/>
                    <a:pt x="24028" y="2015"/>
                  </a:cubicBezTo>
                  <a:cubicBezTo>
                    <a:pt x="24880" y="1999"/>
                    <a:pt x="25733" y="1992"/>
                    <a:pt x="26584" y="1992"/>
                  </a:cubicBezTo>
                  <a:cubicBezTo>
                    <a:pt x="31513" y="1992"/>
                    <a:pt x="36428" y="2227"/>
                    <a:pt x="41351" y="2348"/>
                  </a:cubicBezTo>
                  <a:lnTo>
                    <a:pt x="41470" y="2348"/>
                  </a:lnTo>
                  <a:cubicBezTo>
                    <a:pt x="42824" y="2325"/>
                    <a:pt x="43447" y="1943"/>
                    <a:pt x="43678" y="1943"/>
                  </a:cubicBezTo>
                  <a:cubicBezTo>
                    <a:pt x="43684" y="1943"/>
                    <a:pt x="43691" y="1943"/>
                    <a:pt x="43697" y="1944"/>
                  </a:cubicBezTo>
                  <a:cubicBezTo>
                    <a:pt x="45411" y="1634"/>
                    <a:pt x="47209" y="1515"/>
                    <a:pt x="48912" y="1444"/>
                  </a:cubicBezTo>
                  <a:cubicBezTo>
                    <a:pt x="49869" y="1406"/>
                    <a:pt x="50826" y="1390"/>
                    <a:pt x="51784" y="1390"/>
                  </a:cubicBezTo>
                  <a:cubicBezTo>
                    <a:pt x="54497" y="1390"/>
                    <a:pt x="57212" y="1520"/>
                    <a:pt x="59913" y="1670"/>
                  </a:cubicBezTo>
                  <a:cubicBezTo>
                    <a:pt x="61723" y="1777"/>
                    <a:pt x="63533" y="1896"/>
                    <a:pt x="65342" y="2003"/>
                  </a:cubicBezTo>
                  <a:cubicBezTo>
                    <a:pt x="66121" y="1990"/>
                    <a:pt x="66898" y="1985"/>
                    <a:pt x="67676" y="1985"/>
                  </a:cubicBezTo>
                  <a:cubicBezTo>
                    <a:pt x="72715" y="1985"/>
                    <a:pt x="77740" y="2225"/>
                    <a:pt x="82773" y="2348"/>
                  </a:cubicBezTo>
                  <a:cubicBezTo>
                    <a:pt x="82821" y="2337"/>
                    <a:pt x="82880" y="2337"/>
                    <a:pt x="82928" y="2325"/>
                  </a:cubicBezTo>
                  <a:lnTo>
                    <a:pt x="82928" y="717"/>
                  </a:lnTo>
                  <a:cubicBezTo>
                    <a:pt x="79868" y="646"/>
                    <a:pt x="76784" y="705"/>
                    <a:pt x="73713" y="646"/>
                  </a:cubicBezTo>
                  <a:lnTo>
                    <a:pt x="73713" y="646"/>
                  </a:lnTo>
                  <a:lnTo>
                    <a:pt x="73724" y="658"/>
                  </a:lnTo>
                  <a:cubicBezTo>
                    <a:pt x="69795" y="586"/>
                    <a:pt x="65914" y="229"/>
                    <a:pt x="62009" y="51"/>
                  </a:cubicBezTo>
                  <a:cubicBezTo>
                    <a:pt x="61209" y="16"/>
                    <a:pt x="60388" y="1"/>
                    <a:pt x="595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3"/>
            <p:cNvSpPr/>
            <p:nvPr/>
          </p:nvSpPr>
          <p:spPr>
            <a:xfrm rot="-5400000" flipH="1">
              <a:off x="6891061" y="4903113"/>
              <a:ext cx="434558" cy="22798"/>
            </a:xfrm>
            <a:custGeom>
              <a:avLst/>
              <a:gdLst/>
              <a:ahLst/>
              <a:cxnLst/>
              <a:rect l="l" t="t" r="r" b="b"/>
              <a:pathLst>
                <a:path w="17872" h="710" extrusionOk="0">
                  <a:moveTo>
                    <a:pt x="8522" y="0"/>
                  </a:moveTo>
                  <a:cubicBezTo>
                    <a:pt x="5679" y="0"/>
                    <a:pt x="2833" y="98"/>
                    <a:pt x="1" y="312"/>
                  </a:cubicBezTo>
                  <a:cubicBezTo>
                    <a:pt x="3215" y="479"/>
                    <a:pt x="6442" y="670"/>
                    <a:pt x="9657" y="705"/>
                  </a:cubicBezTo>
                  <a:cubicBezTo>
                    <a:pt x="9967" y="708"/>
                    <a:pt x="10277" y="709"/>
                    <a:pt x="10588" y="709"/>
                  </a:cubicBezTo>
                  <a:cubicBezTo>
                    <a:pt x="13011" y="709"/>
                    <a:pt x="15455" y="620"/>
                    <a:pt x="17872" y="324"/>
                  </a:cubicBezTo>
                  <a:cubicBezTo>
                    <a:pt x="17277" y="289"/>
                    <a:pt x="16681" y="241"/>
                    <a:pt x="16074" y="217"/>
                  </a:cubicBezTo>
                  <a:cubicBezTo>
                    <a:pt x="13566" y="77"/>
                    <a:pt x="11045" y="0"/>
                    <a:pt x="8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3"/>
            <p:cNvSpPr/>
            <p:nvPr/>
          </p:nvSpPr>
          <p:spPr>
            <a:xfrm rot="-5400000" flipH="1">
              <a:off x="7323669" y="4456085"/>
              <a:ext cx="362172" cy="13679"/>
            </a:xfrm>
            <a:custGeom>
              <a:avLst/>
              <a:gdLst/>
              <a:ahLst/>
              <a:cxnLst/>
              <a:rect l="l" t="t" r="r" b="b"/>
              <a:pathLst>
                <a:path w="14895" h="426" extrusionOk="0">
                  <a:moveTo>
                    <a:pt x="14895" y="0"/>
                  </a:moveTo>
                  <a:cubicBezTo>
                    <a:pt x="14514" y="0"/>
                    <a:pt x="14145" y="0"/>
                    <a:pt x="13764" y="12"/>
                  </a:cubicBezTo>
                  <a:cubicBezTo>
                    <a:pt x="9180" y="48"/>
                    <a:pt x="4596" y="143"/>
                    <a:pt x="0" y="238"/>
                  </a:cubicBezTo>
                  <a:cubicBezTo>
                    <a:pt x="2018" y="359"/>
                    <a:pt x="4035" y="425"/>
                    <a:pt x="6052" y="425"/>
                  </a:cubicBezTo>
                  <a:cubicBezTo>
                    <a:pt x="7404" y="425"/>
                    <a:pt x="8757" y="396"/>
                    <a:pt x="10109" y="334"/>
                  </a:cubicBezTo>
                  <a:lnTo>
                    <a:pt x="10109" y="345"/>
                  </a:lnTo>
                  <a:cubicBezTo>
                    <a:pt x="11704" y="274"/>
                    <a:pt x="13300" y="167"/>
                    <a:pt x="148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3"/>
            <p:cNvSpPr/>
            <p:nvPr/>
          </p:nvSpPr>
          <p:spPr>
            <a:xfrm rot="-5400000" flipH="1">
              <a:off x="6544097" y="4120387"/>
              <a:ext cx="2018704" cy="41839"/>
            </a:xfrm>
            <a:custGeom>
              <a:avLst/>
              <a:gdLst/>
              <a:ahLst/>
              <a:cxnLst/>
              <a:rect l="l" t="t" r="r" b="b"/>
              <a:pathLst>
                <a:path w="83023" h="1303" extrusionOk="0">
                  <a:moveTo>
                    <a:pt x="21146" y="0"/>
                  </a:moveTo>
                  <a:cubicBezTo>
                    <a:pt x="20347" y="0"/>
                    <a:pt x="19549" y="13"/>
                    <a:pt x="18753" y="41"/>
                  </a:cubicBezTo>
                  <a:cubicBezTo>
                    <a:pt x="15900" y="140"/>
                    <a:pt x="13101" y="321"/>
                    <a:pt x="10275" y="321"/>
                  </a:cubicBezTo>
                  <a:cubicBezTo>
                    <a:pt x="9362" y="321"/>
                    <a:pt x="8447" y="302"/>
                    <a:pt x="7525" y="256"/>
                  </a:cubicBezTo>
                  <a:cubicBezTo>
                    <a:pt x="5906" y="172"/>
                    <a:pt x="4287" y="89"/>
                    <a:pt x="2668" y="89"/>
                  </a:cubicBezTo>
                  <a:cubicBezTo>
                    <a:pt x="2334" y="89"/>
                    <a:pt x="775" y="422"/>
                    <a:pt x="108" y="458"/>
                  </a:cubicBezTo>
                  <a:cubicBezTo>
                    <a:pt x="132" y="744"/>
                    <a:pt x="1" y="899"/>
                    <a:pt x="13" y="1196"/>
                  </a:cubicBezTo>
                  <a:cubicBezTo>
                    <a:pt x="139" y="1197"/>
                    <a:pt x="268" y="1198"/>
                    <a:pt x="398" y="1198"/>
                  </a:cubicBezTo>
                  <a:cubicBezTo>
                    <a:pt x="3139" y="1198"/>
                    <a:pt x="6699" y="969"/>
                    <a:pt x="9347" y="958"/>
                  </a:cubicBezTo>
                  <a:cubicBezTo>
                    <a:pt x="10889" y="952"/>
                    <a:pt x="12434" y="943"/>
                    <a:pt x="13979" y="943"/>
                  </a:cubicBezTo>
                  <a:cubicBezTo>
                    <a:pt x="15523" y="943"/>
                    <a:pt x="17068" y="952"/>
                    <a:pt x="18610" y="982"/>
                  </a:cubicBezTo>
                  <a:cubicBezTo>
                    <a:pt x="21658" y="1030"/>
                    <a:pt x="24706" y="1137"/>
                    <a:pt x="27754" y="1196"/>
                  </a:cubicBezTo>
                  <a:cubicBezTo>
                    <a:pt x="30254" y="1255"/>
                    <a:pt x="32758" y="1300"/>
                    <a:pt x="35259" y="1300"/>
                  </a:cubicBezTo>
                  <a:cubicBezTo>
                    <a:pt x="37284" y="1300"/>
                    <a:pt x="39308" y="1271"/>
                    <a:pt x="41327" y="1196"/>
                  </a:cubicBezTo>
                  <a:cubicBezTo>
                    <a:pt x="41454" y="1197"/>
                    <a:pt x="41582" y="1198"/>
                    <a:pt x="41713" y="1198"/>
                  </a:cubicBezTo>
                  <a:cubicBezTo>
                    <a:pt x="44454" y="1198"/>
                    <a:pt x="48014" y="969"/>
                    <a:pt x="50662" y="958"/>
                  </a:cubicBezTo>
                  <a:cubicBezTo>
                    <a:pt x="52204" y="952"/>
                    <a:pt x="53748" y="943"/>
                    <a:pt x="55293" y="943"/>
                  </a:cubicBezTo>
                  <a:cubicBezTo>
                    <a:pt x="56838" y="943"/>
                    <a:pt x="58383" y="952"/>
                    <a:pt x="59925" y="982"/>
                  </a:cubicBezTo>
                  <a:cubicBezTo>
                    <a:pt x="62973" y="1030"/>
                    <a:pt x="66021" y="1137"/>
                    <a:pt x="69069" y="1196"/>
                  </a:cubicBezTo>
                  <a:cubicBezTo>
                    <a:pt x="71614" y="1255"/>
                    <a:pt x="74167" y="1303"/>
                    <a:pt x="76719" y="1303"/>
                  </a:cubicBezTo>
                  <a:cubicBezTo>
                    <a:pt x="78823" y="1303"/>
                    <a:pt x="80925" y="1270"/>
                    <a:pt x="83023" y="1184"/>
                  </a:cubicBezTo>
                  <a:lnTo>
                    <a:pt x="83023" y="434"/>
                  </a:lnTo>
                  <a:cubicBezTo>
                    <a:pt x="81609" y="534"/>
                    <a:pt x="80190" y="573"/>
                    <a:pt x="78768" y="573"/>
                  </a:cubicBezTo>
                  <a:cubicBezTo>
                    <a:pt x="73349" y="573"/>
                    <a:pt x="67884" y="0"/>
                    <a:pt x="62464" y="0"/>
                  </a:cubicBezTo>
                  <a:cubicBezTo>
                    <a:pt x="61664" y="0"/>
                    <a:pt x="60865" y="13"/>
                    <a:pt x="60068" y="41"/>
                  </a:cubicBezTo>
                  <a:cubicBezTo>
                    <a:pt x="57215" y="140"/>
                    <a:pt x="54416" y="321"/>
                    <a:pt x="51590" y="321"/>
                  </a:cubicBezTo>
                  <a:cubicBezTo>
                    <a:pt x="50677" y="321"/>
                    <a:pt x="49761" y="302"/>
                    <a:pt x="48840" y="256"/>
                  </a:cubicBezTo>
                  <a:cubicBezTo>
                    <a:pt x="47221" y="172"/>
                    <a:pt x="45602" y="89"/>
                    <a:pt x="43982" y="89"/>
                  </a:cubicBezTo>
                  <a:cubicBezTo>
                    <a:pt x="43685" y="89"/>
                    <a:pt x="42411" y="363"/>
                    <a:pt x="41661" y="434"/>
                  </a:cubicBezTo>
                  <a:cubicBezTo>
                    <a:pt x="40251" y="534"/>
                    <a:pt x="38836" y="573"/>
                    <a:pt x="37417" y="573"/>
                  </a:cubicBezTo>
                  <a:cubicBezTo>
                    <a:pt x="32013" y="573"/>
                    <a:pt x="26557" y="0"/>
                    <a:pt x="21146" y="0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3"/>
            <p:cNvSpPr/>
            <p:nvPr/>
          </p:nvSpPr>
          <p:spPr>
            <a:xfrm rot="-5400000" flipH="1">
              <a:off x="6708975" y="4092090"/>
              <a:ext cx="2032880" cy="84257"/>
            </a:xfrm>
            <a:custGeom>
              <a:avLst/>
              <a:gdLst/>
              <a:ahLst/>
              <a:cxnLst/>
              <a:rect l="l" t="t" r="r" b="b"/>
              <a:pathLst>
                <a:path w="83606" h="2624" extrusionOk="0">
                  <a:moveTo>
                    <a:pt x="57965" y="0"/>
                  </a:moveTo>
                  <a:cubicBezTo>
                    <a:pt x="52749" y="0"/>
                    <a:pt x="46979" y="324"/>
                    <a:pt x="42256" y="823"/>
                  </a:cubicBezTo>
                  <a:cubicBezTo>
                    <a:pt x="41258" y="907"/>
                    <a:pt x="40250" y="938"/>
                    <a:pt x="39244" y="938"/>
                  </a:cubicBezTo>
                  <a:cubicBezTo>
                    <a:pt x="38387" y="938"/>
                    <a:pt x="37532" y="916"/>
                    <a:pt x="36683" y="883"/>
                  </a:cubicBezTo>
                  <a:cubicBezTo>
                    <a:pt x="33933" y="776"/>
                    <a:pt x="31195" y="526"/>
                    <a:pt x="28444" y="347"/>
                  </a:cubicBezTo>
                  <a:cubicBezTo>
                    <a:pt x="25503" y="168"/>
                    <a:pt x="22539" y="109"/>
                    <a:pt x="19586" y="37"/>
                  </a:cubicBezTo>
                  <a:cubicBezTo>
                    <a:pt x="18650" y="13"/>
                    <a:pt x="17684" y="1"/>
                    <a:pt x="16697" y="1"/>
                  </a:cubicBezTo>
                  <a:cubicBezTo>
                    <a:pt x="11421" y="1"/>
                    <a:pt x="5575" y="335"/>
                    <a:pt x="810" y="847"/>
                  </a:cubicBezTo>
                  <a:cubicBezTo>
                    <a:pt x="822" y="1538"/>
                    <a:pt x="0" y="1240"/>
                    <a:pt x="0" y="1942"/>
                  </a:cubicBezTo>
                  <a:cubicBezTo>
                    <a:pt x="12" y="2026"/>
                    <a:pt x="1262" y="2359"/>
                    <a:pt x="1274" y="2442"/>
                  </a:cubicBezTo>
                  <a:cubicBezTo>
                    <a:pt x="1742" y="2491"/>
                    <a:pt x="2193" y="2509"/>
                    <a:pt x="2631" y="2509"/>
                  </a:cubicBezTo>
                  <a:cubicBezTo>
                    <a:pt x="4099" y="2509"/>
                    <a:pt x="5409" y="2299"/>
                    <a:pt x="6649" y="2299"/>
                  </a:cubicBezTo>
                  <a:cubicBezTo>
                    <a:pt x="6675" y="2299"/>
                    <a:pt x="6701" y="2299"/>
                    <a:pt x="6727" y="2300"/>
                  </a:cubicBezTo>
                  <a:cubicBezTo>
                    <a:pt x="8311" y="2300"/>
                    <a:pt x="9894" y="2300"/>
                    <a:pt x="11478" y="2288"/>
                  </a:cubicBezTo>
                  <a:cubicBezTo>
                    <a:pt x="11732" y="2286"/>
                    <a:pt x="11986" y="2285"/>
                    <a:pt x="12240" y="2285"/>
                  </a:cubicBezTo>
                  <a:cubicBezTo>
                    <a:pt x="12883" y="2285"/>
                    <a:pt x="13527" y="2289"/>
                    <a:pt x="14171" y="2289"/>
                  </a:cubicBezTo>
                  <a:cubicBezTo>
                    <a:pt x="14857" y="2289"/>
                    <a:pt x="15543" y="2284"/>
                    <a:pt x="16228" y="2264"/>
                  </a:cubicBezTo>
                  <a:cubicBezTo>
                    <a:pt x="17489" y="2227"/>
                    <a:pt x="18750" y="2210"/>
                    <a:pt x="20011" y="2210"/>
                  </a:cubicBezTo>
                  <a:cubicBezTo>
                    <a:pt x="22036" y="2210"/>
                    <a:pt x="24062" y="2255"/>
                    <a:pt x="26087" y="2335"/>
                  </a:cubicBezTo>
                  <a:cubicBezTo>
                    <a:pt x="27730" y="2395"/>
                    <a:pt x="29361" y="2490"/>
                    <a:pt x="30992" y="2585"/>
                  </a:cubicBezTo>
                  <a:cubicBezTo>
                    <a:pt x="31484" y="2613"/>
                    <a:pt x="31980" y="2624"/>
                    <a:pt x="32478" y="2624"/>
                  </a:cubicBezTo>
                  <a:cubicBezTo>
                    <a:pt x="33473" y="2624"/>
                    <a:pt x="34473" y="2581"/>
                    <a:pt x="35457" y="2550"/>
                  </a:cubicBezTo>
                  <a:cubicBezTo>
                    <a:pt x="37213" y="2488"/>
                    <a:pt x="38983" y="2407"/>
                    <a:pt x="40746" y="2407"/>
                  </a:cubicBezTo>
                  <a:cubicBezTo>
                    <a:pt x="41373" y="2407"/>
                    <a:pt x="42000" y="2417"/>
                    <a:pt x="42625" y="2442"/>
                  </a:cubicBezTo>
                  <a:cubicBezTo>
                    <a:pt x="43090" y="2491"/>
                    <a:pt x="43539" y="2509"/>
                    <a:pt x="43973" y="2509"/>
                  </a:cubicBezTo>
                  <a:cubicBezTo>
                    <a:pt x="45433" y="2509"/>
                    <a:pt x="46736" y="2299"/>
                    <a:pt x="47976" y="2299"/>
                  </a:cubicBezTo>
                  <a:cubicBezTo>
                    <a:pt x="48002" y="2299"/>
                    <a:pt x="48028" y="2299"/>
                    <a:pt x="48054" y="2300"/>
                  </a:cubicBezTo>
                  <a:cubicBezTo>
                    <a:pt x="49637" y="2300"/>
                    <a:pt x="51209" y="2300"/>
                    <a:pt x="52793" y="2288"/>
                  </a:cubicBezTo>
                  <a:cubicBezTo>
                    <a:pt x="53584" y="2288"/>
                    <a:pt x="54379" y="2294"/>
                    <a:pt x="55172" y="2294"/>
                  </a:cubicBezTo>
                  <a:cubicBezTo>
                    <a:pt x="55966" y="2294"/>
                    <a:pt x="56757" y="2288"/>
                    <a:pt x="57543" y="2264"/>
                  </a:cubicBezTo>
                  <a:cubicBezTo>
                    <a:pt x="58804" y="2227"/>
                    <a:pt x="60067" y="2210"/>
                    <a:pt x="61329" y="2210"/>
                  </a:cubicBezTo>
                  <a:cubicBezTo>
                    <a:pt x="63357" y="2210"/>
                    <a:pt x="65384" y="2255"/>
                    <a:pt x="67402" y="2335"/>
                  </a:cubicBezTo>
                  <a:cubicBezTo>
                    <a:pt x="69045" y="2395"/>
                    <a:pt x="70676" y="2490"/>
                    <a:pt x="72307" y="2585"/>
                  </a:cubicBezTo>
                  <a:cubicBezTo>
                    <a:pt x="72799" y="2613"/>
                    <a:pt x="73295" y="2624"/>
                    <a:pt x="73793" y="2624"/>
                  </a:cubicBezTo>
                  <a:cubicBezTo>
                    <a:pt x="74787" y="2624"/>
                    <a:pt x="75787" y="2581"/>
                    <a:pt x="76772" y="2550"/>
                  </a:cubicBezTo>
                  <a:cubicBezTo>
                    <a:pt x="78553" y="2494"/>
                    <a:pt x="80341" y="2408"/>
                    <a:pt x="82125" y="2408"/>
                  </a:cubicBezTo>
                  <a:cubicBezTo>
                    <a:pt x="82619" y="2408"/>
                    <a:pt x="83113" y="2415"/>
                    <a:pt x="83606" y="2431"/>
                  </a:cubicBezTo>
                  <a:lnTo>
                    <a:pt x="83606" y="823"/>
                  </a:lnTo>
                  <a:cubicBezTo>
                    <a:pt x="82602" y="907"/>
                    <a:pt x="81588" y="938"/>
                    <a:pt x="80575" y="938"/>
                  </a:cubicBezTo>
                  <a:cubicBezTo>
                    <a:pt x="79713" y="938"/>
                    <a:pt x="78852" y="916"/>
                    <a:pt x="77998" y="883"/>
                  </a:cubicBezTo>
                  <a:cubicBezTo>
                    <a:pt x="75248" y="776"/>
                    <a:pt x="72509" y="526"/>
                    <a:pt x="69759" y="347"/>
                  </a:cubicBezTo>
                  <a:cubicBezTo>
                    <a:pt x="66818" y="168"/>
                    <a:pt x="63853" y="109"/>
                    <a:pt x="60901" y="37"/>
                  </a:cubicBezTo>
                  <a:cubicBezTo>
                    <a:pt x="59950" y="12"/>
                    <a:pt x="58968" y="0"/>
                    <a:pt x="579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3"/>
            <p:cNvSpPr/>
            <p:nvPr/>
          </p:nvSpPr>
          <p:spPr>
            <a:xfrm rot="-5400000" flipH="1">
              <a:off x="6824648" y="4078265"/>
              <a:ext cx="2030862" cy="113926"/>
            </a:xfrm>
            <a:custGeom>
              <a:avLst/>
              <a:gdLst/>
              <a:ahLst/>
              <a:cxnLst/>
              <a:rect l="l" t="t" r="r" b="b"/>
              <a:pathLst>
                <a:path w="83523" h="3548" extrusionOk="0">
                  <a:moveTo>
                    <a:pt x="19694" y="0"/>
                  </a:moveTo>
                  <a:cubicBezTo>
                    <a:pt x="18074" y="12"/>
                    <a:pt x="16467" y="60"/>
                    <a:pt x="14860" y="60"/>
                  </a:cubicBezTo>
                  <a:cubicBezTo>
                    <a:pt x="11287" y="70"/>
                    <a:pt x="6947" y="241"/>
                    <a:pt x="3104" y="241"/>
                  </a:cubicBezTo>
                  <a:cubicBezTo>
                    <a:pt x="2285" y="241"/>
                    <a:pt x="1488" y="233"/>
                    <a:pt x="727" y="214"/>
                  </a:cubicBezTo>
                  <a:lnTo>
                    <a:pt x="727" y="214"/>
                  </a:lnTo>
                  <a:cubicBezTo>
                    <a:pt x="846" y="1131"/>
                    <a:pt x="1" y="1608"/>
                    <a:pt x="36" y="2524"/>
                  </a:cubicBezTo>
                  <a:cubicBezTo>
                    <a:pt x="36" y="2631"/>
                    <a:pt x="1167" y="3405"/>
                    <a:pt x="1179" y="3513"/>
                  </a:cubicBezTo>
                  <a:cubicBezTo>
                    <a:pt x="1503" y="3536"/>
                    <a:pt x="1838" y="3547"/>
                    <a:pt x="2183" y="3547"/>
                  </a:cubicBezTo>
                  <a:cubicBezTo>
                    <a:pt x="4784" y="3547"/>
                    <a:pt x="7932" y="2947"/>
                    <a:pt x="10477" y="2947"/>
                  </a:cubicBezTo>
                  <a:cubicBezTo>
                    <a:pt x="10618" y="2947"/>
                    <a:pt x="10758" y="2949"/>
                    <a:pt x="10895" y="2953"/>
                  </a:cubicBezTo>
                  <a:cubicBezTo>
                    <a:pt x="13895" y="3024"/>
                    <a:pt x="16896" y="3179"/>
                    <a:pt x="19896" y="3227"/>
                  </a:cubicBezTo>
                  <a:cubicBezTo>
                    <a:pt x="20570" y="3237"/>
                    <a:pt x="21245" y="3243"/>
                    <a:pt x="21919" y="3243"/>
                  </a:cubicBezTo>
                  <a:cubicBezTo>
                    <a:pt x="22745" y="3243"/>
                    <a:pt x="23571" y="3235"/>
                    <a:pt x="24396" y="3215"/>
                  </a:cubicBezTo>
                  <a:cubicBezTo>
                    <a:pt x="25837" y="3167"/>
                    <a:pt x="27278" y="3096"/>
                    <a:pt x="28718" y="3048"/>
                  </a:cubicBezTo>
                  <a:cubicBezTo>
                    <a:pt x="30089" y="2997"/>
                    <a:pt x="31467" y="2960"/>
                    <a:pt x="32846" y="2960"/>
                  </a:cubicBezTo>
                  <a:cubicBezTo>
                    <a:pt x="34378" y="2960"/>
                    <a:pt x="35911" y="3006"/>
                    <a:pt x="37434" y="3132"/>
                  </a:cubicBezTo>
                  <a:cubicBezTo>
                    <a:pt x="39101" y="3262"/>
                    <a:pt x="40791" y="3465"/>
                    <a:pt x="42482" y="3501"/>
                  </a:cubicBezTo>
                  <a:cubicBezTo>
                    <a:pt x="42482" y="3501"/>
                    <a:pt x="42494" y="3513"/>
                    <a:pt x="42494" y="3513"/>
                  </a:cubicBezTo>
                  <a:cubicBezTo>
                    <a:pt x="42821" y="3537"/>
                    <a:pt x="43161" y="3547"/>
                    <a:pt x="43510" y="3547"/>
                  </a:cubicBezTo>
                  <a:cubicBezTo>
                    <a:pt x="46127" y="3547"/>
                    <a:pt x="49295" y="2949"/>
                    <a:pt x="51845" y="2949"/>
                  </a:cubicBezTo>
                  <a:cubicBezTo>
                    <a:pt x="51968" y="2949"/>
                    <a:pt x="52090" y="2950"/>
                    <a:pt x="52209" y="2953"/>
                  </a:cubicBezTo>
                  <a:cubicBezTo>
                    <a:pt x="55210" y="3024"/>
                    <a:pt x="58210" y="3179"/>
                    <a:pt x="61211" y="3227"/>
                  </a:cubicBezTo>
                  <a:cubicBezTo>
                    <a:pt x="61885" y="3237"/>
                    <a:pt x="62559" y="3243"/>
                    <a:pt x="63234" y="3243"/>
                  </a:cubicBezTo>
                  <a:cubicBezTo>
                    <a:pt x="64059" y="3243"/>
                    <a:pt x="64885" y="3235"/>
                    <a:pt x="65711" y="3215"/>
                  </a:cubicBezTo>
                  <a:cubicBezTo>
                    <a:pt x="67152" y="3179"/>
                    <a:pt x="68592" y="3096"/>
                    <a:pt x="70033" y="3048"/>
                  </a:cubicBezTo>
                  <a:cubicBezTo>
                    <a:pt x="71404" y="2997"/>
                    <a:pt x="72782" y="2960"/>
                    <a:pt x="74161" y="2960"/>
                  </a:cubicBezTo>
                  <a:cubicBezTo>
                    <a:pt x="75693" y="2960"/>
                    <a:pt x="77226" y="3006"/>
                    <a:pt x="78749" y="3132"/>
                  </a:cubicBezTo>
                  <a:cubicBezTo>
                    <a:pt x="80320" y="3262"/>
                    <a:pt x="81916" y="3441"/>
                    <a:pt x="83523" y="3501"/>
                  </a:cubicBezTo>
                  <a:lnTo>
                    <a:pt x="83523" y="226"/>
                  </a:lnTo>
                  <a:cubicBezTo>
                    <a:pt x="82996" y="208"/>
                    <a:pt x="82468" y="200"/>
                    <a:pt x="81940" y="200"/>
                  </a:cubicBezTo>
                  <a:cubicBezTo>
                    <a:pt x="79746" y="200"/>
                    <a:pt x="77545" y="333"/>
                    <a:pt x="75367" y="381"/>
                  </a:cubicBezTo>
                  <a:cubicBezTo>
                    <a:pt x="75023" y="389"/>
                    <a:pt x="74679" y="393"/>
                    <a:pt x="74335" y="393"/>
                  </a:cubicBezTo>
                  <a:cubicBezTo>
                    <a:pt x="71531" y="393"/>
                    <a:pt x="68750" y="156"/>
                    <a:pt x="65949" y="72"/>
                  </a:cubicBezTo>
                  <a:cubicBezTo>
                    <a:pt x="64306" y="24"/>
                    <a:pt x="62651" y="0"/>
                    <a:pt x="61008" y="0"/>
                  </a:cubicBezTo>
                  <a:cubicBezTo>
                    <a:pt x="59389" y="12"/>
                    <a:pt x="57782" y="60"/>
                    <a:pt x="56174" y="72"/>
                  </a:cubicBezTo>
                  <a:cubicBezTo>
                    <a:pt x="52605" y="72"/>
                    <a:pt x="48269" y="241"/>
                    <a:pt x="44429" y="241"/>
                  </a:cubicBezTo>
                  <a:cubicBezTo>
                    <a:pt x="43606" y="241"/>
                    <a:pt x="42806" y="233"/>
                    <a:pt x="42042" y="214"/>
                  </a:cubicBezTo>
                  <a:cubicBezTo>
                    <a:pt x="41611" y="203"/>
                    <a:pt x="41179" y="198"/>
                    <a:pt x="40747" y="198"/>
                  </a:cubicBezTo>
                  <a:cubicBezTo>
                    <a:pt x="38518" y="198"/>
                    <a:pt x="36277" y="331"/>
                    <a:pt x="34052" y="381"/>
                  </a:cubicBezTo>
                  <a:cubicBezTo>
                    <a:pt x="33708" y="389"/>
                    <a:pt x="33364" y="393"/>
                    <a:pt x="33021" y="393"/>
                  </a:cubicBezTo>
                  <a:cubicBezTo>
                    <a:pt x="30216" y="393"/>
                    <a:pt x="27435" y="156"/>
                    <a:pt x="24635" y="72"/>
                  </a:cubicBezTo>
                  <a:cubicBezTo>
                    <a:pt x="22992" y="24"/>
                    <a:pt x="21337" y="0"/>
                    <a:pt x="19694" y="0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3"/>
            <p:cNvSpPr/>
            <p:nvPr/>
          </p:nvSpPr>
          <p:spPr>
            <a:xfrm rot="-5400000" flipH="1">
              <a:off x="7448734" y="3907023"/>
              <a:ext cx="434266" cy="23023"/>
            </a:xfrm>
            <a:custGeom>
              <a:avLst/>
              <a:gdLst/>
              <a:ahLst/>
              <a:cxnLst/>
              <a:rect l="l" t="t" r="r" b="b"/>
              <a:pathLst>
                <a:path w="17860" h="717" extrusionOk="0">
                  <a:moveTo>
                    <a:pt x="8659" y="1"/>
                  </a:moveTo>
                  <a:cubicBezTo>
                    <a:pt x="5770" y="1"/>
                    <a:pt x="2878" y="101"/>
                    <a:pt x="0" y="319"/>
                  </a:cubicBezTo>
                  <a:cubicBezTo>
                    <a:pt x="3215" y="486"/>
                    <a:pt x="6430" y="676"/>
                    <a:pt x="9656" y="712"/>
                  </a:cubicBezTo>
                  <a:cubicBezTo>
                    <a:pt x="9966" y="715"/>
                    <a:pt x="10277" y="716"/>
                    <a:pt x="10587" y="716"/>
                  </a:cubicBezTo>
                  <a:cubicBezTo>
                    <a:pt x="13010" y="716"/>
                    <a:pt x="15454" y="627"/>
                    <a:pt x="17860" y="331"/>
                  </a:cubicBezTo>
                  <a:cubicBezTo>
                    <a:pt x="17264" y="284"/>
                    <a:pt x="16669" y="248"/>
                    <a:pt x="16074" y="212"/>
                  </a:cubicBezTo>
                  <a:cubicBezTo>
                    <a:pt x="13611" y="75"/>
                    <a:pt x="11136" y="1"/>
                    <a:pt x="86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3"/>
            <p:cNvSpPr/>
            <p:nvPr/>
          </p:nvSpPr>
          <p:spPr>
            <a:xfrm rot="-5400000" flipH="1">
              <a:off x="6612592" y="4114804"/>
              <a:ext cx="2015227" cy="56481"/>
            </a:xfrm>
            <a:custGeom>
              <a:avLst/>
              <a:gdLst/>
              <a:ahLst/>
              <a:cxnLst/>
              <a:rect l="l" t="t" r="r" b="b"/>
              <a:pathLst>
                <a:path w="82880" h="1759" extrusionOk="0">
                  <a:moveTo>
                    <a:pt x="56433" y="1"/>
                  </a:moveTo>
                  <a:cubicBezTo>
                    <a:pt x="50862" y="1"/>
                    <a:pt x="43056" y="155"/>
                    <a:pt x="41410" y="238"/>
                  </a:cubicBezTo>
                  <a:cubicBezTo>
                    <a:pt x="39517" y="310"/>
                    <a:pt x="37624" y="345"/>
                    <a:pt x="35743" y="357"/>
                  </a:cubicBezTo>
                  <a:cubicBezTo>
                    <a:pt x="32695" y="357"/>
                    <a:pt x="29659" y="298"/>
                    <a:pt x="26623" y="226"/>
                  </a:cubicBezTo>
                  <a:cubicBezTo>
                    <a:pt x="23563" y="155"/>
                    <a:pt x="20515" y="48"/>
                    <a:pt x="17455" y="12"/>
                  </a:cubicBezTo>
                  <a:cubicBezTo>
                    <a:pt x="16770" y="5"/>
                    <a:pt x="16010" y="1"/>
                    <a:pt x="15202" y="1"/>
                  </a:cubicBezTo>
                  <a:cubicBezTo>
                    <a:pt x="9520" y="1"/>
                    <a:pt x="1439" y="167"/>
                    <a:pt x="1" y="250"/>
                  </a:cubicBezTo>
                  <a:cubicBezTo>
                    <a:pt x="24" y="738"/>
                    <a:pt x="489" y="1095"/>
                    <a:pt x="512" y="1584"/>
                  </a:cubicBezTo>
                  <a:cubicBezTo>
                    <a:pt x="1098" y="1711"/>
                    <a:pt x="1773" y="1755"/>
                    <a:pt x="2489" y="1755"/>
                  </a:cubicBezTo>
                  <a:cubicBezTo>
                    <a:pt x="4087" y="1755"/>
                    <a:pt x="5891" y="1536"/>
                    <a:pt x="7373" y="1536"/>
                  </a:cubicBezTo>
                  <a:cubicBezTo>
                    <a:pt x="7400" y="1536"/>
                    <a:pt x="7427" y="1536"/>
                    <a:pt x="7454" y="1536"/>
                  </a:cubicBezTo>
                  <a:cubicBezTo>
                    <a:pt x="11288" y="1548"/>
                    <a:pt x="15133" y="1560"/>
                    <a:pt x="18967" y="1560"/>
                  </a:cubicBezTo>
                  <a:cubicBezTo>
                    <a:pt x="21884" y="1560"/>
                    <a:pt x="24789" y="1417"/>
                    <a:pt x="27706" y="1274"/>
                  </a:cubicBezTo>
                  <a:cubicBezTo>
                    <a:pt x="30010" y="1156"/>
                    <a:pt x="32327" y="1051"/>
                    <a:pt x="34648" y="1051"/>
                  </a:cubicBezTo>
                  <a:cubicBezTo>
                    <a:pt x="35362" y="1051"/>
                    <a:pt x="36076" y="1061"/>
                    <a:pt x="36791" y="1084"/>
                  </a:cubicBezTo>
                  <a:cubicBezTo>
                    <a:pt x="38470" y="1143"/>
                    <a:pt x="40184" y="1286"/>
                    <a:pt x="41827" y="1584"/>
                  </a:cubicBezTo>
                  <a:lnTo>
                    <a:pt x="41827" y="1595"/>
                  </a:lnTo>
                  <a:cubicBezTo>
                    <a:pt x="42401" y="1717"/>
                    <a:pt x="43060" y="1759"/>
                    <a:pt x="43760" y="1759"/>
                  </a:cubicBezTo>
                  <a:cubicBezTo>
                    <a:pt x="45369" y="1759"/>
                    <a:pt x="47193" y="1536"/>
                    <a:pt x="48688" y="1536"/>
                  </a:cubicBezTo>
                  <a:cubicBezTo>
                    <a:pt x="48715" y="1536"/>
                    <a:pt x="48742" y="1536"/>
                    <a:pt x="48769" y="1536"/>
                  </a:cubicBezTo>
                  <a:cubicBezTo>
                    <a:pt x="52602" y="1548"/>
                    <a:pt x="56448" y="1560"/>
                    <a:pt x="60282" y="1560"/>
                  </a:cubicBezTo>
                  <a:cubicBezTo>
                    <a:pt x="63199" y="1560"/>
                    <a:pt x="66104" y="1417"/>
                    <a:pt x="69021" y="1274"/>
                  </a:cubicBezTo>
                  <a:cubicBezTo>
                    <a:pt x="71268" y="1159"/>
                    <a:pt x="73528" y="1056"/>
                    <a:pt x="75792" y="1056"/>
                  </a:cubicBezTo>
                  <a:cubicBezTo>
                    <a:pt x="76563" y="1056"/>
                    <a:pt x="77334" y="1068"/>
                    <a:pt x="78106" y="1095"/>
                  </a:cubicBezTo>
                  <a:cubicBezTo>
                    <a:pt x="79689" y="1143"/>
                    <a:pt x="81308" y="1274"/>
                    <a:pt x="82880" y="1536"/>
                  </a:cubicBezTo>
                  <a:lnTo>
                    <a:pt x="82880" y="238"/>
                  </a:lnTo>
                  <a:cubicBezTo>
                    <a:pt x="80939" y="310"/>
                    <a:pt x="78998" y="345"/>
                    <a:pt x="77058" y="357"/>
                  </a:cubicBezTo>
                  <a:cubicBezTo>
                    <a:pt x="74010" y="357"/>
                    <a:pt x="70974" y="298"/>
                    <a:pt x="67938" y="226"/>
                  </a:cubicBezTo>
                  <a:cubicBezTo>
                    <a:pt x="64878" y="155"/>
                    <a:pt x="61830" y="48"/>
                    <a:pt x="58770" y="12"/>
                  </a:cubicBezTo>
                  <a:cubicBezTo>
                    <a:pt x="58061" y="4"/>
                    <a:pt x="57272" y="1"/>
                    <a:pt x="56433" y="1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3"/>
            <p:cNvSpPr/>
            <p:nvPr/>
          </p:nvSpPr>
          <p:spPr>
            <a:xfrm rot="-5400000" flipH="1">
              <a:off x="6939000" y="4112919"/>
              <a:ext cx="2005671" cy="69807"/>
            </a:xfrm>
            <a:custGeom>
              <a:avLst/>
              <a:gdLst/>
              <a:ahLst/>
              <a:cxnLst/>
              <a:rect l="l" t="t" r="r" b="b"/>
              <a:pathLst>
                <a:path w="82487" h="2174" extrusionOk="0">
                  <a:moveTo>
                    <a:pt x="31864" y="1"/>
                  </a:moveTo>
                  <a:cubicBezTo>
                    <a:pt x="30155" y="1"/>
                    <a:pt x="28440" y="63"/>
                    <a:pt x="26742" y="133"/>
                  </a:cubicBezTo>
                  <a:cubicBezTo>
                    <a:pt x="25277" y="192"/>
                    <a:pt x="23825" y="264"/>
                    <a:pt x="22360" y="288"/>
                  </a:cubicBezTo>
                  <a:cubicBezTo>
                    <a:pt x="21941" y="294"/>
                    <a:pt x="21523" y="297"/>
                    <a:pt x="21104" y="297"/>
                  </a:cubicBezTo>
                  <a:cubicBezTo>
                    <a:pt x="20022" y="297"/>
                    <a:pt x="18941" y="278"/>
                    <a:pt x="17860" y="252"/>
                  </a:cubicBezTo>
                  <a:cubicBezTo>
                    <a:pt x="17154" y="235"/>
                    <a:pt x="16432" y="228"/>
                    <a:pt x="15698" y="228"/>
                  </a:cubicBezTo>
                  <a:cubicBezTo>
                    <a:pt x="10625" y="228"/>
                    <a:pt x="4972" y="573"/>
                    <a:pt x="0" y="573"/>
                  </a:cubicBezTo>
                  <a:cubicBezTo>
                    <a:pt x="12" y="1038"/>
                    <a:pt x="215" y="1692"/>
                    <a:pt x="215" y="2157"/>
                  </a:cubicBezTo>
                  <a:cubicBezTo>
                    <a:pt x="673" y="2168"/>
                    <a:pt x="1133" y="2174"/>
                    <a:pt x="1595" y="2174"/>
                  </a:cubicBezTo>
                  <a:cubicBezTo>
                    <a:pt x="7038" y="2174"/>
                    <a:pt x="12664" y="1426"/>
                    <a:pt x="17945" y="1426"/>
                  </a:cubicBezTo>
                  <a:cubicBezTo>
                    <a:pt x="18621" y="1426"/>
                    <a:pt x="19291" y="1439"/>
                    <a:pt x="19955" y="1466"/>
                  </a:cubicBezTo>
                  <a:cubicBezTo>
                    <a:pt x="24265" y="1645"/>
                    <a:pt x="28564" y="2050"/>
                    <a:pt x="32897" y="2085"/>
                  </a:cubicBezTo>
                  <a:cubicBezTo>
                    <a:pt x="35767" y="2109"/>
                    <a:pt x="38660" y="2085"/>
                    <a:pt x="41529" y="2157"/>
                  </a:cubicBezTo>
                  <a:cubicBezTo>
                    <a:pt x="41988" y="2168"/>
                    <a:pt x="42448" y="2174"/>
                    <a:pt x="42909" y="2174"/>
                  </a:cubicBezTo>
                  <a:cubicBezTo>
                    <a:pt x="48353" y="2174"/>
                    <a:pt x="53979" y="1426"/>
                    <a:pt x="59259" y="1426"/>
                  </a:cubicBezTo>
                  <a:cubicBezTo>
                    <a:pt x="59936" y="1426"/>
                    <a:pt x="60606" y="1439"/>
                    <a:pt x="61270" y="1466"/>
                  </a:cubicBezTo>
                  <a:cubicBezTo>
                    <a:pt x="65580" y="1645"/>
                    <a:pt x="69878" y="2050"/>
                    <a:pt x="74200" y="2085"/>
                  </a:cubicBezTo>
                  <a:cubicBezTo>
                    <a:pt x="76962" y="2109"/>
                    <a:pt x="79725" y="2085"/>
                    <a:pt x="82487" y="2145"/>
                  </a:cubicBezTo>
                  <a:lnTo>
                    <a:pt x="82487" y="549"/>
                  </a:lnTo>
                  <a:cubicBezTo>
                    <a:pt x="80558" y="490"/>
                    <a:pt x="78629" y="240"/>
                    <a:pt x="76736" y="109"/>
                  </a:cubicBezTo>
                  <a:cubicBezTo>
                    <a:pt x="75558" y="31"/>
                    <a:pt x="74370" y="1"/>
                    <a:pt x="73179" y="1"/>
                  </a:cubicBezTo>
                  <a:cubicBezTo>
                    <a:pt x="71470" y="1"/>
                    <a:pt x="69755" y="63"/>
                    <a:pt x="68057" y="133"/>
                  </a:cubicBezTo>
                  <a:cubicBezTo>
                    <a:pt x="66592" y="180"/>
                    <a:pt x="65140" y="264"/>
                    <a:pt x="63675" y="288"/>
                  </a:cubicBezTo>
                  <a:cubicBezTo>
                    <a:pt x="63300" y="291"/>
                    <a:pt x="62925" y="292"/>
                    <a:pt x="62550" y="292"/>
                  </a:cubicBezTo>
                  <a:cubicBezTo>
                    <a:pt x="61425" y="292"/>
                    <a:pt x="60300" y="279"/>
                    <a:pt x="59174" y="252"/>
                  </a:cubicBezTo>
                  <a:cubicBezTo>
                    <a:pt x="58456" y="235"/>
                    <a:pt x="57721" y="227"/>
                    <a:pt x="56973" y="227"/>
                  </a:cubicBezTo>
                  <a:cubicBezTo>
                    <a:pt x="52056" y="227"/>
                    <a:pt x="46590" y="553"/>
                    <a:pt x="41744" y="573"/>
                  </a:cubicBezTo>
                  <a:lnTo>
                    <a:pt x="41744" y="561"/>
                  </a:lnTo>
                  <a:cubicBezTo>
                    <a:pt x="39636" y="538"/>
                    <a:pt x="37517" y="252"/>
                    <a:pt x="35422" y="109"/>
                  </a:cubicBezTo>
                  <a:cubicBezTo>
                    <a:pt x="34243" y="31"/>
                    <a:pt x="33055" y="1"/>
                    <a:pt x="318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3"/>
            <p:cNvSpPr/>
            <p:nvPr/>
          </p:nvSpPr>
          <p:spPr>
            <a:xfrm rot="-5400000" flipH="1">
              <a:off x="7017276" y="4103885"/>
              <a:ext cx="2017537" cy="75426"/>
            </a:xfrm>
            <a:custGeom>
              <a:avLst/>
              <a:gdLst/>
              <a:ahLst/>
              <a:cxnLst/>
              <a:rect l="l" t="t" r="r" b="b"/>
              <a:pathLst>
                <a:path w="82975" h="2349" extrusionOk="0">
                  <a:moveTo>
                    <a:pt x="59550" y="0"/>
                  </a:moveTo>
                  <a:cubicBezTo>
                    <a:pt x="53800" y="0"/>
                    <a:pt x="47299" y="717"/>
                    <a:pt x="41625" y="717"/>
                  </a:cubicBezTo>
                  <a:cubicBezTo>
                    <a:pt x="38565" y="646"/>
                    <a:pt x="35481" y="693"/>
                    <a:pt x="32409" y="646"/>
                  </a:cubicBezTo>
                  <a:cubicBezTo>
                    <a:pt x="28492" y="586"/>
                    <a:pt x="24611" y="217"/>
                    <a:pt x="20693" y="50"/>
                  </a:cubicBezTo>
                  <a:cubicBezTo>
                    <a:pt x="19894" y="16"/>
                    <a:pt x="19073" y="1"/>
                    <a:pt x="18237" y="1"/>
                  </a:cubicBezTo>
                  <a:cubicBezTo>
                    <a:pt x="12466" y="1"/>
                    <a:pt x="5939" y="717"/>
                    <a:pt x="253" y="717"/>
                  </a:cubicBezTo>
                  <a:cubicBezTo>
                    <a:pt x="213" y="717"/>
                    <a:pt x="172" y="717"/>
                    <a:pt x="131" y="717"/>
                  </a:cubicBezTo>
                  <a:lnTo>
                    <a:pt x="131" y="717"/>
                  </a:lnTo>
                  <a:cubicBezTo>
                    <a:pt x="167" y="1313"/>
                    <a:pt x="0" y="1753"/>
                    <a:pt x="48" y="2348"/>
                  </a:cubicBezTo>
                  <a:cubicBezTo>
                    <a:pt x="1504" y="2348"/>
                    <a:pt x="2161" y="1931"/>
                    <a:pt x="2384" y="1931"/>
                  </a:cubicBezTo>
                  <a:cubicBezTo>
                    <a:pt x="2388" y="1931"/>
                    <a:pt x="2391" y="1931"/>
                    <a:pt x="2394" y="1932"/>
                  </a:cubicBezTo>
                  <a:cubicBezTo>
                    <a:pt x="4108" y="1634"/>
                    <a:pt x="5906" y="1515"/>
                    <a:pt x="7608" y="1443"/>
                  </a:cubicBezTo>
                  <a:cubicBezTo>
                    <a:pt x="8562" y="1406"/>
                    <a:pt x="9518" y="1390"/>
                    <a:pt x="10475" y="1390"/>
                  </a:cubicBezTo>
                  <a:cubicBezTo>
                    <a:pt x="13186" y="1390"/>
                    <a:pt x="15905" y="1520"/>
                    <a:pt x="18598" y="1670"/>
                  </a:cubicBezTo>
                  <a:cubicBezTo>
                    <a:pt x="20420" y="1765"/>
                    <a:pt x="22217" y="1884"/>
                    <a:pt x="24027" y="2003"/>
                  </a:cubicBezTo>
                  <a:cubicBezTo>
                    <a:pt x="24826" y="1990"/>
                    <a:pt x="25625" y="1984"/>
                    <a:pt x="26423" y="1984"/>
                  </a:cubicBezTo>
                  <a:cubicBezTo>
                    <a:pt x="31406" y="1984"/>
                    <a:pt x="36375" y="2213"/>
                    <a:pt x="41363" y="2336"/>
                  </a:cubicBezTo>
                  <a:lnTo>
                    <a:pt x="41363" y="2348"/>
                  </a:lnTo>
                  <a:lnTo>
                    <a:pt x="41470" y="2348"/>
                  </a:lnTo>
                  <a:cubicBezTo>
                    <a:pt x="41470" y="2348"/>
                    <a:pt x="41482" y="2336"/>
                    <a:pt x="41482" y="2336"/>
                  </a:cubicBezTo>
                  <a:cubicBezTo>
                    <a:pt x="42855" y="2325"/>
                    <a:pt x="43476" y="1931"/>
                    <a:pt x="43699" y="1931"/>
                  </a:cubicBezTo>
                  <a:cubicBezTo>
                    <a:pt x="43702" y="1931"/>
                    <a:pt x="43705" y="1931"/>
                    <a:pt x="43708" y="1932"/>
                  </a:cubicBezTo>
                  <a:cubicBezTo>
                    <a:pt x="45423" y="1634"/>
                    <a:pt x="47221" y="1503"/>
                    <a:pt x="48923" y="1443"/>
                  </a:cubicBezTo>
                  <a:cubicBezTo>
                    <a:pt x="49919" y="1401"/>
                    <a:pt x="50916" y="1383"/>
                    <a:pt x="51914" y="1383"/>
                  </a:cubicBezTo>
                  <a:cubicBezTo>
                    <a:pt x="54580" y="1383"/>
                    <a:pt x="57253" y="1514"/>
                    <a:pt x="59913" y="1670"/>
                  </a:cubicBezTo>
                  <a:cubicBezTo>
                    <a:pt x="61722" y="1765"/>
                    <a:pt x="63532" y="1884"/>
                    <a:pt x="65342" y="2003"/>
                  </a:cubicBezTo>
                  <a:cubicBezTo>
                    <a:pt x="66144" y="1990"/>
                    <a:pt x="66945" y="1984"/>
                    <a:pt x="67747" y="1984"/>
                  </a:cubicBezTo>
                  <a:cubicBezTo>
                    <a:pt x="72762" y="1984"/>
                    <a:pt x="77763" y="2215"/>
                    <a:pt x="82773" y="2348"/>
                  </a:cubicBezTo>
                  <a:cubicBezTo>
                    <a:pt x="82844" y="2336"/>
                    <a:pt x="82915" y="2325"/>
                    <a:pt x="82975" y="2313"/>
                  </a:cubicBezTo>
                  <a:lnTo>
                    <a:pt x="82975" y="717"/>
                  </a:lnTo>
                  <a:cubicBezTo>
                    <a:pt x="79891" y="646"/>
                    <a:pt x="76808" y="693"/>
                    <a:pt x="73724" y="646"/>
                  </a:cubicBezTo>
                  <a:cubicBezTo>
                    <a:pt x="69807" y="586"/>
                    <a:pt x="65925" y="217"/>
                    <a:pt x="62008" y="50"/>
                  </a:cubicBezTo>
                  <a:cubicBezTo>
                    <a:pt x="61208" y="16"/>
                    <a:pt x="60387" y="0"/>
                    <a:pt x="595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3"/>
            <p:cNvSpPr/>
            <p:nvPr/>
          </p:nvSpPr>
          <p:spPr>
            <a:xfrm rot="-5400000" flipH="1">
              <a:off x="7882499" y="4455318"/>
              <a:ext cx="362196" cy="13486"/>
            </a:xfrm>
            <a:custGeom>
              <a:avLst/>
              <a:gdLst/>
              <a:ahLst/>
              <a:cxnLst/>
              <a:rect l="l" t="t" r="r" b="b"/>
              <a:pathLst>
                <a:path w="14896" h="420" extrusionOk="0">
                  <a:moveTo>
                    <a:pt x="13764" y="0"/>
                  </a:moveTo>
                  <a:cubicBezTo>
                    <a:pt x="9168" y="48"/>
                    <a:pt x="4584" y="131"/>
                    <a:pt x="1" y="238"/>
                  </a:cubicBezTo>
                  <a:cubicBezTo>
                    <a:pt x="2004" y="358"/>
                    <a:pt x="4007" y="420"/>
                    <a:pt x="6010" y="420"/>
                  </a:cubicBezTo>
                  <a:cubicBezTo>
                    <a:pt x="7376" y="420"/>
                    <a:pt x="8743" y="391"/>
                    <a:pt x="10109" y="333"/>
                  </a:cubicBezTo>
                  <a:cubicBezTo>
                    <a:pt x="11704" y="262"/>
                    <a:pt x="13300" y="155"/>
                    <a:pt x="148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3"/>
            <p:cNvSpPr/>
            <p:nvPr/>
          </p:nvSpPr>
          <p:spPr>
            <a:xfrm rot="-5400000" flipH="1">
              <a:off x="7102352" y="4119895"/>
              <a:ext cx="2019847" cy="41679"/>
            </a:xfrm>
            <a:custGeom>
              <a:avLst/>
              <a:gdLst/>
              <a:ahLst/>
              <a:cxnLst/>
              <a:rect l="l" t="t" r="r" b="b"/>
              <a:pathLst>
                <a:path w="83070" h="1298" extrusionOk="0">
                  <a:moveTo>
                    <a:pt x="21168" y="1"/>
                  </a:moveTo>
                  <a:cubicBezTo>
                    <a:pt x="20362" y="1"/>
                    <a:pt x="19556" y="13"/>
                    <a:pt x="18752" y="42"/>
                  </a:cubicBezTo>
                  <a:cubicBezTo>
                    <a:pt x="15884" y="142"/>
                    <a:pt x="13078" y="317"/>
                    <a:pt x="10240" y="317"/>
                  </a:cubicBezTo>
                  <a:cubicBezTo>
                    <a:pt x="9343" y="317"/>
                    <a:pt x="8443" y="299"/>
                    <a:pt x="7537" y="257"/>
                  </a:cubicBezTo>
                  <a:cubicBezTo>
                    <a:pt x="5917" y="173"/>
                    <a:pt x="4298" y="90"/>
                    <a:pt x="2679" y="90"/>
                  </a:cubicBezTo>
                  <a:cubicBezTo>
                    <a:pt x="2346" y="90"/>
                    <a:pt x="786" y="423"/>
                    <a:pt x="107" y="447"/>
                  </a:cubicBezTo>
                  <a:cubicBezTo>
                    <a:pt x="143" y="745"/>
                    <a:pt x="0" y="899"/>
                    <a:pt x="24" y="1197"/>
                  </a:cubicBezTo>
                  <a:cubicBezTo>
                    <a:pt x="150" y="1198"/>
                    <a:pt x="278" y="1199"/>
                    <a:pt x="408" y="1199"/>
                  </a:cubicBezTo>
                  <a:cubicBezTo>
                    <a:pt x="3139" y="1199"/>
                    <a:pt x="6699" y="970"/>
                    <a:pt x="9358" y="959"/>
                  </a:cubicBezTo>
                  <a:cubicBezTo>
                    <a:pt x="10900" y="947"/>
                    <a:pt x="12442" y="938"/>
                    <a:pt x="13985" y="938"/>
                  </a:cubicBezTo>
                  <a:cubicBezTo>
                    <a:pt x="15529" y="938"/>
                    <a:pt x="17074" y="947"/>
                    <a:pt x="18621" y="971"/>
                  </a:cubicBezTo>
                  <a:cubicBezTo>
                    <a:pt x="21669" y="1019"/>
                    <a:pt x="24717" y="1126"/>
                    <a:pt x="27765" y="1197"/>
                  </a:cubicBezTo>
                  <a:cubicBezTo>
                    <a:pt x="30321" y="1251"/>
                    <a:pt x="32876" y="1297"/>
                    <a:pt x="35431" y="1297"/>
                  </a:cubicBezTo>
                  <a:cubicBezTo>
                    <a:pt x="37400" y="1297"/>
                    <a:pt x="39369" y="1270"/>
                    <a:pt x="41339" y="1197"/>
                  </a:cubicBezTo>
                  <a:cubicBezTo>
                    <a:pt x="41464" y="1198"/>
                    <a:pt x="41592" y="1199"/>
                    <a:pt x="41722" y="1199"/>
                  </a:cubicBezTo>
                  <a:cubicBezTo>
                    <a:pt x="44453" y="1199"/>
                    <a:pt x="48013" y="970"/>
                    <a:pt x="50673" y="959"/>
                  </a:cubicBezTo>
                  <a:cubicBezTo>
                    <a:pt x="52215" y="947"/>
                    <a:pt x="53757" y="938"/>
                    <a:pt x="55300" y="938"/>
                  </a:cubicBezTo>
                  <a:cubicBezTo>
                    <a:pt x="56843" y="938"/>
                    <a:pt x="58388" y="947"/>
                    <a:pt x="59936" y="971"/>
                  </a:cubicBezTo>
                  <a:cubicBezTo>
                    <a:pt x="62984" y="1019"/>
                    <a:pt x="66032" y="1126"/>
                    <a:pt x="69080" y="1197"/>
                  </a:cubicBezTo>
                  <a:cubicBezTo>
                    <a:pt x="71545" y="1254"/>
                    <a:pt x="74016" y="1297"/>
                    <a:pt x="76487" y="1297"/>
                  </a:cubicBezTo>
                  <a:cubicBezTo>
                    <a:pt x="78683" y="1297"/>
                    <a:pt x="80879" y="1263"/>
                    <a:pt x="83070" y="1173"/>
                  </a:cubicBezTo>
                  <a:lnTo>
                    <a:pt x="83070" y="423"/>
                  </a:lnTo>
                  <a:cubicBezTo>
                    <a:pt x="81627" y="527"/>
                    <a:pt x="80180" y="568"/>
                    <a:pt x="78729" y="568"/>
                  </a:cubicBezTo>
                  <a:cubicBezTo>
                    <a:pt x="73328" y="568"/>
                    <a:pt x="67882" y="1"/>
                    <a:pt x="62480" y="1"/>
                  </a:cubicBezTo>
                  <a:cubicBezTo>
                    <a:pt x="61679" y="1"/>
                    <a:pt x="60878" y="14"/>
                    <a:pt x="60079" y="42"/>
                  </a:cubicBezTo>
                  <a:lnTo>
                    <a:pt x="60067" y="42"/>
                  </a:lnTo>
                  <a:cubicBezTo>
                    <a:pt x="57199" y="142"/>
                    <a:pt x="54393" y="317"/>
                    <a:pt x="51554" y="317"/>
                  </a:cubicBezTo>
                  <a:cubicBezTo>
                    <a:pt x="50658" y="317"/>
                    <a:pt x="49758" y="299"/>
                    <a:pt x="48851" y="257"/>
                  </a:cubicBezTo>
                  <a:cubicBezTo>
                    <a:pt x="47232" y="173"/>
                    <a:pt x="45613" y="90"/>
                    <a:pt x="43994" y="90"/>
                  </a:cubicBezTo>
                  <a:cubicBezTo>
                    <a:pt x="43696" y="90"/>
                    <a:pt x="42422" y="352"/>
                    <a:pt x="41672" y="423"/>
                  </a:cubicBezTo>
                  <a:cubicBezTo>
                    <a:pt x="40250" y="524"/>
                    <a:pt x="38823" y="564"/>
                    <a:pt x="37391" y="564"/>
                  </a:cubicBezTo>
                  <a:cubicBezTo>
                    <a:pt x="32004" y="564"/>
                    <a:pt x="26561" y="1"/>
                    <a:pt x="211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3"/>
            <p:cNvSpPr/>
            <p:nvPr/>
          </p:nvSpPr>
          <p:spPr>
            <a:xfrm rot="-5400000" flipH="1">
              <a:off x="7267073" y="4091539"/>
              <a:ext cx="2034047" cy="84192"/>
            </a:xfrm>
            <a:custGeom>
              <a:avLst/>
              <a:gdLst/>
              <a:ahLst/>
              <a:cxnLst/>
              <a:rect l="l" t="t" r="r" b="b"/>
              <a:pathLst>
                <a:path w="83654" h="2622" extrusionOk="0">
                  <a:moveTo>
                    <a:pt x="58147" y="0"/>
                  </a:moveTo>
                  <a:cubicBezTo>
                    <a:pt x="52881" y="0"/>
                    <a:pt x="47042" y="325"/>
                    <a:pt x="42256" y="830"/>
                  </a:cubicBezTo>
                  <a:cubicBezTo>
                    <a:pt x="41281" y="906"/>
                    <a:pt x="40300" y="935"/>
                    <a:pt x="39319" y="935"/>
                  </a:cubicBezTo>
                  <a:cubicBezTo>
                    <a:pt x="38442" y="935"/>
                    <a:pt x="37566" y="911"/>
                    <a:pt x="36696" y="878"/>
                  </a:cubicBezTo>
                  <a:cubicBezTo>
                    <a:pt x="33933" y="771"/>
                    <a:pt x="31195" y="521"/>
                    <a:pt x="28445" y="354"/>
                  </a:cubicBezTo>
                  <a:cubicBezTo>
                    <a:pt x="25504" y="175"/>
                    <a:pt x="22539" y="116"/>
                    <a:pt x="19598" y="32"/>
                  </a:cubicBezTo>
                  <a:cubicBezTo>
                    <a:pt x="18697" y="11"/>
                    <a:pt x="17768" y="0"/>
                    <a:pt x="16819" y="0"/>
                  </a:cubicBezTo>
                  <a:cubicBezTo>
                    <a:pt x="11514" y="0"/>
                    <a:pt x="5620" y="327"/>
                    <a:pt x="822" y="842"/>
                  </a:cubicBezTo>
                  <a:cubicBezTo>
                    <a:pt x="834" y="1544"/>
                    <a:pt x="1" y="1247"/>
                    <a:pt x="1" y="1949"/>
                  </a:cubicBezTo>
                  <a:cubicBezTo>
                    <a:pt x="13" y="2021"/>
                    <a:pt x="1275" y="2366"/>
                    <a:pt x="1286" y="2437"/>
                  </a:cubicBezTo>
                  <a:cubicBezTo>
                    <a:pt x="1770" y="2490"/>
                    <a:pt x="2236" y="2511"/>
                    <a:pt x="2687" y="2511"/>
                  </a:cubicBezTo>
                  <a:cubicBezTo>
                    <a:pt x="4161" y="2511"/>
                    <a:pt x="5482" y="2295"/>
                    <a:pt x="6740" y="2295"/>
                  </a:cubicBezTo>
                  <a:cubicBezTo>
                    <a:pt x="7267" y="2299"/>
                    <a:pt x="7795" y="2300"/>
                    <a:pt x="8323" y="2300"/>
                  </a:cubicBezTo>
                  <a:cubicBezTo>
                    <a:pt x="9379" y="2300"/>
                    <a:pt x="10434" y="2295"/>
                    <a:pt x="11490" y="2295"/>
                  </a:cubicBezTo>
                  <a:cubicBezTo>
                    <a:pt x="11742" y="2293"/>
                    <a:pt x="11995" y="2292"/>
                    <a:pt x="12248" y="2292"/>
                  </a:cubicBezTo>
                  <a:cubicBezTo>
                    <a:pt x="12890" y="2292"/>
                    <a:pt x="13534" y="2296"/>
                    <a:pt x="14180" y="2296"/>
                  </a:cubicBezTo>
                  <a:cubicBezTo>
                    <a:pt x="14867" y="2296"/>
                    <a:pt x="15555" y="2291"/>
                    <a:pt x="16241" y="2271"/>
                  </a:cubicBezTo>
                  <a:cubicBezTo>
                    <a:pt x="17527" y="2233"/>
                    <a:pt x="18814" y="2216"/>
                    <a:pt x="20100" y="2216"/>
                  </a:cubicBezTo>
                  <a:cubicBezTo>
                    <a:pt x="22100" y="2216"/>
                    <a:pt x="24100" y="2258"/>
                    <a:pt x="26099" y="2330"/>
                  </a:cubicBezTo>
                  <a:cubicBezTo>
                    <a:pt x="27730" y="2390"/>
                    <a:pt x="29361" y="2497"/>
                    <a:pt x="30993" y="2580"/>
                  </a:cubicBezTo>
                  <a:cubicBezTo>
                    <a:pt x="31529" y="2611"/>
                    <a:pt x="32069" y="2622"/>
                    <a:pt x="32611" y="2622"/>
                  </a:cubicBezTo>
                  <a:cubicBezTo>
                    <a:pt x="33562" y="2622"/>
                    <a:pt x="34517" y="2587"/>
                    <a:pt x="35457" y="2556"/>
                  </a:cubicBezTo>
                  <a:cubicBezTo>
                    <a:pt x="37223" y="2495"/>
                    <a:pt x="38988" y="2414"/>
                    <a:pt x="40753" y="2414"/>
                  </a:cubicBezTo>
                  <a:cubicBezTo>
                    <a:pt x="41381" y="2414"/>
                    <a:pt x="42009" y="2424"/>
                    <a:pt x="42637" y="2449"/>
                  </a:cubicBezTo>
                  <a:cubicBezTo>
                    <a:pt x="43089" y="2494"/>
                    <a:pt x="43526" y="2511"/>
                    <a:pt x="43950" y="2511"/>
                  </a:cubicBezTo>
                  <a:cubicBezTo>
                    <a:pt x="45447" y="2511"/>
                    <a:pt x="46783" y="2295"/>
                    <a:pt x="48054" y="2295"/>
                  </a:cubicBezTo>
                  <a:cubicBezTo>
                    <a:pt x="48582" y="2299"/>
                    <a:pt x="49110" y="2300"/>
                    <a:pt x="49638" y="2300"/>
                  </a:cubicBezTo>
                  <a:cubicBezTo>
                    <a:pt x="50693" y="2300"/>
                    <a:pt x="51749" y="2295"/>
                    <a:pt x="52805" y="2295"/>
                  </a:cubicBezTo>
                  <a:cubicBezTo>
                    <a:pt x="53059" y="2293"/>
                    <a:pt x="53313" y="2292"/>
                    <a:pt x="53567" y="2292"/>
                  </a:cubicBezTo>
                  <a:cubicBezTo>
                    <a:pt x="54210" y="2292"/>
                    <a:pt x="54854" y="2296"/>
                    <a:pt x="55498" y="2296"/>
                  </a:cubicBezTo>
                  <a:cubicBezTo>
                    <a:pt x="56184" y="2296"/>
                    <a:pt x="56870" y="2291"/>
                    <a:pt x="57555" y="2271"/>
                  </a:cubicBezTo>
                  <a:cubicBezTo>
                    <a:pt x="58842" y="2233"/>
                    <a:pt x="60128" y="2216"/>
                    <a:pt x="61415" y="2216"/>
                  </a:cubicBezTo>
                  <a:cubicBezTo>
                    <a:pt x="63415" y="2216"/>
                    <a:pt x="65414" y="2258"/>
                    <a:pt x="67414" y="2330"/>
                  </a:cubicBezTo>
                  <a:cubicBezTo>
                    <a:pt x="69045" y="2402"/>
                    <a:pt x="70676" y="2497"/>
                    <a:pt x="72307" y="2580"/>
                  </a:cubicBezTo>
                  <a:cubicBezTo>
                    <a:pt x="72848" y="2611"/>
                    <a:pt x="73390" y="2622"/>
                    <a:pt x="73932" y="2622"/>
                  </a:cubicBezTo>
                  <a:cubicBezTo>
                    <a:pt x="74883" y="2622"/>
                    <a:pt x="75836" y="2587"/>
                    <a:pt x="76784" y="2556"/>
                  </a:cubicBezTo>
                  <a:cubicBezTo>
                    <a:pt x="78535" y="2492"/>
                    <a:pt x="80307" y="2414"/>
                    <a:pt x="82074" y="2414"/>
                  </a:cubicBezTo>
                  <a:cubicBezTo>
                    <a:pt x="82601" y="2414"/>
                    <a:pt x="83128" y="2421"/>
                    <a:pt x="83654" y="2437"/>
                  </a:cubicBezTo>
                  <a:lnTo>
                    <a:pt x="83654" y="830"/>
                  </a:lnTo>
                  <a:cubicBezTo>
                    <a:pt x="82667" y="906"/>
                    <a:pt x="81669" y="935"/>
                    <a:pt x="80672" y="935"/>
                  </a:cubicBezTo>
                  <a:cubicBezTo>
                    <a:pt x="79782" y="935"/>
                    <a:pt x="78892" y="911"/>
                    <a:pt x="78010" y="878"/>
                  </a:cubicBezTo>
                  <a:cubicBezTo>
                    <a:pt x="75248" y="771"/>
                    <a:pt x="72510" y="521"/>
                    <a:pt x="69759" y="354"/>
                  </a:cubicBezTo>
                  <a:cubicBezTo>
                    <a:pt x="66818" y="175"/>
                    <a:pt x="63854" y="116"/>
                    <a:pt x="60913" y="32"/>
                  </a:cubicBezTo>
                  <a:cubicBezTo>
                    <a:pt x="60015" y="11"/>
                    <a:pt x="59090" y="0"/>
                    <a:pt x="58147" y="0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3"/>
            <p:cNvSpPr/>
            <p:nvPr/>
          </p:nvSpPr>
          <p:spPr>
            <a:xfrm rot="-5400000" flipH="1">
              <a:off x="7373130" y="4092609"/>
              <a:ext cx="2031737" cy="113637"/>
            </a:xfrm>
            <a:custGeom>
              <a:avLst/>
              <a:gdLst/>
              <a:ahLst/>
              <a:cxnLst/>
              <a:rect l="l" t="t" r="r" b="b"/>
              <a:pathLst>
                <a:path w="83559" h="3539" extrusionOk="0">
                  <a:moveTo>
                    <a:pt x="19682" y="0"/>
                  </a:moveTo>
                  <a:cubicBezTo>
                    <a:pt x="18075" y="0"/>
                    <a:pt x="16467" y="60"/>
                    <a:pt x="14848" y="60"/>
                  </a:cubicBezTo>
                  <a:cubicBezTo>
                    <a:pt x="11276" y="69"/>
                    <a:pt x="6943" y="241"/>
                    <a:pt x="3104" y="241"/>
                  </a:cubicBezTo>
                  <a:cubicBezTo>
                    <a:pt x="2285" y="241"/>
                    <a:pt x="1489" y="233"/>
                    <a:pt x="727" y="214"/>
                  </a:cubicBezTo>
                  <a:lnTo>
                    <a:pt x="727" y="214"/>
                  </a:lnTo>
                  <a:cubicBezTo>
                    <a:pt x="846" y="1131"/>
                    <a:pt x="1" y="1607"/>
                    <a:pt x="25" y="2524"/>
                  </a:cubicBezTo>
                  <a:cubicBezTo>
                    <a:pt x="37" y="2619"/>
                    <a:pt x="1168" y="3393"/>
                    <a:pt x="1168" y="3501"/>
                  </a:cubicBezTo>
                  <a:cubicBezTo>
                    <a:pt x="1508" y="3527"/>
                    <a:pt x="1862" y="3539"/>
                    <a:pt x="2226" y="3539"/>
                  </a:cubicBezTo>
                  <a:cubicBezTo>
                    <a:pt x="4844" y="3539"/>
                    <a:pt x="7995" y="2937"/>
                    <a:pt x="10525" y="2937"/>
                  </a:cubicBezTo>
                  <a:cubicBezTo>
                    <a:pt x="10646" y="2937"/>
                    <a:pt x="10765" y="2938"/>
                    <a:pt x="10883" y="2941"/>
                  </a:cubicBezTo>
                  <a:cubicBezTo>
                    <a:pt x="13884" y="3024"/>
                    <a:pt x="16884" y="3167"/>
                    <a:pt x="19884" y="3227"/>
                  </a:cubicBezTo>
                  <a:cubicBezTo>
                    <a:pt x="20506" y="3237"/>
                    <a:pt x="21127" y="3242"/>
                    <a:pt x="21748" y="3242"/>
                  </a:cubicBezTo>
                  <a:cubicBezTo>
                    <a:pt x="22627" y="3242"/>
                    <a:pt x="23506" y="3231"/>
                    <a:pt x="24385" y="3203"/>
                  </a:cubicBezTo>
                  <a:cubicBezTo>
                    <a:pt x="25837" y="3167"/>
                    <a:pt x="27278" y="3084"/>
                    <a:pt x="28719" y="3036"/>
                  </a:cubicBezTo>
                  <a:cubicBezTo>
                    <a:pt x="30083" y="2991"/>
                    <a:pt x="31456" y="2957"/>
                    <a:pt x="32828" y="2957"/>
                  </a:cubicBezTo>
                  <a:cubicBezTo>
                    <a:pt x="34364" y="2957"/>
                    <a:pt x="35900" y="3000"/>
                    <a:pt x="37422" y="3120"/>
                  </a:cubicBezTo>
                  <a:cubicBezTo>
                    <a:pt x="39101" y="3262"/>
                    <a:pt x="40792" y="3453"/>
                    <a:pt x="42482" y="3501"/>
                  </a:cubicBezTo>
                  <a:cubicBezTo>
                    <a:pt x="42823" y="3527"/>
                    <a:pt x="43177" y="3539"/>
                    <a:pt x="43541" y="3539"/>
                  </a:cubicBezTo>
                  <a:cubicBezTo>
                    <a:pt x="46140" y="3539"/>
                    <a:pt x="49262" y="2947"/>
                    <a:pt x="51782" y="2947"/>
                  </a:cubicBezTo>
                  <a:cubicBezTo>
                    <a:pt x="51923" y="2947"/>
                    <a:pt x="52061" y="2949"/>
                    <a:pt x="52198" y="2953"/>
                  </a:cubicBezTo>
                  <a:cubicBezTo>
                    <a:pt x="55198" y="3024"/>
                    <a:pt x="58199" y="3167"/>
                    <a:pt x="61199" y="3227"/>
                  </a:cubicBezTo>
                  <a:cubicBezTo>
                    <a:pt x="61873" y="3237"/>
                    <a:pt x="62548" y="3243"/>
                    <a:pt x="63222" y="3243"/>
                  </a:cubicBezTo>
                  <a:cubicBezTo>
                    <a:pt x="64048" y="3243"/>
                    <a:pt x="64874" y="3234"/>
                    <a:pt x="65700" y="3215"/>
                  </a:cubicBezTo>
                  <a:cubicBezTo>
                    <a:pt x="67152" y="3167"/>
                    <a:pt x="68593" y="3084"/>
                    <a:pt x="70033" y="3036"/>
                  </a:cubicBezTo>
                  <a:cubicBezTo>
                    <a:pt x="71374" y="2992"/>
                    <a:pt x="72722" y="2958"/>
                    <a:pt x="74070" y="2958"/>
                  </a:cubicBezTo>
                  <a:cubicBezTo>
                    <a:pt x="75631" y="2958"/>
                    <a:pt x="77191" y="3004"/>
                    <a:pt x="78737" y="3131"/>
                  </a:cubicBezTo>
                  <a:cubicBezTo>
                    <a:pt x="80332" y="3250"/>
                    <a:pt x="81940" y="3441"/>
                    <a:pt x="83559" y="3489"/>
                  </a:cubicBezTo>
                  <a:lnTo>
                    <a:pt x="83559" y="226"/>
                  </a:lnTo>
                  <a:cubicBezTo>
                    <a:pt x="83030" y="208"/>
                    <a:pt x="82499" y="200"/>
                    <a:pt x="81968" y="200"/>
                  </a:cubicBezTo>
                  <a:cubicBezTo>
                    <a:pt x="79765" y="200"/>
                    <a:pt x="77553" y="333"/>
                    <a:pt x="75356" y="381"/>
                  </a:cubicBezTo>
                  <a:cubicBezTo>
                    <a:pt x="75012" y="389"/>
                    <a:pt x="74670" y="392"/>
                    <a:pt x="74327" y="392"/>
                  </a:cubicBezTo>
                  <a:cubicBezTo>
                    <a:pt x="71529" y="392"/>
                    <a:pt x="68739" y="156"/>
                    <a:pt x="65950" y="72"/>
                  </a:cubicBezTo>
                  <a:cubicBezTo>
                    <a:pt x="64295" y="24"/>
                    <a:pt x="62652" y="0"/>
                    <a:pt x="60997" y="0"/>
                  </a:cubicBezTo>
                  <a:cubicBezTo>
                    <a:pt x="59389" y="0"/>
                    <a:pt x="57782" y="60"/>
                    <a:pt x="56163" y="60"/>
                  </a:cubicBezTo>
                  <a:cubicBezTo>
                    <a:pt x="52590" y="69"/>
                    <a:pt x="48258" y="241"/>
                    <a:pt x="44418" y="241"/>
                  </a:cubicBezTo>
                  <a:cubicBezTo>
                    <a:pt x="43600" y="241"/>
                    <a:pt x="42803" y="233"/>
                    <a:pt x="42042" y="214"/>
                  </a:cubicBezTo>
                  <a:cubicBezTo>
                    <a:pt x="41576" y="200"/>
                    <a:pt x="41109" y="194"/>
                    <a:pt x="40643" y="194"/>
                  </a:cubicBezTo>
                  <a:cubicBezTo>
                    <a:pt x="38439" y="194"/>
                    <a:pt x="36232" y="332"/>
                    <a:pt x="34041" y="381"/>
                  </a:cubicBezTo>
                  <a:cubicBezTo>
                    <a:pt x="33748" y="387"/>
                    <a:pt x="33456" y="389"/>
                    <a:pt x="33163" y="389"/>
                  </a:cubicBezTo>
                  <a:cubicBezTo>
                    <a:pt x="30315" y="389"/>
                    <a:pt x="27475" y="147"/>
                    <a:pt x="24635" y="72"/>
                  </a:cubicBezTo>
                  <a:cubicBezTo>
                    <a:pt x="22980" y="24"/>
                    <a:pt x="21337" y="0"/>
                    <a:pt x="196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3"/>
            <p:cNvSpPr/>
            <p:nvPr/>
          </p:nvSpPr>
          <p:spPr>
            <a:xfrm rot="-5400000" flipH="1">
              <a:off x="8007318" y="3906082"/>
              <a:ext cx="434558" cy="22862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589" y="0"/>
                  </a:moveTo>
                  <a:cubicBezTo>
                    <a:pt x="5722" y="0"/>
                    <a:pt x="2853" y="101"/>
                    <a:pt x="1" y="323"/>
                  </a:cubicBezTo>
                  <a:cubicBezTo>
                    <a:pt x="3215" y="490"/>
                    <a:pt x="6442" y="668"/>
                    <a:pt x="9657" y="704"/>
                  </a:cubicBezTo>
                  <a:cubicBezTo>
                    <a:pt x="10038" y="709"/>
                    <a:pt x="10420" y="712"/>
                    <a:pt x="10802" y="712"/>
                  </a:cubicBezTo>
                  <a:cubicBezTo>
                    <a:pt x="13161" y="712"/>
                    <a:pt x="15525" y="610"/>
                    <a:pt x="17872" y="323"/>
                  </a:cubicBezTo>
                  <a:cubicBezTo>
                    <a:pt x="17277" y="287"/>
                    <a:pt x="16681" y="252"/>
                    <a:pt x="16086" y="216"/>
                  </a:cubicBezTo>
                  <a:cubicBezTo>
                    <a:pt x="13598" y="77"/>
                    <a:pt x="11094" y="0"/>
                    <a:pt x="85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3"/>
            <p:cNvSpPr/>
            <p:nvPr/>
          </p:nvSpPr>
          <p:spPr>
            <a:xfrm rot="-5400000" flipH="1">
              <a:off x="7170853" y="4114254"/>
              <a:ext cx="2016103" cy="56706"/>
            </a:xfrm>
            <a:custGeom>
              <a:avLst/>
              <a:gdLst/>
              <a:ahLst/>
              <a:cxnLst/>
              <a:rect l="l" t="t" r="r" b="b"/>
              <a:pathLst>
                <a:path w="82916" h="1766" extrusionOk="0">
                  <a:moveTo>
                    <a:pt x="15198" y="0"/>
                  </a:moveTo>
                  <a:cubicBezTo>
                    <a:pt x="9511" y="0"/>
                    <a:pt x="1439" y="166"/>
                    <a:pt x="1" y="249"/>
                  </a:cubicBezTo>
                  <a:cubicBezTo>
                    <a:pt x="25" y="749"/>
                    <a:pt x="489" y="1106"/>
                    <a:pt x="501" y="1594"/>
                  </a:cubicBezTo>
                  <a:cubicBezTo>
                    <a:pt x="1086" y="1722"/>
                    <a:pt x="1762" y="1766"/>
                    <a:pt x="2480" y="1766"/>
                  </a:cubicBezTo>
                  <a:cubicBezTo>
                    <a:pt x="4081" y="1766"/>
                    <a:pt x="5892" y="1547"/>
                    <a:pt x="7374" y="1547"/>
                  </a:cubicBezTo>
                  <a:cubicBezTo>
                    <a:pt x="7400" y="1547"/>
                    <a:pt x="7427" y="1547"/>
                    <a:pt x="7454" y="1547"/>
                  </a:cubicBezTo>
                  <a:cubicBezTo>
                    <a:pt x="11288" y="1559"/>
                    <a:pt x="15122" y="1559"/>
                    <a:pt x="18967" y="1559"/>
                  </a:cubicBezTo>
                  <a:cubicBezTo>
                    <a:pt x="21884" y="1559"/>
                    <a:pt x="24778" y="1428"/>
                    <a:pt x="27695" y="1273"/>
                  </a:cubicBezTo>
                  <a:cubicBezTo>
                    <a:pt x="29951" y="1158"/>
                    <a:pt x="32213" y="1055"/>
                    <a:pt x="34472" y="1055"/>
                  </a:cubicBezTo>
                  <a:cubicBezTo>
                    <a:pt x="35242" y="1055"/>
                    <a:pt x="36011" y="1067"/>
                    <a:pt x="36779" y="1094"/>
                  </a:cubicBezTo>
                  <a:cubicBezTo>
                    <a:pt x="38458" y="1154"/>
                    <a:pt x="40172" y="1285"/>
                    <a:pt x="41816" y="1583"/>
                  </a:cubicBezTo>
                  <a:lnTo>
                    <a:pt x="41816" y="1594"/>
                  </a:lnTo>
                  <a:cubicBezTo>
                    <a:pt x="42401" y="1722"/>
                    <a:pt x="43077" y="1766"/>
                    <a:pt x="43794" y="1766"/>
                  </a:cubicBezTo>
                  <a:cubicBezTo>
                    <a:pt x="45396" y="1766"/>
                    <a:pt x="47206" y="1547"/>
                    <a:pt x="48688" y="1547"/>
                  </a:cubicBezTo>
                  <a:cubicBezTo>
                    <a:pt x="48715" y="1547"/>
                    <a:pt x="48742" y="1547"/>
                    <a:pt x="48769" y="1547"/>
                  </a:cubicBezTo>
                  <a:cubicBezTo>
                    <a:pt x="52603" y="1559"/>
                    <a:pt x="56436" y="1559"/>
                    <a:pt x="60282" y="1559"/>
                  </a:cubicBezTo>
                  <a:cubicBezTo>
                    <a:pt x="63199" y="1559"/>
                    <a:pt x="66092" y="1428"/>
                    <a:pt x="69009" y="1273"/>
                  </a:cubicBezTo>
                  <a:cubicBezTo>
                    <a:pt x="71265" y="1158"/>
                    <a:pt x="73528" y="1055"/>
                    <a:pt x="75787" y="1055"/>
                  </a:cubicBezTo>
                  <a:cubicBezTo>
                    <a:pt x="76557" y="1055"/>
                    <a:pt x="77326" y="1067"/>
                    <a:pt x="78094" y="1094"/>
                  </a:cubicBezTo>
                  <a:cubicBezTo>
                    <a:pt x="79701" y="1154"/>
                    <a:pt x="81332" y="1273"/>
                    <a:pt x="82916" y="1547"/>
                  </a:cubicBezTo>
                  <a:lnTo>
                    <a:pt x="82916" y="237"/>
                  </a:lnTo>
                  <a:cubicBezTo>
                    <a:pt x="80963" y="321"/>
                    <a:pt x="79011" y="356"/>
                    <a:pt x="77058" y="356"/>
                  </a:cubicBezTo>
                  <a:lnTo>
                    <a:pt x="77046" y="356"/>
                  </a:lnTo>
                  <a:cubicBezTo>
                    <a:pt x="76821" y="357"/>
                    <a:pt x="76596" y="358"/>
                    <a:pt x="76370" y="358"/>
                  </a:cubicBezTo>
                  <a:cubicBezTo>
                    <a:pt x="73560" y="358"/>
                    <a:pt x="70749" y="291"/>
                    <a:pt x="67938" y="225"/>
                  </a:cubicBezTo>
                  <a:cubicBezTo>
                    <a:pt x="64878" y="166"/>
                    <a:pt x="61818" y="47"/>
                    <a:pt x="58770" y="11"/>
                  </a:cubicBezTo>
                  <a:cubicBezTo>
                    <a:pt x="58095" y="4"/>
                    <a:pt x="57349" y="0"/>
                    <a:pt x="56555" y="0"/>
                  </a:cubicBezTo>
                  <a:cubicBezTo>
                    <a:pt x="50976" y="0"/>
                    <a:pt x="43067" y="166"/>
                    <a:pt x="41399" y="249"/>
                  </a:cubicBezTo>
                  <a:cubicBezTo>
                    <a:pt x="39518" y="321"/>
                    <a:pt x="37625" y="356"/>
                    <a:pt x="35731" y="356"/>
                  </a:cubicBezTo>
                  <a:cubicBezTo>
                    <a:pt x="35506" y="357"/>
                    <a:pt x="35281" y="358"/>
                    <a:pt x="35056" y="358"/>
                  </a:cubicBezTo>
                  <a:cubicBezTo>
                    <a:pt x="32245" y="358"/>
                    <a:pt x="29434" y="291"/>
                    <a:pt x="26623" y="225"/>
                  </a:cubicBezTo>
                  <a:cubicBezTo>
                    <a:pt x="23563" y="154"/>
                    <a:pt x="20503" y="47"/>
                    <a:pt x="17455" y="11"/>
                  </a:cubicBezTo>
                  <a:cubicBezTo>
                    <a:pt x="16769" y="4"/>
                    <a:pt x="16008" y="0"/>
                    <a:pt x="15198" y="0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3"/>
            <p:cNvSpPr/>
            <p:nvPr/>
          </p:nvSpPr>
          <p:spPr>
            <a:xfrm rot="-5400000" flipH="1">
              <a:off x="7487578" y="4127135"/>
              <a:ext cx="2006547" cy="69775"/>
            </a:xfrm>
            <a:custGeom>
              <a:avLst/>
              <a:gdLst/>
              <a:ahLst/>
              <a:cxnLst/>
              <a:rect l="l" t="t" r="r" b="b"/>
              <a:pathLst>
                <a:path w="82523" h="2173" extrusionOk="0">
                  <a:moveTo>
                    <a:pt x="73119" y="1"/>
                  </a:moveTo>
                  <a:cubicBezTo>
                    <a:pt x="71424" y="1"/>
                    <a:pt x="69726" y="59"/>
                    <a:pt x="68045" y="122"/>
                  </a:cubicBezTo>
                  <a:cubicBezTo>
                    <a:pt x="66592" y="181"/>
                    <a:pt x="65128" y="265"/>
                    <a:pt x="63675" y="277"/>
                  </a:cubicBezTo>
                  <a:cubicBezTo>
                    <a:pt x="63144" y="285"/>
                    <a:pt x="62612" y="289"/>
                    <a:pt x="62081" y="289"/>
                  </a:cubicBezTo>
                  <a:cubicBezTo>
                    <a:pt x="61112" y="289"/>
                    <a:pt x="60144" y="276"/>
                    <a:pt x="59175" y="253"/>
                  </a:cubicBezTo>
                  <a:cubicBezTo>
                    <a:pt x="58453" y="235"/>
                    <a:pt x="57716" y="228"/>
                    <a:pt x="56965" y="228"/>
                  </a:cubicBezTo>
                  <a:cubicBezTo>
                    <a:pt x="52044" y="228"/>
                    <a:pt x="46589" y="552"/>
                    <a:pt x="41744" y="562"/>
                  </a:cubicBezTo>
                  <a:cubicBezTo>
                    <a:pt x="39625" y="538"/>
                    <a:pt x="37505" y="253"/>
                    <a:pt x="35422" y="110"/>
                  </a:cubicBezTo>
                  <a:cubicBezTo>
                    <a:pt x="34239" y="32"/>
                    <a:pt x="33048" y="2"/>
                    <a:pt x="31855" y="2"/>
                  </a:cubicBezTo>
                  <a:cubicBezTo>
                    <a:pt x="30143" y="2"/>
                    <a:pt x="28428" y="63"/>
                    <a:pt x="26730" y="134"/>
                  </a:cubicBezTo>
                  <a:cubicBezTo>
                    <a:pt x="25278" y="181"/>
                    <a:pt x="23825" y="265"/>
                    <a:pt x="22361" y="288"/>
                  </a:cubicBezTo>
                  <a:cubicBezTo>
                    <a:pt x="21986" y="291"/>
                    <a:pt x="21611" y="293"/>
                    <a:pt x="21235" y="293"/>
                  </a:cubicBezTo>
                  <a:cubicBezTo>
                    <a:pt x="20110" y="293"/>
                    <a:pt x="18985" y="280"/>
                    <a:pt x="17860" y="253"/>
                  </a:cubicBezTo>
                  <a:cubicBezTo>
                    <a:pt x="17116" y="234"/>
                    <a:pt x="16353" y="225"/>
                    <a:pt x="15577" y="225"/>
                  </a:cubicBezTo>
                  <a:cubicBezTo>
                    <a:pt x="10533" y="225"/>
                    <a:pt x="4923" y="574"/>
                    <a:pt x="1" y="574"/>
                  </a:cubicBezTo>
                  <a:cubicBezTo>
                    <a:pt x="1" y="1039"/>
                    <a:pt x="203" y="1693"/>
                    <a:pt x="215" y="2158"/>
                  </a:cubicBezTo>
                  <a:cubicBezTo>
                    <a:pt x="647" y="2168"/>
                    <a:pt x="1080" y="2173"/>
                    <a:pt x="1515" y="2173"/>
                  </a:cubicBezTo>
                  <a:cubicBezTo>
                    <a:pt x="6976" y="2173"/>
                    <a:pt x="12616" y="1427"/>
                    <a:pt x="17915" y="1427"/>
                  </a:cubicBezTo>
                  <a:cubicBezTo>
                    <a:pt x="18597" y="1427"/>
                    <a:pt x="19274" y="1439"/>
                    <a:pt x="19944" y="1467"/>
                  </a:cubicBezTo>
                  <a:cubicBezTo>
                    <a:pt x="24266" y="1646"/>
                    <a:pt x="28552" y="2039"/>
                    <a:pt x="32886" y="2086"/>
                  </a:cubicBezTo>
                  <a:cubicBezTo>
                    <a:pt x="35767" y="2110"/>
                    <a:pt x="38648" y="2074"/>
                    <a:pt x="41530" y="2146"/>
                  </a:cubicBezTo>
                  <a:lnTo>
                    <a:pt x="41530" y="2158"/>
                  </a:lnTo>
                  <a:cubicBezTo>
                    <a:pt x="41961" y="2168"/>
                    <a:pt x="42395" y="2173"/>
                    <a:pt x="42829" y="2173"/>
                  </a:cubicBezTo>
                  <a:cubicBezTo>
                    <a:pt x="48319" y="2173"/>
                    <a:pt x="53990" y="1418"/>
                    <a:pt x="59314" y="1418"/>
                  </a:cubicBezTo>
                  <a:cubicBezTo>
                    <a:pt x="59967" y="1418"/>
                    <a:pt x="60616" y="1430"/>
                    <a:pt x="61258" y="1455"/>
                  </a:cubicBezTo>
                  <a:cubicBezTo>
                    <a:pt x="65580" y="1634"/>
                    <a:pt x="69867" y="2039"/>
                    <a:pt x="74200" y="2074"/>
                  </a:cubicBezTo>
                  <a:cubicBezTo>
                    <a:pt x="76975" y="2098"/>
                    <a:pt x="79749" y="2074"/>
                    <a:pt x="82523" y="2146"/>
                  </a:cubicBezTo>
                  <a:lnTo>
                    <a:pt x="82523" y="550"/>
                  </a:lnTo>
                  <a:cubicBezTo>
                    <a:pt x="80582" y="479"/>
                    <a:pt x="78641" y="229"/>
                    <a:pt x="76736" y="110"/>
                  </a:cubicBezTo>
                  <a:cubicBezTo>
                    <a:pt x="75537" y="31"/>
                    <a:pt x="74329" y="1"/>
                    <a:pt x="73119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3"/>
            <p:cNvSpPr/>
            <p:nvPr/>
          </p:nvSpPr>
          <p:spPr>
            <a:xfrm rot="-5400000" flipH="1">
              <a:off x="7565661" y="4118229"/>
              <a:ext cx="2018412" cy="75137"/>
            </a:xfrm>
            <a:custGeom>
              <a:avLst/>
              <a:gdLst/>
              <a:ahLst/>
              <a:cxnLst/>
              <a:rect l="l" t="t" r="r" b="b"/>
              <a:pathLst>
                <a:path w="83011" h="2340" extrusionOk="0">
                  <a:moveTo>
                    <a:pt x="18170" y="0"/>
                  </a:moveTo>
                  <a:cubicBezTo>
                    <a:pt x="12413" y="0"/>
                    <a:pt x="5906" y="720"/>
                    <a:pt x="252" y="720"/>
                  </a:cubicBezTo>
                  <a:cubicBezTo>
                    <a:pt x="212" y="720"/>
                    <a:pt x="172" y="720"/>
                    <a:pt x="132" y="720"/>
                  </a:cubicBezTo>
                  <a:lnTo>
                    <a:pt x="132" y="720"/>
                  </a:lnTo>
                  <a:cubicBezTo>
                    <a:pt x="167" y="1303"/>
                    <a:pt x="1" y="1756"/>
                    <a:pt x="36" y="2339"/>
                  </a:cubicBezTo>
                  <a:cubicBezTo>
                    <a:pt x="1484" y="2339"/>
                    <a:pt x="2132" y="1934"/>
                    <a:pt x="2364" y="1934"/>
                  </a:cubicBezTo>
                  <a:cubicBezTo>
                    <a:pt x="2370" y="1934"/>
                    <a:pt x="2376" y="1934"/>
                    <a:pt x="2382" y="1935"/>
                  </a:cubicBezTo>
                  <a:cubicBezTo>
                    <a:pt x="4096" y="1637"/>
                    <a:pt x="5894" y="1506"/>
                    <a:pt x="7597" y="1434"/>
                  </a:cubicBezTo>
                  <a:cubicBezTo>
                    <a:pt x="8553" y="1397"/>
                    <a:pt x="9511" y="1381"/>
                    <a:pt x="10469" y="1381"/>
                  </a:cubicBezTo>
                  <a:cubicBezTo>
                    <a:pt x="13182" y="1381"/>
                    <a:pt x="15897" y="1511"/>
                    <a:pt x="18598" y="1661"/>
                  </a:cubicBezTo>
                  <a:cubicBezTo>
                    <a:pt x="20408" y="1768"/>
                    <a:pt x="22218" y="1887"/>
                    <a:pt x="24027" y="2006"/>
                  </a:cubicBezTo>
                  <a:cubicBezTo>
                    <a:pt x="24827" y="1993"/>
                    <a:pt x="25625" y="1987"/>
                    <a:pt x="26424" y="1987"/>
                  </a:cubicBezTo>
                  <a:cubicBezTo>
                    <a:pt x="31406" y="1987"/>
                    <a:pt x="36374" y="2216"/>
                    <a:pt x="41351" y="2339"/>
                  </a:cubicBezTo>
                  <a:lnTo>
                    <a:pt x="41470" y="2339"/>
                  </a:lnTo>
                  <a:cubicBezTo>
                    <a:pt x="42823" y="2316"/>
                    <a:pt x="43446" y="1934"/>
                    <a:pt x="43677" y="1934"/>
                  </a:cubicBezTo>
                  <a:cubicBezTo>
                    <a:pt x="43684" y="1934"/>
                    <a:pt x="43690" y="1934"/>
                    <a:pt x="43697" y="1935"/>
                  </a:cubicBezTo>
                  <a:cubicBezTo>
                    <a:pt x="45411" y="1625"/>
                    <a:pt x="47209" y="1506"/>
                    <a:pt x="48912" y="1434"/>
                  </a:cubicBezTo>
                  <a:cubicBezTo>
                    <a:pt x="49868" y="1397"/>
                    <a:pt x="50826" y="1381"/>
                    <a:pt x="51783" y="1381"/>
                  </a:cubicBezTo>
                  <a:cubicBezTo>
                    <a:pt x="54497" y="1381"/>
                    <a:pt x="57211" y="1511"/>
                    <a:pt x="59913" y="1661"/>
                  </a:cubicBezTo>
                  <a:cubicBezTo>
                    <a:pt x="61723" y="1768"/>
                    <a:pt x="63532" y="1887"/>
                    <a:pt x="65342" y="2006"/>
                  </a:cubicBezTo>
                  <a:cubicBezTo>
                    <a:pt x="66146" y="1993"/>
                    <a:pt x="66950" y="1987"/>
                    <a:pt x="67753" y="1987"/>
                  </a:cubicBezTo>
                  <a:cubicBezTo>
                    <a:pt x="72766" y="1987"/>
                    <a:pt x="77765" y="2216"/>
                    <a:pt x="82773" y="2339"/>
                  </a:cubicBezTo>
                  <a:cubicBezTo>
                    <a:pt x="82856" y="2327"/>
                    <a:pt x="82940" y="2316"/>
                    <a:pt x="83011" y="2316"/>
                  </a:cubicBezTo>
                  <a:lnTo>
                    <a:pt x="83011" y="720"/>
                  </a:lnTo>
                  <a:cubicBezTo>
                    <a:pt x="79915" y="649"/>
                    <a:pt x="76820" y="696"/>
                    <a:pt x="73724" y="649"/>
                  </a:cubicBezTo>
                  <a:cubicBezTo>
                    <a:pt x="69807" y="589"/>
                    <a:pt x="65914" y="220"/>
                    <a:pt x="62008" y="53"/>
                  </a:cubicBezTo>
                  <a:cubicBezTo>
                    <a:pt x="61200" y="18"/>
                    <a:pt x="60370" y="3"/>
                    <a:pt x="59523" y="3"/>
                  </a:cubicBezTo>
                  <a:cubicBezTo>
                    <a:pt x="53778" y="3"/>
                    <a:pt x="47281" y="710"/>
                    <a:pt x="41625" y="720"/>
                  </a:cubicBezTo>
                  <a:cubicBezTo>
                    <a:pt x="38553" y="649"/>
                    <a:pt x="35481" y="696"/>
                    <a:pt x="32409" y="649"/>
                  </a:cubicBezTo>
                  <a:cubicBezTo>
                    <a:pt x="28492" y="589"/>
                    <a:pt x="24599" y="220"/>
                    <a:pt x="20694" y="53"/>
                  </a:cubicBezTo>
                  <a:cubicBezTo>
                    <a:pt x="19873" y="16"/>
                    <a:pt x="19030" y="0"/>
                    <a:pt x="181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3"/>
            <p:cNvSpPr/>
            <p:nvPr/>
          </p:nvSpPr>
          <p:spPr>
            <a:xfrm rot="-5400000" flipH="1">
              <a:off x="8431516" y="4468742"/>
              <a:ext cx="361904" cy="13872"/>
            </a:xfrm>
            <a:custGeom>
              <a:avLst/>
              <a:gdLst/>
              <a:ahLst/>
              <a:cxnLst/>
              <a:rect l="l" t="t" r="r" b="b"/>
              <a:pathLst>
                <a:path w="14884" h="432" extrusionOk="0">
                  <a:moveTo>
                    <a:pt x="14884" y="0"/>
                  </a:moveTo>
                  <a:lnTo>
                    <a:pt x="14884" y="0"/>
                  </a:lnTo>
                  <a:cubicBezTo>
                    <a:pt x="14515" y="12"/>
                    <a:pt x="14134" y="12"/>
                    <a:pt x="13753" y="12"/>
                  </a:cubicBezTo>
                  <a:cubicBezTo>
                    <a:pt x="9169" y="60"/>
                    <a:pt x="4585" y="143"/>
                    <a:pt x="1" y="250"/>
                  </a:cubicBezTo>
                  <a:cubicBezTo>
                    <a:pt x="1997" y="370"/>
                    <a:pt x="4002" y="432"/>
                    <a:pt x="6004" y="432"/>
                  </a:cubicBezTo>
                  <a:cubicBezTo>
                    <a:pt x="7371" y="432"/>
                    <a:pt x="8736" y="403"/>
                    <a:pt x="10097" y="345"/>
                  </a:cubicBezTo>
                  <a:cubicBezTo>
                    <a:pt x="11693" y="274"/>
                    <a:pt x="13288" y="167"/>
                    <a:pt x="148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33"/>
            <p:cNvSpPr/>
            <p:nvPr/>
          </p:nvSpPr>
          <p:spPr>
            <a:xfrm rot="-5400000" flipH="1">
              <a:off x="7650754" y="4133967"/>
              <a:ext cx="2020722" cy="41936"/>
            </a:xfrm>
            <a:custGeom>
              <a:avLst/>
              <a:gdLst/>
              <a:ahLst/>
              <a:cxnLst/>
              <a:rect l="l" t="t" r="r" b="b"/>
              <a:pathLst>
                <a:path w="83106" h="1306" extrusionOk="0">
                  <a:moveTo>
                    <a:pt x="21146" y="0"/>
                  </a:moveTo>
                  <a:cubicBezTo>
                    <a:pt x="20347" y="0"/>
                    <a:pt x="19549" y="13"/>
                    <a:pt x="18753" y="41"/>
                  </a:cubicBezTo>
                  <a:cubicBezTo>
                    <a:pt x="15900" y="140"/>
                    <a:pt x="13101" y="321"/>
                    <a:pt x="10274" y="321"/>
                  </a:cubicBezTo>
                  <a:cubicBezTo>
                    <a:pt x="9362" y="321"/>
                    <a:pt x="8446" y="302"/>
                    <a:pt x="7525" y="256"/>
                  </a:cubicBezTo>
                  <a:cubicBezTo>
                    <a:pt x="5918" y="184"/>
                    <a:pt x="4287" y="101"/>
                    <a:pt x="2667" y="89"/>
                  </a:cubicBezTo>
                  <a:cubicBezTo>
                    <a:pt x="2346" y="89"/>
                    <a:pt x="774" y="434"/>
                    <a:pt x="107" y="458"/>
                  </a:cubicBezTo>
                  <a:cubicBezTo>
                    <a:pt x="131" y="744"/>
                    <a:pt x="0" y="898"/>
                    <a:pt x="24" y="1196"/>
                  </a:cubicBezTo>
                  <a:cubicBezTo>
                    <a:pt x="208" y="1198"/>
                    <a:pt x="397" y="1200"/>
                    <a:pt x="590" y="1200"/>
                  </a:cubicBezTo>
                  <a:cubicBezTo>
                    <a:pt x="3295" y="1200"/>
                    <a:pt x="6757" y="980"/>
                    <a:pt x="9347" y="958"/>
                  </a:cubicBezTo>
                  <a:cubicBezTo>
                    <a:pt x="10731" y="953"/>
                    <a:pt x="12113" y="947"/>
                    <a:pt x="13494" y="947"/>
                  </a:cubicBezTo>
                  <a:cubicBezTo>
                    <a:pt x="15200" y="947"/>
                    <a:pt x="16905" y="955"/>
                    <a:pt x="18610" y="982"/>
                  </a:cubicBezTo>
                  <a:cubicBezTo>
                    <a:pt x="21658" y="1029"/>
                    <a:pt x="24706" y="1137"/>
                    <a:pt x="27754" y="1208"/>
                  </a:cubicBezTo>
                  <a:cubicBezTo>
                    <a:pt x="30252" y="1261"/>
                    <a:pt x="32753" y="1306"/>
                    <a:pt x="35254" y="1306"/>
                  </a:cubicBezTo>
                  <a:cubicBezTo>
                    <a:pt x="37284" y="1306"/>
                    <a:pt x="39312" y="1276"/>
                    <a:pt x="41339" y="1196"/>
                  </a:cubicBezTo>
                  <a:cubicBezTo>
                    <a:pt x="41523" y="1198"/>
                    <a:pt x="41712" y="1200"/>
                    <a:pt x="41905" y="1200"/>
                  </a:cubicBezTo>
                  <a:cubicBezTo>
                    <a:pt x="44610" y="1200"/>
                    <a:pt x="48072" y="980"/>
                    <a:pt x="50661" y="958"/>
                  </a:cubicBezTo>
                  <a:cubicBezTo>
                    <a:pt x="52046" y="953"/>
                    <a:pt x="53428" y="947"/>
                    <a:pt x="54809" y="947"/>
                  </a:cubicBezTo>
                  <a:cubicBezTo>
                    <a:pt x="56515" y="947"/>
                    <a:pt x="58220" y="955"/>
                    <a:pt x="59924" y="982"/>
                  </a:cubicBezTo>
                  <a:cubicBezTo>
                    <a:pt x="62972" y="1029"/>
                    <a:pt x="66020" y="1137"/>
                    <a:pt x="69068" y="1208"/>
                  </a:cubicBezTo>
                  <a:cubicBezTo>
                    <a:pt x="71597" y="1259"/>
                    <a:pt x="74128" y="1304"/>
                    <a:pt x="76658" y="1304"/>
                  </a:cubicBezTo>
                  <a:cubicBezTo>
                    <a:pt x="78810" y="1304"/>
                    <a:pt x="80960" y="1272"/>
                    <a:pt x="83106" y="1184"/>
                  </a:cubicBezTo>
                  <a:lnTo>
                    <a:pt x="83106" y="684"/>
                  </a:lnTo>
                  <a:cubicBezTo>
                    <a:pt x="83094" y="601"/>
                    <a:pt x="83082" y="517"/>
                    <a:pt x="83082" y="434"/>
                  </a:cubicBezTo>
                  <a:cubicBezTo>
                    <a:pt x="81652" y="537"/>
                    <a:pt x="80216" y="578"/>
                    <a:pt x="78776" y="578"/>
                  </a:cubicBezTo>
                  <a:cubicBezTo>
                    <a:pt x="73354" y="578"/>
                    <a:pt x="67879" y="0"/>
                    <a:pt x="62450" y="0"/>
                  </a:cubicBezTo>
                  <a:cubicBezTo>
                    <a:pt x="61655" y="0"/>
                    <a:pt x="60860" y="13"/>
                    <a:pt x="60067" y="41"/>
                  </a:cubicBezTo>
                  <a:cubicBezTo>
                    <a:pt x="57214" y="140"/>
                    <a:pt x="54416" y="321"/>
                    <a:pt x="51589" y="321"/>
                  </a:cubicBezTo>
                  <a:cubicBezTo>
                    <a:pt x="50677" y="321"/>
                    <a:pt x="49761" y="302"/>
                    <a:pt x="48840" y="256"/>
                  </a:cubicBezTo>
                  <a:cubicBezTo>
                    <a:pt x="47232" y="172"/>
                    <a:pt x="45601" y="89"/>
                    <a:pt x="43982" y="89"/>
                  </a:cubicBezTo>
                  <a:cubicBezTo>
                    <a:pt x="43696" y="89"/>
                    <a:pt x="42410" y="363"/>
                    <a:pt x="41672" y="434"/>
                  </a:cubicBezTo>
                  <a:cubicBezTo>
                    <a:pt x="40263" y="534"/>
                    <a:pt x="38847" y="573"/>
                    <a:pt x="37428" y="573"/>
                  </a:cubicBezTo>
                  <a:cubicBezTo>
                    <a:pt x="32021" y="573"/>
                    <a:pt x="26558" y="0"/>
                    <a:pt x="211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33"/>
            <p:cNvSpPr/>
            <p:nvPr/>
          </p:nvSpPr>
          <p:spPr>
            <a:xfrm rot="-5400000" flipH="1">
              <a:off x="7815587" y="4105723"/>
              <a:ext cx="2034922" cy="84225"/>
            </a:xfrm>
            <a:custGeom>
              <a:avLst/>
              <a:gdLst/>
              <a:ahLst/>
              <a:cxnLst/>
              <a:rect l="l" t="t" r="r" b="b"/>
              <a:pathLst>
                <a:path w="83690" h="2623" extrusionOk="0">
                  <a:moveTo>
                    <a:pt x="58030" y="0"/>
                  </a:moveTo>
                  <a:cubicBezTo>
                    <a:pt x="52797" y="0"/>
                    <a:pt x="46999" y="333"/>
                    <a:pt x="42256" y="834"/>
                  </a:cubicBezTo>
                  <a:cubicBezTo>
                    <a:pt x="41281" y="909"/>
                    <a:pt x="40297" y="938"/>
                    <a:pt x="39312" y="938"/>
                  </a:cubicBezTo>
                  <a:cubicBezTo>
                    <a:pt x="38433" y="938"/>
                    <a:pt x="37555" y="915"/>
                    <a:pt x="36684" y="882"/>
                  </a:cubicBezTo>
                  <a:cubicBezTo>
                    <a:pt x="33934" y="774"/>
                    <a:pt x="31195" y="524"/>
                    <a:pt x="28445" y="358"/>
                  </a:cubicBezTo>
                  <a:cubicBezTo>
                    <a:pt x="25504" y="167"/>
                    <a:pt x="22539" y="108"/>
                    <a:pt x="19587" y="36"/>
                  </a:cubicBezTo>
                  <a:cubicBezTo>
                    <a:pt x="18651" y="12"/>
                    <a:pt x="17685" y="0"/>
                    <a:pt x="16699" y="0"/>
                  </a:cubicBezTo>
                  <a:cubicBezTo>
                    <a:pt x="11425" y="0"/>
                    <a:pt x="5585" y="334"/>
                    <a:pt x="811" y="846"/>
                  </a:cubicBezTo>
                  <a:cubicBezTo>
                    <a:pt x="822" y="1548"/>
                    <a:pt x="1" y="1239"/>
                    <a:pt x="1" y="1941"/>
                  </a:cubicBezTo>
                  <a:cubicBezTo>
                    <a:pt x="13" y="2025"/>
                    <a:pt x="1263" y="2358"/>
                    <a:pt x="1275" y="2441"/>
                  </a:cubicBezTo>
                  <a:cubicBezTo>
                    <a:pt x="1753" y="2491"/>
                    <a:pt x="2214" y="2510"/>
                    <a:pt x="2660" y="2510"/>
                  </a:cubicBezTo>
                  <a:cubicBezTo>
                    <a:pt x="4149" y="2510"/>
                    <a:pt x="5476" y="2298"/>
                    <a:pt x="6740" y="2298"/>
                  </a:cubicBezTo>
                  <a:cubicBezTo>
                    <a:pt x="8311" y="2298"/>
                    <a:pt x="9895" y="2298"/>
                    <a:pt x="11479" y="2287"/>
                  </a:cubicBezTo>
                  <a:cubicBezTo>
                    <a:pt x="12383" y="2287"/>
                    <a:pt x="13292" y="2294"/>
                    <a:pt x="14198" y="2294"/>
                  </a:cubicBezTo>
                  <a:cubicBezTo>
                    <a:pt x="14878" y="2294"/>
                    <a:pt x="15556" y="2290"/>
                    <a:pt x="16229" y="2275"/>
                  </a:cubicBezTo>
                  <a:cubicBezTo>
                    <a:pt x="17516" y="2237"/>
                    <a:pt x="18802" y="2220"/>
                    <a:pt x="20089" y="2220"/>
                  </a:cubicBezTo>
                  <a:cubicBezTo>
                    <a:pt x="22088" y="2220"/>
                    <a:pt x="24088" y="2262"/>
                    <a:pt x="26087" y="2334"/>
                  </a:cubicBezTo>
                  <a:cubicBezTo>
                    <a:pt x="27731" y="2394"/>
                    <a:pt x="29362" y="2489"/>
                    <a:pt x="30993" y="2584"/>
                  </a:cubicBezTo>
                  <a:cubicBezTo>
                    <a:pt x="31485" y="2612"/>
                    <a:pt x="31981" y="2623"/>
                    <a:pt x="32478" y="2623"/>
                  </a:cubicBezTo>
                  <a:cubicBezTo>
                    <a:pt x="33473" y="2623"/>
                    <a:pt x="34473" y="2580"/>
                    <a:pt x="35458" y="2548"/>
                  </a:cubicBezTo>
                  <a:cubicBezTo>
                    <a:pt x="37214" y="2487"/>
                    <a:pt x="38984" y="2406"/>
                    <a:pt x="40747" y="2406"/>
                  </a:cubicBezTo>
                  <a:cubicBezTo>
                    <a:pt x="41374" y="2406"/>
                    <a:pt x="42000" y="2416"/>
                    <a:pt x="42625" y="2441"/>
                  </a:cubicBezTo>
                  <a:cubicBezTo>
                    <a:pt x="43101" y="2491"/>
                    <a:pt x="43559" y="2510"/>
                    <a:pt x="44003" y="2510"/>
                  </a:cubicBezTo>
                  <a:cubicBezTo>
                    <a:pt x="45482" y="2510"/>
                    <a:pt x="46800" y="2298"/>
                    <a:pt x="48055" y="2298"/>
                  </a:cubicBezTo>
                  <a:cubicBezTo>
                    <a:pt x="49638" y="2298"/>
                    <a:pt x="51222" y="2298"/>
                    <a:pt x="52805" y="2287"/>
                  </a:cubicBezTo>
                  <a:cubicBezTo>
                    <a:pt x="53748" y="2287"/>
                    <a:pt x="54700" y="2299"/>
                    <a:pt x="55649" y="2299"/>
                  </a:cubicBezTo>
                  <a:cubicBezTo>
                    <a:pt x="56283" y="2299"/>
                    <a:pt x="56915" y="2294"/>
                    <a:pt x="57544" y="2275"/>
                  </a:cubicBezTo>
                  <a:cubicBezTo>
                    <a:pt x="58830" y="2237"/>
                    <a:pt x="60119" y="2220"/>
                    <a:pt x="61407" y="2220"/>
                  </a:cubicBezTo>
                  <a:cubicBezTo>
                    <a:pt x="63409" y="2220"/>
                    <a:pt x="65410" y="2262"/>
                    <a:pt x="67402" y="2334"/>
                  </a:cubicBezTo>
                  <a:cubicBezTo>
                    <a:pt x="69045" y="2394"/>
                    <a:pt x="70676" y="2489"/>
                    <a:pt x="72308" y="2584"/>
                  </a:cubicBezTo>
                  <a:cubicBezTo>
                    <a:pt x="72800" y="2612"/>
                    <a:pt x="73296" y="2623"/>
                    <a:pt x="73793" y="2623"/>
                  </a:cubicBezTo>
                  <a:cubicBezTo>
                    <a:pt x="74788" y="2623"/>
                    <a:pt x="75788" y="2580"/>
                    <a:pt x="76772" y="2548"/>
                  </a:cubicBezTo>
                  <a:cubicBezTo>
                    <a:pt x="78514" y="2494"/>
                    <a:pt x="80269" y="2413"/>
                    <a:pt x="82018" y="2413"/>
                  </a:cubicBezTo>
                  <a:cubicBezTo>
                    <a:pt x="82576" y="2413"/>
                    <a:pt x="83134" y="2421"/>
                    <a:pt x="83690" y="2441"/>
                  </a:cubicBezTo>
                  <a:lnTo>
                    <a:pt x="83690" y="822"/>
                  </a:lnTo>
                  <a:cubicBezTo>
                    <a:pt x="82673" y="906"/>
                    <a:pt x="81646" y="937"/>
                    <a:pt x="80620" y="937"/>
                  </a:cubicBezTo>
                  <a:cubicBezTo>
                    <a:pt x="79747" y="937"/>
                    <a:pt x="78875" y="914"/>
                    <a:pt x="78011" y="882"/>
                  </a:cubicBezTo>
                  <a:lnTo>
                    <a:pt x="77999" y="882"/>
                  </a:lnTo>
                  <a:cubicBezTo>
                    <a:pt x="75248" y="774"/>
                    <a:pt x="72510" y="524"/>
                    <a:pt x="69760" y="358"/>
                  </a:cubicBezTo>
                  <a:cubicBezTo>
                    <a:pt x="66819" y="167"/>
                    <a:pt x="63854" y="108"/>
                    <a:pt x="60901" y="36"/>
                  </a:cubicBezTo>
                  <a:cubicBezTo>
                    <a:pt x="59971" y="12"/>
                    <a:pt x="59011" y="0"/>
                    <a:pt x="58030" y="0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33"/>
            <p:cNvSpPr/>
            <p:nvPr/>
          </p:nvSpPr>
          <p:spPr>
            <a:xfrm rot="-5400000" flipH="1">
              <a:off x="7931531" y="4091876"/>
              <a:ext cx="2032588" cy="113669"/>
            </a:xfrm>
            <a:custGeom>
              <a:avLst/>
              <a:gdLst/>
              <a:ahLst/>
              <a:cxnLst/>
              <a:rect l="l" t="t" r="r" b="b"/>
              <a:pathLst>
                <a:path w="83594" h="3540" extrusionOk="0">
                  <a:moveTo>
                    <a:pt x="20540" y="1"/>
                  </a:moveTo>
                  <a:cubicBezTo>
                    <a:pt x="20257" y="1"/>
                    <a:pt x="19975" y="2"/>
                    <a:pt x="19693" y="4"/>
                  </a:cubicBezTo>
                  <a:cubicBezTo>
                    <a:pt x="18086" y="4"/>
                    <a:pt x="16467" y="52"/>
                    <a:pt x="14859" y="64"/>
                  </a:cubicBezTo>
                  <a:cubicBezTo>
                    <a:pt x="11245" y="73"/>
                    <a:pt x="6843" y="241"/>
                    <a:pt x="2968" y="241"/>
                  </a:cubicBezTo>
                  <a:cubicBezTo>
                    <a:pt x="2196" y="241"/>
                    <a:pt x="1446" y="234"/>
                    <a:pt x="727" y="218"/>
                  </a:cubicBezTo>
                  <a:lnTo>
                    <a:pt x="727" y="218"/>
                  </a:lnTo>
                  <a:cubicBezTo>
                    <a:pt x="846" y="1123"/>
                    <a:pt x="0" y="1599"/>
                    <a:pt x="36" y="2516"/>
                  </a:cubicBezTo>
                  <a:cubicBezTo>
                    <a:pt x="36" y="2623"/>
                    <a:pt x="1167" y="3397"/>
                    <a:pt x="1179" y="3504"/>
                  </a:cubicBezTo>
                  <a:cubicBezTo>
                    <a:pt x="1506" y="3529"/>
                    <a:pt x="1846" y="3539"/>
                    <a:pt x="2196" y="3539"/>
                  </a:cubicBezTo>
                  <a:cubicBezTo>
                    <a:pt x="4814" y="3539"/>
                    <a:pt x="7989" y="2941"/>
                    <a:pt x="10532" y="2941"/>
                  </a:cubicBezTo>
                  <a:cubicBezTo>
                    <a:pt x="10654" y="2941"/>
                    <a:pt x="10775" y="2942"/>
                    <a:pt x="10894" y="2945"/>
                  </a:cubicBezTo>
                  <a:cubicBezTo>
                    <a:pt x="13895" y="3028"/>
                    <a:pt x="16895" y="3171"/>
                    <a:pt x="19896" y="3219"/>
                  </a:cubicBezTo>
                  <a:cubicBezTo>
                    <a:pt x="20646" y="3231"/>
                    <a:pt x="21396" y="3239"/>
                    <a:pt x="22146" y="3239"/>
                  </a:cubicBezTo>
                  <a:cubicBezTo>
                    <a:pt x="22896" y="3239"/>
                    <a:pt x="23646" y="3231"/>
                    <a:pt x="24396" y="3207"/>
                  </a:cubicBezTo>
                  <a:cubicBezTo>
                    <a:pt x="25837" y="3171"/>
                    <a:pt x="27277" y="3088"/>
                    <a:pt x="28718" y="3040"/>
                  </a:cubicBezTo>
                  <a:cubicBezTo>
                    <a:pt x="30083" y="2995"/>
                    <a:pt x="31455" y="2961"/>
                    <a:pt x="32828" y="2961"/>
                  </a:cubicBezTo>
                  <a:cubicBezTo>
                    <a:pt x="34366" y="2961"/>
                    <a:pt x="35905" y="3004"/>
                    <a:pt x="37433" y="3123"/>
                  </a:cubicBezTo>
                  <a:cubicBezTo>
                    <a:pt x="39100" y="3254"/>
                    <a:pt x="40791" y="3457"/>
                    <a:pt x="42482" y="3493"/>
                  </a:cubicBezTo>
                  <a:cubicBezTo>
                    <a:pt x="42482" y="3493"/>
                    <a:pt x="42494" y="3504"/>
                    <a:pt x="42494" y="3504"/>
                  </a:cubicBezTo>
                  <a:cubicBezTo>
                    <a:pt x="42821" y="3529"/>
                    <a:pt x="43161" y="3539"/>
                    <a:pt x="43510" y="3539"/>
                  </a:cubicBezTo>
                  <a:cubicBezTo>
                    <a:pt x="46129" y="3539"/>
                    <a:pt x="49304" y="2941"/>
                    <a:pt x="51846" y="2941"/>
                  </a:cubicBezTo>
                  <a:cubicBezTo>
                    <a:pt x="51969" y="2941"/>
                    <a:pt x="52090" y="2942"/>
                    <a:pt x="52209" y="2945"/>
                  </a:cubicBezTo>
                  <a:cubicBezTo>
                    <a:pt x="55210" y="3028"/>
                    <a:pt x="58210" y="3171"/>
                    <a:pt x="61210" y="3219"/>
                  </a:cubicBezTo>
                  <a:cubicBezTo>
                    <a:pt x="61960" y="3231"/>
                    <a:pt x="62710" y="3239"/>
                    <a:pt x="63461" y="3239"/>
                  </a:cubicBezTo>
                  <a:cubicBezTo>
                    <a:pt x="64211" y="3239"/>
                    <a:pt x="64961" y="3231"/>
                    <a:pt x="65711" y="3207"/>
                  </a:cubicBezTo>
                  <a:cubicBezTo>
                    <a:pt x="67151" y="3171"/>
                    <a:pt x="68592" y="3088"/>
                    <a:pt x="70033" y="3040"/>
                  </a:cubicBezTo>
                  <a:cubicBezTo>
                    <a:pt x="71397" y="2995"/>
                    <a:pt x="72770" y="2961"/>
                    <a:pt x="74143" y="2961"/>
                  </a:cubicBezTo>
                  <a:cubicBezTo>
                    <a:pt x="75681" y="2961"/>
                    <a:pt x="77220" y="3004"/>
                    <a:pt x="78748" y="3123"/>
                  </a:cubicBezTo>
                  <a:cubicBezTo>
                    <a:pt x="80356" y="3254"/>
                    <a:pt x="81975" y="3445"/>
                    <a:pt x="83594" y="3493"/>
                  </a:cubicBezTo>
                  <a:lnTo>
                    <a:pt x="83594" y="230"/>
                  </a:lnTo>
                  <a:cubicBezTo>
                    <a:pt x="83012" y="207"/>
                    <a:pt x="82430" y="198"/>
                    <a:pt x="81847" y="198"/>
                  </a:cubicBezTo>
                  <a:cubicBezTo>
                    <a:pt x="79687" y="198"/>
                    <a:pt x="77523" y="326"/>
                    <a:pt x="75367" y="373"/>
                  </a:cubicBezTo>
                  <a:cubicBezTo>
                    <a:pt x="75022" y="381"/>
                    <a:pt x="74677" y="384"/>
                    <a:pt x="74333" y="384"/>
                  </a:cubicBezTo>
                  <a:cubicBezTo>
                    <a:pt x="71529" y="384"/>
                    <a:pt x="68748" y="150"/>
                    <a:pt x="65949" y="75"/>
                  </a:cubicBezTo>
                  <a:cubicBezTo>
                    <a:pt x="64580" y="26"/>
                    <a:pt x="63202" y="1"/>
                    <a:pt x="61830" y="1"/>
                  </a:cubicBezTo>
                  <a:cubicBezTo>
                    <a:pt x="61556" y="1"/>
                    <a:pt x="61282" y="2"/>
                    <a:pt x="61008" y="4"/>
                  </a:cubicBezTo>
                  <a:cubicBezTo>
                    <a:pt x="59401" y="4"/>
                    <a:pt x="57781" y="64"/>
                    <a:pt x="56174" y="64"/>
                  </a:cubicBezTo>
                  <a:cubicBezTo>
                    <a:pt x="52602" y="73"/>
                    <a:pt x="48261" y="245"/>
                    <a:pt x="44425" y="245"/>
                  </a:cubicBezTo>
                  <a:cubicBezTo>
                    <a:pt x="43607" y="245"/>
                    <a:pt x="42813" y="237"/>
                    <a:pt x="42053" y="218"/>
                  </a:cubicBezTo>
                  <a:cubicBezTo>
                    <a:pt x="41563" y="203"/>
                    <a:pt x="41073" y="197"/>
                    <a:pt x="40583" y="197"/>
                  </a:cubicBezTo>
                  <a:cubicBezTo>
                    <a:pt x="38403" y="197"/>
                    <a:pt x="36220" y="324"/>
                    <a:pt x="34052" y="373"/>
                  </a:cubicBezTo>
                  <a:cubicBezTo>
                    <a:pt x="33708" y="381"/>
                    <a:pt x="33364" y="384"/>
                    <a:pt x="33020" y="384"/>
                  </a:cubicBezTo>
                  <a:cubicBezTo>
                    <a:pt x="30216" y="384"/>
                    <a:pt x="27434" y="148"/>
                    <a:pt x="24634" y="64"/>
                  </a:cubicBezTo>
                  <a:cubicBezTo>
                    <a:pt x="23273" y="24"/>
                    <a:pt x="21904" y="1"/>
                    <a:pt x="205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3"/>
            <p:cNvSpPr/>
            <p:nvPr/>
          </p:nvSpPr>
          <p:spPr>
            <a:xfrm rot="-5400000" flipH="1">
              <a:off x="8556273" y="3919856"/>
              <a:ext cx="434582" cy="22862"/>
            </a:xfrm>
            <a:custGeom>
              <a:avLst/>
              <a:gdLst/>
              <a:ahLst/>
              <a:cxnLst/>
              <a:rect l="l" t="t" r="r" b="b"/>
              <a:pathLst>
                <a:path w="17873" h="712" extrusionOk="0">
                  <a:moveTo>
                    <a:pt x="8601" y="0"/>
                  </a:moveTo>
                  <a:cubicBezTo>
                    <a:pt x="5732" y="0"/>
                    <a:pt x="2860" y="98"/>
                    <a:pt x="1" y="314"/>
                  </a:cubicBezTo>
                  <a:cubicBezTo>
                    <a:pt x="3216" y="481"/>
                    <a:pt x="6430" y="671"/>
                    <a:pt x="9657" y="707"/>
                  </a:cubicBezTo>
                  <a:cubicBezTo>
                    <a:pt x="9967" y="710"/>
                    <a:pt x="10277" y="711"/>
                    <a:pt x="10588" y="711"/>
                  </a:cubicBezTo>
                  <a:cubicBezTo>
                    <a:pt x="13011" y="711"/>
                    <a:pt x="15456" y="622"/>
                    <a:pt x="17872" y="326"/>
                  </a:cubicBezTo>
                  <a:cubicBezTo>
                    <a:pt x="17265" y="290"/>
                    <a:pt x="16670" y="243"/>
                    <a:pt x="16074" y="207"/>
                  </a:cubicBezTo>
                  <a:cubicBezTo>
                    <a:pt x="13593" y="74"/>
                    <a:pt x="11098" y="0"/>
                    <a:pt x="8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33"/>
            <p:cNvSpPr/>
            <p:nvPr/>
          </p:nvSpPr>
          <p:spPr>
            <a:xfrm rot="-5400000" flipH="1">
              <a:off x="7719249" y="4128384"/>
              <a:ext cx="2017245" cy="56578"/>
            </a:xfrm>
            <a:custGeom>
              <a:avLst/>
              <a:gdLst/>
              <a:ahLst/>
              <a:cxnLst/>
              <a:rect l="l" t="t" r="r" b="b"/>
              <a:pathLst>
                <a:path w="82963" h="1762" extrusionOk="0">
                  <a:moveTo>
                    <a:pt x="56437" y="1"/>
                  </a:moveTo>
                  <a:cubicBezTo>
                    <a:pt x="50870" y="1"/>
                    <a:pt x="43055" y="155"/>
                    <a:pt x="41410" y="238"/>
                  </a:cubicBezTo>
                  <a:cubicBezTo>
                    <a:pt x="39517" y="321"/>
                    <a:pt x="37636" y="345"/>
                    <a:pt x="35743" y="357"/>
                  </a:cubicBezTo>
                  <a:cubicBezTo>
                    <a:pt x="32707" y="357"/>
                    <a:pt x="29659" y="298"/>
                    <a:pt x="26623" y="226"/>
                  </a:cubicBezTo>
                  <a:cubicBezTo>
                    <a:pt x="23575" y="155"/>
                    <a:pt x="20515" y="48"/>
                    <a:pt x="17455" y="12"/>
                  </a:cubicBezTo>
                  <a:cubicBezTo>
                    <a:pt x="16770" y="4"/>
                    <a:pt x="16010" y="1"/>
                    <a:pt x="15202" y="1"/>
                  </a:cubicBezTo>
                  <a:cubicBezTo>
                    <a:pt x="9522" y="1"/>
                    <a:pt x="1449" y="167"/>
                    <a:pt x="0" y="250"/>
                  </a:cubicBezTo>
                  <a:cubicBezTo>
                    <a:pt x="36" y="738"/>
                    <a:pt x="488" y="1095"/>
                    <a:pt x="512" y="1595"/>
                  </a:cubicBezTo>
                  <a:cubicBezTo>
                    <a:pt x="1086" y="1717"/>
                    <a:pt x="1746" y="1759"/>
                    <a:pt x="2447" y="1759"/>
                  </a:cubicBezTo>
                  <a:cubicBezTo>
                    <a:pt x="4059" y="1759"/>
                    <a:pt x="5886" y="1536"/>
                    <a:pt x="7373" y="1536"/>
                  </a:cubicBezTo>
                  <a:cubicBezTo>
                    <a:pt x="7400" y="1536"/>
                    <a:pt x="7427" y="1536"/>
                    <a:pt x="7453" y="1536"/>
                  </a:cubicBezTo>
                  <a:cubicBezTo>
                    <a:pt x="11299" y="1560"/>
                    <a:pt x="15133" y="1560"/>
                    <a:pt x="18967" y="1560"/>
                  </a:cubicBezTo>
                  <a:cubicBezTo>
                    <a:pt x="21896" y="1560"/>
                    <a:pt x="24789" y="1417"/>
                    <a:pt x="27706" y="1274"/>
                  </a:cubicBezTo>
                  <a:cubicBezTo>
                    <a:pt x="29962" y="1158"/>
                    <a:pt x="32218" y="1056"/>
                    <a:pt x="34479" y="1056"/>
                  </a:cubicBezTo>
                  <a:cubicBezTo>
                    <a:pt x="35249" y="1056"/>
                    <a:pt x="36019" y="1068"/>
                    <a:pt x="36790" y="1095"/>
                  </a:cubicBezTo>
                  <a:cubicBezTo>
                    <a:pt x="38469" y="1155"/>
                    <a:pt x="40184" y="1286"/>
                    <a:pt x="41827" y="1583"/>
                  </a:cubicBezTo>
                  <a:lnTo>
                    <a:pt x="41827" y="1595"/>
                  </a:lnTo>
                  <a:cubicBezTo>
                    <a:pt x="42409" y="1718"/>
                    <a:pt x="43080" y="1761"/>
                    <a:pt x="43792" y="1761"/>
                  </a:cubicBezTo>
                  <a:cubicBezTo>
                    <a:pt x="45425" y="1761"/>
                    <a:pt x="47276" y="1536"/>
                    <a:pt x="48768" y="1536"/>
                  </a:cubicBezTo>
                  <a:cubicBezTo>
                    <a:pt x="52614" y="1560"/>
                    <a:pt x="56448" y="1560"/>
                    <a:pt x="60282" y="1560"/>
                  </a:cubicBezTo>
                  <a:cubicBezTo>
                    <a:pt x="63210" y="1560"/>
                    <a:pt x="66104" y="1429"/>
                    <a:pt x="69021" y="1274"/>
                  </a:cubicBezTo>
                  <a:cubicBezTo>
                    <a:pt x="71277" y="1158"/>
                    <a:pt x="73533" y="1056"/>
                    <a:pt x="75793" y="1056"/>
                  </a:cubicBezTo>
                  <a:cubicBezTo>
                    <a:pt x="76563" y="1056"/>
                    <a:pt x="77334" y="1068"/>
                    <a:pt x="78105" y="1095"/>
                  </a:cubicBezTo>
                  <a:cubicBezTo>
                    <a:pt x="79724" y="1143"/>
                    <a:pt x="81367" y="1274"/>
                    <a:pt x="82963" y="1560"/>
                  </a:cubicBezTo>
                  <a:lnTo>
                    <a:pt x="82963" y="238"/>
                  </a:lnTo>
                  <a:cubicBezTo>
                    <a:pt x="80998" y="321"/>
                    <a:pt x="79022" y="357"/>
                    <a:pt x="77057" y="357"/>
                  </a:cubicBezTo>
                  <a:cubicBezTo>
                    <a:pt x="74021" y="357"/>
                    <a:pt x="70973" y="298"/>
                    <a:pt x="67937" y="226"/>
                  </a:cubicBezTo>
                  <a:cubicBezTo>
                    <a:pt x="64889" y="155"/>
                    <a:pt x="61829" y="48"/>
                    <a:pt x="58769" y="12"/>
                  </a:cubicBezTo>
                  <a:cubicBezTo>
                    <a:pt x="58062" y="4"/>
                    <a:pt x="57275" y="1"/>
                    <a:pt x="564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33"/>
            <p:cNvSpPr/>
            <p:nvPr/>
          </p:nvSpPr>
          <p:spPr>
            <a:xfrm rot="-5400000" flipH="1">
              <a:off x="8045833" y="4126451"/>
              <a:ext cx="2007690" cy="70000"/>
            </a:xfrm>
            <a:custGeom>
              <a:avLst/>
              <a:gdLst/>
              <a:ahLst/>
              <a:cxnLst/>
              <a:rect l="l" t="t" r="r" b="b"/>
              <a:pathLst>
                <a:path w="82570" h="2180" extrusionOk="0">
                  <a:moveTo>
                    <a:pt x="73271" y="0"/>
                  </a:moveTo>
                  <a:cubicBezTo>
                    <a:pt x="71531" y="0"/>
                    <a:pt x="69785" y="64"/>
                    <a:pt x="68056" y="129"/>
                  </a:cubicBezTo>
                  <a:cubicBezTo>
                    <a:pt x="66592" y="188"/>
                    <a:pt x="65139" y="260"/>
                    <a:pt x="63675" y="283"/>
                  </a:cubicBezTo>
                  <a:cubicBezTo>
                    <a:pt x="63256" y="290"/>
                    <a:pt x="62837" y="293"/>
                    <a:pt x="62418" y="293"/>
                  </a:cubicBezTo>
                  <a:cubicBezTo>
                    <a:pt x="61337" y="293"/>
                    <a:pt x="60255" y="273"/>
                    <a:pt x="59174" y="248"/>
                  </a:cubicBezTo>
                  <a:cubicBezTo>
                    <a:pt x="58456" y="230"/>
                    <a:pt x="57721" y="223"/>
                    <a:pt x="56973" y="223"/>
                  </a:cubicBezTo>
                  <a:cubicBezTo>
                    <a:pt x="52058" y="223"/>
                    <a:pt x="46600" y="549"/>
                    <a:pt x="41743" y="569"/>
                  </a:cubicBezTo>
                  <a:lnTo>
                    <a:pt x="41743" y="557"/>
                  </a:lnTo>
                  <a:cubicBezTo>
                    <a:pt x="39636" y="533"/>
                    <a:pt x="37517" y="248"/>
                    <a:pt x="35421" y="117"/>
                  </a:cubicBezTo>
                  <a:cubicBezTo>
                    <a:pt x="34240" y="33"/>
                    <a:pt x="33049" y="3"/>
                    <a:pt x="31855" y="3"/>
                  </a:cubicBezTo>
                  <a:cubicBezTo>
                    <a:pt x="30148" y="3"/>
                    <a:pt x="28437" y="66"/>
                    <a:pt x="26742" y="129"/>
                  </a:cubicBezTo>
                  <a:cubicBezTo>
                    <a:pt x="25277" y="188"/>
                    <a:pt x="23824" y="260"/>
                    <a:pt x="22360" y="283"/>
                  </a:cubicBezTo>
                  <a:cubicBezTo>
                    <a:pt x="21941" y="290"/>
                    <a:pt x="21522" y="293"/>
                    <a:pt x="21103" y="293"/>
                  </a:cubicBezTo>
                  <a:cubicBezTo>
                    <a:pt x="20022" y="293"/>
                    <a:pt x="18941" y="273"/>
                    <a:pt x="17859" y="248"/>
                  </a:cubicBezTo>
                  <a:cubicBezTo>
                    <a:pt x="17153" y="231"/>
                    <a:pt x="16431" y="224"/>
                    <a:pt x="15697" y="224"/>
                  </a:cubicBezTo>
                  <a:cubicBezTo>
                    <a:pt x="10625" y="224"/>
                    <a:pt x="4972" y="569"/>
                    <a:pt x="0" y="569"/>
                  </a:cubicBezTo>
                  <a:cubicBezTo>
                    <a:pt x="12" y="1034"/>
                    <a:pt x="214" y="1688"/>
                    <a:pt x="214" y="2165"/>
                  </a:cubicBezTo>
                  <a:cubicBezTo>
                    <a:pt x="642" y="2175"/>
                    <a:pt x="1071" y="2179"/>
                    <a:pt x="1501" y="2179"/>
                  </a:cubicBezTo>
                  <a:cubicBezTo>
                    <a:pt x="6974" y="2179"/>
                    <a:pt x="12635" y="1422"/>
                    <a:pt x="17945" y="1422"/>
                  </a:cubicBezTo>
                  <a:cubicBezTo>
                    <a:pt x="18621" y="1422"/>
                    <a:pt x="19292" y="1435"/>
                    <a:pt x="19955" y="1462"/>
                  </a:cubicBezTo>
                  <a:cubicBezTo>
                    <a:pt x="24277" y="1641"/>
                    <a:pt x="28563" y="2046"/>
                    <a:pt x="32897" y="2081"/>
                  </a:cubicBezTo>
                  <a:cubicBezTo>
                    <a:pt x="35778" y="2105"/>
                    <a:pt x="38660" y="2081"/>
                    <a:pt x="41529" y="2153"/>
                  </a:cubicBezTo>
                  <a:cubicBezTo>
                    <a:pt x="41987" y="2164"/>
                    <a:pt x="42448" y="2170"/>
                    <a:pt x="42909" y="2170"/>
                  </a:cubicBezTo>
                  <a:cubicBezTo>
                    <a:pt x="48353" y="2170"/>
                    <a:pt x="53979" y="1422"/>
                    <a:pt x="59259" y="1422"/>
                  </a:cubicBezTo>
                  <a:cubicBezTo>
                    <a:pt x="59935" y="1422"/>
                    <a:pt x="60606" y="1434"/>
                    <a:pt x="61270" y="1462"/>
                  </a:cubicBezTo>
                  <a:cubicBezTo>
                    <a:pt x="65592" y="1641"/>
                    <a:pt x="69878" y="2046"/>
                    <a:pt x="74212" y="2081"/>
                  </a:cubicBezTo>
                  <a:cubicBezTo>
                    <a:pt x="76998" y="2105"/>
                    <a:pt x="79784" y="2081"/>
                    <a:pt x="82570" y="2141"/>
                  </a:cubicBezTo>
                  <a:lnTo>
                    <a:pt x="82570" y="545"/>
                  </a:lnTo>
                  <a:cubicBezTo>
                    <a:pt x="80617" y="486"/>
                    <a:pt x="78665" y="236"/>
                    <a:pt x="76736" y="105"/>
                  </a:cubicBezTo>
                  <a:cubicBezTo>
                    <a:pt x="75588" y="29"/>
                    <a:pt x="74431" y="0"/>
                    <a:pt x="73271" y="0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33"/>
            <p:cNvSpPr/>
            <p:nvPr/>
          </p:nvSpPr>
          <p:spPr>
            <a:xfrm rot="-5400000" flipH="1">
              <a:off x="8124018" y="4117647"/>
              <a:ext cx="2019288" cy="75426"/>
            </a:xfrm>
            <a:custGeom>
              <a:avLst/>
              <a:gdLst/>
              <a:ahLst/>
              <a:cxnLst/>
              <a:rect l="l" t="t" r="r" b="b"/>
              <a:pathLst>
                <a:path w="83047" h="2349" extrusionOk="0">
                  <a:moveTo>
                    <a:pt x="59540" y="0"/>
                  </a:moveTo>
                  <a:cubicBezTo>
                    <a:pt x="53790" y="0"/>
                    <a:pt x="47289" y="719"/>
                    <a:pt x="41613" y="729"/>
                  </a:cubicBezTo>
                  <a:cubicBezTo>
                    <a:pt x="38553" y="658"/>
                    <a:pt x="35470" y="705"/>
                    <a:pt x="32398" y="658"/>
                  </a:cubicBezTo>
                  <a:cubicBezTo>
                    <a:pt x="28481" y="586"/>
                    <a:pt x="24599" y="229"/>
                    <a:pt x="20682" y="50"/>
                  </a:cubicBezTo>
                  <a:cubicBezTo>
                    <a:pt x="19891" y="16"/>
                    <a:pt x="19080" y="1"/>
                    <a:pt x="18253" y="1"/>
                  </a:cubicBezTo>
                  <a:cubicBezTo>
                    <a:pt x="12474" y="1"/>
                    <a:pt x="5936" y="729"/>
                    <a:pt x="241" y="729"/>
                  </a:cubicBezTo>
                  <a:cubicBezTo>
                    <a:pt x="200" y="729"/>
                    <a:pt x="160" y="729"/>
                    <a:pt x="120" y="729"/>
                  </a:cubicBezTo>
                  <a:lnTo>
                    <a:pt x="120" y="729"/>
                  </a:lnTo>
                  <a:cubicBezTo>
                    <a:pt x="168" y="1312"/>
                    <a:pt x="1" y="1765"/>
                    <a:pt x="37" y="2348"/>
                  </a:cubicBezTo>
                  <a:cubicBezTo>
                    <a:pt x="1473" y="2348"/>
                    <a:pt x="2132" y="1942"/>
                    <a:pt x="2364" y="1942"/>
                  </a:cubicBezTo>
                  <a:cubicBezTo>
                    <a:pt x="2370" y="1942"/>
                    <a:pt x="2376" y="1943"/>
                    <a:pt x="2382" y="1943"/>
                  </a:cubicBezTo>
                  <a:cubicBezTo>
                    <a:pt x="4097" y="1634"/>
                    <a:pt x="5895" y="1515"/>
                    <a:pt x="7597" y="1443"/>
                  </a:cubicBezTo>
                  <a:cubicBezTo>
                    <a:pt x="8554" y="1406"/>
                    <a:pt x="9511" y="1390"/>
                    <a:pt x="10469" y="1390"/>
                  </a:cubicBezTo>
                  <a:cubicBezTo>
                    <a:pt x="13181" y="1390"/>
                    <a:pt x="15894" y="1520"/>
                    <a:pt x="18587" y="1670"/>
                  </a:cubicBezTo>
                  <a:cubicBezTo>
                    <a:pt x="20408" y="1777"/>
                    <a:pt x="22218" y="1884"/>
                    <a:pt x="24028" y="2003"/>
                  </a:cubicBezTo>
                  <a:cubicBezTo>
                    <a:pt x="24823" y="1990"/>
                    <a:pt x="25619" y="1984"/>
                    <a:pt x="26414" y="1984"/>
                  </a:cubicBezTo>
                  <a:cubicBezTo>
                    <a:pt x="31393" y="1984"/>
                    <a:pt x="36372" y="2215"/>
                    <a:pt x="41351" y="2348"/>
                  </a:cubicBezTo>
                  <a:lnTo>
                    <a:pt x="41470" y="2348"/>
                  </a:lnTo>
                  <a:cubicBezTo>
                    <a:pt x="42824" y="2325"/>
                    <a:pt x="43447" y="1942"/>
                    <a:pt x="43677" y="1942"/>
                  </a:cubicBezTo>
                  <a:cubicBezTo>
                    <a:pt x="43684" y="1942"/>
                    <a:pt x="43691" y="1943"/>
                    <a:pt x="43697" y="1943"/>
                  </a:cubicBezTo>
                  <a:cubicBezTo>
                    <a:pt x="45411" y="1634"/>
                    <a:pt x="47209" y="1515"/>
                    <a:pt x="48912" y="1443"/>
                  </a:cubicBezTo>
                  <a:cubicBezTo>
                    <a:pt x="49865" y="1406"/>
                    <a:pt x="50821" y="1390"/>
                    <a:pt x="51778" y="1390"/>
                  </a:cubicBezTo>
                  <a:cubicBezTo>
                    <a:pt x="54489" y="1390"/>
                    <a:pt x="57208" y="1520"/>
                    <a:pt x="59901" y="1670"/>
                  </a:cubicBezTo>
                  <a:cubicBezTo>
                    <a:pt x="61723" y="1777"/>
                    <a:pt x="63533" y="1884"/>
                    <a:pt x="65342" y="2003"/>
                  </a:cubicBezTo>
                  <a:cubicBezTo>
                    <a:pt x="66119" y="1990"/>
                    <a:pt x="66896" y="1985"/>
                    <a:pt x="67672" y="1985"/>
                  </a:cubicBezTo>
                  <a:cubicBezTo>
                    <a:pt x="72706" y="1985"/>
                    <a:pt x="77740" y="2224"/>
                    <a:pt x="82773" y="2348"/>
                  </a:cubicBezTo>
                  <a:cubicBezTo>
                    <a:pt x="82868" y="2336"/>
                    <a:pt x="82964" y="2324"/>
                    <a:pt x="83047" y="2313"/>
                  </a:cubicBezTo>
                  <a:lnTo>
                    <a:pt x="83047" y="729"/>
                  </a:lnTo>
                  <a:cubicBezTo>
                    <a:pt x="79939" y="646"/>
                    <a:pt x="76832" y="705"/>
                    <a:pt x="73713" y="646"/>
                  </a:cubicBezTo>
                  <a:lnTo>
                    <a:pt x="73713" y="658"/>
                  </a:lnTo>
                  <a:cubicBezTo>
                    <a:pt x="69795" y="586"/>
                    <a:pt x="65914" y="229"/>
                    <a:pt x="61997" y="50"/>
                  </a:cubicBezTo>
                  <a:cubicBezTo>
                    <a:pt x="61197" y="16"/>
                    <a:pt x="60377" y="0"/>
                    <a:pt x="595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33"/>
            <p:cNvSpPr/>
            <p:nvPr/>
          </p:nvSpPr>
          <p:spPr>
            <a:xfrm rot="-5400000" flipH="1">
              <a:off x="4942380" y="4900604"/>
              <a:ext cx="461766" cy="19138"/>
            </a:xfrm>
            <a:custGeom>
              <a:avLst/>
              <a:gdLst/>
              <a:ahLst/>
              <a:cxnLst/>
              <a:rect l="l" t="t" r="r" b="b"/>
              <a:pathLst>
                <a:path w="18991" h="596" extrusionOk="0">
                  <a:moveTo>
                    <a:pt x="0" y="0"/>
                  </a:moveTo>
                  <a:cubicBezTo>
                    <a:pt x="3775" y="202"/>
                    <a:pt x="7525" y="512"/>
                    <a:pt x="11311" y="548"/>
                  </a:cubicBezTo>
                  <a:cubicBezTo>
                    <a:pt x="13871" y="572"/>
                    <a:pt x="16431" y="548"/>
                    <a:pt x="18991" y="595"/>
                  </a:cubicBezTo>
                  <a:lnTo>
                    <a:pt x="189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33"/>
            <p:cNvSpPr/>
            <p:nvPr/>
          </p:nvSpPr>
          <p:spPr>
            <a:xfrm rot="-5400000" flipH="1">
              <a:off x="4231886" y="4101835"/>
              <a:ext cx="2003070" cy="75426"/>
            </a:xfrm>
            <a:custGeom>
              <a:avLst/>
              <a:gdLst/>
              <a:ahLst/>
              <a:cxnLst/>
              <a:rect l="l" t="t" r="r" b="b"/>
              <a:pathLst>
                <a:path w="82380" h="2349" extrusionOk="0">
                  <a:moveTo>
                    <a:pt x="59550" y="1"/>
                  </a:moveTo>
                  <a:cubicBezTo>
                    <a:pt x="53800" y="1"/>
                    <a:pt x="47300" y="717"/>
                    <a:pt x="41625" y="717"/>
                  </a:cubicBezTo>
                  <a:cubicBezTo>
                    <a:pt x="38553" y="646"/>
                    <a:pt x="35481" y="694"/>
                    <a:pt x="32409" y="646"/>
                  </a:cubicBezTo>
                  <a:cubicBezTo>
                    <a:pt x="28492" y="587"/>
                    <a:pt x="24599" y="217"/>
                    <a:pt x="20694" y="51"/>
                  </a:cubicBezTo>
                  <a:cubicBezTo>
                    <a:pt x="19894" y="16"/>
                    <a:pt x="19073" y="1"/>
                    <a:pt x="18237" y="1"/>
                  </a:cubicBezTo>
                  <a:cubicBezTo>
                    <a:pt x="12466" y="1"/>
                    <a:pt x="5939" y="718"/>
                    <a:pt x="254" y="718"/>
                  </a:cubicBezTo>
                  <a:cubicBezTo>
                    <a:pt x="213" y="718"/>
                    <a:pt x="172" y="718"/>
                    <a:pt x="132" y="717"/>
                  </a:cubicBezTo>
                  <a:lnTo>
                    <a:pt x="132" y="717"/>
                  </a:lnTo>
                  <a:cubicBezTo>
                    <a:pt x="167" y="1313"/>
                    <a:pt x="1" y="1753"/>
                    <a:pt x="36" y="2349"/>
                  </a:cubicBezTo>
                  <a:cubicBezTo>
                    <a:pt x="1504" y="2349"/>
                    <a:pt x="2150" y="1932"/>
                    <a:pt x="2373" y="1932"/>
                  </a:cubicBezTo>
                  <a:cubicBezTo>
                    <a:pt x="2376" y="1932"/>
                    <a:pt x="2379" y="1932"/>
                    <a:pt x="2382" y="1932"/>
                  </a:cubicBezTo>
                  <a:cubicBezTo>
                    <a:pt x="4096" y="1634"/>
                    <a:pt x="5894" y="1503"/>
                    <a:pt x="7597" y="1444"/>
                  </a:cubicBezTo>
                  <a:cubicBezTo>
                    <a:pt x="8595" y="1402"/>
                    <a:pt x="9595" y="1383"/>
                    <a:pt x="10595" y="1383"/>
                  </a:cubicBezTo>
                  <a:cubicBezTo>
                    <a:pt x="13266" y="1383"/>
                    <a:pt x="15938" y="1514"/>
                    <a:pt x="18598" y="1670"/>
                  </a:cubicBezTo>
                  <a:cubicBezTo>
                    <a:pt x="20408" y="1765"/>
                    <a:pt x="22218" y="1884"/>
                    <a:pt x="24027" y="2003"/>
                  </a:cubicBezTo>
                  <a:cubicBezTo>
                    <a:pt x="24827" y="1990"/>
                    <a:pt x="25625" y="1984"/>
                    <a:pt x="26424" y="1984"/>
                  </a:cubicBezTo>
                  <a:cubicBezTo>
                    <a:pt x="31406" y="1984"/>
                    <a:pt x="36374" y="2214"/>
                    <a:pt x="41351" y="2337"/>
                  </a:cubicBezTo>
                  <a:lnTo>
                    <a:pt x="41351" y="2349"/>
                  </a:lnTo>
                  <a:lnTo>
                    <a:pt x="41458" y="2349"/>
                  </a:lnTo>
                  <a:cubicBezTo>
                    <a:pt x="41470" y="2349"/>
                    <a:pt x="41470" y="2337"/>
                    <a:pt x="41482" y="2337"/>
                  </a:cubicBezTo>
                  <a:cubicBezTo>
                    <a:pt x="42855" y="2325"/>
                    <a:pt x="43476" y="1932"/>
                    <a:pt x="43687" y="1932"/>
                  </a:cubicBezTo>
                  <a:cubicBezTo>
                    <a:pt x="43691" y="1932"/>
                    <a:pt x="43694" y="1932"/>
                    <a:pt x="43697" y="1932"/>
                  </a:cubicBezTo>
                  <a:cubicBezTo>
                    <a:pt x="45411" y="1634"/>
                    <a:pt x="47209" y="1503"/>
                    <a:pt x="48911" y="1444"/>
                  </a:cubicBezTo>
                  <a:cubicBezTo>
                    <a:pt x="49910" y="1402"/>
                    <a:pt x="50910" y="1383"/>
                    <a:pt x="51909" y="1383"/>
                  </a:cubicBezTo>
                  <a:cubicBezTo>
                    <a:pt x="54581" y="1383"/>
                    <a:pt x="57253" y="1514"/>
                    <a:pt x="59913" y="1670"/>
                  </a:cubicBezTo>
                  <a:cubicBezTo>
                    <a:pt x="61723" y="1765"/>
                    <a:pt x="63532" y="1884"/>
                    <a:pt x="65342" y="2003"/>
                  </a:cubicBezTo>
                  <a:cubicBezTo>
                    <a:pt x="66153" y="1990"/>
                    <a:pt x="66963" y="1984"/>
                    <a:pt x="67773" y="1984"/>
                  </a:cubicBezTo>
                  <a:cubicBezTo>
                    <a:pt x="72648" y="1984"/>
                    <a:pt x="77510" y="2204"/>
                    <a:pt x="82380" y="2337"/>
                  </a:cubicBezTo>
                  <a:lnTo>
                    <a:pt x="82380" y="706"/>
                  </a:lnTo>
                  <a:cubicBezTo>
                    <a:pt x="79487" y="658"/>
                    <a:pt x="76605" y="694"/>
                    <a:pt x="73724" y="646"/>
                  </a:cubicBezTo>
                  <a:cubicBezTo>
                    <a:pt x="69807" y="587"/>
                    <a:pt x="65914" y="217"/>
                    <a:pt x="62008" y="51"/>
                  </a:cubicBezTo>
                  <a:cubicBezTo>
                    <a:pt x="61208" y="16"/>
                    <a:pt x="60387" y="1"/>
                    <a:pt x="595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33"/>
            <p:cNvSpPr/>
            <p:nvPr/>
          </p:nvSpPr>
          <p:spPr>
            <a:xfrm rot="-5400000" flipH="1">
              <a:off x="4312153" y="4112808"/>
              <a:ext cx="2014935" cy="41615"/>
            </a:xfrm>
            <a:custGeom>
              <a:avLst/>
              <a:gdLst/>
              <a:ahLst/>
              <a:cxnLst/>
              <a:rect l="l" t="t" r="r" b="b"/>
              <a:pathLst>
                <a:path w="82868" h="1296" extrusionOk="0">
                  <a:moveTo>
                    <a:pt x="62500" y="1"/>
                  </a:moveTo>
                  <a:cubicBezTo>
                    <a:pt x="61692" y="1"/>
                    <a:pt x="60885" y="13"/>
                    <a:pt x="60079" y="43"/>
                  </a:cubicBezTo>
                  <a:lnTo>
                    <a:pt x="60079" y="31"/>
                  </a:lnTo>
                  <a:cubicBezTo>
                    <a:pt x="57249" y="138"/>
                    <a:pt x="54472" y="312"/>
                    <a:pt x="51668" y="312"/>
                  </a:cubicBezTo>
                  <a:cubicBezTo>
                    <a:pt x="50733" y="312"/>
                    <a:pt x="49795" y="293"/>
                    <a:pt x="48852" y="245"/>
                  </a:cubicBezTo>
                  <a:cubicBezTo>
                    <a:pt x="47233" y="173"/>
                    <a:pt x="45613" y="90"/>
                    <a:pt x="43994" y="90"/>
                  </a:cubicBezTo>
                  <a:cubicBezTo>
                    <a:pt x="43696" y="90"/>
                    <a:pt x="42422" y="352"/>
                    <a:pt x="41672" y="424"/>
                  </a:cubicBezTo>
                  <a:cubicBezTo>
                    <a:pt x="40251" y="524"/>
                    <a:pt x="38823" y="564"/>
                    <a:pt x="37392" y="564"/>
                  </a:cubicBezTo>
                  <a:cubicBezTo>
                    <a:pt x="32005" y="564"/>
                    <a:pt x="26563" y="1"/>
                    <a:pt x="21177" y="1"/>
                  </a:cubicBezTo>
                  <a:cubicBezTo>
                    <a:pt x="20371" y="1"/>
                    <a:pt x="19567" y="14"/>
                    <a:pt x="18765" y="43"/>
                  </a:cubicBezTo>
                  <a:cubicBezTo>
                    <a:pt x="15897" y="142"/>
                    <a:pt x="13083" y="317"/>
                    <a:pt x="10242" y="317"/>
                  </a:cubicBezTo>
                  <a:cubicBezTo>
                    <a:pt x="9344" y="317"/>
                    <a:pt x="8443" y="300"/>
                    <a:pt x="7537" y="257"/>
                  </a:cubicBezTo>
                  <a:cubicBezTo>
                    <a:pt x="5918" y="173"/>
                    <a:pt x="4299" y="90"/>
                    <a:pt x="2679" y="90"/>
                  </a:cubicBezTo>
                  <a:cubicBezTo>
                    <a:pt x="2346" y="90"/>
                    <a:pt x="786" y="424"/>
                    <a:pt x="119" y="447"/>
                  </a:cubicBezTo>
                  <a:cubicBezTo>
                    <a:pt x="143" y="745"/>
                    <a:pt x="0" y="900"/>
                    <a:pt x="24" y="1197"/>
                  </a:cubicBezTo>
                  <a:cubicBezTo>
                    <a:pt x="150" y="1199"/>
                    <a:pt x="278" y="1199"/>
                    <a:pt x="408" y="1199"/>
                  </a:cubicBezTo>
                  <a:cubicBezTo>
                    <a:pt x="3139" y="1199"/>
                    <a:pt x="6699" y="971"/>
                    <a:pt x="9359" y="959"/>
                  </a:cubicBezTo>
                  <a:cubicBezTo>
                    <a:pt x="10901" y="947"/>
                    <a:pt x="12442" y="938"/>
                    <a:pt x="13986" y="938"/>
                  </a:cubicBezTo>
                  <a:cubicBezTo>
                    <a:pt x="15529" y="938"/>
                    <a:pt x="17074" y="947"/>
                    <a:pt x="18622" y="971"/>
                  </a:cubicBezTo>
                  <a:cubicBezTo>
                    <a:pt x="21670" y="1019"/>
                    <a:pt x="24718" y="1126"/>
                    <a:pt x="27766" y="1197"/>
                  </a:cubicBezTo>
                  <a:cubicBezTo>
                    <a:pt x="30264" y="1250"/>
                    <a:pt x="32762" y="1295"/>
                    <a:pt x="35260" y="1295"/>
                  </a:cubicBezTo>
                  <a:cubicBezTo>
                    <a:pt x="37286" y="1295"/>
                    <a:pt x="39312" y="1266"/>
                    <a:pt x="41339" y="1186"/>
                  </a:cubicBezTo>
                  <a:cubicBezTo>
                    <a:pt x="41524" y="1188"/>
                    <a:pt x="41713" y="1189"/>
                    <a:pt x="41906" y="1189"/>
                  </a:cubicBezTo>
                  <a:cubicBezTo>
                    <a:pt x="44611" y="1189"/>
                    <a:pt x="48073" y="970"/>
                    <a:pt x="50673" y="959"/>
                  </a:cubicBezTo>
                  <a:cubicBezTo>
                    <a:pt x="52215" y="947"/>
                    <a:pt x="53757" y="938"/>
                    <a:pt x="55300" y="938"/>
                  </a:cubicBezTo>
                  <a:cubicBezTo>
                    <a:pt x="56844" y="938"/>
                    <a:pt x="58389" y="947"/>
                    <a:pt x="59936" y="971"/>
                  </a:cubicBezTo>
                  <a:cubicBezTo>
                    <a:pt x="62984" y="1019"/>
                    <a:pt x="66032" y="1126"/>
                    <a:pt x="69080" y="1197"/>
                  </a:cubicBezTo>
                  <a:cubicBezTo>
                    <a:pt x="71611" y="1250"/>
                    <a:pt x="74149" y="1295"/>
                    <a:pt x="76689" y="1295"/>
                  </a:cubicBezTo>
                  <a:cubicBezTo>
                    <a:pt x="78749" y="1295"/>
                    <a:pt x="80809" y="1266"/>
                    <a:pt x="82868" y="1186"/>
                  </a:cubicBezTo>
                  <a:lnTo>
                    <a:pt x="82868" y="435"/>
                  </a:lnTo>
                  <a:cubicBezTo>
                    <a:pt x="81494" y="529"/>
                    <a:pt x="80115" y="566"/>
                    <a:pt x="78732" y="566"/>
                  </a:cubicBezTo>
                  <a:cubicBezTo>
                    <a:pt x="73339" y="566"/>
                    <a:pt x="67894" y="1"/>
                    <a:pt x="62500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33"/>
            <p:cNvSpPr/>
            <p:nvPr/>
          </p:nvSpPr>
          <p:spPr>
            <a:xfrm rot="-5400000" flipH="1">
              <a:off x="4476934" y="4084416"/>
              <a:ext cx="2029111" cy="84225"/>
            </a:xfrm>
            <a:custGeom>
              <a:avLst/>
              <a:gdLst/>
              <a:ahLst/>
              <a:cxnLst/>
              <a:rect l="l" t="t" r="r" b="b"/>
              <a:pathLst>
                <a:path w="83451" h="2623" extrusionOk="0">
                  <a:moveTo>
                    <a:pt x="58150" y="1"/>
                  </a:moveTo>
                  <a:cubicBezTo>
                    <a:pt x="52889" y="1"/>
                    <a:pt x="47041" y="326"/>
                    <a:pt x="42255" y="830"/>
                  </a:cubicBezTo>
                  <a:cubicBezTo>
                    <a:pt x="41280" y="906"/>
                    <a:pt x="40299" y="935"/>
                    <a:pt x="39318" y="935"/>
                  </a:cubicBezTo>
                  <a:cubicBezTo>
                    <a:pt x="38442" y="935"/>
                    <a:pt x="37566" y="912"/>
                    <a:pt x="36695" y="878"/>
                  </a:cubicBezTo>
                  <a:cubicBezTo>
                    <a:pt x="33933" y="771"/>
                    <a:pt x="31194" y="521"/>
                    <a:pt x="28444" y="354"/>
                  </a:cubicBezTo>
                  <a:cubicBezTo>
                    <a:pt x="25503" y="176"/>
                    <a:pt x="22539" y="116"/>
                    <a:pt x="19598" y="33"/>
                  </a:cubicBezTo>
                  <a:cubicBezTo>
                    <a:pt x="18697" y="11"/>
                    <a:pt x="17767" y="1"/>
                    <a:pt x="16819" y="1"/>
                  </a:cubicBezTo>
                  <a:cubicBezTo>
                    <a:pt x="11514" y="1"/>
                    <a:pt x="5619" y="327"/>
                    <a:pt x="822" y="842"/>
                  </a:cubicBezTo>
                  <a:cubicBezTo>
                    <a:pt x="833" y="1545"/>
                    <a:pt x="0" y="1247"/>
                    <a:pt x="0" y="1950"/>
                  </a:cubicBezTo>
                  <a:cubicBezTo>
                    <a:pt x="12" y="2021"/>
                    <a:pt x="1274" y="2366"/>
                    <a:pt x="1286" y="2438"/>
                  </a:cubicBezTo>
                  <a:cubicBezTo>
                    <a:pt x="1772" y="2491"/>
                    <a:pt x="2239" y="2511"/>
                    <a:pt x="2692" y="2511"/>
                  </a:cubicBezTo>
                  <a:cubicBezTo>
                    <a:pt x="4168" y="2511"/>
                    <a:pt x="5481" y="2295"/>
                    <a:pt x="6739" y="2295"/>
                  </a:cubicBezTo>
                  <a:cubicBezTo>
                    <a:pt x="7267" y="2299"/>
                    <a:pt x="7795" y="2300"/>
                    <a:pt x="8322" y="2300"/>
                  </a:cubicBezTo>
                  <a:cubicBezTo>
                    <a:pt x="9378" y="2300"/>
                    <a:pt x="10434" y="2295"/>
                    <a:pt x="11490" y="2295"/>
                  </a:cubicBezTo>
                  <a:cubicBezTo>
                    <a:pt x="11742" y="2293"/>
                    <a:pt x="11994" y="2292"/>
                    <a:pt x="12247" y="2292"/>
                  </a:cubicBezTo>
                  <a:cubicBezTo>
                    <a:pt x="12889" y="2292"/>
                    <a:pt x="13534" y="2297"/>
                    <a:pt x="14179" y="2297"/>
                  </a:cubicBezTo>
                  <a:cubicBezTo>
                    <a:pt x="14866" y="2297"/>
                    <a:pt x="15554" y="2292"/>
                    <a:pt x="16240" y="2271"/>
                  </a:cubicBezTo>
                  <a:cubicBezTo>
                    <a:pt x="17527" y="2234"/>
                    <a:pt x="18813" y="2217"/>
                    <a:pt x="20100" y="2217"/>
                  </a:cubicBezTo>
                  <a:cubicBezTo>
                    <a:pt x="22099" y="2217"/>
                    <a:pt x="24099" y="2258"/>
                    <a:pt x="26099" y="2331"/>
                  </a:cubicBezTo>
                  <a:cubicBezTo>
                    <a:pt x="27730" y="2390"/>
                    <a:pt x="29361" y="2485"/>
                    <a:pt x="30992" y="2581"/>
                  </a:cubicBezTo>
                  <a:cubicBezTo>
                    <a:pt x="31520" y="2610"/>
                    <a:pt x="32049" y="2622"/>
                    <a:pt x="32578" y="2622"/>
                  </a:cubicBezTo>
                  <a:cubicBezTo>
                    <a:pt x="33542" y="2622"/>
                    <a:pt x="34508" y="2583"/>
                    <a:pt x="35469" y="2545"/>
                  </a:cubicBezTo>
                  <a:cubicBezTo>
                    <a:pt x="37218" y="2492"/>
                    <a:pt x="38981" y="2414"/>
                    <a:pt x="40738" y="2414"/>
                  </a:cubicBezTo>
                  <a:cubicBezTo>
                    <a:pt x="41372" y="2414"/>
                    <a:pt x="42005" y="2424"/>
                    <a:pt x="42636" y="2450"/>
                  </a:cubicBezTo>
                  <a:cubicBezTo>
                    <a:pt x="43091" y="2494"/>
                    <a:pt x="43530" y="2512"/>
                    <a:pt x="43954" y="2512"/>
                  </a:cubicBezTo>
                  <a:cubicBezTo>
                    <a:pt x="45454" y="2512"/>
                    <a:pt x="46783" y="2295"/>
                    <a:pt x="48054" y="2295"/>
                  </a:cubicBezTo>
                  <a:cubicBezTo>
                    <a:pt x="48581" y="2299"/>
                    <a:pt x="49109" y="2300"/>
                    <a:pt x="49637" y="2300"/>
                  </a:cubicBezTo>
                  <a:cubicBezTo>
                    <a:pt x="50693" y="2300"/>
                    <a:pt x="51749" y="2295"/>
                    <a:pt x="52804" y="2295"/>
                  </a:cubicBezTo>
                  <a:cubicBezTo>
                    <a:pt x="53058" y="2293"/>
                    <a:pt x="53312" y="2292"/>
                    <a:pt x="53566" y="2292"/>
                  </a:cubicBezTo>
                  <a:cubicBezTo>
                    <a:pt x="54210" y="2292"/>
                    <a:pt x="54854" y="2297"/>
                    <a:pt x="55497" y="2297"/>
                  </a:cubicBezTo>
                  <a:cubicBezTo>
                    <a:pt x="56183" y="2297"/>
                    <a:pt x="56869" y="2292"/>
                    <a:pt x="57555" y="2271"/>
                  </a:cubicBezTo>
                  <a:cubicBezTo>
                    <a:pt x="58841" y="2234"/>
                    <a:pt x="60128" y="2217"/>
                    <a:pt x="61414" y="2217"/>
                  </a:cubicBezTo>
                  <a:cubicBezTo>
                    <a:pt x="63414" y="2217"/>
                    <a:pt x="65414" y="2258"/>
                    <a:pt x="67413" y="2331"/>
                  </a:cubicBezTo>
                  <a:cubicBezTo>
                    <a:pt x="69044" y="2390"/>
                    <a:pt x="70676" y="2497"/>
                    <a:pt x="72307" y="2581"/>
                  </a:cubicBezTo>
                  <a:cubicBezTo>
                    <a:pt x="72847" y="2611"/>
                    <a:pt x="73389" y="2622"/>
                    <a:pt x="73931" y="2622"/>
                  </a:cubicBezTo>
                  <a:cubicBezTo>
                    <a:pt x="74883" y="2622"/>
                    <a:pt x="75835" y="2587"/>
                    <a:pt x="76783" y="2557"/>
                  </a:cubicBezTo>
                  <a:cubicBezTo>
                    <a:pt x="78551" y="2490"/>
                    <a:pt x="80326" y="2409"/>
                    <a:pt x="82103" y="2409"/>
                  </a:cubicBezTo>
                  <a:cubicBezTo>
                    <a:pt x="82552" y="2409"/>
                    <a:pt x="83001" y="2414"/>
                    <a:pt x="83451" y="2426"/>
                  </a:cubicBezTo>
                  <a:lnTo>
                    <a:pt x="83451" y="842"/>
                  </a:lnTo>
                  <a:cubicBezTo>
                    <a:pt x="82519" y="910"/>
                    <a:pt x="81581" y="936"/>
                    <a:pt x="80645" y="936"/>
                  </a:cubicBezTo>
                  <a:cubicBezTo>
                    <a:pt x="79763" y="936"/>
                    <a:pt x="78882" y="913"/>
                    <a:pt x="78010" y="878"/>
                  </a:cubicBezTo>
                  <a:cubicBezTo>
                    <a:pt x="75248" y="771"/>
                    <a:pt x="72509" y="521"/>
                    <a:pt x="69759" y="354"/>
                  </a:cubicBezTo>
                  <a:cubicBezTo>
                    <a:pt x="66818" y="176"/>
                    <a:pt x="63853" y="116"/>
                    <a:pt x="60912" y="33"/>
                  </a:cubicBezTo>
                  <a:cubicBezTo>
                    <a:pt x="60017" y="11"/>
                    <a:pt x="59093" y="1"/>
                    <a:pt x="581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33"/>
            <p:cNvSpPr/>
            <p:nvPr/>
          </p:nvSpPr>
          <p:spPr>
            <a:xfrm rot="-5400000" flipH="1">
              <a:off x="4592850" y="4070864"/>
              <a:ext cx="2026801" cy="113637"/>
            </a:xfrm>
            <a:custGeom>
              <a:avLst/>
              <a:gdLst/>
              <a:ahLst/>
              <a:cxnLst/>
              <a:rect l="l" t="t" r="r" b="b"/>
              <a:pathLst>
                <a:path w="83356" h="3539" extrusionOk="0">
                  <a:moveTo>
                    <a:pt x="19681" y="0"/>
                  </a:moveTo>
                  <a:cubicBezTo>
                    <a:pt x="18074" y="0"/>
                    <a:pt x="16467" y="60"/>
                    <a:pt x="14847" y="60"/>
                  </a:cubicBezTo>
                  <a:cubicBezTo>
                    <a:pt x="11275" y="70"/>
                    <a:pt x="6942" y="241"/>
                    <a:pt x="3103" y="241"/>
                  </a:cubicBezTo>
                  <a:cubicBezTo>
                    <a:pt x="2284" y="241"/>
                    <a:pt x="1488" y="234"/>
                    <a:pt x="727" y="215"/>
                  </a:cubicBezTo>
                  <a:lnTo>
                    <a:pt x="727" y="215"/>
                  </a:lnTo>
                  <a:cubicBezTo>
                    <a:pt x="846" y="1131"/>
                    <a:pt x="0" y="1608"/>
                    <a:pt x="36" y="2525"/>
                  </a:cubicBezTo>
                  <a:cubicBezTo>
                    <a:pt x="36" y="2620"/>
                    <a:pt x="1167" y="3394"/>
                    <a:pt x="1167" y="3501"/>
                  </a:cubicBezTo>
                  <a:cubicBezTo>
                    <a:pt x="1507" y="3527"/>
                    <a:pt x="1861" y="3539"/>
                    <a:pt x="2225" y="3539"/>
                  </a:cubicBezTo>
                  <a:cubicBezTo>
                    <a:pt x="4843" y="3539"/>
                    <a:pt x="7995" y="2937"/>
                    <a:pt x="10525" y="2937"/>
                  </a:cubicBezTo>
                  <a:cubicBezTo>
                    <a:pt x="10645" y="2937"/>
                    <a:pt x="10765" y="2938"/>
                    <a:pt x="10883" y="2941"/>
                  </a:cubicBezTo>
                  <a:cubicBezTo>
                    <a:pt x="13895" y="3025"/>
                    <a:pt x="16883" y="3167"/>
                    <a:pt x="19884" y="3227"/>
                  </a:cubicBezTo>
                  <a:cubicBezTo>
                    <a:pt x="20505" y="3237"/>
                    <a:pt x="21129" y="3243"/>
                    <a:pt x="21751" y="3243"/>
                  </a:cubicBezTo>
                  <a:cubicBezTo>
                    <a:pt x="22632" y="3243"/>
                    <a:pt x="23512" y="3231"/>
                    <a:pt x="24384" y="3203"/>
                  </a:cubicBezTo>
                  <a:cubicBezTo>
                    <a:pt x="25837" y="3167"/>
                    <a:pt x="27277" y="3084"/>
                    <a:pt x="28718" y="3036"/>
                  </a:cubicBezTo>
                  <a:cubicBezTo>
                    <a:pt x="30083" y="2992"/>
                    <a:pt x="31455" y="2957"/>
                    <a:pt x="32827" y="2957"/>
                  </a:cubicBezTo>
                  <a:cubicBezTo>
                    <a:pt x="34364" y="2957"/>
                    <a:pt x="35899" y="3000"/>
                    <a:pt x="37422" y="3120"/>
                  </a:cubicBezTo>
                  <a:cubicBezTo>
                    <a:pt x="39100" y="3263"/>
                    <a:pt x="40791" y="3453"/>
                    <a:pt x="42482" y="3501"/>
                  </a:cubicBezTo>
                  <a:cubicBezTo>
                    <a:pt x="42822" y="3527"/>
                    <a:pt x="43176" y="3539"/>
                    <a:pt x="43541" y="3539"/>
                  </a:cubicBezTo>
                  <a:cubicBezTo>
                    <a:pt x="46139" y="3539"/>
                    <a:pt x="49262" y="2947"/>
                    <a:pt x="51781" y="2947"/>
                  </a:cubicBezTo>
                  <a:cubicBezTo>
                    <a:pt x="51922" y="2947"/>
                    <a:pt x="52061" y="2949"/>
                    <a:pt x="52197" y="2953"/>
                  </a:cubicBezTo>
                  <a:cubicBezTo>
                    <a:pt x="55210" y="3025"/>
                    <a:pt x="58198" y="3167"/>
                    <a:pt x="61198" y="3227"/>
                  </a:cubicBezTo>
                  <a:cubicBezTo>
                    <a:pt x="61873" y="3238"/>
                    <a:pt x="62549" y="3244"/>
                    <a:pt x="63225" y="3244"/>
                  </a:cubicBezTo>
                  <a:cubicBezTo>
                    <a:pt x="64053" y="3244"/>
                    <a:pt x="64880" y="3235"/>
                    <a:pt x="65699" y="3215"/>
                  </a:cubicBezTo>
                  <a:cubicBezTo>
                    <a:pt x="67152" y="3167"/>
                    <a:pt x="68592" y="3084"/>
                    <a:pt x="70033" y="3036"/>
                  </a:cubicBezTo>
                  <a:cubicBezTo>
                    <a:pt x="71373" y="2992"/>
                    <a:pt x="72721" y="2958"/>
                    <a:pt x="74069" y="2958"/>
                  </a:cubicBezTo>
                  <a:cubicBezTo>
                    <a:pt x="75630" y="2958"/>
                    <a:pt x="77190" y="3004"/>
                    <a:pt x="78736" y="3132"/>
                  </a:cubicBezTo>
                  <a:cubicBezTo>
                    <a:pt x="80260" y="3251"/>
                    <a:pt x="81808" y="3429"/>
                    <a:pt x="83356" y="3489"/>
                  </a:cubicBezTo>
                  <a:lnTo>
                    <a:pt x="83356" y="215"/>
                  </a:lnTo>
                  <a:cubicBezTo>
                    <a:pt x="82923" y="203"/>
                    <a:pt x="82490" y="198"/>
                    <a:pt x="82057" y="198"/>
                  </a:cubicBezTo>
                  <a:cubicBezTo>
                    <a:pt x="79820" y="198"/>
                    <a:pt x="77579" y="332"/>
                    <a:pt x="75355" y="381"/>
                  </a:cubicBezTo>
                  <a:cubicBezTo>
                    <a:pt x="75012" y="389"/>
                    <a:pt x="74669" y="393"/>
                    <a:pt x="74326" y="393"/>
                  </a:cubicBezTo>
                  <a:cubicBezTo>
                    <a:pt x="71528" y="393"/>
                    <a:pt x="68739" y="157"/>
                    <a:pt x="65949" y="72"/>
                  </a:cubicBezTo>
                  <a:cubicBezTo>
                    <a:pt x="64294" y="24"/>
                    <a:pt x="62651" y="0"/>
                    <a:pt x="61008" y="0"/>
                  </a:cubicBezTo>
                  <a:cubicBezTo>
                    <a:pt x="59389" y="0"/>
                    <a:pt x="57781" y="60"/>
                    <a:pt x="56162" y="60"/>
                  </a:cubicBezTo>
                  <a:cubicBezTo>
                    <a:pt x="52600" y="70"/>
                    <a:pt x="48261" y="241"/>
                    <a:pt x="44419" y="241"/>
                  </a:cubicBezTo>
                  <a:cubicBezTo>
                    <a:pt x="43599" y="241"/>
                    <a:pt x="42803" y="234"/>
                    <a:pt x="42041" y="215"/>
                  </a:cubicBezTo>
                  <a:cubicBezTo>
                    <a:pt x="41575" y="200"/>
                    <a:pt x="41109" y="194"/>
                    <a:pt x="40643" y="194"/>
                  </a:cubicBezTo>
                  <a:cubicBezTo>
                    <a:pt x="38442" y="194"/>
                    <a:pt x="36241" y="332"/>
                    <a:pt x="34040" y="381"/>
                  </a:cubicBezTo>
                  <a:cubicBezTo>
                    <a:pt x="33748" y="387"/>
                    <a:pt x="33455" y="389"/>
                    <a:pt x="33163" y="389"/>
                  </a:cubicBezTo>
                  <a:cubicBezTo>
                    <a:pt x="30314" y="389"/>
                    <a:pt x="27474" y="147"/>
                    <a:pt x="24634" y="72"/>
                  </a:cubicBezTo>
                  <a:cubicBezTo>
                    <a:pt x="22979" y="24"/>
                    <a:pt x="21336" y="0"/>
                    <a:pt x="19681" y="0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33"/>
            <p:cNvSpPr/>
            <p:nvPr/>
          </p:nvSpPr>
          <p:spPr>
            <a:xfrm rot="-5400000" flipH="1">
              <a:off x="4380714" y="4107131"/>
              <a:ext cx="2011167" cy="56738"/>
            </a:xfrm>
            <a:custGeom>
              <a:avLst/>
              <a:gdLst/>
              <a:ahLst/>
              <a:cxnLst/>
              <a:rect l="l" t="t" r="r" b="b"/>
              <a:pathLst>
                <a:path w="82713" h="1767" extrusionOk="0">
                  <a:moveTo>
                    <a:pt x="15198" y="1"/>
                  </a:moveTo>
                  <a:cubicBezTo>
                    <a:pt x="9511" y="1"/>
                    <a:pt x="1439" y="166"/>
                    <a:pt x="0" y="249"/>
                  </a:cubicBezTo>
                  <a:cubicBezTo>
                    <a:pt x="24" y="749"/>
                    <a:pt x="488" y="1107"/>
                    <a:pt x="500" y="1595"/>
                  </a:cubicBezTo>
                  <a:cubicBezTo>
                    <a:pt x="1086" y="1722"/>
                    <a:pt x="1762" y="1766"/>
                    <a:pt x="2479" y="1766"/>
                  </a:cubicBezTo>
                  <a:cubicBezTo>
                    <a:pt x="4081" y="1766"/>
                    <a:pt x="5891" y="1547"/>
                    <a:pt x="7373" y="1547"/>
                  </a:cubicBezTo>
                  <a:cubicBezTo>
                    <a:pt x="7400" y="1547"/>
                    <a:pt x="7427" y="1547"/>
                    <a:pt x="7454" y="1547"/>
                  </a:cubicBezTo>
                  <a:cubicBezTo>
                    <a:pt x="11287" y="1559"/>
                    <a:pt x="15121" y="1559"/>
                    <a:pt x="18967" y="1559"/>
                  </a:cubicBezTo>
                  <a:cubicBezTo>
                    <a:pt x="21884" y="1559"/>
                    <a:pt x="24789" y="1428"/>
                    <a:pt x="27694" y="1273"/>
                  </a:cubicBezTo>
                  <a:cubicBezTo>
                    <a:pt x="29950" y="1158"/>
                    <a:pt x="32213" y="1056"/>
                    <a:pt x="34472" y="1056"/>
                  </a:cubicBezTo>
                  <a:cubicBezTo>
                    <a:pt x="35241" y="1056"/>
                    <a:pt x="36010" y="1068"/>
                    <a:pt x="36779" y="1095"/>
                  </a:cubicBezTo>
                  <a:cubicBezTo>
                    <a:pt x="38469" y="1154"/>
                    <a:pt x="40172" y="1285"/>
                    <a:pt x="41815" y="1583"/>
                  </a:cubicBezTo>
                  <a:lnTo>
                    <a:pt x="41815" y="1595"/>
                  </a:lnTo>
                  <a:cubicBezTo>
                    <a:pt x="42401" y="1722"/>
                    <a:pt x="43076" y="1766"/>
                    <a:pt x="43794" y="1766"/>
                  </a:cubicBezTo>
                  <a:cubicBezTo>
                    <a:pt x="45395" y="1766"/>
                    <a:pt x="47206" y="1547"/>
                    <a:pt x="48688" y="1547"/>
                  </a:cubicBezTo>
                  <a:cubicBezTo>
                    <a:pt x="48715" y="1547"/>
                    <a:pt x="48741" y="1547"/>
                    <a:pt x="48768" y="1547"/>
                  </a:cubicBezTo>
                  <a:cubicBezTo>
                    <a:pt x="52602" y="1559"/>
                    <a:pt x="56436" y="1559"/>
                    <a:pt x="60282" y="1559"/>
                  </a:cubicBezTo>
                  <a:cubicBezTo>
                    <a:pt x="63199" y="1559"/>
                    <a:pt x="66104" y="1428"/>
                    <a:pt x="69009" y="1273"/>
                  </a:cubicBezTo>
                  <a:cubicBezTo>
                    <a:pt x="71265" y="1158"/>
                    <a:pt x="73527" y="1056"/>
                    <a:pt x="75787" y="1056"/>
                  </a:cubicBezTo>
                  <a:cubicBezTo>
                    <a:pt x="76556" y="1056"/>
                    <a:pt x="77325" y="1068"/>
                    <a:pt x="78093" y="1095"/>
                  </a:cubicBezTo>
                  <a:cubicBezTo>
                    <a:pt x="79629" y="1154"/>
                    <a:pt x="81201" y="1273"/>
                    <a:pt x="82713" y="1511"/>
                  </a:cubicBezTo>
                  <a:lnTo>
                    <a:pt x="82713" y="249"/>
                  </a:lnTo>
                  <a:cubicBezTo>
                    <a:pt x="80832" y="321"/>
                    <a:pt x="78939" y="357"/>
                    <a:pt x="77057" y="357"/>
                  </a:cubicBezTo>
                  <a:lnTo>
                    <a:pt x="77046" y="357"/>
                  </a:lnTo>
                  <a:cubicBezTo>
                    <a:pt x="76820" y="357"/>
                    <a:pt x="76595" y="358"/>
                    <a:pt x="76370" y="358"/>
                  </a:cubicBezTo>
                  <a:cubicBezTo>
                    <a:pt x="73559" y="358"/>
                    <a:pt x="70748" y="292"/>
                    <a:pt x="67937" y="226"/>
                  </a:cubicBezTo>
                  <a:cubicBezTo>
                    <a:pt x="64877" y="154"/>
                    <a:pt x="61829" y="47"/>
                    <a:pt x="58769" y="11"/>
                  </a:cubicBezTo>
                  <a:cubicBezTo>
                    <a:pt x="58095" y="4"/>
                    <a:pt x="57348" y="1"/>
                    <a:pt x="56554" y="1"/>
                  </a:cubicBezTo>
                  <a:cubicBezTo>
                    <a:pt x="50975" y="1"/>
                    <a:pt x="43066" y="166"/>
                    <a:pt x="41398" y="249"/>
                  </a:cubicBezTo>
                  <a:cubicBezTo>
                    <a:pt x="39517" y="321"/>
                    <a:pt x="37624" y="357"/>
                    <a:pt x="35731" y="357"/>
                  </a:cubicBezTo>
                  <a:cubicBezTo>
                    <a:pt x="35506" y="357"/>
                    <a:pt x="35280" y="358"/>
                    <a:pt x="35055" y="358"/>
                  </a:cubicBezTo>
                  <a:cubicBezTo>
                    <a:pt x="32244" y="358"/>
                    <a:pt x="29433" y="292"/>
                    <a:pt x="26623" y="226"/>
                  </a:cubicBezTo>
                  <a:cubicBezTo>
                    <a:pt x="23563" y="154"/>
                    <a:pt x="20515" y="47"/>
                    <a:pt x="17455" y="11"/>
                  </a:cubicBezTo>
                  <a:cubicBezTo>
                    <a:pt x="16768" y="4"/>
                    <a:pt x="16007" y="1"/>
                    <a:pt x="15198" y="1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33"/>
            <p:cNvSpPr/>
            <p:nvPr/>
          </p:nvSpPr>
          <p:spPr>
            <a:xfrm rot="-5400000" flipH="1">
              <a:off x="4707314" y="4105406"/>
              <a:ext cx="2001611" cy="69743"/>
            </a:xfrm>
            <a:custGeom>
              <a:avLst/>
              <a:gdLst/>
              <a:ahLst/>
              <a:cxnLst/>
              <a:rect l="l" t="t" r="r" b="b"/>
              <a:pathLst>
                <a:path w="82320" h="2172" extrusionOk="0">
                  <a:moveTo>
                    <a:pt x="31805" y="0"/>
                  </a:moveTo>
                  <a:cubicBezTo>
                    <a:pt x="30111" y="0"/>
                    <a:pt x="28416" y="59"/>
                    <a:pt x="26742" y="121"/>
                  </a:cubicBezTo>
                  <a:cubicBezTo>
                    <a:pt x="25277" y="181"/>
                    <a:pt x="23825" y="264"/>
                    <a:pt x="22360" y="276"/>
                  </a:cubicBezTo>
                  <a:cubicBezTo>
                    <a:pt x="21829" y="284"/>
                    <a:pt x="21297" y="288"/>
                    <a:pt x="20766" y="288"/>
                  </a:cubicBezTo>
                  <a:cubicBezTo>
                    <a:pt x="19797" y="288"/>
                    <a:pt x="18828" y="275"/>
                    <a:pt x="17859" y="252"/>
                  </a:cubicBezTo>
                  <a:cubicBezTo>
                    <a:pt x="17115" y="233"/>
                    <a:pt x="16353" y="225"/>
                    <a:pt x="15577" y="225"/>
                  </a:cubicBezTo>
                  <a:cubicBezTo>
                    <a:pt x="10536" y="225"/>
                    <a:pt x="4932" y="573"/>
                    <a:pt x="0" y="573"/>
                  </a:cubicBezTo>
                  <a:cubicBezTo>
                    <a:pt x="0" y="1038"/>
                    <a:pt x="214" y="1693"/>
                    <a:pt x="214" y="2157"/>
                  </a:cubicBezTo>
                  <a:cubicBezTo>
                    <a:pt x="646" y="2167"/>
                    <a:pt x="1079" y="2172"/>
                    <a:pt x="1514" y="2172"/>
                  </a:cubicBezTo>
                  <a:cubicBezTo>
                    <a:pt x="7004" y="2172"/>
                    <a:pt x="12675" y="1418"/>
                    <a:pt x="17998" y="1418"/>
                  </a:cubicBezTo>
                  <a:cubicBezTo>
                    <a:pt x="18652" y="1418"/>
                    <a:pt x="19301" y="1429"/>
                    <a:pt x="19943" y="1455"/>
                  </a:cubicBezTo>
                  <a:cubicBezTo>
                    <a:pt x="24265" y="1633"/>
                    <a:pt x="28551" y="2038"/>
                    <a:pt x="32885" y="2086"/>
                  </a:cubicBezTo>
                  <a:cubicBezTo>
                    <a:pt x="35766" y="2109"/>
                    <a:pt x="38648" y="2074"/>
                    <a:pt x="41529" y="2145"/>
                  </a:cubicBezTo>
                  <a:lnTo>
                    <a:pt x="41529" y="2157"/>
                  </a:lnTo>
                  <a:cubicBezTo>
                    <a:pt x="41957" y="2167"/>
                    <a:pt x="42386" y="2172"/>
                    <a:pt x="42816" y="2172"/>
                  </a:cubicBezTo>
                  <a:cubicBezTo>
                    <a:pt x="48288" y="2172"/>
                    <a:pt x="53940" y="1415"/>
                    <a:pt x="59249" y="1415"/>
                  </a:cubicBezTo>
                  <a:cubicBezTo>
                    <a:pt x="59924" y="1415"/>
                    <a:pt x="60594" y="1427"/>
                    <a:pt x="61258" y="1455"/>
                  </a:cubicBezTo>
                  <a:cubicBezTo>
                    <a:pt x="65580" y="1633"/>
                    <a:pt x="69866" y="2038"/>
                    <a:pt x="74200" y="2074"/>
                  </a:cubicBezTo>
                  <a:cubicBezTo>
                    <a:pt x="76903" y="2097"/>
                    <a:pt x="79617" y="2074"/>
                    <a:pt x="82320" y="2133"/>
                  </a:cubicBezTo>
                  <a:lnTo>
                    <a:pt x="82320" y="538"/>
                  </a:lnTo>
                  <a:cubicBezTo>
                    <a:pt x="80451" y="466"/>
                    <a:pt x="78581" y="228"/>
                    <a:pt x="76736" y="109"/>
                  </a:cubicBezTo>
                  <a:cubicBezTo>
                    <a:pt x="75536" y="30"/>
                    <a:pt x="74328" y="0"/>
                    <a:pt x="73118" y="0"/>
                  </a:cubicBezTo>
                  <a:cubicBezTo>
                    <a:pt x="71423" y="0"/>
                    <a:pt x="69726" y="59"/>
                    <a:pt x="68044" y="121"/>
                  </a:cubicBezTo>
                  <a:cubicBezTo>
                    <a:pt x="66592" y="181"/>
                    <a:pt x="65139" y="264"/>
                    <a:pt x="63675" y="276"/>
                  </a:cubicBezTo>
                  <a:cubicBezTo>
                    <a:pt x="63143" y="284"/>
                    <a:pt x="62612" y="288"/>
                    <a:pt x="62080" y="288"/>
                  </a:cubicBezTo>
                  <a:cubicBezTo>
                    <a:pt x="61112" y="288"/>
                    <a:pt x="60143" y="275"/>
                    <a:pt x="59174" y="252"/>
                  </a:cubicBezTo>
                  <a:cubicBezTo>
                    <a:pt x="58398" y="232"/>
                    <a:pt x="57603" y="223"/>
                    <a:pt x="56794" y="223"/>
                  </a:cubicBezTo>
                  <a:cubicBezTo>
                    <a:pt x="51918" y="223"/>
                    <a:pt x="46533" y="541"/>
                    <a:pt x="41743" y="562"/>
                  </a:cubicBezTo>
                  <a:cubicBezTo>
                    <a:pt x="39624" y="538"/>
                    <a:pt x="37505" y="240"/>
                    <a:pt x="35421" y="109"/>
                  </a:cubicBezTo>
                  <a:cubicBezTo>
                    <a:pt x="34221" y="30"/>
                    <a:pt x="33013" y="0"/>
                    <a:pt x="31805" y="0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33"/>
            <p:cNvSpPr/>
            <p:nvPr/>
          </p:nvSpPr>
          <p:spPr>
            <a:xfrm rot="-5400000" flipH="1">
              <a:off x="4785365" y="4096468"/>
              <a:ext cx="2013477" cy="75170"/>
            </a:xfrm>
            <a:custGeom>
              <a:avLst/>
              <a:gdLst/>
              <a:ahLst/>
              <a:cxnLst/>
              <a:rect l="l" t="t" r="r" b="b"/>
              <a:pathLst>
                <a:path w="82808" h="2341" extrusionOk="0">
                  <a:moveTo>
                    <a:pt x="59457" y="1"/>
                  </a:moveTo>
                  <a:cubicBezTo>
                    <a:pt x="53730" y="1"/>
                    <a:pt x="47269" y="711"/>
                    <a:pt x="41624" y="721"/>
                  </a:cubicBezTo>
                  <a:cubicBezTo>
                    <a:pt x="38552" y="650"/>
                    <a:pt x="35481" y="698"/>
                    <a:pt x="32409" y="650"/>
                  </a:cubicBezTo>
                  <a:cubicBezTo>
                    <a:pt x="28492" y="590"/>
                    <a:pt x="24598" y="221"/>
                    <a:pt x="20693" y="55"/>
                  </a:cubicBezTo>
                  <a:cubicBezTo>
                    <a:pt x="19872" y="18"/>
                    <a:pt x="19029" y="2"/>
                    <a:pt x="18170" y="2"/>
                  </a:cubicBezTo>
                  <a:cubicBezTo>
                    <a:pt x="12415" y="2"/>
                    <a:pt x="5916" y="722"/>
                    <a:pt x="252" y="722"/>
                  </a:cubicBezTo>
                  <a:cubicBezTo>
                    <a:pt x="211" y="722"/>
                    <a:pt x="171" y="721"/>
                    <a:pt x="131" y="721"/>
                  </a:cubicBezTo>
                  <a:lnTo>
                    <a:pt x="131" y="721"/>
                  </a:lnTo>
                  <a:cubicBezTo>
                    <a:pt x="167" y="1305"/>
                    <a:pt x="0" y="1757"/>
                    <a:pt x="36" y="2341"/>
                  </a:cubicBezTo>
                  <a:cubicBezTo>
                    <a:pt x="1484" y="2341"/>
                    <a:pt x="2132" y="1935"/>
                    <a:pt x="2363" y="1935"/>
                  </a:cubicBezTo>
                  <a:cubicBezTo>
                    <a:pt x="2369" y="1935"/>
                    <a:pt x="2375" y="1935"/>
                    <a:pt x="2381" y="1936"/>
                  </a:cubicBezTo>
                  <a:cubicBezTo>
                    <a:pt x="4096" y="1626"/>
                    <a:pt x="5894" y="1507"/>
                    <a:pt x="7596" y="1436"/>
                  </a:cubicBezTo>
                  <a:cubicBezTo>
                    <a:pt x="8553" y="1399"/>
                    <a:pt x="9510" y="1382"/>
                    <a:pt x="10468" y="1382"/>
                  </a:cubicBezTo>
                  <a:cubicBezTo>
                    <a:pt x="13181" y="1382"/>
                    <a:pt x="15896" y="1512"/>
                    <a:pt x="18598" y="1662"/>
                  </a:cubicBezTo>
                  <a:cubicBezTo>
                    <a:pt x="20407" y="1769"/>
                    <a:pt x="22217" y="1888"/>
                    <a:pt x="24027" y="2007"/>
                  </a:cubicBezTo>
                  <a:cubicBezTo>
                    <a:pt x="24826" y="1994"/>
                    <a:pt x="25625" y="1988"/>
                    <a:pt x="26423" y="1988"/>
                  </a:cubicBezTo>
                  <a:cubicBezTo>
                    <a:pt x="31405" y="1988"/>
                    <a:pt x="36373" y="2218"/>
                    <a:pt x="41350" y="2341"/>
                  </a:cubicBezTo>
                  <a:lnTo>
                    <a:pt x="41481" y="2341"/>
                  </a:lnTo>
                  <a:cubicBezTo>
                    <a:pt x="42835" y="2318"/>
                    <a:pt x="43458" y="1935"/>
                    <a:pt x="43678" y="1935"/>
                  </a:cubicBezTo>
                  <a:cubicBezTo>
                    <a:pt x="43684" y="1935"/>
                    <a:pt x="43690" y="1935"/>
                    <a:pt x="43696" y="1936"/>
                  </a:cubicBezTo>
                  <a:cubicBezTo>
                    <a:pt x="45410" y="1626"/>
                    <a:pt x="47208" y="1507"/>
                    <a:pt x="48911" y="1436"/>
                  </a:cubicBezTo>
                  <a:cubicBezTo>
                    <a:pt x="49868" y="1399"/>
                    <a:pt x="50825" y="1382"/>
                    <a:pt x="51783" y="1382"/>
                  </a:cubicBezTo>
                  <a:cubicBezTo>
                    <a:pt x="54496" y="1382"/>
                    <a:pt x="57211" y="1512"/>
                    <a:pt x="59912" y="1662"/>
                  </a:cubicBezTo>
                  <a:cubicBezTo>
                    <a:pt x="61722" y="1769"/>
                    <a:pt x="63532" y="1888"/>
                    <a:pt x="65342" y="2007"/>
                  </a:cubicBezTo>
                  <a:cubicBezTo>
                    <a:pt x="66146" y="1994"/>
                    <a:pt x="66949" y="1988"/>
                    <a:pt x="67753" y="1988"/>
                  </a:cubicBezTo>
                  <a:cubicBezTo>
                    <a:pt x="72766" y="1988"/>
                    <a:pt x="77765" y="2218"/>
                    <a:pt x="82772" y="2341"/>
                  </a:cubicBezTo>
                  <a:lnTo>
                    <a:pt x="82808" y="2341"/>
                  </a:lnTo>
                  <a:lnTo>
                    <a:pt x="82808" y="721"/>
                  </a:lnTo>
                  <a:cubicBezTo>
                    <a:pt x="79784" y="650"/>
                    <a:pt x="76748" y="698"/>
                    <a:pt x="73724" y="650"/>
                  </a:cubicBezTo>
                  <a:cubicBezTo>
                    <a:pt x="69806" y="590"/>
                    <a:pt x="65913" y="221"/>
                    <a:pt x="62008" y="55"/>
                  </a:cubicBezTo>
                  <a:cubicBezTo>
                    <a:pt x="61178" y="17"/>
                    <a:pt x="60326" y="1"/>
                    <a:pt x="59457" y="1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33"/>
            <p:cNvSpPr/>
            <p:nvPr/>
          </p:nvSpPr>
          <p:spPr>
            <a:xfrm rot="-5400000" flipH="1">
              <a:off x="5214776" y="4906153"/>
              <a:ext cx="434266" cy="22798"/>
            </a:xfrm>
            <a:custGeom>
              <a:avLst/>
              <a:gdLst/>
              <a:ahLst/>
              <a:cxnLst/>
              <a:rect l="l" t="t" r="r" b="b"/>
              <a:pathLst>
                <a:path w="17860" h="710" extrusionOk="0">
                  <a:moveTo>
                    <a:pt x="8522" y="1"/>
                  </a:moveTo>
                  <a:cubicBezTo>
                    <a:pt x="5679" y="1"/>
                    <a:pt x="2833" y="98"/>
                    <a:pt x="1" y="313"/>
                  </a:cubicBezTo>
                  <a:cubicBezTo>
                    <a:pt x="3215" y="491"/>
                    <a:pt x="6430" y="670"/>
                    <a:pt x="9645" y="705"/>
                  </a:cubicBezTo>
                  <a:cubicBezTo>
                    <a:pt x="9956" y="708"/>
                    <a:pt x="10268" y="710"/>
                    <a:pt x="10579" y="710"/>
                  </a:cubicBezTo>
                  <a:cubicBezTo>
                    <a:pt x="13011" y="710"/>
                    <a:pt x="15454" y="620"/>
                    <a:pt x="17860" y="324"/>
                  </a:cubicBezTo>
                  <a:cubicBezTo>
                    <a:pt x="17265" y="289"/>
                    <a:pt x="16669" y="253"/>
                    <a:pt x="16074" y="217"/>
                  </a:cubicBezTo>
                  <a:cubicBezTo>
                    <a:pt x="13566" y="77"/>
                    <a:pt x="11045" y="1"/>
                    <a:pt x="8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5">
    <p:spTree>
      <p:nvGrpSpPr>
        <p:cNvPr id="1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7" name="Google Shape;1847;p34"/>
          <p:cNvGrpSpPr/>
          <p:nvPr/>
        </p:nvGrpSpPr>
        <p:grpSpPr>
          <a:xfrm>
            <a:off x="13925" y="-44245"/>
            <a:ext cx="498605" cy="5312468"/>
            <a:chOff x="26406" y="-52705"/>
            <a:chExt cx="498605" cy="5198109"/>
          </a:xfrm>
        </p:grpSpPr>
        <p:sp>
          <p:nvSpPr>
            <p:cNvPr id="1848" name="Google Shape;1848;p34"/>
            <p:cNvSpPr/>
            <p:nvPr/>
          </p:nvSpPr>
          <p:spPr>
            <a:xfrm rot="-5400000">
              <a:off x="-2385939" y="2507515"/>
              <a:ext cx="5198109" cy="77670"/>
            </a:xfrm>
            <a:custGeom>
              <a:avLst/>
              <a:gdLst/>
              <a:ahLst/>
              <a:cxnLst/>
              <a:rect l="l" t="t" r="r" b="b"/>
              <a:pathLst>
                <a:path w="83487" h="2624" extrusionOk="0">
                  <a:moveTo>
                    <a:pt x="57972" y="1"/>
                  </a:moveTo>
                  <a:cubicBezTo>
                    <a:pt x="52757" y="1"/>
                    <a:pt x="46991" y="326"/>
                    <a:pt x="42256" y="835"/>
                  </a:cubicBezTo>
                  <a:cubicBezTo>
                    <a:pt x="41281" y="911"/>
                    <a:pt x="40296" y="940"/>
                    <a:pt x="39312" y="940"/>
                  </a:cubicBezTo>
                  <a:cubicBezTo>
                    <a:pt x="38433" y="940"/>
                    <a:pt x="37554" y="917"/>
                    <a:pt x="36683" y="883"/>
                  </a:cubicBezTo>
                  <a:cubicBezTo>
                    <a:pt x="33933" y="776"/>
                    <a:pt x="31195" y="526"/>
                    <a:pt x="28444" y="359"/>
                  </a:cubicBezTo>
                  <a:cubicBezTo>
                    <a:pt x="25503" y="169"/>
                    <a:pt x="22539" y="109"/>
                    <a:pt x="19586" y="38"/>
                  </a:cubicBezTo>
                  <a:cubicBezTo>
                    <a:pt x="18650" y="13"/>
                    <a:pt x="17684" y="2"/>
                    <a:pt x="16698" y="2"/>
                  </a:cubicBezTo>
                  <a:cubicBezTo>
                    <a:pt x="11424" y="2"/>
                    <a:pt x="5585" y="336"/>
                    <a:pt x="810" y="847"/>
                  </a:cubicBezTo>
                  <a:cubicBezTo>
                    <a:pt x="834" y="1550"/>
                    <a:pt x="0" y="1240"/>
                    <a:pt x="0" y="1943"/>
                  </a:cubicBezTo>
                  <a:cubicBezTo>
                    <a:pt x="12" y="2026"/>
                    <a:pt x="1262" y="2359"/>
                    <a:pt x="1274" y="2443"/>
                  </a:cubicBezTo>
                  <a:cubicBezTo>
                    <a:pt x="1742" y="2491"/>
                    <a:pt x="2194" y="2510"/>
                    <a:pt x="2631" y="2510"/>
                  </a:cubicBezTo>
                  <a:cubicBezTo>
                    <a:pt x="4100" y="2510"/>
                    <a:pt x="5412" y="2299"/>
                    <a:pt x="6661" y="2299"/>
                  </a:cubicBezTo>
                  <a:cubicBezTo>
                    <a:pt x="6687" y="2299"/>
                    <a:pt x="6713" y="2300"/>
                    <a:pt x="6739" y="2300"/>
                  </a:cubicBezTo>
                  <a:cubicBezTo>
                    <a:pt x="8323" y="2300"/>
                    <a:pt x="9894" y="2300"/>
                    <a:pt x="11478" y="2288"/>
                  </a:cubicBezTo>
                  <a:cubicBezTo>
                    <a:pt x="12270" y="2288"/>
                    <a:pt x="13064" y="2294"/>
                    <a:pt x="13858" y="2294"/>
                  </a:cubicBezTo>
                  <a:cubicBezTo>
                    <a:pt x="14651" y="2294"/>
                    <a:pt x="15443" y="2288"/>
                    <a:pt x="16229" y="2264"/>
                  </a:cubicBezTo>
                  <a:cubicBezTo>
                    <a:pt x="17489" y="2227"/>
                    <a:pt x="18752" y="2210"/>
                    <a:pt x="20015" y="2210"/>
                  </a:cubicBezTo>
                  <a:cubicBezTo>
                    <a:pt x="22042" y="2210"/>
                    <a:pt x="24069" y="2255"/>
                    <a:pt x="26087" y="2335"/>
                  </a:cubicBezTo>
                  <a:cubicBezTo>
                    <a:pt x="27730" y="2395"/>
                    <a:pt x="29361" y="2490"/>
                    <a:pt x="30992" y="2586"/>
                  </a:cubicBezTo>
                  <a:cubicBezTo>
                    <a:pt x="31484" y="2613"/>
                    <a:pt x="31980" y="2624"/>
                    <a:pt x="32478" y="2624"/>
                  </a:cubicBezTo>
                  <a:cubicBezTo>
                    <a:pt x="33473" y="2624"/>
                    <a:pt x="34473" y="2582"/>
                    <a:pt x="35457" y="2550"/>
                  </a:cubicBezTo>
                  <a:cubicBezTo>
                    <a:pt x="37222" y="2488"/>
                    <a:pt x="38988" y="2407"/>
                    <a:pt x="40753" y="2407"/>
                  </a:cubicBezTo>
                  <a:cubicBezTo>
                    <a:pt x="41381" y="2407"/>
                    <a:pt x="42009" y="2418"/>
                    <a:pt x="42637" y="2443"/>
                  </a:cubicBezTo>
                  <a:cubicBezTo>
                    <a:pt x="43099" y="2491"/>
                    <a:pt x="43546" y="2510"/>
                    <a:pt x="43979" y="2510"/>
                  </a:cubicBezTo>
                  <a:cubicBezTo>
                    <a:pt x="45433" y="2510"/>
                    <a:pt x="46736" y="2299"/>
                    <a:pt x="47976" y="2299"/>
                  </a:cubicBezTo>
                  <a:cubicBezTo>
                    <a:pt x="48002" y="2299"/>
                    <a:pt x="48028" y="2300"/>
                    <a:pt x="48054" y="2300"/>
                  </a:cubicBezTo>
                  <a:cubicBezTo>
                    <a:pt x="49637" y="2300"/>
                    <a:pt x="51221" y="2300"/>
                    <a:pt x="52805" y="2288"/>
                  </a:cubicBezTo>
                  <a:cubicBezTo>
                    <a:pt x="53703" y="2288"/>
                    <a:pt x="54608" y="2296"/>
                    <a:pt x="55513" y="2296"/>
                  </a:cubicBezTo>
                  <a:cubicBezTo>
                    <a:pt x="56192" y="2296"/>
                    <a:pt x="56870" y="2291"/>
                    <a:pt x="57543" y="2276"/>
                  </a:cubicBezTo>
                  <a:cubicBezTo>
                    <a:pt x="58830" y="2239"/>
                    <a:pt x="60118" y="2221"/>
                    <a:pt x="61407" y="2221"/>
                  </a:cubicBezTo>
                  <a:cubicBezTo>
                    <a:pt x="63410" y="2221"/>
                    <a:pt x="65414" y="2263"/>
                    <a:pt x="67413" y="2335"/>
                  </a:cubicBezTo>
                  <a:cubicBezTo>
                    <a:pt x="69045" y="2395"/>
                    <a:pt x="70676" y="2490"/>
                    <a:pt x="72307" y="2586"/>
                  </a:cubicBezTo>
                  <a:cubicBezTo>
                    <a:pt x="72799" y="2613"/>
                    <a:pt x="73295" y="2624"/>
                    <a:pt x="73793" y="2624"/>
                  </a:cubicBezTo>
                  <a:cubicBezTo>
                    <a:pt x="74787" y="2624"/>
                    <a:pt x="75788" y="2582"/>
                    <a:pt x="76772" y="2550"/>
                  </a:cubicBezTo>
                  <a:cubicBezTo>
                    <a:pt x="78554" y="2493"/>
                    <a:pt x="80336" y="2413"/>
                    <a:pt x="82118" y="2413"/>
                  </a:cubicBezTo>
                  <a:cubicBezTo>
                    <a:pt x="82575" y="2413"/>
                    <a:pt x="83031" y="2419"/>
                    <a:pt x="83487" y="2431"/>
                  </a:cubicBezTo>
                  <a:lnTo>
                    <a:pt x="83487" y="835"/>
                  </a:lnTo>
                  <a:cubicBezTo>
                    <a:pt x="82525" y="911"/>
                    <a:pt x="81556" y="940"/>
                    <a:pt x="80589" y="940"/>
                  </a:cubicBezTo>
                  <a:cubicBezTo>
                    <a:pt x="79726" y="940"/>
                    <a:pt x="78864" y="917"/>
                    <a:pt x="78010" y="883"/>
                  </a:cubicBezTo>
                  <a:lnTo>
                    <a:pt x="77998" y="883"/>
                  </a:lnTo>
                  <a:cubicBezTo>
                    <a:pt x="75248" y="776"/>
                    <a:pt x="72509" y="526"/>
                    <a:pt x="69759" y="359"/>
                  </a:cubicBezTo>
                  <a:cubicBezTo>
                    <a:pt x="66818" y="169"/>
                    <a:pt x="63854" y="109"/>
                    <a:pt x="60901" y="38"/>
                  </a:cubicBezTo>
                  <a:cubicBezTo>
                    <a:pt x="59952" y="13"/>
                    <a:pt x="58972" y="1"/>
                    <a:pt x="579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34"/>
            <p:cNvSpPr/>
            <p:nvPr/>
          </p:nvSpPr>
          <p:spPr>
            <a:xfrm rot="-5400000">
              <a:off x="-2277146" y="2491763"/>
              <a:ext cx="5192194" cy="104754"/>
            </a:xfrm>
            <a:custGeom>
              <a:avLst/>
              <a:gdLst/>
              <a:ahLst/>
              <a:cxnLst/>
              <a:rect l="l" t="t" r="r" b="b"/>
              <a:pathLst>
                <a:path w="83392" h="3539" extrusionOk="0">
                  <a:moveTo>
                    <a:pt x="20540" y="0"/>
                  </a:moveTo>
                  <a:cubicBezTo>
                    <a:pt x="20258" y="0"/>
                    <a:pt x="19975" y="1"/>
                    <a:pt x="19694" y="3"/>
                  </a:cubicBezTo>
                  <a:cubicBezTo>
                    <a:pt x="18086" y="3"/>
                    <a:pt x="16467" y="51"/>
                    <a:pt x="14860" y="63"/>
                  </a:cubicBezTo>
                  <a:cubicBezTo>
                    <a:pt x="11245" y="73"/>
                    <a:pt x="6844" y="240"/>
                    <a:pt x="2975" y="240"/>
                  </a:cubicBezTo>
                  <a:cubicBezTo>
                    <a:pt x="2205" y="240"/>
                    <a:pt x="1456" y="233"/>
                    <a:pt x="739" y="218"/>
                  </a:cubicBezTo>
                  <a:lnTo>
                    <a:pt x="739" y="218"/>
                  </a:lnTo>
                  <a:cubicBezTo>
                    <a:pt x="846" y="1122"/>
                    <a:pt x="1" y="1599"/>
                    <a:pt x="36" y="2515"/>
                  </a:cubicBezTo>
                  <a:cubicBezTo>
                    <a:pt x="36" y="2623"/>
                    <a:pt x="1179" y="3397"/>
                    <a:pt x="1179" y="3504"/>
                  </a:cubicBezTo>
                  <a:cubicBezTo>
                    <a:pt x="1506" y="3528"/>
                    <a:pt x="1846" y="3539"/>
                    <a:pt x="2196" y="3539"/>
                  </a:cubicBezTo>
                  <a:cubicBezTo>
                    <a:pt x="4814" y="3539"/>
                    <a:pt x="7990" y="2940"/>
                    <a:pt x="10532" y="2940"/>
                  </a:cubicBezTo>
                  <a:cubicBezTo>
                    <a:pt x="10655" y="2940"/>
                    <a:pt x="10775" y="2941"/>
                    <a:pt x="10895" y="2944"/>
                  </a:cubicBezTo>
                  <a:cubicBezTo>
                    <a:pt x="13895" y="3027"/>
                    <a:pt x="16896" y="3170"/>
                    <a:pt x="19896" y="3218"/>
                  </a:cubicBezTo>
                  <a:cubicBezTo>
                    <a:pt x="20646" y="3230"/>
                    <a:pt x="21396" y="3239"/>
                    <a:pt x="22146" y="3239"/>
                  </a:cubicBezTo>
                  <a:cubicBezTo>
                    <a:pt x="22896" y="3239"/>
                    <a:pt x="23646" y="3230"/>
                    <a:pt x="24397" y="3206"/>
                  </a:cubicBezTo>
                  <a:cubicBezTo>
                    <a:pt x="25837" y="3170"/>
                    <a:pt x="27278" y="3087"/>
                    <a:pt x="28719" y="3039"/>
                  </a:cubicBezTo>
                  <a:cubicBezTo>
                    <a:pt x="30089" y="2994"/>
                    <a:pt x="31464" y="2960"/>
                    <a:pt x="32838" y="2960"/>
                  </a:cubicBezTo>
                  <a:cubicBezTo>
                    <a:pt x="34376" y="2960"/>
                    <a:pt x="35912" y="3003"/>
                    <a:pt x="37434" y="3123"/>
                  </a:cubicBezTo>
                  <a:cubicBezTo>
                    <a:pt x="39101" y="3254"/>
                    <a:pt x="40803" y="3456"/>
                    <a:pt x="42494" y="3492"/>
                  </a:cubicBezTo>
                  <a:cubicBezTo>
                    <a:pt x="42494" y="3492"/>
                    <a:pt x="42494" y="3504"/>
                    <a:pt x="42494" y="3504"/>
                  </a:cubicBezTo>
                  <a:cubicBezTo>
                    <a:pt x="42821" y="3528"/>
                    <a:pt x="43161" y="3539"/>
                    <a:pt x="43511" y="3539"/>
                  </a:cubicBezTo>
                  <a:cubicBezTo>
                    <a:pt x="46129" y="3539"/>
                    <a:pt x="49305" y="2940"/>
                    <a:pt x="51847" y="2940"/>
                  </a:cubicBezTo>
                  <a:cubicBezTo>
                    <a:pt x="51969" y="2940"/>
                    <a:pt x="52090" y="2941"/>
                    <a:pt x="52210" y="2944"/>
                  </a:cubicBezTo>
                  <a:cubicBezTo>
                    <a:pt x="55210" y="3027"/>
                    <a:pt x="58210" y="3170"/>
                    <a:pt x="61211" y="3218"/>
                  </a:cubicBezTo>
                  <a:cubicBezTo>
                    <a:pt x="61961" y="3230"/>
                    <a:pt x="62711" y="3239"/>
                    <a:pt x="63461" y="3239"/>
                  </a:cubicBezTo>
                  <a:cubicBezTo>
                    <a:pt x="64211" y="3239"/>
                    <a:pt x="64961" y="3230"/>
                    <a:pt x="65711" y="3206"/>
                  </a:cubicBezTo>
                  <a:cubicBezTo>
                    <a:pt x="67152" y="3170"/>
                    <a:pt x="68593" y="3087"/>
                    <a:pt x="70033" y="3039"/>
                  </a:cubicBezTo>
                  <a:cubicBezTo>
                    <a:pt x="71403" y="2994"/>
                    <a:pt x="72779" y="2960"/>
                    <a:pt x="74152" y="2960"/>
                  </a:cubicBezTo>
                  <a:cubicBezTo>
                    <a:pt x="75691" y="2960"/>
                    <a:pt x="77226" y="3003"/>
                    <a:pt x="78749" y="3123"/>
                  </a:cubicBezTo>
                  <a:cubicBezTo>
                    <a:pt x="80284" y="3254"/>
                    <a:pt x="81844" y="3432"/>
                    <a:pt x="83392" y="3492"/>
                  </a:cubicBezTo>
                  <a:lnTo>
                    <a:pt x="83392" y="218"/>
                  </a:lnTo>
                  <a:cubicBezTo>
                    <a:pt x="82902" y="202"/>
                    <a:pt x="82412" y="196"/>
                    <a:pt x="81921" y="196"/>
                  </a:cubicBezTo>
                  <a:cubicBezTo>
                    <a:pt x="79738" y="196"/>
                    <a:pt x="77545" y="324"/>
                    <a:pt x="75367" y="372"/>
                  </a:cubicBezTo>
                  <a:cubicBezTo>
                    <a:pt x="75023" y="380"/>
                    <a:pt x="74679" y="384"/>
                    <a:pt x="74335" y="384"/>
                  </a:cubicBezTo>
                  <a:cubicBezTo>
                    <a:pt x="71531" y="384"/>
                    <a:pt x="68750" y="148"/>
                    <a:pt x="65949" y="63"/>
                  </a:cubicBezTo>
                  <a:cubicBezTo>
                    <a:pt x="64588" y="23"/>
                    <a:pt x="63219" y="0"/>
                    <a:pt x="61855" y="0"/>
                  </a:cubicBezTo>
                  <a:cubicBezTo>
                    <a:pt x="61572" y="0"/>
                    <a:pt x="61290" y="1"/>
                    <a:pt x="61008" y="3"/>
                  </a:cubicBezTo>
                  <a:cubicBezTo>
                    <a:pt x="59401" y="3"/>
                    <a:pt x="57782" y="63"/>
                    <a:pt x="56174" y="63"/>
                  </a:cubicBezTo>
                  <a:cubicBezTo>
                    <a:pt x="52560" y="73"/>
                    <a:pt x="48167" y="240"/>
                    <a:pt x="44294" y="240"/>
                  </a:cubicBezTo>
                  <a:cubicBezTo>
                    <a:pt x="43523" y="240"/>
                    <a:pt x="42773" y="233"/>
                    <a:pt x="42054" y="218"/>
                  </a:cubicBezTo>
                  <a:cubicBezTo>
                    <a:pt x="41564" y="202"/>
                    <a:pt x="41074" y="196"/>
                    <a:pt x="40583" y="196"/>
                  </a:cubicBezTo>
                  <a:cubicBezTo>
                    <a:pt x="38404" y="196"/>
                    <a:pt x="36220" y="324"/>
                    <a:pt x="34053" y="372"/>
                  </a:cubicBezTo>
                  <a:cubicBezTo>
                    <a:pt x="33708" y="380"/>
                    <a:pt x="33364" y="384"/>
                    <a:pt x="33021" y="384"/>
                  </a:cubicBezTo>
                  <a:cubicBezTo>
                    <a:pt x="30216" y="384"/>
                    <a:pt x="27435" y="148"/>
                    <a:pt x="24635" y="63"/>
                  </a:cubicBezTo>
                  <a:cubicBezTo>
                    <a:pt x="23274" y="23"/>
                    <a:pt x="21904" y="0"/>
                    <a:pt x="205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34"/>
            <p:cNvSpPr/>
            <p:nvPr/>
          </p:nvSpPr>
          <p:spPr>
            <a:xfrm rot="-5400000">
              <a:off x="-398081" y="3084003"/>
              <a:ext cx="1112755" cy="21075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601" y="1"/>
                  </a:moveTo>
                  <a:cubicBezTo>
                    <a:pt x="5731" y="1"/>
                    <a:pt x="2859" y="98"/>
                    <a:pt x="0" y="314"/>
                  </a:cubicBezTo>
                  <a:cubicBezTo>
                    <a:pt x="3215" y="481"/>
                    <a:pt x="6430" y="672"/>
                    <a:pt x="9656" y="707"/>
                  </a:cubicBezTo>
                  <a:cubicBezTo>
                    <a:pt x="9966" y="710"/>
                    <a:pt x="10277" y="712"/>
                    <a:pt x="10587" y="712"/>
                  </a:cubicBezTo>
                  <a:cubicBezTo>
                    <a:pt x="13010" y="712"/>
                    <a:pt x="15455" y="622"/>
                    <a:pt x="17872" y="326"/>
                  </a:cubicBezTo>
                  <a:cubicBezTo>
                    <a:pt x="17276" y="279"/>
                    <a:pt x="16669" y="243"/>
                    <a:pt x="16074" y="207"/>
                  </a:cubicBezTo>
                  <a:cubicBezTo>
                    <a:pt x="13592" y="74"/>
                    <a:pt x="11097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34"/>
            <p:cNvSpPr/>
            <p:nvPr/>
          </p:nvSpPr>
          <p:spPr>
            <a:xfrm rot="-5400000">
              <a:off x="-2151584" y="2479324"/>
              <a:ext cx="5128438" cy="64380"/>
            </a:xfrm>
            <a:custGeom>
              <a:avLst/>
              <a:gdLst/>
              <a:ahLst/>
              <a:cxnLst/>
              <a:rect l="l" t="t" r="r" b="b"/>
              <a:pathLst>
                <a:path w="82368" h="2175" extrusionOk="0">
                  <a:moveTo>
                    <a:pt x="73179" y="1"/>
                  </a:moveTo>
                  <a:cubicBezTo>
                    <a:pt x="71470" y="1"/>
                    <a:pt x="69755" y="63"/>
                    <a:pt x="68057" y="133"/>
                  </a:cubicBezTo>
                  <a:cubicBezTo>
                    <a:pt x="66592" y="192"/>
                    <a:pt x="65140" y="264"/>
                    <a:pt x="63675" y="288"/>
                  </a:cubicBezTo>
                  <a:cubicBezTo>
                    <a:pt x="63256" y="294"/>
                    <a:pt x="62837" y="297"/>
                    <a:pt x="62418" y="297"/>
                  </a:cubicBezTo>
                  <a:cubicBezTo>
                    <a:pt x="61337" y="297"/>
                    <a:pt x="60256" y="278"/>
                    <a:pt x="59175" y="252"/>
                  </a:cubicBezTo>
                  <a:cubicBezTo>
                    <a:pt x="58456" y="235"/>
                    <a:pt x="57721" y="227"/>
                    <a:pt x="56973" y="227"/>
                  </a:cubicBezTo>
                  <a:cubicBezTo>
                    <a:pt x="52059" y="227"/>
                    <a:pt x="46601" y="553"/>
                    <a:pt x="41744" y="573"/>
                  </a:cubicBezTo>
                  <a:lnTo>
                    <a:pt x="41744" y="562"/>
                  </a:lnTo>
                  <a:cubicBezTo>
                    <a:pt x="39636" y="538"/>
                    <a:pt x="37517" y="252"/>
                    <a:pt x="35433" y="109"/>
                  </a:cubicBezTo>
                  <a:cubicBezTo>
                    <a:pt x="34281" y="33"/>
                    <a:pt x="33121" y="4"/>
                    <a:pt x="31959" y="4"/>
                  </a:cubicBezTo>
                  <a:cubicBezTo>
                    <a:pt x="30217" y="4"/>
                    <a:pt x="28471" y="69"/>
                    <a:pt x="26742" y="133"/>
                  </a:cubicBezTo>
                  <a:cubicBezTo>
                    <a:pt x="25289" y="192"/>
                    <a:pt x="23825" y="264"/>
                    <a:pt x="22372" y="288"/>
                  </a:cubicBezTo>
                  <a:cubicBezTo>
                    <a:pt x="21953" y="294"/>
                    <a:pt x="21534" y="297"/>
                    <a:pt x="21114" y="297"/>
                  </a:cubicBezTo>
                  <a:cubicBezTo>
                    <a:pt x="20030" y="297"/>
                    <a:pt x="18944" y="278"/>
                    <a:pt x="17872" y="252"/>
                  </a:cubicBezTo>
                  <a:cubicBezTo>
                    <a:pt x="17164" y="235"/>
                    <a:pt x="16441" y="228"/>
                    <a:pt x="15706" y="228"/>
                  </a:cubicBezTo>
                  <a:cubicBezTo>
                    <a:pt x="10625" y="228"/>
                    <a:pt x="4972" y="573"/>
                    <a:pt x="0" y="573"/>
                  </a:cubicBezTo>
                  <a:cubicBezTo>
                    <a:pt x="12" y="1038"/>
                    <a:pt x="215" y="1693"/>
                    <a:pt x="215" y="2157"/>
                  </a:cubicBezTo>
                  <a:cubicBezTo>
                    <a:pt x="673" y="2169"/>
                    <a:pt x="1133" y="2174"/>
                    <a:pt x="1595" y="2174"/>
                  </a:cubicBezTo>
                  <a:cubicBezTo>
                    <a:pt x="7038" y="2174"/>
                    <a:pt x="12664" y="1427"/>
                    <a:pt x="17945" y="1427"/>
                  </a:cubicBezTo>
                  <a:cubicBezTo>
                    <a:pt x="18621" y="1427"/>
                    <a:pt x="19292" y="1439"/>
                    <a:pt x="19955" y="1466"/>
                  </a:cubicBezTo>
                  <a:cubicBezTo>
                    <a:pt x="24277" y="1645"/>
                    <a:pt x="28564" y="2050"/>
                    <a:pt x="32897" y="2086"/>
                  </a:cubicBezTo>
                  <a:cubicBezTo>
                    <a:pt x="35779" y="2109"/>
                    <a:pt x="38660" y="2086"/>
                    <a:pt x="41529" y="2157"/>
                  </a:cubicBezTo>
                  <a:cubicBezTo>
                    <a:pt x="41988" y="2169"/>
                    <a:pt x="42448" y="2174"/>
                    <a:pt x="42909" y="2174"/>
                  </a:cubicBezTo>
                  <a:cubicBezTo>
                    <a:pt x="48353" y="2174"/>
                    <a:pt x="53979" y="1427"/>
                    <a:pt x="59259" y="1427"/>
                  </a:cubicBezTo>
                  <a:cubicBezTo>
                    <a:pt x="59936" y="1427"/>
                    <a:pt x="60606" y="1439"/>
                    <a:pt x="61270" y="1466"/>
                  </a:cubicBezTo>
                  <a:cubicBezTo>
                    <a:pt x="65592" y="1645"/>
                    <a:pt x="69878" y="2050"/>
                    <a:pt x="74212" y="2086"/>
                  </a:cubicBezTo>
                  <a:cubicBezTo>
                    <a:pt x="76927" y="2109"/>
                    <a:pt x="79653" y="2086"/>
                    <a:pt x="82368" y="2145"/>
                  </a:cubicBezTo>
                  <a:lnTo>
                    <a:pt x="82368" y="550"/>
                  </a:lnTo>
                  <a:cubicBezTo>
                    <a:pt x="80487" y="478"/>
                    <a:pt x="78606" y="240"/>
                    <a:pt x="76748" y="109"/>
                  </a:cubicBezTo>
                  <a:lnTo>
                    <a:pt x="76736" y="109"/>
                  </a:lnTo>
                  <a:cubicBezTo>
                    <a:pt x="75558" y="31"/>
                    <a:pt x="74370" y="1"/>
                    <a:pt x="73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34"/>
            <p:cNvSpPr/>
            <p:nvPr/>
          </p:nvSpPr>
          <p:spPr>
            <a:xfrm rot="-5400000">
              <a:off x="-2088791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34"/>
            <p:cNvSpPr/>
            <p:nvPr/>
          </p:nvSpPr>
          <p:spPr>
            <a:xfrm rot="-5400000">
              <a:off x="-398112" y="511659"/>
              <a:ext cx="1112818" cy="21075"/>
            </a:xfrm>
            <a:custGeom>
              <a:avLst/>
              <a:gdLst/>
              <a:ahLst/>
              <a:cxnLst/>
              <a:rect l="l" t="t" r="r" b="b"/>
              <a:pathLst>
                <a:path w="17873" h="712" extrusionOk="0">
                  <a:moveTo>
                    <a:pt x="8601" y="1"/>
                  </a:moveTo>
                  <a:cubicBezTo>
                    <a:pt x="5732" y="1"/>
                    <a:pt x="2860" y="98"/>
                    <a:pt x="1" y="314"/>
                  </a:cubicBezTo>
                  <a:cubicBezTo>
                    <a:pt x="3216" y="481"/>
                    <a:pt x="6430" y="672"/>
                    <a:pt x="9657" y="707"/>
                  </a:cubicBezTo>
                  <a:cubicBezTo>
                    <a:pt x="9967" y="710"/>
                    <a:pt x="10277" y="712"/>
                    <a:pt x="10588" y="712"/>
                  </a:cubicBezTo>
                  <a:cubicBezTo>
                    <a:pt x="13011" y="712"/>
                    <a:pt x="15456" y="622"/>
                    <a:pt x="17872" y="326"/>
                  </a:cubicBezTo>
                  <a:cubicBezTo>
                    <a:pt x="17277" y="279"/>
                    <a:pt x="16670" y="243"/>
                    <a:pt x="16074" y="207"/>
                  </a:cubicBezTo>
                  <a:cubicBezTo>
                    <a:pt x="13593" y="74"/>
                    <a:pt x="11098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34"/>
            <p:cNvSpPr/>
            <p:nvPr/>
          </p:nvSpPr>
          <p:spPr>
            <a:xfrm rot="-5400000">
              <a:off x="-2517866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55" name="Google Shape;1855;p34"/>
          <p:cNvGrpSpPr/>
          <p:nvPr/>
        </p:nvGrpSpPr>
        <p:grpSpPr>
          <a:xfrm rot="5400000">
            <a:off x="4303043" y="-3790802"/>
            <a:ext cx="498605" cy="8080461"/>
            <a:chOff x="26406" y="-52705"/>
            <a:chExt cx="498605" cy="5198109"/>
          </a:xfrm>
        </p:grpSpPr>
        <p:sp>
          <p:nvSpPr>
            <p:cNvPr id="1856" name="Google Shape;1856;p34"/>
            <p:cNvSpPr/>
            <p:nvPr/>
          </p:nvSpPr>
          <p:spPr>
            <a:xfrm rot="-5400000">
              <a:off x="-2385939" y="2507515"/>
              <a:ext cx="5198109" cy="77670"/>
            </a:xfrm>
            <a:custGeom>
              <a:avLst/>
              <a:gdLst/>
              <a:ahLst/>
              <a:cxnLst/>
              <a:rect l="l" t="t" r="r" b="b"/>
              <a:pathLst>
                <a:path w="83487" h="2624" extrusionOk="0">
                  <a:moveTo>
                    <a:pt x="57972" y="1"/>
                  </a:moveTo>
                  <a:cubicBezTo>
                    <a:pt x="52757" y="1"/>
                    <a:pt x="46991" y="326"/>
                    <a:pt x="42256" y="835"/>
                  </a:cubicBezTo>
                  <a:cubicBezTo>
                    <a:pt x="41281" y="911"/>
                    <a:pt x="40296" y="940"/>
                    <a:pt x="39312" y="940"/>
                  </a:cubicBezTo>
                  <a:cubicBezTo>
                    <a:pt x="38433" y="940"/>
                    <a:pt x="37554" y="917"/>
                    <a:pt x="36683" y="883"/>
                  </a:cubicBezTo>
                  <a:cubicBezTo>
                    <a:pt x="33933" y="776"/>
                    <a:pt x="31195" y="526"/>
                    <a:pt x="28444" y="359"/>
                  </a:cubicBezTo>
                  <a:cubicBezTo>
                    <a:pt x="25503" y="169"/>
                    <a:pt x="22539" y="109"/>
                    <a:pt x="19586" y="38"/>
                  </a:cubicBezTo>
                  <a:cubicBezTo>
                    <a:pt x="18650" y="13"/>
                    <a:pt x="17684" y="2"/>
                    <a:pt x="16698" y="2"/>
                  </a:cubicBezTo>
                  <a:cubicBezTo>
                    <a:pt x="11424" y="2"/>
                    <a:pt x="5585" y="336"/>
                    <a:pt x="810" y="847"/>
                  </a:cubicBezTo>
                  <a:cubicBezTo>
                    <a:pt x="834" y="1550"/>
                    <a:pt x="0" y="1240"/>
                    <a:pt x="0" y="1943"/>
                  </a:cubicBezTo>
                  <a:cubicBezTo>
                    <a:pt x="12" y="2026"/>
                    <a:pt x="1262" y="2359"/>
                    <a:pt x="1274" y="2443"/>
                  </a:cubicBezTo>
                  <a:cubicBezTo>
                    <a:pt x="1742" y="2491"/>
                    <a:pt x="2194" y="2510"/>
                    <a:pt x="2631" y="2510"/>
                  </a:cubicBezTo>
                  <a:cubicBezTo>
                    <a:pt x="4100" y="2510"/>
                    <a:pt x="5412" y="2299"/>
                    <a:pt x="6661" y="2299"/>
                  </a:cubicBezTo>
                  <a:cubicBezTo>
                    <a:pt x="6687" y="2299"/>
                    <a:pt x="6713" y="2300"/>
                    <a:pt x="6739" y="2300"/>
                  </a:cubicBezTo>
                  <a:cubicBezTo>
                    <a:pt x="8323" y="2300"/>
                    <a:pt x="9894" y="2300"/>
                    <a:pt x="11478" y="2288"/>
                  </a:cubicBezTo>
                  <a:cubicBezTo>
                    <a:pt x="12270" y="2288"/>
                    <a:pt x="13064" y="2294"/>
                    <a:pt x="13858" y="2294"/>
                  </a:cubicBezTo>
                  <a:cubicBezTo>
                    <a:pt x="14651" y="2294"/>
                    <a:pt x="15443" y="2288"/>
                    <a:pt x="16229" y="2264"/>
                  </a:cubicBezTo>
                  <a:cubicBezTo>
                    <a:pt x="17489" y="2227"/>
                    <a:pt x="18752" y="2210"/>
                    <a:pt x="20015" y="2210"/>
                  </a:cubicBezTo>
                  <a:cubicBezTo>
                    <a:pt x="22042" y="2210"/>
                    <a:pt x="24069" y="2255"/>
                    <a:pt x="26087" y="2335"/>
                  </a:cubicBezTo>
                  <a:cubicBezTo>
                    <a:pt x="27730" y="2395"/>
                    <a:pt x="29361" y="2490"/>
                    <a:pt x="30992" y="2586"/>
                  </a:cubicBezTo>
                  <a:cubicBezTo>
                    <a:pt x="31484" y="2613"/>
                    <a:pt x="31980" y="2624"/>
                    <a:pt x="32478" y="2624"/>
                  </a:cubicBezTo>
                  <a:cubicBezTo>
                    <a:pt x="33473" y="2624"/>
                    <a:pt x="34473" y="2582"/>
                    <a:pt x="35457" y="2550"/>
                  </a:cubicBezTo>
                  <a:cubicBezTo>
                    <a:pt x="37222" y="2488"/>
                    <a:pt x="38988" y="2407"/>
                    <a:pt x="40753" y="2407"/>
                  </a:cubicBezTo>
                  <a:cubicBezTo>
                    <a:pt x="41381" y="2407"/>
                    <a:pt x="42009" y="2418"/>
                    <a:pt x="42637" y="2443"/>
                  </a:cubicBezTo>
                  <a:cubicBezTo>
                    <a:pt x="43099" y="2491"/>
                    <a:pt x="43546" y="2510"/>
                    <a:pt x="43979" y="2510"/>
                  </a:cubicBezTo>
                  <a:cubicBezTo>
                    <a:pt x="45433" y="2510"/>
                    <a:pt x="46736" y="2299"/>
                    <a:pt x="47976" y="2299"/>
                  </a:cubicBezTo>
                  <a:cubicBezTo>
                    <a:pt x="48002" y="2299"/>
                    <a:pt x="48028" y="2300"/>
                    <a:pt x="48054" y="2300"/>
                  </a:cubicBezTo>
                  <a:cubicBezTo>
                    <a:pt x="49637" y="2300"/>
                    <a:pt x="51221" y="2300"/>
                    <a:pt x="52805" y="2288"/>
                  </a:cubicBezTo>
                  <a:cubicBezTo>
                    <a:pt x="53703" y="2288"/>
                    <a:pt x="54608" y="2296"/>
                    <a:pt x="55513" y="2296"/>
                  </a:cubicBezTo>
                  <a:cubicBezTo>
                    <a:pt x="56192" y="2296"/>
                    <a:pt x="56870" y="2291"/>
                    <a:pt x="57543" y="2276"/>
                  </a:cubicBezTo>
                  <a:cubicBezTo>
                    <a:pt x="58830" y="2239"/>
                    <a:pt x="60118" y="2221"/>
                    <a:pt x="61407" y="2221"/>
                  </a:cubicBezTo>
                  <a:cubicBezTo>
                    <a:pt x="63410" y="2221"/>
                    <a:pt x="65414" y="2263"/>
                    <a:pt x="67413" y="2335"/>
                  </a:cubicBezTo>
                  <a:cubicBezTo>
                    <a:pt x="69045" y="2395"/>
                    <a:pt x="70676" y="2490"/>
                    <a:pt x="72307" y="2586"/>
                  </a:cubicBezTo>
                  <a:cubicBezTo>
                    <a:pt x="72799" y="2613"/>
                    <a:pt x="73295" y="2624"/>
                    <a:pt x="73793" y="2624"/>
                  </a:cubicBezTo>
                  <a:cubicBezTo>
                    <a:pt x="74787" y="2624"/>
                    <a:pt x="75788" y="2582"/>
                    <a:pt x="76772" y="2550"/>
                  </a:cubicBezTo>
                  <a:cubicBezTo>
                    <a:pt x="78554" y="2493"/>
                    <a:pt x="80336" y="2413"/>
                    <a:pt x="82118" y="2413"/>
                  </a:cubicBezTo>
                  <a:cubicBezTo>
                    <a:pt x="82575" y="2413"/>
                    <a:pt x="83031" y="2419"/>
                    <a:pt x="83487" y="2431"/>
                  </a:cubicBezTo>
                  <a:lnTo>
                    <a:pt x="83487" y="835"/>
                  </a:lnTo>
                  <a:cubicBezTo>
                    <a:pt x="82525" y="911"/>
                    <a:pt x="81556" y="940"/>
                    <a:pt x="80589" y="940"/>
                  </a:cubicBezTo>
                  <a:cubicBezTo>
                    <a:pt x="79726" y="940"/>
                    <a:pt x="78864" y="917"/>
                    <a:pt x="78010" y="883"/>
                  </a:cubicBezTo>
                  <a:lnTo>
                    <a:pt x="77998" y="883"/>
                  </a:lnTo>
                  <a:cubicBezTo>
                    <a:pt x="75248" y="776"/>
                    <a:pt x="72509" y="526"/>
                    <a:pt x="69759" y="359"/>
                  </a:cubicBezTo>
                  <a:cubicBezTo>
                    <a:pt x="66818" y="169"/>
                    <a:pt x="63854" y="109"/>
                    <a:pt x="60901" y="38"/>
                  </a:cubicBezTo>
                  <a:cubicBezTo>
                    <a:pt x="59952" y="13"/>
                    <a:pt x="58972" y="1"/>
                    <a:pt x="579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34"/>
            <p:cNvSpPr/>
            <p:nvPr/>
          </p:nvSpPr>
          <p:spPr>
            <a:xfrm rot="-5400000">
              <a:off x="-2277146" y="2491763"/>
              <a:ext cx="5192194" cy="104754"/>
            </a:xfrm>
            <a:custGeom>
              <a:avLst/>
              <a:gdLst/>
              <a:ahLst/>
              <a:cxnLst/>
              <a:rect l="l" t="t" r="r" b="b"/>
              <a:pathLst>
                <a:path w="83392" h="3539" extrusionOk="0">
                  <a:moveTo>
                    <a:pt x="20540" y="0"/>
                  </a:moveTo>
                  <a:cubicBezTo>
                    <a:pt x="20258" y="0"/>
                    <a:pt x="19975" y="1"/>
                    <a:pt x="19694" y="3"/>
                  </a:cubicBezTo>
                  <a:cubicBezTo>
                    <a:pt x="18086" y="3"/>
                    <a:pt x="16467" y="51"/>
                    <a:pt x="14860" y="63"/>
                  </a:cubicBezTo>
                  <a:cubicBezTo>
                    <a:pt x="11245" y="73"/>
                    <a:pt x="6844" y="240"/>
                    <a:pt x="2975" y="240"/>
                  </a:cubicBezTo>
                  <a:cubicBezTo>
                    <a:pt x="2205" y="240"/>
                    <a:pt x="1456" y="233"/>
                    <a:pt x="739" y="218"/>
                  </a:cubicBezTo>
                  <a:lnTo>
                    <a:pt x="739" y="218"/>
                  </a:lnTo>
                  <a:cubicBezTo>
                    <a:pt x="846" y="1122"/>
                    <a:pt x="1" y="1599"/>
                    <a:pt x="36" y="2515"/>
                  </a:cubicBezTo>
                  <a:cubicBezTo>
                    <a:pt x="36" y="2623"/>
                    <a:pt x="1179" y="3397"/>
                    <a:pt x="1179" y="3504"/>
                  </a:cubicBezTo>
                  <a:cubicBezTo>
                    <a:pt x="1506" y="3528"/>
                    <a:pt x="1846" y="3539"/>
                    <a:pt x="2196" y="3539"/>
                  </a:cubicBezTo>
                  <a:cubicBezTo>
                    <a:pt x="4814" y="3539"/>
                    <a:pt x="7990" y="2940"/>
                    <a:pt x="10532" y="2940"/>
                  </a:cubicBezTo>
                  <a:cubicBezTo>
                    <a:pt x="10655" y="2940"/>
                    <a:pt x="10775" y="2941"/>
                    <a:pt x="10895" y="2944"/>
                  </a:cubicBezTo>
                  <a:cubicBezTo>
                    <a:pt x="13895" y="3027"/>
                    <a:pt x="16896" y="3170"/>
                    <a:pt x="19896" y="3218"/>
                  </a:cubicBezTo>
                  <a:cubicBezTo>
                    <a:pt x="20646" y="3230"/>
                    <a:pt x="21396" y="3239"/>
                    <a:pt x="22146" y="3239"/>
                  </a:cubicBezTo>
                  <a:cubicBezTo>
                    <a:pt x="22896" y="3239"/>
                    <a:pt x="23646" y="3230"/>
                    <a:pt x="24397" y="3206"/>
                  </a:cubicBezTo>
                  <a:cubicBezTo>
                    <a:pt x="25837" y="3170"/>
                    <a:pt x="27278" y="3087"/>
                    <a:pt x="28719" y="3039"/>
                  </a:cubicBezTo>
                  <a:cubicBezTo>
                    <a:pt x="30089" y="2994"/>
                    <a:pt x="31464" y="2960"/>
                    <a:pt x="32838" y="2960"/>
                  </a:cubicBezTo>
                  <a:cubicBezTo>
                    <a:pt x="34376" y="2960"/>
                    <a:pt x="35912" y="3003"/>
                    <a:pt x="37434" y="3123"/>
                  </a:cubicBezTo>
                  <a:cubicBezTo>
                    <a:pt x="39101" y="3254"/>
                    <a:pt x="40803" y="3456"/>
                    <a:pt x="42494" y="3492"/>
                  </a:cubicBezTo>
                  <a:cubicBezTo>
                    <a:pt x="42494" y="3492"/>
                    <a:pt x="42494" y="3504"/>
                    <a:pt x="42494" y="3504"/>
                  </a:cubicBezTo>
                  <a:cubicBezTo>
                    <a:pt x="42821" y="3528"/>
                    <a:pt x="43161" y="3539"/>
                    <a:pt x="43511" y="3539"/>
                  </a:cubicBezTo>
                  <a:cubicBezTo>
                    <a:pt x="46129" y="3539"/>
                    <a:pt x="49305" y="2940"/>
                    <a:pt x="51847" y="2940"/>
                  </a:cubicBezTo>
                  <a:cubicBezTo>
                    <a:pt x="51969" y="2940"/>
                    <a:pt x="52090" y="2941"/>
                    <a:pt x="52210" y="2944"/>
                  </a:cubicBezTo>
                  <a:cubicBezTo>
                    <a:pt x="55210" y="3027"/>
                    <a:pt x="58210" y="3170"/>
                    <a:pt x="61211" y="3218"/>
                  </a:cubicBezTo>
                  <a:cubicBezTo>
                    <a:pt x="61961" y="3230"/>
                    <a:pt x="62711" y="3239"/>
                    <a:pt x="63461" y="3239"/>
                  </a:cubicBezTo>
                  <a:cubicBezTo>
                    <a:pt x="64211" y="3239"/>
                    <a:pt x="64961" y="3230"/>
                    <a:pt x="65711" y="3206"/>
                  </a:cubicBezTo>
                  <a:cubicBezTo>
                    <a:pt x="67152" y="3170"/>
                    <a:pt x="68593" y="3087"/>
                    <a:pt x="70033" y="3039"/>
                  </a:cubicBezTo>
                  <a:cubicBezTo>
                    <a:pt x="71403" y="2994"/>
                    <a:pt x="72779" y="2960"/>
                    <a:pt x="74152" y="2960"/>
                  </a:cubicBezTo>
                  <a:cubicBezTo>
                    <a:pt x="75691" y="2960"/>
                    <a:pt x="77226" y="3003"/>
                    <a:pt x="78749" y="3123"/>
                  </a:cubicBezTo>
                  <a:cubicBezTo>
                    <a:pt x="80284" y="3254"/>
                    <a:pt x="81844" y="3432"/>
                    <a:pt x="83392" y="3492"/>
                  </a:cubicBezTo>
                  <a:lnTo>
                    <a:pt x="83392" y="218"/>
                  </a:lnTo>
                  <a:cubicBezTo>
                    <a:pt x="82902" y="202"/>
                    <a:pt x="82412" y="196"/>
                    <a:pt x="81921" y="196"/>
                  </a:cubicBezTo>
                  <a:cubicBezTo>
                    <a:pt x="79738" y="196"/>
                    <a:pt x="77545" y="324"/>
                    <a:pt x="75367" y="372"/>
                  </a:cubicBezTo>
                  <a:cubicBezTo>
                    <a:pt x="75023" y="380"/>
                    <a:pt x="74679" y="384"/>
                    <a:pt x="74335" y="384"/>
                  </a:cubicBezTo>
                  <a:cubicBezTo>
                    <a:pt x="71531" y="384"/>
                    <a:pt x="68750" y="148"/>
                    <a:pt x="65949" y="63"/>
                  </a:cubicBezTo>
                  <a:cubicBezTo>
                    <a:pt x="64588" y="23"/>
                    <a:pt x="63219" y="0"/>
                    <a:pt x="61855" y="0"/>
                  </a:cubicBezTo>
                  <a:cubicBezTo>
                    <a:pt x="61572" y="0"/>
                    <a:pt x="61290" y="1"/>
                    <a:pt x="61008" y="3"/>
                  </a:cubicBezTo>
                  <a:cubicBezTo>
                    <a:pt x="59401" y="3"/>
                    <a:pt x="57782" y="63"/>
                    <a:pt x="56174" y="63"/>
                  </a:cubicBezTo>
                  <a:cubicBezTo>
                    <a:pt x="52560" y="73"/>
                    <a:pt x="48167" y="240"/>
                    <a:pt x="44294" y="240"/>
                  </a:cubicBezTo>
                  <a:cubicBezTo>
                    <a:pt x="43523" y="240"/>
                    <a:pt x="42773" y="233"/>
                    <a:pt x="42054" y="218"/>
                  </a:cubicBezTo>
                  <a:cubicBezTo>
                    <a:pt x="41564" y="202"/>
                    <a:pt x="41074" y="196"/>
                    <a:pt x="40583" y="196"/>
                  </a:cubicBezTo>
                  <a:cubicBezTo>
                    <a:pt x="38404" y="196"/>
                    <a:pt x="36220" y="324"/>
                    <a:pt x="34053" y="372"/>
                  </a:cubicBezTo>
                  <a:cubicBezTo>
                    <a:pt x="33708" y="380"/>
                    <a:pt x="33364" y="384"/>
                    <a:pt x="33021" y="384"/>
                  </a:cubicBezTo>
                  <a:cubicBezTo>
                    <a:pt x="30216" y="384"/>
                    <a:pt x="27435" y="148"/>
                    <a:pt x="24635" y="63"/>
                  </a:cubicBezTo>
                  <a:cubicBezTo>
                    <a:pt x="23274" y="23"/>
                    <a:pt x="21904" y="0"/>
                    <a:pt x="205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34"/>
            <p:cNvSpPr/>
            <p:nvPr/>
          </p:nvSpPr>
          <p:spPr>
            <a:xfrm rot="-5400000">
              <a:off x="-398081" y="3084003"/>
              <a:ext cx="1112755" cy="21075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601" y="1"/>
                  </a:moveTo>
                  <a:cubicBezTo>
                    <a:pt x="5731" y="1"/>
                    <a:pt x="2859" y="98"/>
                    <a:pt x="0" y="314"/>
                  </a:cubicBezTo>
                  <a:cubicBezTo>
                    <a:pt x="3215" y="481"/>
                    <a:pt x="6430" y="672"/>
                    <a:pt x="9656" y="707"/>
                  </a:cubicBezTo>
                  <a:cubicBezTo>
                    <a:pt x="9966" y="710"/>
                    <a:pt x="10277" y="712"/>
                    <a:pt x="10587" y="712"/>
                  </a:cubicBezTo>
                  <a:cubicBezTo>
                    <a:pt x="13010" y="712"/>
                    <a:pt x="15455" y="622"/>
                    <a:pt x="17872" y="326"/>
                  </a:cubicBezTo>
                  <a:cubicBezTo>
                    <a:pt x="17276" y="279"/>
                    <a:pt x="16669" y="243"/>
                    <a:pt x="16074" y="207"/>
                  </a:cubicBezTo>
                  <a:cubicBezTo>
                    <a:pt x="13592" y="74"/>
                    <a:pt x="11097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34"/>
            <p:cNvSpPr/>
            <p:nvPr/>
          </p:nvSpPr>
          <p:spPr>
            <a:xfrm rot="-5400000">
              <a:off x="-2151584" y="2479324"/>
              <a:ext cx="5128438" cy="64380"/>
            </a:xfrm>
            <a:custGeom>
              <a:avLst/>
              <a:gdLst/>
              <a:ahLst/>
              <a:cxnLst/>
              <a:rect l="l" t="t" r="r" b="b"/>
              <a:pathLst>
                <a:path w="82368" h="2175" extrusionOk="0">
                  <a:moveTo>
                    <a:pt x="73179" y="1"/>
                  </a:moveTo>
                  <a:cubicBezTo>
                    <a:pt x="71470" y="1"/>
                    <a:pt x="69755" y="63"/>
                    <a:pt x="68057" y="133"/>
                  </a:cubicBezTo>
                  <a:cubicBezTo>
                    <a:pt x="66592" y="192"/>
                    <a:pt x="65140" y="264"/>
                    <a:pt x="63675" y="288"/>
                  </a:cubicBezTo>
                  <a:cubicBezTo>
                    <a:pt x="63256" y="294"/>
                    <a:pt x="62837" y="297"/>
                    <a:pt x="62418" y="297"/>
                  </a:cubicBezTo>
                  <a:cubicBezTo>
                    <a:pt x="61337" y="297"/>
                    <a:pt x="60256" y="278"/>
                    <a:pt x="59175" y="252"/>
                  </a:cubicBezTo>
                  <a:cubicBezTo>
                    <a:pt x="58456" y="235"/>
                    <a:pt x="57721" y="227"/>
                    <a:pt x="56973" y="227"/>
                  </a:cubicBezTo>
                  <a:cubicBezTo>
                    <a:pt x="52059" y="227"/>
                    <a:pt x="46601" y="553"/>
                    <a:pt x="41744" y="573"/>
                  </a:cubicBezTo>
                  <a:lnTo>
                    <a:pt x="41744" y="562"/>
                  </a:lnTo>
                  <a:cubicBezTo>
                    <a:pt x="39636" y="538"/>
                    <a:pt x="37517" y="252"/>
                    <a:pt x="35433" y="109"/>
                  </a:cubicBezTo>
                  <a:cubicBezTo>
                    <a:pt x="34281" y="33"/>
                    <a:pt x="33121" y="4"/>
                    <a:pt x="31959" y="4"/>
                  </a:cubicBezTo>
                  <a:cubicBezTo>
                    <a:pt x="30217" y="4"/>
                    <a:pt x="28471" y="69"/>
                    <a:pt x="26742" y="133"/>
                  </a:cubicBezTo>
                  <a:cubicBezTo>
                    <a:pt x="25289" y="192"/>
                    <a:pt x="23825" y="264"/>
                    <a:pt x="22372" y="288"/>
                  </a:cubicBezTo>
                  <a:cubicBezTo>
                    <a:pt x="21953" y="294"/>
                    <a:pt x="21534" y="297"/>
                    <a:pt x="21114" y="297"/>
                  </a:cubicBezTo>
                  <a:cubicBezTo>
                    <a:pt x="20030" y="297"/>
                    <a:pt x="18944" y="278"/>
                    <a:pt x="17872" y="252"/>
                  </a:cubicBezTo>
                  <a:cubicBezTo>
                    <a:pt x="17164" y="235"/>
                    <a:pt x="16441" y="228"/>
                    <a:pt x="15706" y="228"/>
                  </a:cubicBezTo>
                  <a:cubicBezTo>
                    <a:pt x="10625" y="228"/>
                    <a:pt x="4972" y="573"/>
                    <a:pt x="0" y="573"/>
                  </a:cubicBezTo>
                  <a:cubicBezTo>
                    <a:pt x="12" y="1038"/>
                    <a:pt x="215" y="1693"/>
                    <a:pt x="215" y="2157"/>
                  </a:cubicBezTo>
                  <a:cubicBezTo>
                    <a:pt x="673" y="2169"/>
                    <a:pt x="1133" y="2174"/>
                    <a:pt x="1595" y="2174"/>
                  </a:cubicBezTo>
                  <a:cubicBezTo>
                    <a:pt x="7038" y="2174"/>
                    <a:pt x="12664" y="1427"/>
                    <a:pt x="17945" y="1427"/>
                  </a:cubicBezTo>
                  <a:cubicBezTo>
                    <a:pt x="18621" y="1427"/>
                    <a:pt x="19292" y="1439"/>
                    <a:pt x="19955" y="1466"/>
                  </a:cubicBezTo>
                  <a:cubicBezTo>
                    <a:pt x="24277" y="1645"/>
                    <a:pt x="28564" y="2050"/>
                    <a:pt x="32897" y="2086"/>
                  </a:cubicBezTo>
                  <a:cubicBezTo>
                    <a:pt x="35779" y="2109"/>
                    <a:pt x="38660" y="2086"/>
                    <a:pt x="41529" y="2157"/>
                  </a:cubicBezTo>
                  <a:cubicBezTo>
                    <a:pt x="41988" y="2169"/>
                    <a:pt x="42448" y="2174"/>
                    <a:pt x="42909" y="2174"/>
                  </a:cubicBezTo>
                  <a:cubicBezTo>
                    <a:pt x="48353" y="2174"/>
                    <a:pt x="53979" y="1427"/>
                    <a:pt x="59259" y="1427"/>
                  </a:cubicBezTo>
                  <a:cubicBezTo>
                    <a:pt x="59936" y="1427"/>
                    <a:pt x="60606" y="1439"/>
                    <a:pt x="61270" y="1466"/>
                  </a:cubicBezTo>
                  <a:cubicBezTo>
                    <a:pt x="65592" y="1645"/>
                    <a:pt x="69878" y="2050"/>
                    <a:pt x="74212" y="2086"/>
                  </a:cubicBezTo>
                  <a:cubicBezTo>
                    <a:pt x="76927" y="2109"/>
                    <a:pt x="79653" y="2086"/>
                    <a:pt x="82368" y="2145"/>
                  </a:cubicBezTo>
                  <a:lnTo>
                    <a:pt x="82368" y="550"/>
                  </a:lnTo>
                  <a:cubicBezTo>
                    <a:pt x="80487" y="478"/>
                    <a:pt x="78606" y="240"/>
                    <a:pt x="76748" y="109"/>
                  </a:cubicBezTo>
                  <a:lnTo>
                    <a:pt x="76736" y="109"/>
                  </a:lnTo>
                  <a:cubicBezTo>
                    <a:pt x="75558" y="31"/>
                    <a:pt x="74370" y="1"/>
                    <a:pt x="73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34"/>
            <p:cNvSpPr/>
            <p:nvPr/>
          </p:nvSpPr>
          <p:spPr>
            <a:xfrm rot="-5400000">
              <a:off x="-2088791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34"/>
            <p:cNvSpPr/>
            <p:nvPr/>
          </p:nvSpPr>
          <p:spPr>
            <a:xfrm rot="-5400000">
              <a:off x="-398112" y="511659"/>
              <a:ext cx="1112818" cy="21075"/>
            </a:xfrm>
            <a:custGeom>
              <a:avLst/>
              <a:gdLst/>
              <a:ahLst/>
              <a:cxnLst/>
              <a:rect l="l" t="t" r="r" b="b"/>
              <a:pathLst>
                <a:path w="17873" h="712" extrusionOk="0">
                  <a:moveTo>
                    <a:pt x="8601" y="1"/>
                  </a:moveTo>
                  <a:cubicBezTo>
                    <a:pt x="5732" y="1"/>
                    <a:pt x="2860" y="98"/>
                    <a:pt x="1" y="314"/>
                  </a:cubicBezTo>
                  <a:cubicBezTo>
                    <a:pt x="3216" y="481"/>
                    <a:pt x="6430" y="672"/>
                    <a:pt x="9657" y="707"/>
                  </a:cubicBezTo>
                  <a:cubicBezTo>
                    <a:pt x="9967" y="710"/>
                    <a:pt x="10277" y="712"/>
                    <a:pt x="10588" y="712"/>
                  </a:cubicBezTo>
                  <a:cubicBezTo>
                    <a:pt x="13011" y="712"/>
                    <a:pt x="15456" y="622"/>
                    <a:pt x="17872" y="326"/>
                  </a:cubicBezTo>
                  <a:cubicBezTo>
                    <a:pt x="17277" y="279"/>
                    <a:pt x="16670" y="243"/>
                    <a:pt x="16074" y="207"/>
                  </a:cubicBezTo>
                  <a:cubicBezTo>
                    <a:pt x="13593" y="74"/>
                    <a:pt x="11098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34"/>
            <p:cNvSpPr/>
            <p:nvPr/>
          </p:nvSpPr>
          <p:spPr>
            <a:xfrm rot="-5400000">
              <a:off x="-2517866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3" name="Google Shape;1863;p34"/>
          <p:cNvGrpSpPr/>
          <p:nvPr/>
        </p:nvGrpSpPr>
        <p:grpSpPr>
          <a:xfrm rot="-5400000" flipH="1">
            <a:off x="4310062" y="810815"/>
            <a:ext cx="498605" cy="8093976"/>
            <a:chOff x="26406" y="-52705"/>
            <a:chExt cx="498605" cy="5198109"/>
          </a:xfrm>
        </p:grpSpPr>
        <p:sp>
          <p:nvSpPr>
            <p:cNvPr id="1864" name="Google Shape;1864;p34"/>
            <p:cNvSpPr/>
            <p:nvPr/>
          </p:nvSpPr>
          <p:spPr>
            <a:xfrm rot="-5400000">
              <a:off x="-2385939" y="2507515"/>
              <a:ext cx="5198109" cy="77670"/>
            </a:xfrm>
            <a:custGeom>
              <a:avLst/>
              <a:gdLst/>
              <a:ahLst/>
              <a:cxnLst/>
              <a:rect l="l" t="t" r="r" b="b"/>
              <a:pathLst>
                <a:path w="83487" h="2624" extrusionOk="0">
                  <a:moveTo>
                    <a:pt x="57972" y="1"/>
                  </a:moveTo>
                  <a:cubicBezTo>
                    <a:pt x="52757" y="1"/>
                    <a:pt x="46991" y="326"/>
                    <a:pt x="42256" y="835"/>
                  </a:cubicBezTo>
                  <a:cubicBezTo>
                    <a:pt x="41281" y="911"/>
                    <a:pt x="40296" y="940"/>
                    <a:pt x="39312" y="940"/>
                  </a:cubicBezTo>
                  <a:cubicBezTo>
                    <a:pt x="38433" y="940"/>
                    <a:pt x="37554" y="917"/>
                    <a:pt x="36683" y="883"/>
                  </a:cubicBezTo>
                  <a:cubicBezTo>
                    <a:pt x="33933" y="776"/>
                    <a:pt x="31195" y="526"/>
                    <a:pt x="28444" y="359"/>
                  </a:cubicBezTo>
                  <a:cubicBezTo>
                    <a:pt x="25503" y="169"/>
                    <a:pt x="22539" y="109"/>
                    <a:pt x="19586" y="38"/>
                  </a:cubicBezTo>
                  <a:cubicBezTo>
                    <a:pt x="18650" y="13"/>
                    <a:pt x="17684" y="2"/>
                    <a:pt x="16698" y="2"/>
                  </a:cubicBezTo>
                  <a:cubicBezTo>
                    <a:pt x="11424" y="2"/>
                    <a:pt x="5585" y="336"/>
                    <a:pt x="810" y="847"/>
                  </a:cubicBezTo>
                  <a:cubicBezTo>
                    <a:pt x="834" y="1550"/>
                    <a:pt x="0" y="1240"/>
                    <a:pt x="0" y="1943"/>
                  </a:cubicBezTo>
                  <a:cubicBezTo>
                    <a:pt x="12" y="2026"/>
                    <a:pt x="1262" y="2359"/>
                    <a:pt x="1274" y="2443"/>
                  </a:cubicBezTo>
                  <a:cubicBezTo>
                    <a:pt x="1742" y="2491"/>
                    <a:pt x="2194" y="2510"/>
                    <a:pt x="2631" y="2510"/>
                  </a:cubicBezTo>
                  <a:cubicBezTo>
                    <a:pt x="4100" y="2510"/>
                    <a:pt x="5412" y="2299"/>
                    <a:pt x="6661" y="2299"/>
                  </a:cubicBezTo>
                  <a:cubicBezTo>
                    <a:pt x="6687" y="2299"/>
                    <a:pt x="6713" y="2300"/>
                    <a:pt x="6739" y="2300"/>
                  </a:cubicBezTo>
                  <a:cubicBezTo>
                    <a:pt x="8323" y="2300"/>
                    <a:pt x="9894" y="2300"/>
                    <a:pt x="11478" y="2288"/>
                  </a:cubicBezTo>
                  <a:cubicBezTo>
                    <a:pt x="12270" y="2288"/>
                    <a:pt x="13064" y="2294"/>
                    <a:pt x="13858" y="2294"/>
                  </a:cubicBezTo>
                  <a:cubicBezTo>
                    <a:pt x="14651" y="2294"/>
                    <a:pt x="15443" y="2288"/>
                    <a:pt x="16229" y="2264"/>
                  </a:cubicBezTo>
                  <a:cubicBezTo>
                    <a:pt x="17489" y="2227"/>
                    <a:pt x="18752" y="2210"/>
                    <a:pt x="20015" y="2210"/>
                  </a:cubicBezTo>
                  <a:cubicBezTo>
                    <a:pt x="22042" y="2210"/>
                    <a:pt x="24069" y="2255"/>
                    <a:pt x="26087" y="2335"/>
                  </a:cubicBezTo>
                  <a:cubicBezTo>
                    <a:pt x="27730" y="2395"/>
                    <a:pt x="29361" y="2490"/>
                    <a:pt x="30992" y="2586"/>
                  </a:cubicBezTo>
                  <a:cubicBezTo>
                    <a:pt x="31484" y="2613"/>
                    <a:pt x="31980" y="2624"/>
                    <a:pt x="32478" y="2624"/>
                  </a:cubicBezTo>
                  <a:cubicBezTo>
                    <a:pt x="33473" y="2624"/>
                    <a:pt x="34473" y="2582"/>
                    <a:pt x="35457" y="2550"/>
                  </a:cubicBezTo>
                  <a:cubicBezTo>
                    <a:pt x="37222" y="2488"/>
                    <a:pt x="38988" y="2407"/>
                    <a:pt x="40753" y="2407"/>
                  </a:cubicBezTo>
                  <a:cubicBezTo>
                    <a:pt x="41381" y="2407"/>
                    <a:pt x="42009" y="2418"/>
                    <a:pt x="42637" y="2443"/>
                  </a:cubicBezTo>
                  <a:cubicBezTo>
                    <a:pt x="43099" y="2491"/>
                    <a:pt x="43546" y="2510"/>
                    <a:pt x="43979" y="2510"/>
                  </a:cubicBezTo>
                  <a:cubicBezTo>
                    <a:pt x="45433" y="2510"/>
                    <a:pt x="46736" y="2299"/>
                    <a:pt x="47976" y="2299"/>
                  </a:cubicBezTo>
                  <a:cubicBezTo>
                    <a:pt x="48002" y="2299"/>
                    <a:pt x="48028" y="2300"/>
                    <a:pt x="48054" y="2300"/>
                  </a:cubicBezTo>
                  <a:cubicBezTo>
                    <a:pt x="49637" y="2300"/>
                    <a:pt x="51221" y="2300"/>
                    <a:pt x="52805" y="2288"/>
                  </a:cubicBezTo>
                  <a:cubicBezTo>
                    <a:pt x="53703" y="2288"/>
                    <a:pt x="54608" y="2296"/>
                    <a:pt x="55513" y="2296"/>
                  </a:cubicBezTo>
                  <a:cubicBezTo>
                    <a:pt x="56192" y="2296"/>
                    <a:pt x="56870" y="2291"/>
                    <a:pt x="57543" y="2276"/>
                  </a:cubicBezTo>
                  <a:cubicBezTo>
                    <a:pt x="58830" y="2239"/>
                    <a:pt x="60118" y="2221"/>
                    <a:pt x="61407" y="2221"/>
                  </a:cubicBezTo>
                  <a:cubicBezTo>
                    <a:pt x="63410" y="2221"/>
                    <a:pt x="65414" y="2263"/>
                    <a:pt x="67413" y="2335"/>
                  </a:cubicBezTo>
                  <a:cubicBezTo>
                    <a:pt x="69045" y="2395"/>
                    <a:pt x="70676" y="2490"/>
                    <a:pt x="72307" y="2586"/>
                  </a:cubicBezTo>
                  <a:cubicBezTo>
                    <a:pt x="72799" y="2613"/>
                    <a:pt x="73295" y="2624"/>
                    <a:pt x="73793" y="2624"/>
                  </a:cubicBezTo>
                  <a:cubicBezTo>
                    <a:pt x="74787" y="2624"/>
                    <a:pt x="75788" y="2582"/>
                    <a:pt x="76772" y="2550"/>
                  </a:cubicBezTo>
                  <a:cubicBezTo>
                    <a:pt x="78554" y="2493"/>
                    <a:pt x="80336" y="2413"/>
                    <a:pt x="82118" y="2413"/>
                  </a:cubicBezTo>
                  <a:cubicBezTo>
                    <a:pt x="82575" y="2413"/>
                    <a:pt x="83031" y="2419"/>
                    <a:pt x="83487" y="2431"/>
                  </a:cubicBezTo>
                  <a:lnTo>
                    <a:pt x="83487" y="835"/>
                  </a:lnTo>
                  <a:cubicBezTo>
                    <a:pt x="82525" y="911"/>
                    <a:pt x="81556" y="940"/>
                    <a:pt x="80589" y="940"/>
                  </a:cubicBezTo>
                  <a:cubicBezTo>
                    <a:pt x="79726" y="940"/>
                    <a:pt x="78864" y="917"/>
                    <a:pt x="78010" y="883"/>
                  </a:cubicBezTo>
                  <a:lnTo>
                    <a:pt x="77998" y="883"/>
                  </a:lnTo>
                  <a:cubicBezTo>
                    <a:pt x="75248" y="776"/>
                    <a:pt x="72509" y="526"/>
                    <a:pt x="69759" y="359"/>
                  </a:cubicBezTo>
                  <a:cubicBezTo>
                    <a:pt x="66818" y="169"/>
                    <a:pt x="63854" y="109"/>
                    <a:pt x="60901" y="38"/>
                  </a:cubicBezTo>
                  <a:cubicBezTo>
                    <a:pt x="59952" y="13"/>
                    <a:pt x="58972" y="1"/>
                    <a:pt x="579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34"/>
            <p:cNvSpPr/>
            <p:nvPr/>
          </p:nvSpPr>
          <p:spPr>
            <a:xfrm rot="-5400000">
              <a:off x="-2277146" y="2491763"/>
              <a:ext cx="5192194" cy="104754"/>
            </a:xfrm>
            <a:custGeom>
              <a:avLst/>
              <a:gdLst/>
              <a:ahLst/>
              <a:cxnLst/>
              <a:rect l="l" t="t" r="r" b="b"/>
              <a:pathLst>
                <a:path w="83392" h="3539" extrusionOk="0">
                  <a:moveTo>
                    <a:pt x="20540" y="0"/>
                  </a:moveTo>
                  <a:cubicBezTo>
                    <a:pt x="20258" y="0"/>
                    <a:pt x="19975" y="1"/>
                    <a:pt x="19694" y="3"/>
                  </a:cubicBezTo>
                  <a:cubicBezTo>
                    <a:pt x="18086" y="3"/>
                    <a:pt x="16467" y="51"/>
                    <a:pt x="14860" y="63"/>
                  </a:cubicBezTo>
                  <a:cubicBezTo>
                    <a:pt x="11245" y="73"/>
                    <a:pt x="6844" y="240"/>
                    <a:pt x="2975" y="240"/>
                  </a:cubicBezTo>
                  <a:cubicBezTo>
                    <a:pt x="2205" y="240"/>
                    <a:pt x="1456" y="233"/>
                    <a:pt x="739" y="218"/>
                  </a:cubicBezTo>
                  <a:lnTo>
                    <a:pt x="739" y="218"/>
                  </a:lnTo>
                  <a:cubicBezTo>
                    <a:pt x="846" y="1122"/>
                    <a:pt x="1" y="1599"/>
                    <a:pt x="36" y="2515"/>
                  </a:cubicBezTo>
                  <a:cubicBezTo>
                    <a:pt x="36" y="2623"/>
                    <a:pt x="1179" y="3397"/>
                    <a:pt x="1179" y="3504"/>
                  </a:cubicBezTo>
                  <a:cubicBezTo>
                    <a:pt x="1506" y="3528"/>
                    <a:pt x="1846" y="3539"/>
                    <a:pt x="2196" y="3539"/>
                  </a:cubicBezTo>
                  <a:cubicBezTo>
                    <a:pt x="4814" y="3539"/>
                    <a:pt x="7990" y="2940"/>
                    <a:pt x="10532" y="2940"/>
                  </a:cubicBezTo>
                  <a:cubicBezTo>
                    <a:pt x="10655" y="2940"/>
                    <a:pt x="10775" y="2941"/>
                    <a:pt x="10895" y="2944"/>
                  </a:cubicBezTo>
                  <a:cubicBezTo>
                    <a:pt x="13895" y="3027"/>
                    <a:pt x="16896" y="3170"/>
                    <a:pt x="19896" y="3218"/>
                  </a:cubicBezTo>
                  <a:cubicBezTo>
                    <a:pt x="20646" y="3230"/>
                    <a:pt x="21396" y="3239"/>
                    <a:pt x="22146" y="3239"/>
                  </a:cubicBezTo>
                  <a:cubicBezTo>
                    <a:pt x="22896" y="3239"/>
                    <a:pt x="23646" y="3230"/>
                    <a:pt x="24397" y="3206"/>
                  </a:cubicBezTo>
                  <a:cubicBezTo>
                    <a:pt x="25837" y="3170"/>
                    <a:pt x="27278" y="3087"/>
                    <a:pt x="28719" y="3039"/>
                  </a:cubicBezTo>
                  <a:cubicBezTo>
                    <a:pt x="30089" y="2994"/>
                    <a:pt x="31464" y="2960"/>
                    <a:pt x="32838" y="2960"/>
                  </a:cubicBezTo>
                  <a:cubicBezTo>
                    <a:pt x="34376" y="2960"/>
                    <a:pt x="35912" y="3003"/>
                    <a:pt x="37434" y="3123"/>
                  </a:cubicBezTo>
                  <a:cubicBezTo>
                    <a:pt x="39101" y="3254"/>
                    <a:pt x="40803" y="3456"/>
                    <a:pt x="42494" y="3492"/>
                  </a:cubicBezTo>
                  <a:cubicBezTo>
                    <a:pt x="42494" y="3492"/>
                    <a:pt x="42494" y="3504"/>
                    <a:pt x="42494" y="3504"/>
                  </a:cubicBezTo>
                  <a:cubicBezTo>
                    <a:pt x="42821" y="3528"/>
                    <a:pt x="43161" y="3539"/>
                    <a:pt x="43511" y="3539"/>
                  </a:cubicBezTo>
                  <a:cubicBezTo>
                    <a:pt x="46129" y="3539"/>
                    <a:pt x="49305" y="2940"/>
                    <a:pt x="51847" y="2940"/>
                  </a:cubicBezTo>
                  <a:cubicBezTo>
                    <a:pt x="51969" y="2940"/>
                    <a:pt x="52090" y="2941"/>
                    <a:pt x="52210" y="2944"/>
                  </a:cubicBezTo>
                  <a:cubicBezTo>
                    <a:pt x="55210" y="3027"/>
                    <a:pt x="58210" y="3170"/>
                    <a:pt x="61211" y="3218"/>
                  </a:cubicBezTo>
                  <a:cubicBezTo>
                    <a:pt x="61961" y="3230"/>
                    <a:pt x="62711" y="3239"/>
                    <a:pt x="63461" y="3239"/>
                  </a:cubicBezTo>
                  <a:cubicBezTo>
                    <a:pt x="64211" y="3239"/>
                    <a:pt x="64961" y="3230"/>
                    <a:pt x="65711" y="3206"/>
                  </a:cubicBezTo>
                  <a:cubicBezTo>
                    <a:pt x="67152" y="3170"/>
                    <a:pt x="68593" y="3087"/>
                    <a:pt x="70033" y="3039"/>
                  </a:cubicBezTo>
                  <a:cubicBezTo>
                    <a:pt x="71403" y="2994"/>
                    <a:pt x="72779" y="2960"/>
                    <a:pt x="74152" y="2960"/>
                  </a:cubicBezTo>
                  <a:cubicBezTo>
                    <a:pt x="75691" y="2960"/>
                    <a:pt x="77226" y="3003"/>
                    <a:pt x="78749" y="3123"/>
                  </a:cubicBezTo>
                  <a:cubicBezTo>
                    <a:pt x="80284" y="3254"/>
                    <a:pt x="81844" y="3432"/>
                    <a:pt x="83392" y="3492"/>
                  </a:cubicBezTo>
                  <a:lnTo>
                    <a:pt x="83392" y="218"/>
                  </a:lnTo>
                  <a:cubicBezTo>
                    <a:pt x="82902" y="202"/>
                    <a:pt x="82412" y="196"/>
                    <a:pt x="81921" y="196"/>
                  </a:cubicBezTo>
                  <a:cubicBezTo>
                    <a:pt x="79738" y="196"/>
                    <a:pt x="77545" y="324"/>
                    <a:pt x="75367" y="372"/>
                  </a:cubicBezTo>
                  <a:cubicBezTo>
                    <a:pt x="75023" y="380"/>
                    <a:pt x="74679" y="384"/>
                    <a:pt x="74335" y="384"/>
                  </a:cubicBezTo>
                  <a:cubicBezTo>
                    <a:pt x="71531" y="384"/>
                    <a:pt x="68750" y="148"/>
                    <a:pt x="65949" y="63"/>
                  </a:cubicBezTo>
                  <a:cubicBezTo>
                    <a:pt x="64588" y="23"/>
                    <a:pt x="63219" y="0"/>
                    <a:pt x="61855" y="0"/>
                  </a:cubicBezTo>
                  <a:cubicBezTo>
                    <a:pt x="61572" y="0"/>
                    <a:pt x="61290" y="1"/>
                    <a:pt x="61008" y="3"/>
                  </a:cubicBezTo>
                  <a:cubicBezTo>
                    <a:pt x="59401" y="3"/>
                    <a:pt x="57782" y="63"/>
                    <a:pt x="56174" y="63"/>
                  </a:cubicBezTo>
                  <a:cubicBezTo>
                    <a:pt x="52560" y="73"/>
                    <a:pt x="48167" y="240"/>
                    <a:pt x="44294" y="240"/>
                  </a:cubicBezTo>
                  <a:cubicBezTo>
                    <a:pt x="43523" y="240"/>
                    <a:pt x="42773" y="233"/>
                    <a:pt x="42054" y="218"/>
                  </a:cubicBezTo>
                  <a:cubicBezTo>
                    <a:pt x="41564" y="202"/>
                    <a:pt x="41074" y="196"/>
                    <a:pt x="40583" y="196"/>
                  </a:cubicBezTo>
                  <a:cubicBezTo>
                    <a:pt x="38404" y="196"/>
                    <a:pt x="36220" y="324"/>
                    <a:pt x="34053" y="372"/>
                  </a:cubicBezTo>
                  <a:cubicBezTo>
                    <a:pt x="33708" y="380"/>
                    <a:pt x="33364" y="384"/>
                    <a:pt x="33021" y="384"/>
                  </a:cubicBezTo>
                  <a:cubicBezTo>
                    <a:pt x="30216" y="384"/>
                    <a:pt x="27435" y="148"/>
                    <a:pt x="24635" y="63"/>
                  </a:cubicBezTo>
                  <a:cubicBezTo>
                    <a:pt x="23274" y="23"/>
                    <a:pt x="21904" y="0"/>
                    <a:pt x="205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34"/>
            <p:cNvSpPr/>
            <p:nvPr/>
          </p:nvSpPr>
          <p:spPr>
            <a:xfrm rot="-5400000">
              <a:off x="-398081" y="3084003"/>
              <a:ext cx="1112755" cy="21075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601" y="1"/>
                  </a:moveTo>
                  <a:cubicBezTo>
                    <a:pt x="5731" y="1"/>
                    <a:pt x="2859" y="98"/>
                    <a:pt x="0" y="314"/>
                  </a:cubicBezTo>
                  <a:cubicBezTo>
                    <a:pt x="3215" y="481"/>
                    <a:pt x="6430" y="672"/>
                    <a:pt x="9656" y="707"/>
                  </a:cubicBezTo>
                  <a:cubicBezTo>
                    <a:pt x="9966" y="710"/>
                    <a:pt x="10277" y="712"/>
                    <a:pt x="10587" y="712"/>
                  </a:cubicBezTo>
                  <a:cubicBezTo>
                    <a:pt x="13010" y="712"/>
                    <a:pt x="15455" y="622"/>
                    <a:pt x="17872" y="326"/>
                  </a:cubicBezTo>
                  <a:cubicBezTo>
                    <a:pt x="17276" y="279"/>
                    <a:pt x="16669" y="243"/>
                    <a:pt x="16074" y="207"/>
                  </a:cubicBezTo>
                  <a:cubicBezTo>
                    <a:pt x="13592" y="74"/>
                    <a:pt x="11097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4"/>
            <p:cNvSpPr/>
            <p:nvPr/>
          </p:nvSpPr>
          <p:spPr>
            <a:xfrm rot="-5400000">
              <a:off x="-2151584" y="2479324"/>
              <a:ext cx="5128438" cy="64380"/>
            </a:xfrm>
            <a:custGeom>
              <a:avLst/>
              <a:gdLst/>
              <a:ahLst/>
              <a:cxnLst/>
              <a:rect l="l" t="t" r="r" b="b"/>
              <a:pathLst>
                <a:path w="82368" h="2175" extrusionOk="0">
                  <a:moveTo>
                    <a:pt x="73179" y="1"/>
                  </a:moveTo>
                  <a:cubicBezTo>
                    <a:pt x="71470" y="1"/>
                    <a:pt x="69755" y="63"/>
                    <a:pt x="68057" y="133"/>
                  </a:cubicBezTo>
                  <a:cubicBezTo>
                    <a:pt x="66592" y="192"/>
                    <a:pt x="65140" y="264"/>
                    <a:pt x="63675" y="288"/>
                  </a:cubicBezTo>
                  <a:cubicBezTo>
                    <a:pt x="63256" y="294"/>
                    <a:pt x="62837" y="297"/>
                    <a:pt x="62418" y="297"/>
                  </a:cubicBezTo>
                  <a:cubicBezTo>
                    <a:pt x="61337" y="297"/>
                    <a:pt x="60256" y="278"/>
                    <a:pt x="59175" y="252"/>
                  </a:cubicBezTo>
                  <a:cubicBezTo>
                    <a:pt x="58456" y="235"/>
                    <a:pt x="57721" y="227"/>
                    <a:pt x="56973" y="227"/>
                  </a:cubicBezTo>
                  <a:cubicBezTo>
                    <a:pt x="52059" y="227"/>
                    <a:pt x="46601" y="553"/>
                    <a:pt x="41744" y="573"/>
                  </a:cubicBezTo>
                  <a:lnTo>
                    <a:pt x="41744" y="562"/>
                  </a:lnTo>
                  <a:cubicBezTo>
                    <a:pt x="39636" y="538"/>
                    <a:pt x="37517" y="252"/>
                    <a:pt x="35433" y="109"/>
                  </a:cubicBezTo>
                  <a:cubicBezTo>
                    <a:pt x="34281" y="33"/>
                    <a:pt x="33121" y="4"/>
                    <a:pt x="31959" y="4"/>
                  </a:cubicBezTo>
                  <a:cubicBezTo>
                    <a:pt x="30217" y="4"/>
                    <a:pt x="28471" y="69"/>
                    <a:pt x="26742" y="133"/>
                  </a:cubicBezTo>
                  <a:cubicBezTo>
                    <a:pt x="25289" y="192"/>
                    <a:pt x="23825" y="264"/>
                    <a:pt x="22372" y="288"/>
                  </a:cubicBezTo>
                  <a:cubicBezTo>
                    <a:pt x="21953" y="294"/>
                    <a:pt x="21534" y="297"/>
                    <a:pt x="21114" y="297"/>
                  </a:cubicBezTo>
                  <a:cubicBezTo>
                    <a:pt x="20030" y="297"/>
                    <a:pt x="18944" y="278"/>
                    <a:pt x="17872" y="252"/>
                  </a:cubicBezTo>
                  <a:cubicBezTo>
                    <a:pt x="17164" y="235"/>
                    <a:pt x="16441" y="228"/>
                    <a:pt x="15706" y="228"/>
                  </a:cubicBezTo>
                  <a:cubicBezTo>
                    <a:pt x="10625" y="228"/>
                    <a:pt x="4972" y="573"/>
                    <a:pt x="0" y="573"/>
                  </a:cubicBezTo>
                  <a:cubicBezTo>
                    <a:pt x="12" y="1038"/>
                    <a:pt x="215" y="1693"/>
                    <a:pt x="215" y="2157"/>
                  </a:cubicBezTo>
                  <a:cubicBezTo>
                    <a:pt x="673" y="2169"/>
                    <a:pt x="1133" y="2174"/>
                    <a:pt x="1595" y="2174"/>
                  </a:cubicBezTo>
                  <a:cubicBezTo>
                    <a:pt x="7038" y="2174"/>
                    <a:pt x="12664" y="1427"/>
                    <a:pt x="17945" y="1427"/>
                  </a:cubicBezTo>
                  <a:cubicBezTo>
                    <a:pt x="18621" y="1427"/>
                    <a:pt x="19292" y="1439"/>
                    <a:pt x="19955" y="1466"/>
                  </a:cubicBezTo>
                  <a:cubicBezTo>
                    <a:pt x="24277" y="1645"/>
                    <a:pt x="28564" y="2050"/>
                    <a:pt x="32897" y="2086"/>
                  </a:cubicBezTo>
                  <a:cubicBezTo>
                    <a:pt x="35779" y="2109"/>
                    <a:pt x="38660" y="2086"/>
                    <a:pt x="41529" y="2157"/>
                  </a:cubicBezTo>
                  <a:cubicBezTo>
                    <a:pt x="41988" y="2169"/>
                    <a:pt x="42448" y="2174"/>
                    <a:pt x="42909" y="2174"/>
                  </a:cubicBezTo>
                  <a:cubicBezTo>
                    <a:pt x="48353" y="2174"/>
                    <a:pt x="53979" y="1427"/>
                    <a:pt x="59259" y="1427"/>
                  </a:cubicBezTo>
                  <a:cubicBezTo>
                    <a:pt x="59936" y="1427"/>
                    <a:pt x="60606" y="1439"/>
                    <a:pt x="61270" y="1466"/>
                  </a:cubicBezTo>
                  <a:cubicBezTo>
                    <a:pt x="65592" y="1645"/>
                    <a:pt x="69878" y="2050"/>
                    <a:pt x="74212" y="2086"/>
                  </a:cubicBezTo>
                  <a:cubicBezTo>
                    <a:pt x="76927" y="2109"/>
                    <a:pt x="79653" y="2086"/>
                    <a:pt x="82368" y="2145"/>
                  </a:cubicBezTo>
                  <a:lnTo>
                    <a:pt x="82368" y="550"/>
                  </a:lnTo>
                  <a:cubicBezTo>
                    <a:pt x="80487" y="478"/>
                    <a:pt x="78606" y="240"/>
                    <a:pt x="76748" y="109"/>
                  </a:cubicBezTo>
                  <a:lnTo>
                    <a:pt x="76736" y="109"/>
                  </a:lnTo>
                  <a:cubicBezTo>
                    <a:pt x="75558" y="31"/>
                    <a:pt x="74370" y="1"/>
                    <a:pt x="73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34"/>
            <p:cNvSpPr/>
            <p:nvPr/>
          </p:nvSpPr>
          <p:spPr>
            <a:xfrm rot="-5400000">
              <a:off x="-2088791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34"/>
            <p:cNvSpPr/>
            <p:nvPr/>
          </p:nvSpPr>
          <p:spPr>
            <a:xfrm rot="-5400000">
              <a:off x="-398112" y="511659"/>
              <a:ext cx="1112818" cy="21075"/>
            </a:xfrm>
            <a:custGeom>
              <a:avLst/>
              <a:gdLst/>
              <a:ahLst/>
              <a:cxnLst/>
              <a:rect l="l" t="t" r="r" b="b"/>
              <a:pathLst>
                <a:path w="17873" h="712" extrusionOk="0">
                  <a:moveTo>
                    <a:pt x="8601" y="1"/>
                  </a:moveTo>
                  <a:cubicBezTo>
                    <a:pt x="5732" y="1"/>
                    <a:pt x="2860" y="98"/>
                    <a:pt x="1" y="314"/>
                  </a:cubicBezTo>
                  <a:cubicBezTo>
                    <a:pt x="3216" y="481"/>
                    <a:pt x="6430" y="672"/>
                    <a:pt x="9657" y="707"/>
                  </a:cubicBezTo>
                  <a:cubicBezTo>
                    <a:pt x="9967" y="710"/>
                    <a:pt x="10277" y="712"/>
                    <a:pt x="10588" y="712"/>
                  </a:cubicBezTo>
                  <a:cubicBezTo>
                    <a:pt x="13011" y="712"/>
                    <a:pt x="15456" y="622"/>
                    <a:pt x="17872" y="326"/>
                  </a:cubicBezTo>
                  <a:cubicBezTo>
                    <a:pt x="17277" y="279"/>
                    <a:pt x="16670" y="243"/>
                    <a:pt x="16074" y="207"/>
                  </a:cubicBezTo>
                  <a:cubicBezTo>
                    <a:pt x="13593" y="74"/>
                    <a:pt x="11098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34"/>
            <p:cNvSpPr/>
            <p:nvPr/>
          </p:nvSpPr>
          <p:spPr>
            <a:xfrm rot="-5400000">
              <a:off x="-2517866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1" name="Google Shape;1871;p34"/>
          <p:cNvGrpSpPr/>
          <p:nvPr/>
        </p:nvGrpSpPr>
        <p:grpSpPr>
          <a:xfrm rot="10800000">
            <a:off x="8624445" y="-72048"/>
            <a:ext cx="498605" cy="5312468"/>
            <a:chOff x="26406" y="-52705"/>
            <a:chExt cx="498605" cy="5198109"/>
          </a:xfrm>
        </p:grpSpPr>
        <p:sp>
          <p:nvSpPr>
            <p:cNvPr id="1872" name="Google Shape;1872;p34"/>
            <p:cNvSpPr/>
            <p:nvPr/>
          </p:nvSpPr>
          <p:spPr>
            <a:xfrm rot="-5400000">
              <a:off x="-2385939" y="2507515"/>
              <a:ext cx="5198109" cy="77670"/>
            </a:xfrm>
            <a:custGeom>
              <a:avLst/>
              <a:gdLst/>
              <a:ahLst/>
              <a:cxnLst/>
              <a:rect l="l" t="t" r="r" b="b"/>
              <a:pathLst>
                <a:path w="83487" h="2624" extrusionOk="0">
                  <a:moveTo>
                    <a:pt x="57972" y="1"/>
                  </a:moveTo>
                  <a:cubicBezTo>
                    <a:pt x="52757" y="1"/>
                    <a:pt x="46991" y="326"/>
                    <a:pt x="42256" y="835"/>
                  </a:cubicBezTo>
                  <a:cubicBezTo>
                    <a:pt x="41281" y="911"/>
                    <a:pt x="40296" y="940"/>
                    <a:pt x="39312" y="940"/>
                  </a:cubicBezTo>
                  <a:cubicBezTo>
                    <a:pt x="38433" y="940"/>
                    <a:pt x="37554" y="917"/>
                    <a:pt x="36683" y="883"/>
                  </a:cubicBezTo>
                  <a:cubicBezTo>
                    <a:pt x="33933" y="776"/>
                    <a:pt x="31195" y="526"/>
                    <a:pt x="28444" y="359"/>
                  </a:cubicBezTo>
                  <a:cubicBezTo>
                    <a:pt x="25503" y="169"/>
                    <a:pt x="22539" y="109"/>
                    <a:pt x="19586" y="38"/>
                  </a:cubicBezTo>
                  <a:cubicBezTo>
                    <a:pt x="18650" y="13"/>
                    <a:pt x="17684" y="2"/>
                    <a:pt x="16698" y="2"/>
                  </a:cubicBezTo>
                  <a:cubicBezTo>
                    <a:pt x="11424" y="2"/>
                    <a:pt x="5585" y="336"/>
                    <a:pt x="810" y="847"/>
                  </a:cubicBezTo>
                  <a:cubicBezTo>
                    <a:pt x="834" y="1550"/>
                    <a:pt x="0" y="1240"/>
                    <a:pt x="0" y="1943"/>
                  </a:cubicBezTo>
                  <a:cubicBezTo>
                    <a:pt x="12" y="2026"/>
                    <a:pt x="1262" y="2359"/>
                    <a:pt x="1274" y="2443"/>
                  </a:cubicBezTo>
                  <a:cubicBezTo>
                    <a:pt x="1742" y="2491"/>
                    <a:pt x="2194" y="2510"/>
                    <a:pt x="2631" y="2510"/>
                  </a:cubicBezTo>
                  <a:cubicBezTo>
                    <a:pt x="4100" y="2510"/>
                    <a:pt x="5412" y="2299"/>
                    <a:pt x="6661" y="2299"/>
                  </a:cubicBezTo>
                  <a:cubicBezTo>
                    <a:pt x="6687" y="2299"/>
                    <a:pt x="6713" y="2300"/>
                    <a:pt x="6739" y="2300"/>
                  </a:cubicBezTo>
                  <a:cubicBezTo>
                    <a:pt x="8323" y="2300"/>
                    <a:pt x="9894" y="2300"/>
                    <a:pt x="11478" y="2288"/>
                  </a:cubicBezTo>
                  <a:cubicBezTo>
                    <a:pt x="12270" y="2288"/>
                    <a:pt x="13064" y="2294"/>
                    <a:pt x="13858" y="2294"/>
                  </a:cubicBezTo>
                  <a:cubicBezTo>
                    <a:pt x="14651" y="2294"/>
                    <a:pt x="15443" y="2288"/>
                    <a:pt x="16229" y="2264"/>
                  </a:cubicBezTo>
                  <a:cubicBezTo>
                    <a:pt x="17489" y="2227"/>
                    <a:pt x="18752" y="2210"/>
                    <a:pt x="20015" y="2210"/>
                  </a:cubicBezTo>
                  <a:cubicBezTo>
                    <a:pt x="22042" y="2210"/>
                    <a:pt x="24069" y="2255"/>
                    <a:pt x="26087" y="2335"/>
                  </a:cubicBezTo>
                  <a:cubicBezTo>
                    <a:pt x="27730" y="2395"/>
                    <a:pt x="29361" y="2490"/>
                    <a:pt x="30992" y="2586"/>
                  </a:cubicBezTo>
                  <a:cubicBezTo>
                    <a:pt x="31484" y="2613"/>
                    <a:pt x="31980" y="2624"/>
                    <a:pt x="32478" y="2624"/>
                  </a:cubicBezTo>
                  <a:cubicBezTo>
                    <a:pt x="33473" y="2624"/>
                    <a:pt x="34473" y="2582"/>
                    <a:pt x="35457" y="2550"/>
                  </a:cubicBezTo>
                  <a:cubicBezTo>
                    <a:pt x="37222" y="2488"/>
                    <a:pt x="38988" y="2407"/>
                    <a:pt x="40753" y="2407"/>
                  </a:cubicBezTo>
                  <a:cubicBezTo>
                    <a:pt x="41381" y="2407"/>
                    <a:pt x="42009" y="2418"/>
                    <a:pt x="42637" y="2443"/>
                  </a:cubicBezTo>
                  <a:cubicBezTo>
                    <a:pt x="43099" y="2491"/>
                    <a:pt x="43546" y="2510"/>
                    <a:pt x="43979" y="2510"/>
                  </a:cubicBezTo>
                  <a:cubicBezTo>
                    <a:pt x="45433" y="2510"/>
                    <a:pt x="46736" y="2299"/>
                    <a:pt x="47976" y="2299"/>
                  </a:cubicBezTo>
                  <a:cubicBezTo>
                    <a:pt x="48002" y="2299"/>
                    <a:pt x="48028" y="2300"/>
                    <a:pt x="48054" y="2300"/>
                  </a:cubicBezTo>
                  <a:cubicBezTo>
                    <a:pt x="49637" y="2300"/>
                    <a:pt x="51221" y="2300"/>
                    <a:pt x="52805" y="2288"/>
                  </a:cubicBezTo>
                  <a:cubicBezTo>
                    <a:pt x="53703" y="2288"/>
                    <a:pt x="54608" y="2296"/>
                    <a:pt x="55513" y="2296"/>
                  </a:cubicBezTo>
                  <a:cubicBezTo>
                    <a:pt x="56192" y="2296"/>
                    <a:pt x="56870" y="2291"/>
                    <a:pt x="57543" y="2276"/>
                  </a:cubicBezTo>
                  <a:cubicBezTo>
                    <a:pt x="58830" y="2239"/>
                    <a:pt x="60118" y="2221"/>
                    <a:pt x="61407" y="2221"/>
                  </a:cubicBezTo>
                  <a:cubicBezTo>
                    <a:pt x="63410" y="2221"/>
                    <a:pt x="65414" y="2263"/>
                    <a:pt x="67413" y="2335"/>
                  </a:cubicBezTo>
                  <a:cubicBezTo>
                    <a:pt x="69045" y="2395"/>
                    <a:pt x="70676" y="2490"/>
                    <a:pt x="72307" y="2586"/>
                  </a:cubicBezTo>
                  <a:cubicBezTo>
                    <a:pt x="72799" y="2613"/>
                    <a:pt x="73295" y="2624"/>
                    <a:pt x="73793" y="2624"/>
                  </a:cubicBezTo>
                  <a:cubicBezTo>
                    <a:pt x="74787" y="2624"/>
                    <a:pt x="75788" y="2582"/>
                    <a:pt x="76772" y="2550"/>
                  </a:cubicBezTo>
                  <a:cubicBezTo>
                    <a:pt x="78554" y="2493"/>
                    <a:pt x="80336" y="2413"/>
                    <a:pt x="82118" y="2413"/>
                  </a:cubicBezTo>
                  <a:cubicBezTo>
                    <a:pt x="82575" y="2413"/>
                    <a:pt x="83031" y="2419"/>
                    <a:pt x="83487" y="2431"/>
                  </a:cubicBezTo>
                  <a:lnTo>
                    <a:pt x="83487" y="835"/>
                  </a:lnTo>
                  <a:cubicBezTo>
                    <a:pt x="82525" y="911"/>
                    <a:pt x="81556" y="940"/>
                    <a:pt x="80589" y="940"/>
                  </a:cubicBezTo>
                  <a:cubicBezTo>
                    <a:pt x="79726" y="940"/>
                    <a:pt x="78864" y="917"/>
                    <a:pt x="78010" y="883"/>
                  </a:cubicBezTo>
                  <a:lnTo>
                    <a:pt x="77998" y="883"/>
                  </a:lnTo>
                  <a:cubicBezTo>
                    <a:pt x="75248" y="776"/>
                    <a:pt x="72509" y="526"/>
                    <a:pt x="69759" y="359"/>
                  </a:cubicBezTo>
                  <a:cubicBezTo>
                    <a:pt x="66818" y="169"/>
                    <a:pt x="63854" y="109"/>
                    <a:pt x="60901" y="38"/>
                  </a:cubicBezTo>
                  <a:cubicBezTo>
                    <a:pt x="59952" y="13"/>
                    <a:pt x="58972" y="1"/>
                    <a:pt x="579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34"/>
            <p:cNvSpPr/>
            <p:nvPr/>
          </p:nvSpPr>
          <p:spPr>
            <a:xfrm rot="-5400000">
              <a:off x="-2277146" y="2491763"/>
              <a:ext cx="5192194" cy="104754"/>
            </a:xfrm>
            <a:custGeom>
              <a:avLst/>
              <a:gdLst/>
              <a:ahLst/>
              <a:cxnLst/>
              <a:rect l="l" t="t" r="r" b="b"/>
              <a:pathLst>
                <a:path w="83392" h="3539" extrusionOk="0">
                  <a:moveTo>
                    <a:pt x="20540" y="0"/>
                  </a:moveTo>
                  <a:cubicBezTo>
                    <a:pt x="20258" y="0"/>
                    <a:pt x="19975" y="1"/>
                    <a:pt x="19694" y="3"/>
                  </a:cubicBezTo>
                  <a:cubicBezTo>
                    <a:pt x="18086" y="3"/>
                    <a:pt x="16467" y="51"/>
                    <a:pt x="14860" y="63"/>
                  </a:cubicBezTo>
                  <a:cubicBezTo>
                    <a:pt x="11245" y="73"/>
                    <a:pt x="6844" y="240"/>
                    <a:pt x="2975" y="240"/>
                  </a:cubicBezTo>
                  <a:cubicBezTo>
                    <a:pt x="2205" y="240"/>
                    <a:pt x="1456" y="233"/>
                    <a:pt x="739" y="218"/>
                  </a:cubicBezTo>
                  <a:lnTo>
                    <a:pt x="739" y="218"/>
                  </a:lnTo>
                  <a:cubicBezTo>
                    <a:pt x="846" y="1122"/>
                    <a:pt x="1" y="1599"/>
                    <a:pt x="36" y="2515"/>
                  </a:cubicBezTo>
                  <a:cubicBezTo>
                    <a:pt x="36" y="2623"/>
                    <a:pt x="1179" y="3397"/>
                    <a:pt x="1179" y="3504"/>
                  </a:cubicBezTo>
                  <a:cubicBezTo>
                    <a:pt x="1506" y="3528"/>
                    <a:pt x="1846" y="3539"/>
                    <a:pt x="2196" y="3539"/>
                  </a:cubicBezTo>
                  <a:cubicBezTo>
                    <a:pt x="4814" y="3539"/>
                    <a:pt x="7990" y="2940"/>
                    <a:pt x="10532" y="2940"/>
                  </a:cubicBezTo>
                  <a:cubicBezTo>
                    <a:pt x="10655" y="2940"/>
                    <a:pt x="10775" y="2941"/>
                    <a:pt x="10895" y="2944"/>
                  </a:cubicBezTo>
                  <a:cubicBezTo>
                    <a:pt x="13895" y="3027"/>
                    <a:pt x="16896" y="3170"/>
                    <a:pt x="19896" y="3218"/>
                  </a:cubicBezTo>
                  <a:cubicBezTo>
                    <a:pt x="20646" y="3230"/>
                    <a:pt x="21396" y="3239"/>
                    <a:pt x="22146" y="3239"/>
                  </a:cubicBezTo>
                  <a:cubicBezTo>
                    <a:pt x="22896" y="3239"/>
                    <a:pt x="23646" y="3230"/>
                    <a:pt x="24397" y="3206"/>
                  </a:cubicBezTo>
                  <a:cubicBezTo>
                    <a:pt x="25837" y="3170"/>
                    <a:pt x="27278" y="3087"/>
                    <a:pt x="28719" y="3039"/>
                  </a:cubicBezTo>
                  <a:cubicBezTo>
                    <a:pt x="30089" y="2994"/>
                    <a:pt x="31464" y="2960"/>
                    <a:pt x="32838" y="2960"/>
                  </a:cubicBezTo>
                  <a:cubicBezTo>
                    <a:pt x="34376" y="2960"/>
                    <a:pt x="35912" y="3003"/>
                    <a:pt x="37434" y="3123"/>
                  </a:cubicBezTo>
                  <a:cubicBezTo>
                    <a:pt x="39101" y="3254"/>
                    <a:pt x="40803" y="3456"/>
                    <a:pt x="42494" y="3492"/>
                  </a:cubicBezTo>
                  <a:cubicBezTo>
                    <a:pt x="42494" y="3492"/>
                    <a:pt x="42494" y="3504"/>
                    <a:pt x="42494" y="3504"/>
                  </a:cubicBezTo>
                  <a:cubicBezTo>
                    <a:pt x="42821" y="3528"/>
                    <a:pt x="43161" y="3539"/>
                    <a:pt x="43511" y="3539"/>
                  </a:cubicBezTo>
                  <a:cubicBezTo>
                    <a:pt x="46129" y="3539"/>
                    <a:pt x="49305" y="2940"/>
                    <a:pt x="51847" y="2940"/>
                  </a:cubicBezTo>
                  <a:cubicBezTo>
                    <a:pt x="51969" y="2940"/>
                    <a:pt x="52090" y="2941"/>
                    <a:pt x="52210" y="2944"/>
                  </a:cubicBezTo>
                  <a:cubicBezTo>
                    <a:pt x="55210" y="3027"/>
                    <a:pt x="58210" y="3170"/>
                    <a:pt x="61211" y="3218"/>
                  </a:cubicBezTo>
                  <a:cubicBezTo>
                    <a:pt x="61961" y="3230"/>
                    <a:pt x="62711" y="3239"/>
                    <a:pt x="63461" y="3239"/>
                  </a:cubicBezTo>
                  <a:cubicBezTo>
                    <a:pt x="64211" y="3239"/>
                    <a:pt x="64961" y="3230"/>
                    <a:pt x="65711" y="3206"/>
                  </a:cubicBezTo>
                  <a:cubicBezTo>
                    <a:pt x="67152" y="3170"/>
                    <a:pt x="68593" y="3087"/>
                    <a:pt x="70033" y="3039"/>
                  </a:cubicBezTo>
                  <a:cubicBezTo>
                    <a:pt x="71403" y="2994"/>
                    <a:pt x="72779" y="2960"/>
                    <a:pt x="74152" y="2960"/>
                  </a:cubicBezTo>
                  <a:cubicBezTo>
                    <a:pt x="75691" y="2960"/>
                    <a:pt x="77226" y="3003"/>
                    <a:pt x="78749" y="3123"/>
                  </a:cubicBezTo>
                  <a:cubicBezTo>
                    <a:pt x="80284" y="3254"/>
                    <a:pt x="81844" y="3432"/>
                    <a:pt x="83392" y="3492"/>
                  </a:cubicBezTo>
                  <a:lnTo>
                    <a:pt x="83392" y="218"/>
                  </a:lnTo>
                  <a:cubicBezTo>
                    <a:pt x="82902" y="202"/>
                    <a:pt x="82412" y="196"/>
                    <a:pt x="81921" y="196"/>
                  </a:cubicBezTo>
                  <a:cubicBezTo>
                    <a:pt x="79738" y="196"/>
                    <a:pt x="77545" y="324"/>
                    <a:pt x="75367" y="372"/>
                  </a:cubicBezTo>
                  <a:cubicBezTo>
                    <a:pt x="75023" y="380"/>
                    <a:pt x="74679" y="384"/>
                    <a:pt x="74335" y="384"/>
                  </a:cubicBezTo>
                  <a:cubicBezTo>
                    <a:pt x="71531" y="384"/>
                    <a:pt x="68750" y="148"/>
                    <a:pt x="65949" y="63"/>
                  </a:cubicBezTo>
                  <a:cubicBezTo>
                    <a:pt x="64588" y="23"/>
                    <a:pt x="63219" y="0"/>
                    <a:pt x="61855" y="0"/>
                  </a:cubicBezTo>
                  <a:cubicBezTo>
                    <a:pt x="61572" y="0"/>
                    <a:pt x="61290" y="1"/>
                    <a:pt x="61008" y="3"/>
                  </a:cubicBezTo>
                  <a:cubicBezTo>
                    <a:pt x="59401" y="3"/>
                    <a:pt x="57782" y="63"/>
                    <a:pt x="56174" y="63"/>
                  </a:cubicBezTo>
                  <a:cubicBezTo>
                    <a:pt x="52560" y="73"/>
                    <a:pt x="48167" y="240"/>
                    <a:pt x="44294" y="240"/>
                  </a:cubicBezTo>
                  <a:cubicBezTo>
                    <a:pt x="43523" y="240"/>
                    <a:pt x="42773" y="233"/>
                    <a:pt x="42054" y="218"/>
                  </a:cubicBezTo>
                  <a:cubicBezTo>
                    <a:pt x="41564" y="202"/>
                    <a:pt x="41074" y="196"/>
                    <a:pt x="40583" y="196"/>
                  </a:cubicBezTo>
                  <a:cubicBezTo>
                    <a:pt x="38404" y="196"/>
                    <a:pt x="36220" y="324"/>
                    <a:pt x="34053" y="372"/>
                  </a:cubicBezTo>
                  <a:cubicBezTo>
                    <a:pt x="33708" y="380"/>
                    <a:pt x="33364" y="384"/>
                    <a:pt x="33021" y="384"/>
                  </a:cubicBezTo>
                  <a:cubicBezTo>
                    <a:pt x="30216" y="384"/>
                    <a:pt x="27435" y="148"/>
                    <a:pt x="24635" y="63"/>
                  </a:cubicBezTo>
                  <a:cubicBezTo>
                    <a:pt x="23274" y="23"/>
                    <a:pt x="21904" y="0"/>
                    <a:pt x="205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34"/>
            <p:cNvSpPr/>
            <p:nvPr/>
          </p:nvSpPr>
          <p:spPr>
            <a:xfrm rot="-5400000">
              <a:off x="-398081" y="3084003"/>
              <a:ext cx="1112755" cy="21075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601" y="1"/>
                  </a:moveTo>
                  <a:cubicBezTo>
                    <a:pt x="5731" y="1"/>
                    <a:pt x="2859" y="98"/>
                    <a:pt x="0" y="314"/>
                  </a:cubicBezTo>
                  <a:cubicBezTo>
                    <a:pt x="3215" y="481"/>
                    <a:pt x="6430" y="672"/>
                    <a:pt x="9656" y="707"/>
                  </a:cubicBezTo>
                  <a:cubicBezTo>
                    <a:pt x="9966" y="710"/>
                    <a:pt x="10277" y="712"/>
                    <a:pt x="10587" y="712"/>
                  </a:cubicBezTo>
                  <a:cubicBezTo>
                    <a:pt x="13010" y="712"/>
                    <a:pt x="15455" y="622"/>
                    <a:pt x="17872" y="326"/>
                  </a:cubicBezTo>
                  <a:cubicBezTo>
                    <a:pt x="17276" y="279"/>
                    <a:pt x="16669" y="243"/>
                    <a:pt x="16074" y="207"/>
                  </a:cubicBezTo>
                  <a:cubicBezTo>
                    <a:pt x="13592" y="74"/>
                    <a:pt x="11097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34"/>
            <p:cNvSpPr/>
            <p:nvPr/>
          </p:nvSpPr>
          <p:spPr>
            <a:xfrm rot="-5400000">
              <a:off x="-2151584" y="2479324"/>
              <a:ext cx="5128438" cy="64380"/>
            </a:xfrm>
            <a:custGeom>
              <a:avLst/>
              <a:gdLst/>
              <a:ahLst/>
              <a:cxnLst/>
              <a:rect l="l" t="t" r="r" b="b"/>
              <a:pathLst>
                <a:path w="82368" h="2175" extrusionOk="0">
                  <a:moveTo>
                    <a:pt x="73179" y="1"/>
                  </a:moveTo>
                  <a:cubicBezTo>
                    <a:pt x="71470" y="1"/>
                    <a:pt x="69755" y="63"/>
                    <a:pt x="68057" y="133"/>
                  </a:cubicBezTo>
                  <a:cubicBezTo>
                    <a:pt x="66592" y="192"/>
                    <a:pt x="65140" y="264"/>
                    <a:pt x="63675" y="288"/>
                  </a:cubicBezTo>
                  <a:cubicBezTo>
                    <a:pt x="63256" y="294"/>
                    <a:pt x="62837" y="297"/>
                    <a:pt x="62418" y="297"/>
                  </a:cubicBezTo>
                  <a:cubicBezTo>
                    <a:pt x="61337" y="297"/>
                    <a:pt x="60256" y="278"/>
                    <a:pt x="59175" y="252"/>
                  </a:cubicBezTo>
                  <a:cubicBezTo>
                    <a:pt x="58456" y="235"/>
                    <a:pt x="57721" y="227"/>
                    <a:pt x="56973" y="227"/>
                  </a:cubicBezTo>
                  <a:cubicBezTo>
                    <a:pt x="52059" y="227"/>
                    <a:pt x="46601" y="553"/>
                    <a:pt x="41744" y="573"/>
                  </a:cubicBezTo>
                  <a:lnTo>
                    <a:pt x="41744" y="562"/>
                  </a:lnTo>
                  <a:cubicBezTo>
                    <a:pt x="39636" y="538"/>
                    <a:pt x="37517" y="252"/>
                    <a:pt x="35433" y="109"/>
                  </a:cubicBezTo>
                  <a:cubicBezTo>
                    <a:pt x="34281" y="33"/>
                    <a:pt x="33121" y="4"/>
                    <a:pt x="31959" y="4"/>
                  </a:cubicBezTo>
                  <a:cubicBezTo>
                    <a:pt x="30217" y="4"/>
                    <a:pt x="28471" y="69"/>
                    <a:pt x="26742" y="133"/>
                  </a:cubicBezTo>
                  <a:cubicBezTo>
                    <a:pt x="25289" y="192"/>
                    <a:pt x="23825" y="264"/>
                    <a:pt x="22372" y="288"/>
                  </a:cubicBezTo>
                  <a:cubicBezTo>
                    <a:pt x="21953" y="294"/>
                    <a:pt x="21534" y="297"/>
                    <a:pt x="21114" y="297"/>
                  </a:cubicBezTo>
                  <a:cubicBezTo>
                    <a:pt x="20030" y="297"/>
                    <a:pt x="18944" y="278"/>
                    <a:pt x="17872" y="252"/>
                  </a:cubicBezTo>
                  <a:cubicBezTo>
                    <a:pt x="17164" y="235"/>
                    <a:pt x="16441" y="228"/>
                    <a:pt x="15706" y="228"/>
                  </a:cubicBezTo>
                  <a:cubicBezTo>
                    <a:pt x="10625" y="228"/>
                    <a:pt x="4972" y="573"/>
                    <a:pt x="0" y="573"/>
                  </a:cubicBezTo>
                  <a:cubicBezTo>
                    <a:pt x="12" y="1038"/>
                    <a:pt x="215" y="1693"/>
                    <a:pt x="215" y="2157"/>
                  </a:cubicBezTo>
                  <a:cubicBezTo>
                    <a:pt x="673" y="2169"/>
                    <a:pt x="1133" y="2174"/>
                    <a:pt x="1595" y="2174"/>
                  </a:cubicBezTo>
                  <a:cubicBezTo>
                    <a:pt x="7038" y="2174"/>
                    <a:pt x="12664" y="1427"/>
                    <a:pt x="17945" y="1427"/>
                  </a:cubicBezTo>
                  <a:cubicBezTo>
                    <a:pt x="18621" y="1427"/>
                    <a:pt x="19292" y="1439"/>
                    <a:pt x="19955" y="1466"/>
                  </a:cubicBezTo>
                  <a:cubicBezTo>
                    <a:pt x="24277" y="1645"/>
                    <a:pt x="28564" y="2050"/>
                    <a:pt x="32897" y="2086"/>
                  </a:cubicBezTo>
                  <a:cubicBezTo>
                    <a:pt x="35779" y="2109"/>
                    <a:pt x="38660" y="2086"/>
                    <a:pt x="41529" y="2157"/>
                  </a:cubicBezTo>
                  <a:cubicBezTo>
                    <a:pt x="41988" y="2169"/>
                    <a:pt x="42448" y="2174"/>
                    <a:pt x="42909" y="2174"/>
                  </a:cubicBezTo>
                  <a:cubicBezTo>
                    <a:pt x="48353" y="2174"/>
                    <a:pt x="53979" y="1427"/>
                    <a:pt x="59259" y="1427"/>
                  </a:cubicBezTo>
                  <a:cubicBezTo>
                    <a:pt x="59936" y="1427"/>
                    <a:pt x="60606" y="1439"/>
                    <a:pt x="61270" y="1466"/>
                  </a:cubicBezTo>
                  <a:cubicBezTo>
                    <a:pt x="65592" y="1645"/>
                    <a:pt x="69878" y="2050"/>
                    <a:pt x="74212" y="2086"/>
                  </a:cubicBezTo>
                  <a:cubicBezTo>
                    <a:pt x="76927" y="2109"/>
                    <a:pt x="79653" y="2086"/>
                    <a:pt x="82368" y="2145"/>
                  </a:cubicBezTo>
                  <a:lnTo>
                    <a:pt x="82368" y="550"/>
                  </a:lnTo>
                  <a:cubicBezTo>
                    <a:pt x="80487" y="478"/>
                    <a:pt x="78606" y="240"/>
                    <a:pt x="76748" y="109"/>
                  </a:cubicBezTo>
                  <a:lnTo>
                    <a:pt x="76736" y="109"/>
                  </a:lnTo>
                  <a:cubicBezTo>
                    <a:pt x="75558" y="31"/>
                    <a:pt x="74370" y="1"/>
                    <a:pt x="73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34"/>
            <p:cNvSpPr/>
            <p:nvPr/>
          </p:nvSpPr>
          <p:spPr>
            <a:xfrm rot="-5400000">
              <a:off x="-2088791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34"/>
            <p:cNvSpPr/>
            <p:nvPr/>
          </p:nvSpPr>
          <p:spPr>
            <a:xfrm rot="-5400000">
              <a:off x="-398112" y="511659"/>
              <a:ext cx="1112818" cy="21075"/>
            </a:xfrm>
            <a:custGeom>
              <a:avLst/>
              <a:gdLst/>
              <a:ahLst/>
              <a:cxnLst/>
              <a:rect l="l" t="t" r="r" b="b"/>
              <a:pathLst>
                <a:path w="17873" h="712" extrusionOk="0">
                  <a:moveTo>
                    <a:pt x="8601" y="1"/>
                  </a:moveTo>
                  <a:cubicBezTo>
                    <a:pt x="5732" y="1"/>
                    <a:pt x="2860" y="98"/>
                    <a:pt x="1" y="314"/>
                  </a:cubicBezTo>
                  <a:cubicBezTo>
                    <a:pt x="3216" y="481"/>
                    <a:pt x="6430" y="672"/>
                    <a:pt x="9657" y="707"/>
                  </a:cubicBezTo>
                  <a:cubicBezTo>
                    <a:pt x="9967" y="710"/>
                    <a:pt x="10277" y="712"/>
                    <a:pt x="10588" y="712"/>
                  </a:cubicBezTo>
                  <a:cubicBezTo>
                    <a:pt x="13011" y="712"/>
                    <a:pt x="15456" y="622"/>
                    <a:pt x="17872" y="326"/>
                  </a:cubicBezTo>
                  <a:cubicBezTo>
                    <a:pt x="17277" y="279"/>
                    <a:pt x="16670" y="243"/>
                    <a:pt x="16074" y="207"/>
                  </a:cubicBezTo>
                  <a:cubicBezTo>
                    <a:pt x="13593" y="74"/>
                    <a:pt x="11098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34"/>
            <p:cNvSpPr/>
            <p:nvPr/>
          </p:nvSpPr>
          <p:spPr>
            <a:xfrm rot="-5400000">
              <a:off x="-2517866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arcellus"/>
              <a:buNone/>
              <a:defRPr sz="350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arcellus"/>
              <a:buNone/>
              <a:defRPr sz="350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arcellus"/>
              <a:buNone/>
              <a:defRPr sz="350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arcellus"/>
              <a:buNone/>
              <a:defRPr sz="350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arcellus"/>
              <a:buNone/>
              <a:defRPr sz="350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arcellus"/>
              <a:buNone/>
              <a:defRPr sz="350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arcellus"/>
              <a:buNone/>
              <a:defRPr sz="350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arcellus"/>
              <a:buNone/>
              <a:defRPr sz="350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arcellus"/>
              <a:buNone/>
              <a:defRPr sz="350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○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■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○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■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○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■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0" r:id="rId9"/>
    <p:sldLayoutId id="2147483665" r:id="rId10"/>
    <p:sldLayoutId id="2147483667" r:id="rId11"/>
    <p:sldLayoutId id="2147483668" r:id="rId12"/>
    <p:sldLayoutId id="2147483675" r:id="rId13"/>
    <p:sldLayoutId id="2147483679" r:id="rId14"/>
    <p:sldLayoutId id="2147483680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p38"/>
          <p:cNvSpPr txBox="1">
            <a:spLocks noGrp="1"/>
          </p:cNvSpPr>
          <p:nvPr>
            <p:ph type="ctrTitle"/>
          </p:nvPr>
        </p:nvSpPr>
        <p:spPr>
          <a:xfrm>
            <a:off x="924202" y="2208812"/>
            <a:ext cx="5263500" cy="200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IN" sz="4000" dirty="0" err="1">
                <a:highlight>
                  <a:srgbClr val="B7D7DA"/>
                </a:highlight>
              </a:rPr>
              <a:t>AlzDx</a:t>
            </a:r>
            <a:br>
              <a:rPr lang="en-IN" sz="4000" dirty="0">
                <a:highlight>
                  <a:srgbClr val="B7D7DA"/>
                </a:highlight>
              </a:rPr>
            </a:br>
            <a:r>
              <a:rPr lang="en-IN" sz="4000" dirty="0"/>
              <a:t>AI-Based Early Detection of Alzheimer's Disease Using Speech and Machine Learning</a:t>
            </a:r>
            <a:endParaRPr sz="4000" dirty="0">
              <a:solidFill>
                <a:schemeClr val="lt1"/>
              </a:solidFill>
            </a:endParaRPr>
          </a:p>
        </p:txBody>
      </p:sp>
      <p:sp>
        <p:nvSpPr>
          <p:cNvPr id="1890" name="Google Shape;1890;p38"/>
          <p:cNvSpPr txBox="1">
            <a:spLocks noGrp="1"/>
          </p:cNvSpPr>
          <p:nvPr>
            <p:ph type="subTitle" idx="1"/>
          </p:nvPr>
        </p:nvSpPr>
        <p:spPr>
          <a:xfrm>
            <a:off x="924202" y="4261211"/>
            <a:ext cx="52635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2000" dirty="0"/>
              <a:t>Review – II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Google Shape;1904;p40"/>
          <p:cNvSpPr txBox="1">
            <a:spLocks noGrp="1"/>
          </p:cNvSpPr>
          <p:nvPr>
            <p:ph type="title" idx="5"/>
          </p:nvPr>
        </p:nvSpPr>
        <p:spPr>
          <a:xfrm>
            <a:off x="530735" y="3074059"/>
            <a:ext cx="2674562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2000" b="1" dirty="0"/>
              <a:t>Model Development</a:t>
            </a:r>
            <a:endParaRPr sz="2000" b="1" dirty="0">
              <a:solidFill>
                <a:schemeClr val="dk2"/>
              </a:solidFill>
            </a:endParaRPr>
          </a:p>
        </p:txBody>
      </p:sp>
      <p:sp>
        <p:nvSpPr>
          <p:cNvPr id="1905" name="Google Shape;1905;p40"/>
          <p:cNvSpPr txBox="1">
            <a:spLocks noGrp="1"/>
          </p:cNvSpPr>
          <p:nvPr>
            <p:ph type="title" idx="7"/>
          </p:nvPr>
        </p:nvSpPr>
        <p:spPr>
          <a:xfrm>
            <a:off x="6659252" y="1312944"/>
            <a:ext cx="1655764" cy="77401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2000" b="1" dirty="0" err="1"/>
              <a:t>AlzDx</a:t>
            </a:r>
            <a:br>
              <a:rPr lang="en-IN" sz="2000" b="1" dirty="0"/>
            </a:br>
            <a:endParaRPr sz="2000" b="1" dirty="0">
              <a:solidFill>
                <a:schemeClr val="dk2"/>
              </a:solidFill>
            </a:endParaRPr>
          </a:p>
        </p:txBody>
      </p:sp>
      <p:sp>
        <p:nvSpPr>
          <p:cNvPr id="1906" name="Google Shape;1906;p40"/>
          <p:cNvSpPr txBox="1">
            <a:spLocks noGrp="1"/>
          </p:cNvSpPr>
          <p:nvPr>
            <p:ph type="title" idx="16"/>
          </p:nvPr>
        </p:nvSpPr>
        <p:spPr>
          <a:xfrm>
            <a:off x="3269669" y="3048540"/>
            <a:ext cx="2759284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2000" b="1" dirty="0"/>
              <a:t>Performance Gain</a:t>
            </a:r>
            <a:endParaRPr sz="2000" b="1" dirty="0">
              <a:solidFill>
                <a:schemeClr val="dk2"/>
              </a:solidFill>
            </a:endParaRPr>
          </a:p>
        </p:txBody>
      </p:sp>
      <p:sp>
        <p:nvSpPr>
          <p:cNvPr id="1907" name="Google Shape;1907;p40"/>
          <p:cNvSpPr txBox="1">
            <a:spLocks noGrp="1"/>
          </p:cNvSpPr>
          <p:nvPr>
            <p:ph type="title" idx="3"/>
          </p:nvPr>
        </p:nvSpPr>
        <p:spPr>
          <a:xfrm>
            <a:off x="3288686" y="1269736"/>
            <a:ext cx="2216472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2000" b="1" dirty="0"/>
              <a:t>AI-Based Analysis</a:t>
            </a:r>
            <a:endParaRPr sz="2000" b="1" dirty="0">
              <a:solidFill>
                <a:schemeClr val="dk2"/>
              </a:solidFill>
            </a:endParaRPr>
          </a:p>
        </p:txBody>
      </p:sp>
      <p:sp>
        <p:nvSpPr>
          <p:cNvPr id="1908" name="Google Shape;1908;p40"/>
          <p:cNvSpPr txBox="1">
            <a:spLocks noGrp="1"/>
          </p:cNvSpPr>
          <p:nvPr>
            <p:ph type="title"/>
          </p:nvPr>
        </p:nvSpPr>
        <p:spPr>
          <a:xfrm>
            <a:off x="665145" y="11390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INTRODUCTION &amp; OBJECTIVE</a:t>
            </a:r>
            <a:endParaRPr b="0" i="1" dirty="0">
              <a:highlight>
                <a:schemeClr val="accent2"/>
              </a:highlight>
            </a:endParaRPr>
          </a:p>
        </p:txBody>
      </p:sp>
      <p:sp>
        <p:nvSpPr>
          <p:cNvPr id="1909" name="Google Shape;1909;p40"/>
          <p:cNvSpPr txBox="1">
            <a:spLocks noGrp="1"/>
          </p:cNvSpPr>
          <p:nvPr>
            <p:ph type="title" idx="2"/>
          </p:nvPr>
        </p:nvSpPr>
        <p:spPr>
          <a:xfrm>
            <a:off x="611016" y="1253146"/>
            <a:ext cx="2044926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2000" b="1" dirty="0"/>
              <a:t>Speech Analysis</a:t>
            </a:r>
            <a:r>
              <a:rPr lang="en-IN" sz="2000" dirty="0"/>
              <a:t> </a:t>
            </a:r>
            <a:endParaRPr sz="2000" b="1" dirty="0"/>
          </a:p>
        </p:txBody>
      </p:sp>
      <p:sp>
        <p:nvSpPr>
          <p:cNvPr id="1910" name="Google Shape;1910;p40"/>
          <p:cNvSpPr txBox="1">
            <a:spLocks noGrp="1"/>
          </p:cNvSpPr>
          <p:nvPr>
            <p:ph type="subTitle" idx="1"/>
          </p:nvPr>
        </p:nvSpPr>
        <p:spPr>
          <a:xfrm>
            <a:off x="530735" y="1873554"/>
            <a:ext cx="2566305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Early Alzheimer's may cause subtle changes in speech and language patterns.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136446-72F1-E877-478A-57C829263F28}"/>
              </a:ext>
            </a:extLst>
          </p:cNvPr>
          <p:cNvSpPr txBox="1"/>
          <p:nvPr/>
        </p:nvSpPr>
        <p:spPr>
          <a:xfrm>
            <a:off x="3288686" y="1787154"/>
            <a:ext cx="25663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Source Sans Pro" panose="020B0503030403020204" pitchFamily="34" charset="0"/>
                <a:ea typeface="Source Sans Pro" panose="020B0503030403020204" pitchFamily="34" charset="0"/>
              </a:rPr>
              <a:t>NLP and transformer models can </a:t>
            </a:r>
            <a:r>
              <a:rPr lang="en-IN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analyze</a:t>
            </a:r>
            <a:r>
              <a:rPr lang="en-IN" dirty="0">
                <a:latin typeface="Source Sans Pro" panose="020B0503030403020204" pitchFamily="34" charset="0"/>
                <a:ea typeface="Source Sans Pro" panose="020B0503030403020204" pitchFamily="34" charset="0"/>
              </a:rPr>
              <a:t> speech transcripts for these patterns.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A8B196-D513-AF54-2AC5-8D98B8A6F0B9}"/>
              </a:ext>
            </a:extLst>
          </p:cNvPr>
          <p:cNvSpPr txBox="1"/>
          <p:nvPr/>
        </p:nvSpPr>
        <p:spPr>
          <a:xfrm>
            <a:off x="475276" y="3667459"/>
            <a:ext cx="267456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Develop and evaluate transformer-based models for Alzheimer's classification.</a:t>
            </a:r>
            <a:endParaRPr lang="en-IN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7A180D-350E-AADF-595E-DE181BC38DFE}"/>
              </a:ext>
            </a:extLst>
          </p:cNvPr>
          <p:cNvSpPr txBox="1"/>
          <p:nvPr/>
        </p:nvSpPr>
        <p:spPr>
          <a:xfrm>
            <a:off x="6030187" y="1726036"/>
            <a:ext cx="25663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proposed system provides AI-assisted Alzheimer's risk screening using speech.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9E1C78-E697-2ADA-0BF1-A7D477105A38}"/>
              </a:ext>
            </a:extLst>
          </p:cNvPr>
          <p:cNvSpPr txBox="1"/>
          <p:nvPr/>
        </p:nvSpPr>
        <p:spPr>
          <a:xfrm>
            <a:off x="3205296" y="3657187"/>
            <a:ext cx="25663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Enhance the baseline model using an attention mechanism.</a:t>
            </a:r>
          </a:p>
        </p:txBody>
      </p:sp>
      <p:sp>
        <p:nvSpPr>
          <p:cNvPr id="18" name="Google Shape;1906;p40">
            <a:extLst>
              <a:ext uri="{FF2B5EF4-FFF2-40B4-BE49-F238E27FC236}">
                <a16:creationId xmlns:a16="http://schemas.microsoft.com/office/drawing/2014/main" id="{D7FF5B94-D132-3CF9-88E7-76BC599845DB}"/>
              </a:ext>
            </a:extLst>
          </p:cNvPr>
          <p:cNvSpPr txBox="1">
            <a:spLocks/>
          </p:cNvSpPr>
          <p:nvPr/>
        </p:nvSpPr>
        <p:spPr>
          <a:xfrm>
            <a:off x="5938677" y="3191488"/>
            <a:ext cx="3205172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rcellus"/>
              <a:buNone/>
              <a:defRPr sz="4000" b="0" i="0" u="none" strike="noStrike" cap="none" spc="0">
                <a:solidFill>
                  <a:schemeClr val="lt1"/>
                </a:solidFill>
                <a:highlight>
                  <a:schemeClr val="accent2"/>
                </a:highlight>
                <a:latin typeface="Marcellus"/>
                <a:ea typeface="Marcellus"/>
                <a:cs typeface="Marcellus"/>
                <a:sym typeface="Marcellu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rcellus"/>
              <a:buNone/>
              <a:defRPr sz="3000" b="0" i="0" u="none" strike="noStrike" cap="none" spc="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rcellus"/>
              <a:buNone/>
              <a:defRPr sz="3000" b="0" i="0" u="none" strike="noStrike" cap="none" spc="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rcellus"/>
              <a:buNone/>
              <a:defRPr sz="3000" b="0" i="0" u="none" strike="noStrike" cap="none" spc="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rcellus"/>
              <a:buNone/>
              <a:defRPr sz="3000" b="0" i="0" u="none" strike="noStrike" cap="none" spc="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rcellus"/>
              <a:buNone/>
              <a:defRPr sz="3000" b="0" i="0" u="none" strike="noStrike" cap="none" spc="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rcellus"/>
              <a:buNone/>
              <a:defRPr sz="3000" b="0" i="0" u="none" strike="noStrike" cap="none" spc="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rcellus"/>
              <a:buNone/>
              <a:defRPr sz="3000" b="0" i="0" u="none" strike="noStrike" cap="none" spc="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rcellus"/>
              <a:buNone/>
              <a:defRPr sz="3000" b="0" i="0" u="none" strike="noStrike" cap="none" spc="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9pPr>
          </a:lstStyle>
          <a:p>
            <a:r>
              <a:rPr lang="en-IN" sz="2000" b="1" dirty="0"/>
              <a:t>Application Development</a:t>
            </a:r>
            <a:br>
              <a:rPr lang="en-IN" sz="2000" b="1" dirty="0"/>
            </a:br>
            <a:endParaRPr lang="en-IN" sz="2000" b="1" dirty="0">
              <a:solidFill>
                <a:schemeClr val="dk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75751E-3D7F-6D28-681A-CCB6029AB72F}"/>
              </a:ext>
            </a:extLst>
          </p:cNvPr>
          <p:cNvSpPr txBox="1"/>
          <p:nvPr/>
        </p:nvSpPr>
        <p:spPr>
          <a:xfrm>
            <a:off x="6251487" y="3687211"/>
            <a:ext cx="25663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Integrate the trained model into the </a:t>
            </a:r>
            <a:r>
              <a:rPr lang="en-IN" dirty="0" err="1"/>
              <a:t>AlzDx</a:t>
            </a:r>
            <a:r>
              <a:rPr lang="en-IN" dirty="0"/>
              <a:t> web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p41"/>
          <p:cNvSpPr txBox="1">
            <a:spLocks noGrp="1"/>
          </p:cNvSpPr>
          <p:nvPr>
            <p:ph type="title"/>
          </p:nvPr>
        </p:nvSpPr>
        <p:spPr>
          <a:xfrm>
            <a:off x="0" y="495755"/>
            <a:ext cx="9144000" cy="4826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defRPr sz="2700" b="0">
                <a:solidFill>
                  <a:srgbClr val="161414"/>
                </a:solidFill>
                <a:latin typeface="Marcellus"/>
              </a:defRPr>
            </a:pPr>
            <a:r>
              <a:rPr lang="en-IN" sz="2500" b="1" dirty="0">
                <a:highlight>
                  <a:schemeClr val="accent2"/>
                </a:highlight>
              </a:rPr>
              <a:t>Proposed Methodology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8856CBC-774C-A2DC-0AAF-D7CABD0D1158}"/>
              </a:ext>
            </a:extLst>
          </p:cNvPr>
          <p:cNvSpPr/>
          <p:nvPr/>
        </p:nvSpPr>
        <p:spPr>
          <a:xfrm>
            <a:off x="803838" y="1050464"/>
            <a:ext cx="502920" cy="502920"/>
          </a:xfrm>
          <a:prstGeom prst="ellipse">
            <a:avLst/>
          </a:prstGeom>
          <a:solidFill>
            <a:srgbClr val="C05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A5EFE0-A15F-3E32-61E2-905CE5EF3568}"/>
              </a:ext>
            </a:extLst>
          </p:cNvPr>
          <p:cNvSpPr txBox="1"/>
          <p:nvPr/>
        </p:nvSpPr>
        <p:spPr>
          <a:xfrm>
            <a:off x="803838" y="115104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Quicksand"/>
              </a:defRPr>
            </a:pPr>
            <a:r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2756800-BC27-089C-81E2-B960D94D2259}"/>
              </a:ext>
            </a:extLst>
          </p:cNvPr>
          <p:cNvSpPr txBox="1"/>
          <p:nvPr/>
        </p:nvSpPr>
        <p:spPr>
          <a:xfrm>
            <a:off x="346638" y="1607327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1414"/>
                </a:solidFill>
                <a:latin typeface="Quicksand"/>
              </a:defRPr>
            </a:pPr>
            <a:r>
              <a:t>Input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91CDC9A-C079-2DF6-E041-527AE6846AB8}"/>
              </a:ext>
            </a:extLst>
          </p:cNvPr>
          <p:cNvSpPr txBox="1"/>
          <p:nvPr/>
        </p:nvSpPr>
        <p:spPr>
          <a:xfrm>
            <a:off x="489914" y="1897724"/>
            <a:ext cx="14173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C3A3A"/>
                </a:solidFill>
                <a:latin typeface="Quicksand"/>
              </a:defRPr>
            </a:pPr>
            <a:r>
              <a:rPr lang="en-IN" sz="1000" dirty="0">
                <a:solidFill>
                  <a:srgbClr val="3C3A3A"/>
                </a:solidFill>
                <a:latin typeface="Quicksand"/>
              </a:rPr>
              <a:t>User provides a speech recording or speech transcript.</a:t>
            </a:r>
            <a:endParaRPr sz="10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760CE3B-645D-AEA7-8F6A-1F58537E427D}"/>
              </a:ext>
            </a:extLst>
          </p:cNvPr>
          <p:cNvSpPr txBox="1"/>
          <p:nvPr/>
        </p:nvSpPr>
        <p:spPr>
          <a:xfrm>
            <a:off x="1718239" y="120591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5B5C"/>
                </a:solidFill>
                <a:latin typeface="Quicksand"/>
              </a:defRPr>
            </a:pPr>
            <a:r>
              <a:t>→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F894D8E-3705-982D-12CA-42E8352316B3}"/>
              </a:ext>
            </a:extLst>
          </p:cNvPr>
          <p:cNvSpPr/>
          <p:nvPr/>
        </p:nvSpPr>
        <p:spPr>
          <a:xfrm>
            <a:off x="2431471" y="1050464"/>
            <a:ext cx="502920" cy="502920"/>
          </a:xfrm>
          <a:prstGeom prst="ellipse">
            <a:avLst/>
          </a:prstGeom>
          <a:solidFill>
            <a:srgbClr val="C05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27C75AD-505D-1899-642E-CEA0410441A0}"/>
              </a:ext>
            </a:extLst>
          </p:cNvPr>
          <p:cNvSpPr txBox="1"/>
          <p:nvPr/>
        </p:nvSpPr>
        <p:spPr>
          <a:xfrm>
            <a:off x="2431471" y="115104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Quicksand"/>
              </a:defRPr>
            </a:pPr>
            <a:r>
              <a:t>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0BF160B-A39D-3F59-715C-EE3B7AFBFF60}"/>
              </a:ext>
            </a:extLst>
          </p:cNvPr>
          <p:cNvSpPr txBox="1"/>
          <p:nvPr/>
        </p:nvSpPr>
        <p:spPr>
          <a:xfrm>
            <a:off x="1992559" y="1628848"/>
            <a:ext cx="1417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1414"/>
                </a:solidFill>
                <a:latin typeface="Quicksand"/>
              </a:defRPr>
            </a:pPr>
            <a:r>
              <a:rPr lang="en-IN" sz="1200" b="1" dirty="0">
                <a:solidFill>
                  <a:srgbClr val="161414"/>
                </a:solidFill>
                <a:latin typeface="Quicksand"/>
              </a:rPr>
              <a:t>Speech-to-Text</a:t>
            </a:r>
            <a:endParaRPr dirty="0"/>
          </a:p>
        </p:txBody>
      </p:sp>
      <p:sp>
        <p:nvSpPr>
          <p:cNvPr id="1921" name="TextBox 1920">
            <a:extLst>
              <a:ext uri="{FF2B5EF4-FFF2-40B4-BE49-F238E27FC236}">
                <a16:creationId xmlns:a16="http://schemas.microsoft.com/office/drawing/2014/main" id="{4F1C82A8-5082-C241-5E2F-3B930F342A70}"/>
              </a:ext>
            </a:extLst>
          </p:cNvPr>
          <p:cNvSpPr txBox="1"/>
          <p:nvPr/>
        </p:nvSpPr>
        <p:spPr>
          <a:xfrm>
            <a:off x="1992559" y="1904548"/>
            <a:ext cx="14173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latin typeface="Quicksand" panose="020B0604020202020204" charset="0"/>
              </a:rPr>
              <a:t>Audio is converted into a text transcript for NLP analysis.</a:t>
            </a:r>
          </a:p>
        </p:txBody>
      </p:sp>
      <p:sp>
        <p:nvSpPr>
          <p:cNvPr id="1923" name="TextBox 1922">
            <a:extLst>
              <a:ext uri="{FF2B5EF4-FFF2-40B4-BE49-F238E27FC236}">
                <a16:creationId xmlns:a16="http://schemas.microsoft.com/office/drawing/2014/main" id="{A3D7C63B-A216-E074-D192-B71ABF80B9B1}"/>
              </a:ext>
            </a:extLst>
          </p:cNvPr>
          <p:cNvSpPr txBox="1"/>
          <p:nvPr/>
        </p:nvSpPr>
        <p:spPr>
          <a:xfrm>
            <a:off x="3345871" y="120591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5B5C"/>
                </a:solidFill>
                <a:latin typeface="Quicksand"/>
              </a:defRPr>
            </a:pPr>
            <a:r>
              <a:t>→</a:t>
            </a:r>
          </a:p>
        </p:txBody>
      </p:sp>
      <p:sp>
        <p:nvSpPr>
          <p:cNvPr id="1928" name="Oval 1927">
            <a:extLst>
              <a:ext uri="{FF2B5EF4-FFF2-40B4-BE49-F238E27FC236}">
                <a16:creationId xmlns:a16="http://schemas.microsoft.com/office/drawing/2014/main" id="{D32EC2AE-C870-075B-8C13-6565E749CB9F}"/>
              </a:ext>
            </a:extLst>
          </p:cNvPr>
          <p:cNvSpPr/>
          <p:nvPr/>
        </p:nvSpPr>
        <p:spPr>
          <a:xfrm>
            <a:off x="4059103" y="1050464"/>
            <a:ext cx="502920" cy="502920"/>
          </a:xfrm>
          <a:prstGeom prst="ellipse">
            <a:avLst/>
          </a:prstGeom>
          <a:solidFill>
            <a:srgbClr val="C05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0" name="TextBox 1929">
            <a:extLst>
              <a:ext uri="{FF2B5EF4-FFF2-40B4-BE49-F238E27FC236}">
                <a16:creationId xmlns:a16="http://schemas.microsoft.com/office/drawing/2014/main" id="{17EF8D28-B11B-53AC-9588-A2F03A00D0B3}"/>
              </a:ext>
            </a:extLst>
          </p:cNvPr>
          <p:cNvSpPr txBox="1"/>
          <p:nvPr/>
        </p:nvSpPr>
        <p:spPr>
          <a:xfrm>
            <a:off x="4059103" y="115104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Quicksand"/>
              </a:defRPr>
            </a:pPr>
            <a:r>
              <a:t>3</a:t>
            </a:r>
          </a:p>
        </p:txBody>
      </p:sp>
      <p:sp>
        <p:nvSpPr>
          <p:cNvPr id="1932" name="TextBox 1931">
            <a:extLst>
              <a:ext uri="{FF2B5EF4-FFF2-40B4-BE49-F238E27FC236}">
                <a16:creationId xmlns:a16="http://schemas.microsoft.com/office/drawing/2014/main" id="{F2CEE39D-29AE-2748-3365-445E27434F9B}"/>
              </a:ext>
            </a:extLst>
          </p:cNvPr>
          <p:cNvSpPr txBox="1"/>
          <p:nvPr/>
        </p:nvSpPr>
        <p:spPr>
          <a:xfrm>
            <a:off x="3604361" y="1654923"/>
            <a:ext cx="16831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1414"/>
                </a:solidFill>
                <a:latin typeface="Quicksand"/>
              </a:defRPr>
            </a:pPr>
            <a:r>
              <a:rPr lang="en-IN" sz="1200" b="1" dirty="0">
                <a:solidFill>
                  <a:srgbClr val="161414"/>
                </a:solidFill>
                <a:latin typeface="Quicksand"/>
              </a:rPr>
              <a:t>Text Preprocessing</a:t>
            </a:r>
            <a:endParaRPr dirty="0"/>
          </a:p>
        </p:txBody>
      </p:sp>
      <p:sp>
        <p:nvSpPr>
          <p:cNvPr id="1934" name="TextBox 1933">
            <a:extLst>
              <a:ext uri="{FF2B5EF4-FFF2-40B4-BE49-F238E27FC236}">
                <a16:creationId xmlns:a16="http://schemas.microsoft.com/office/drawing/2014/main" id="{718598EB-C2D7-0106-FC65-57EA852238B9}"/>
              </a:ext>
            </a:extLst>
          </p:cNvPr>
          <p:cNvSpPr txBox="1"/>
          <p:nvPr/>
        </p:nvSpPr>
        <p:spPr>
          <a:xfrm>
            <a:off x="3420933" y="1956920"/>
            <a:ext cx="18776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C3A3A"/>
                </a:solidFill>
                <a:latin typeface="Quicksand"/>
              </a:defRPr>
            </a:pPr>
            <a:r>
              <a:rPr lang="en-IN" sz="1000" dirty="0">
                <a:solidFill>
                  <a:srgbClr val="3C3A3A"/>
                </a:solidFill>
                <a:latin typeface="Quicksand"/>
              </a:rPr>
              <a:t>The transcript is cleaned while preserving meaningful speech patterns and disfluencies.</a:t>
            </a:r>
            <a:endParaRPr sz="1000" dirty="0"/>
          </a:p>
        </p:txBody>
      </p:sp>
      <p:sp>
        <p:nvSpPr>
          <p:cNvPr id="1936" name="TextBox 1935">
            <a:extLst>
              <a:ext uri="{FF2B5EF4-FFF2-40B4-BE49-F238E27FC236}">
                <a16:creationId xmlns:a16="http://schemas.microsoft.com/office/drawing/2014/main" id="{F05CE4E6-16E5-7DF3-8C62-F7D38E58406B}"/>
              </a:ext>
            </a:extLst>
          </p:cNvPr>
          <p:cNvSpPr txBox="1"/>
          <p:nvPr/>
        </p:nvSpPr>
        <p:spPr>
          <a:xfrm>
            <a:off x="4973503" y="120591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5B5C"/>
                </a:solidFill>
                <a:latin typeface="Quicksand"/>
              </a:defRPr>
            </a:pPr>
            <a:r>
              <a:t>→</a:t>
            </a:r>
          </a:p>
        </p:txBody>
      </p:sp>
      <p:sp>
        <p:nvSpPr>
          <p:cNvPr id="1938" name="Oval 1937">
            <a:extLst>
              <a:ext uri="{FF2B5EF4-FFF2-40B4-BE49-F238E27FC236}">
                <a16:creationId xmlns:a16="http://schemas.microsoft.com/office/drawing/2014/main" id="{1018BCA3-9C9A-F300-D539-8CDD367C63A7}"/>
              </a:ext>
            </a:extLst>
          </p:cNvPr>
          <p:cNvSpPr/>
          <p:nvPr/>
        </p:nvSpPr>
        <p:spPr>
          <a:xfrm>
            <a:off x="5686735" y="1050464"/>
            <a:ext cx="502920" cy="502920"/>
          </a:xfrm>
          <a:prstGeom prst="ellipse">
            <a:avLst/>
          </a:prstGeom>
          <a:solidFill>
            <a:srgbClr val="C05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0" name="TextBox 1939">
            <a:extLst>
              <a:ext uri="{FF2B5EF4-FFF2-40B4-BE49-F238E27FC236}">
                <a16:creationId xmlns:a16="http://schemas.microsoft.com/office/drawing/2014/main" id="{4E5ED666-1D57-3B0B-DD14-71C348AEA78B}"/>
              </a:ext>
            </a:extLst>
          </p:cNvPr>
          <p:cNvSpPr txBox="1"/>
          <p:nvPr/>
        </p:nvSpPr>
        <p:spPr>
          <a:xfrm>
            <a:off x="5686735" y="115104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Quicksand"/>
              </a:defRPr>
            </a:pPr>
            <a:r>
              <a:t>4</a:t>
            </a:r>
          </a:p>
        </p:txBody>
      </p:sp>
      <p:sp>
        <p:nvSpPr>
          <p:cNvPr id="1942" name="TextBox 1941">
            <a:extLst>
              <a:ext uri="{FF2B5EF4-FFF2-40B4-BE49-F238E27FC236}">
                <a16:creationId xmlns:a16="http://schemas.microsoft.com/office/drawing/2014/main" id="{240696DF-F61F-CED0-3808-0800B0E5875A}"/>
              </a:ext>
            </a:extLst>
          </p:cNvPr>
          <p:cNvSpPr txBox="1"/>
          <p:nvPr/>
        </p:nvSpPr>
        <p:spPr>
          <a:xfrm>
            <a:off x="5247823" y="1628848"/>
            <a:ext cx="1417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1414"/>
                </a:solidFill>
                <a:latin typeface="Quicksand"/>
              </a:defRPr>
            </a:pPr>
            <a:r>
              <a:rPr lang="en-IN" sz="1200" b="1" dirty="0">
                <a:solidFill>
                  <a:srgbClr val="161414"/>
                </a:solidFill>
                <a:latin typeface="Quicksand"/>
              </a:rPr>
              <a:t>Tokenization</a:t>
            </a:r>
            <a:endParaRPr dirty="0"/>
          </a:p>
        </p:txBody>
      </p:sp>
      <p:sp>
        <p:nvSpPr>
          <p:cNvPr id="1944" name="TextBox 1943">
            <a:extLst>
              <a:ext uri="{FF2B5EF4-FFF2-40B4-BE49-F238E27FC236}">
                <a16:creationId xmlns:a16="http://schemas.microsoft.com/office/drawing/2014/main" id="{56223512-7E47-391C-517C-058C7FD673AA}"/>
              </a:ext>
            </a:extLst>
          </p:cNvPr>
          <p:cNvSpPr txBox="1"/>
          <p:nvPr/>
        </p:nvSpPr>
        <p:spPr>
          <a:xfrm>
            <a:off x="5298537" y="1954572"/>
            <a:ext cx="16672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C3A3A"/>
                </a:solidFill>
                <a:latin typeface="Quicksand"/>
              </a:defRPr>
            </a:pPr>
            <a:r>
              <a:rPr lang="en-IN" sz="1000" dirty="0">
                <a:solidFill>
                  <a:srgbClr val="3C3A3A"/>
                </a:solidFill>
                <a:latin typeface="Quicksand"/>
              </a:rPr>
              <a:t>The transcript is converted into tokens using the DeBERTa-v3 tokenizer.</a:t>
            </a:r>
            <a:endParaRPr sz="1000" dirty="0"/>
          </a:p>
        </p:txBody>
      </p:sp>
      <p:sp>
        <p:nvSpPr>
          <p:cNvPr id="1946" name="TextBox 1945">
            <a:extLst>
              <a:ext uri="{FF2B5EF4-FFF2-40B4-BE49-F238E27FC236}">
                <a16:creationId xmlns:a16="http://schemas.microsoft.com/office/drawing/2014/main" id="{86BBC332-6E3F-4EB5-CD29-9ACAAB8C194E}"/>
              </a:ext>
            </a:extLst>
          </p:cNvPr>
          <p:cNvSpPr txBox="1"/>
          <p:nvPr/>
        </p:nvSpPr>
        <p:spPr>
          <a:xfrm>
            <a:off x="6601135" y="120591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5B5C"/>
                </a:solidFill>
                <a:latin typeface="Quicksand"/>
              </a:defRPr>
            </a:pPr>
            <a:r>
              <a:t>→</a:t>
            </a:r>
          </a:p>
        </p:txBody>
      </p:sp>
      <p:sp>
        <p:nvSpPr>
          <p:cNvPr id="1948" name="Oval 1947">
            <a:extLst>
              <a:ext uri="{FF2B5EF4-FFF2-40B4-BE49-F238E27FC236}">
                <a16:creationId xmlns:a16="http://schemas.microsoft.com/office/drawing/2014/main" id="{D088E865-7EE1-DB8A-0614-F2F2F915E8B2}"/>
              </a:ext>
            </a:extLst>
          </p:cNvPr>
          <p:cNvSpPr/>
          <p:nvPr/>
        </p:nvSpPr>
        <p:spPr>
          <a:xfrm>
            <a:off x="7314367" y="1050464"/>
            <a:ext cx="502920" cy="502920"/>
          </a:xfrm>
          <a:prstGeom prst="ellipse">
            <a:avLst/>
          </a:prstGeom>
          <a:solidFill>
            <a:srgbClr val="C05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0" name="TextBox 1949">
            <a:extLst>
              <a:ext uri="{FF2B5EF4-FFF2-40B4-BE49-F238E27FC236}">
                <a16:creationId xmlns:a16="http://schemas.microsoft.com/office/drawing/2014/main" id="{978D0CE6-2534-E61C-583E-9726FCF51ECA}"/>
              </a:ext>
            </a:extLst>
          </p:cNvPr>
          <p:cNvSpPr txBox="1"/>
          <p:nvPr/>
        </p:nvSpPr>
        <p:spPr>
          <a:xfrm>
            <a:off x="7314367" y="115104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Quicksand"/>
              </a:defRPr>
            </a:pPr>
            <a:r>
              <a:t>5</a:t>
            </a:r>
          </a:p>
        </p:txBody>
      </p:sp>
      <p:sp>
        <p:nvSpPr>
          <p:cNvPr id="1952" name="TextBox 1951">
            <a:extLst>
              <a:ext uri="{FF2B5EF4-FFF2-40B4-BE49-F238E27FC236}">
                <a16:creationId xmlns:a16="http://schemas.microsoft.com/office/drawing/2014/main" id="{9BE6EC19-2258-2B92-4078-84259BA360EF}"/>
              </a:ext>
            </a:extLst>
          </p:cNvPr>
          <p:cNvSpPr txBox="1"/>
          <p:nvPr/>
        </p:nvSpPr>
        <p:spPr>
          <a:xfrm>
            <a:off x="6875455" y="1628848"/>
            <a:ext cx="21184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1414"/>
                </a:solidFill>
                <a:latin typeface="Quicksand"/>
              </a:defRPr>
            </a:pPr>
            <a:r>
              <a:rPr lang="en-IN" sz="1200" b="1" dirty="0">
                <a:solidFill>
                  <a:srgbClr val="161414"/>
                </a:solidFill>
                <a:latin typeface="Quicksand"/>
              </a:rPr>
              <a:t>Transformer Processing</a:t>
            </a:r>
            <a:endParaRPr dirty="0"/>
          </a:p>
        </p:txBody>
      </p:sp>
      <p:sp>
        <p:nvSpPr>
          <p:cNvPr id="1954" name="TextBox 1953">
            <a:extLst>
              <a:ext uri="{FF2B5EF4-FFF2-40B4-BE49-F238E27FC236}">
                <a16:creationId xmlns:a16="http://schemas.microsoft.com/office/drawing/2014/main" id="{D330CFFD-ACDC-ABE6-D008-67447D03EC46}"/>
              </a:ext>
            </a:extLst>
          </p:cNvPr>
          <p:cNvSpPr txBox="1"/>
          <p:nvPr/>
        </p:nvSpPr>
        <p:spPr>
          <a:xfrm>
            <a:off x="7049464" y="2006431"/>
            <a:ext cx="17704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C3A3A"/>
                </a:solidFill>
                <a:latin typeface="Quicksand"/>
              </a:defRPr>
            </a:pPr>
            <a:r>
              <a:rPr lang="en-IN" sz="1000" dirty="0">
                <a:solidFill>
                  <a:srgbClr val="3C3A3A"/>
                </a:solidFill>
                <a:latin typeface="Quicksand"/>
              </a:rPr>
              <a:t>DeBERTa-v3 processes the tokens and captures contextual linguistic information.</a:t>
            </a:r>
            <a:endParaRPr sz="1000" dirty="0"/>
          </a:p>
        </p:txBody>
      </p:sp>
      <p:sp>
        <p:nvSpPr>
          <p:cNvPr id="1956" name="TextBox 1955">
            <a:extLst>
              <a:ext uri="{FF2B5EF4-FFF2-40B4-BE49-F238E27FC236}">
                <a16:creationId xmlns:a16="http://schemas.microsoft.com/office/drawing/2014/main" id="{21EC5F78-C075-56E2-1985-E8D21BA66EDF}"/>
              </a:ext>
            </a:extLst>
          </p:cNvPr>
          <p:cNvSpPr txBox="1"/>
          <p:nvPr/>
        </p:nvSpPr>
        <p:spPr>
          <a:xfrm>
            <a:off x="8228767" y="120591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5B5C"/>
                </a:solidFill>
                <a:latin typeface="Quicksand"/>
              </a:defRPr>
            </a:pPr>
            <a:r>
              <a:t>→</a:t>
            </a:r>
          </a:p>
        </p:txBody>
      </p:sp>
      <p:sp>
        <p:nvSpPr>
          <p:cNvPr id="1970" name="Oval 1969">
            <a:extLst>
              <a:ext uri="{FF2B5EF4-FFF2-40B4-BE49-F238E27FC236}">
                <a16:creationId xmlns:a16="http://schemas.microsoft.com/office/drawing/2014/main" id="{0FC5B14D-7A8C-4E91-881F-E7827F19502B}"/>
              </a:ext>
            </a:extLst>
          </p:cNvPr>
          <p:cNvSpPr/>
          <p:nvPr/>
        </p:nvSpPr>
        <p:spPr>
          <a:xfrm>
            <a:off x="878900" y="2801791"/>
            <a:ext cx="502920" cy="502920"/>
          </a:xfrm>
          <a:prstGeom prst="ellipse">
            <a:avLst/>
          </a:prstGeom>
          <a:solidFill>
            <a:srgbClr val="C05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1" name="TextBox 1970">
            <a:extLst>
              <a:ext uri="{FF2B5EF4-FFF2-40B4-BE49-F238E27FC236}">
                <a16:creationId xmlns:a16="http://schemas.microsoft.com/office/drawing/2014/main" id="{C7FFC92A-F5DA-2B47-8E5E-FE8E5EB9C57F}"/>
              </a:ext>
            </a:extLst>
          </p:cNvPr>
          <p:cNvSpPr txBox="1"/>
          <p:nvPr/>
        </p:nvSpPr>
        <p:spPr>
          <a:xfrm>
            <a:off x="878900" y="2902375"/>
            <a:ext cx="502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Quicksand"/>
              </a:defRPr>
            </a:pPr>
            <a:r>
              <a:rPr lang="en-US" dirty="0"/>
              <a:t>6</a:t>
            </a:r>
            <a:endParaRPr dirty="0"/>
          </a:p>
        </p:txBody>
      </p:sp>
      <p:sp>
        <p:nvSpPr>
          <p:cNvPr id="1972" name="TextBox 1971">
            <a:extLst>
              <a:ext uri="{FF2B5EF4-FFF2-40B4-BE49-F238E27FC236}">
                <a16:creationId xmlns:a16="http://schemas.microsoft.com/office/drawing/2014/main" id="{A6A42BB4-9B7C-0890-AF6C-0020C11234F4}"/>
              </a:ext>
            </a:extLst>
          </p:cNvPr>
          <p:cNvSpPr txBox="1"/>
          <p:nvPr/>
        </p:nvSpPr>
        <p:spPr>
          <a:xfrm>
            <a:off x="283471" y="3360083"/>
            <a:ext cx="16789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1414"/>
                </a:solidFill>
                <a:latin typeface="Quicksand"/>
              </a:defRPr>
            </a:pPr>
            <a:r>
              <a:rPr lang="en-IN" sz="1200" b="1" dirty="0">
                <a:solidFill>
                  <a:srgbClr val="161414"/>
                </a:solidFill>
                <a:latin typeface="Quicksand"/>
              </a:rPr>
              <a:t>Attention Pooling</a:t>
            </a:r>
            <a:endParaRPr dirty="0"/>
          </a:p>
        </p:txBody>
      </p:sp>
      <p:sp>
        <p:nvSpPr>
          <p:cNvPr id="1973" name="TextBox 1972">
            <a:extLst>
              <a:ext uri="{FF2B5EF4-FFF2-40B4-BE49-F238E27FC236}">
                <a16:creationId xmlns:a16="http://schemas.microsoft.com/office/drawing/2014/main" id="{73A7C15F-8342-44CF-95E9-EA1D0A06ACE3}"/>
              </a:ext>
            </a:extLst>
          </p:cNvPr>
          <p:cNvSpPr txBox="1"/>
          <p:nvPr/>
        </p:nvSpPr>
        <p:spPr>
          <a:xfrm>
            <a:off x="297682" y="3684824"/>
            <a:ext cx="180960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C3A3A"/>
                </a:solidFill>
                <a:latin typeface="Quicksand"/>
              </a:defRPr>
            </a:pPr>
            <a:r>
              <a:rPr lang="en-IN" sz="1000" dirty="0">
                <a:solidFill>
                  <a:srgbClr val="3C3A3A"/>
                </a:solidFill>
                <a:latin typeface="Quicksand"/>
              </a:rPr>
              <a:t>The attention mechanism assigns different weights to token representations to focus on informative parts of the transcript.</a:t>
            </a:r>
            <a:endParaRPr sz="1000" dirty="0"/>
          </a:p>
        </p:txBody>
      </p:sp>
      <p:sp>
        <p:nvSpPr>
          <p:cNvPr id="1974" name="TextBox 1973">
            <a:extLst>
              <a:ext uri="{FF2B5EF4-FFF2-40B4-BE49-F238E27FC236}">
                <a16:creationId xmlns:a16="http://schemas.microsoft.com/office/drawing/2014/main" id="{88DC1595-35E9-9754-EA89-6A6974E4E331}"/>
              </a:ext>
            </a:extLst>
          </p:cNvPr>
          <p:cNvSpPr txBox="1"/>
          <p:nvPr/>
        </p:nvSpPr>
        <p:spPr>
          <a:xfrm>
            <a:off x="1793301" y="2957239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5B5C"/>
                </a:solidFill>
                <a:latin typeface="Quicksand"/>
              </a:defRPr>
            </a:pPr>
            <a:r>
              <a:t>→</a:t>
            </a:r>
          </a:p>
        </p:txBody>
      </p:sp>
      <p:sp>
        <p:nvSpPr>
          <p:cNvPr id="1975" name="Oval 1974">
            <a:extLst>
              <a:ext uri="{FF2B5EF4-FFF2-40B4-BE49-F238E27FC236}">
                <a16:creationId xmlns:a16="http://schemas.microsoft.com/office/drawing/2014/main" id="{B8003798-E6FC-943C-70C9-5E82072DED2E}"/>
              </a:ext>
            </a:extLst>
          </p:cNvPr>
          <p:cNvSpPr/>
          <p:nvPr/>
        </p:nvSpPr>
        <p:spPr>
          <a:xfrm>
            <a:off x="2506533" y="2801791"/>
            <a:ext cx="502920" cy="502920"/>
          </a:xfrm>
          <a:prstGeom prst="ellipse">
            <a:avLst/>
          </a:prstGeom>
          <a:solidFill>
            <a:srgbClr val="C05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6" name="TextBox 1975">
            <a:extLst>
              <a:ext uri="{FF2B5EF4-FFF2-40B4-BE49-F238E27FC236}">
                <a16:creationId xmlns:a16="http://schemas.microsoft.com/office/drawing/2014/main" id="{938C4FDC-AC31-FBB6-F967-DF87AC9789D2}"/>
              </a:ext>
            </a:extLst>
          </p:cNvPr>
          <p:cNvSpPr txBox="1"/>
          <p:nvPr/>
        </p:nvSpPr>
        <p:spPr>
          <a:xfrm>
            <a:off x="2506533" y="2902375"/>
            <a:ext cx="502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Quicksand"/>
              </a:defRPr>
            </a:pPr>
            <a:r>
              <a:rPr lang="en-US" dirty="0"/>
              <a:t>7</a:t>
            </a:r>
            <a:endParaRPr dirty="0"/>
          </a:p>
        </p:txBody>
      </p:sp>
      <p:sp>
        <p:nvSpPr>
          <p:cNvPr id="1977" name="TextBox 1976">
            <a:extLst>
              <a:ext uri="{FF2B5EF4-FFF2-40B4-BE49-F238E27FC236}">
                <a16:creationId xmlns:a16="http://schemas.microsoft.com/office/drawing/2014/main" id="{0B493B1B-88E0-DEC0-5D67-3DB3E67CDB40}"/>
              </a:ext>
            </a:extLst>
          </p:cNvPr>
          <p:cNvSpPr txBox="1"/>
          <p:nvPr/>
        </p:nvSpPr>
        <p:spPr>
          <a:xfrm>
            <a:off x="2067621" y="3380175"/>
            <a:ext cx="1417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1414"/>
                </a:solidFill>
                <a:latin typeface="Quicksand"/>
              </a:defRPr>
            </a:pPr>
            <a:r>
              <a:rPr lang="en-IN" sz="1200" b="1" dirty="0">
                <a:solidFill>
                  <a:srgbClr val="161414"/>
                </a:solidFill>
                <a:latin typeface="Quicksand"/>
              </a:rPr>
              <a:t>Classification</a:t>
            </a:r>
            <a:endParaRPr dirty="0"/>
          </a:p>
        </p:txBody>
      </p:sp>
      <p:sp>
        <p:nvSpPr>
          <p:cNvPr id="1978" name="TextBox 1977">
            <a:extLst>
              <a:ext uri="{FF2B5EF4-FFF2-40B4-BE49-F238E27FC236}">
                <a16:creationId xmlns:a16="http://schemas.microsoft.com/office/drawing/2014/main" id="{1CAA567C-6E0D-61C9-606F-C846DEE5018F}"/>
              </a:ext>
            </a:extLst>
          </p:cNvPr>
          <p:cNvSpPr txBox="1"/>
          <p:nvPr/>
        </p:nvSpPr>
        <p:spPr>
          <a:xfrm>
            <a:off x="2135506" y="3684753"/>
            <a:ext cx="14173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latin typeface="Quicksand" panose="020B0604020202020204" charset="0"/>
              </a:rPr>
              <a:t>The resulting representation is passed to a classifier.</a:t>
            </a:r>
          </a:p>
        </p:txBody>
      </p:sp>
      <p:sp>
        <p:nvSpPr>
          <p:cNvPr id="1979" name="TextBox 1978">
            <a:extLst>
              <a:ext uri="{FF2B5EF4-FFF2-40B4-BE49-F238E27FC236}">
                <a16:creationId xmlns:a16="http://schemas.microsoft.com/office/drawing/2014/main" id="{FBF61CAF-0307-91D5-535B-F646EAA462BA}"/>
              </a:ext>
            </a:extLst>
          </p:cNvPr>
          <p:cNvSpPr txBox="1"/>
          <p:nvPr/>
        </p:nvSpPr>
        <p:spPr>
          <a:xfrm>
            <a:off x="3420933" y="2957239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5B5C"/>
                </a:solidFill>
                <a:latin typeface="Quicksand"/>
              </a:defRPr>
            </a:pPr>
            <a:r>
              <a:t>→</a:t>
            </a:r>
          </a:p>
        </p:txBody>
      </p:sp>
      <p:sp>
        <p:nvSpPr>
          <p:cNvPr id="1980" name="Oval 1979">
            <a:extLst>
              <a:ext uri="{FF2B5EF4-FFF2-40B4-BE49-F238E27FC236}">
                <a16:creationId xmlns:a16="http://schemas.microsoft.com/office/drawing/2014/main" id="{2C498854-C7B1-5ADA-CE1D-709CF6DD6175}"/>
              </a:ext>
            </a:extLst>
          </p:cNvPr>
          <p:cNvSpPr/>
          <p:nvPr/>
        </p:nvSpPr>
        <p:spPr>
          <a:xfrm>
            <a:off x="4134165" y="2801791"/>
            <a:ext cx="502920" cy="502920"/>
          </a:xfrm>
          <a:prstGeom prst="ellipse">
            <a:avLst/>
          </a:prstGeom>
          <a:solidFill>
            <a:srgbClr val="C05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1" name="TextBox 1980">
            <a:extLst>
              <a:ext uri="{FF2B5EF4-FFF2-40B4-BE49-F238E27FC236}">
                <a16:creationId xmlns:a16="http://schemas.microsoft.com/office/drawing/2014/main" id="{8AD8F591-583E-5E65-9CF6-33DBA2E3D0E8}"/>
              </a:ext>
            </a:extLst>
          </p:cNvPr>
          <p:cNvSpPr txBox="1"/>
          <p:nvPr/>
        </p:nvSpPr>
        <p:spPr>
          <a:xfrm>
            <a:off x="4134165" y="2902375"/>
            <a:ext cx="502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Quicksand"/>
              </a:defRPr>
            </a:pPr>
            <a:r>
              <a:rPr lang="en-US" dirty="0"/>
              <a:t>8</a:t>
            </a:r>
            <a:endParaRPr dirty="0"/>
          </a:p>
        </p:txBody>
      </p:sp>
      <p:sp>
        <p:nvSpPr>
          <p:cNvPr id="1982" name="TextBox 1981">
            <a:extLst>
              <a:ext uri="{FF2B5EF4-FFF2-40B4-BE49-F238E27FC236}">
                <a16:creationId xmlns:a16="http://schemas.microsoft.com/office/drawing/2014/main" id="{1D0DEF93-D85B-85DD-BFF3-ADE7609D8635}"/>
              </a:ext>
            </a:extLst>
          </p:cNvPr>
          <p:cNvSpPr txBox="1"/>
          <p:nvPr/>
        </p:nvSpPr>
        <p:spPr>
          <a:xfrm>
            <a:off x="3429748" y="3413563"/>
            <a:ext cx="19117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1414"/>
                </a:solidFill>
                <a:latin typeface="Quicksand"/>
              </a:defRPr>
            </a:pPr>
            <a:r>
              <a:rPr lang="en-IN" sz="1200" b="1" dirty="0">
                <a:solidFill>
                  <a:srgbClr val="161414"/>
                </a:solidFill>
                <a:latin typeface="Quicksand"/>
              </a:rPr>
              <a:t>Alzheimer's Prediction</a:t>
            </a:r>
            <a:endParaRPr dirty="0"/>
          </a:p>
        </p:txBody>
      </p:sp>
      <p:sp>
        <p:nvSpPr>
          <p:cNvPr id="1983" name="TextBox 1982">
            <a:extLst>
              <a:ext uri="{FF2B5EF4-FFF2-40B4-BE49-F238E27FC236}">
                <a16:creationId xmlns:a16="http://schemas.microsoft.com/office/drawing/2014/main" id="{44B953B4-B10A-4FF4-D68A-CA7106790B0D}"/>
              </a:ext>
            </a:extLst>
          </p:cNvPr>
          <p:cNvSpPr txBox="1"/>
          <p:nvPr/>
        </p:nvSpPr>
        <p:spPr>
          <a:xfrm>
            <a:off x="3513166" y="3703317"/>
            <a:ext cx="187760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C3A3A"/>
                </a:solidFill>
                <a:latin typeface="Quicksand"/>
              </a:defRPr>
            </a:pPr>
            <a:r>
              <a:rPr lang="en-IN" sz="1000" dirty="0">
                <a:solidFill>
                  <a:srgbClr val="3C3A3A"/>
                </a:solidFill>
                <a:latin typeface="Quicksand"/>
              </a:rPr>
              <a:t>The system classifies the input as Healthy or Alzheimer's.</a:t>
            </a:r>
            <a:endParaRPr sz="1000" dirty="0"/>
          </a:p>
        </p:txBody>
      </p:sp>
      <p:sp>
        <p:nvSpPr>
          <p:cNvPr id="1984" name="TextBox 1983">
            <a:extLst>
              <a:ext uri="{FF2B5EF4-FFF2-40B4-BE49-F238E27FC236}">
                <a16:creationId xmlns:a16="http://schemas.microsoft.com/office/drawing/2014/main" id="{42FE6A94-1B12-87DE-5429-7316FD52CB00}"/>
              </a:ext>
            </a:extLst>
          </p:cNvPr>
          <p:cNvSpPr txBox="1"/>
          <p:nvPr/>
        </p:nvSpPr>
        <p:spPr>
          <a:xfrm>
            <a:off x="5048565" y="2957239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5B5C"/>
                </a:solidFill>
                <a:latin typeface="Quicksand"/>
              </a:defRPr>
            </a:pPr>
            <a:r>
              <a:t>→</a:t>
            </a:r>
          </a:p>
        </p:txBody>
      </p:sp>
      <p:sp>
        <p:nvSpPr>
          <p:cNvPr id="1985" name="Oval 1984">
            <a:extLst>
              <a:ext uri="{FF2B5EF4-FFF2-40B4-BE49-F238E27FC236}">
                <a16:creationId xmlns:a16="http://schemas.microsoft.com/office/drawing/2014/main" id="{D3FCE645-4CC3-AF78-25B9-6FB637403B64}"/>
              </a:ext>
            </a:extLst>
          </p:cNvPr>
          <p:cNvSpPr/>
          <p:nvPr/>
        </p:nvSpPr>
        <p:spPr>
          <a:xfrm>
            <a:off x="5761797" y="2801791"/>
            <a:ext cx="502920" cy="502920"/>
          </a:xfrm>
          <a:prstGeom prst="ellipse">
            <a:avLst/>
          </a:prstGeom>
          <a:solidFill>
            <a:srgbClr val="C05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6" name="TextBox 1985">
            <a:extLst>
              <a:ext uri="{FF2B5EF4-FFF2-40B4-BE49-F238E27FC236}">
                <a16:creationId xmlns:a16="http://schemas.microsoft.com/office/drawing/2014/main" id="{46E8B91A-38EA-709D-3751-B3D7BF7A284A}"/>
              </a:ext>
            </a:extLst>
          </p:cNvPr>
          <p:cNvSpPr txBox="1"/>
          <p:nvPr/>
        </p:nvSpPr>
        <p:spPr>
          <a:xfrm>
            <a:off x="5761797" y="2902375"/>
            <a:ext cx="502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Quicksand"/>
              </a:defRPr>
            </a:pPr>
            <a:r>
              <a:rPr lang="en-US" dirty="0"/>
              <a:t>9</a:t>
            </a:r>
            <a:endParaRPr dirty="0"/>
          </a:p>
        </p:txBody>
      </p:sp>
      <p:sp>
        <p:nvSpPr>
          <p:cNvPr id="1987" name="TextBox 1986">
            <a:extLst>
              <a:ext uri="{FF2B5EF4-FFF2-40B4-BE49-F238E27FC236}">
                <a16:creationId xmlns:a16="http://schemas.microsoft.com/office/drawing/2014/main" id="{289DDC15-EA44-0B25-00AB-5053920C9B6D}"/>
              </a:ext>
            </a:extLst>
          </p:cNvPr>
          <p:cNvSpPr txBox="1"/>
          <p:nvPr/>
        </p:nvSpPr>
        <p:spPr>
          <a:xfrm>
            <a:off x="5343835" y="3413562"/>
            <a:ext cx="1417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1414"/>
                </a:solidFill>
                <a:latin typeface="Quicksand"/>
              </a:defRPr>
            </a:pPr>
            <a:r>
              <a:rPr lang="en-IN" sz="1200" b="1" dirty="0">
                <a:solidFill>
                  <a:srgbClr val="161414"/>
                </a:solidFill>
                <a:latin typeface="Quicksand"/>
              </a:rPr>
              <a:t>Analysis Report</a:t>
            </a:r>
            <a:endParaRPr dirty="0"/>
          </a:p>
        </p:txBody>
      </p:sp>
      <p:sp>
        <p:nvSpPr>
          <p:cNvPr id="1988" name="TextBox 1987">
            <a:extLst>
              <a:ext uri="{FF2B5EF4-FFF2-40B4-BE49-F238E27FC236}">
                <a16:creationId xmlns:a16="http://schemas.microsoft.com/office/drawing/2014/main" id="{AD4E59A3-75E8-B8BE-A984-7A6DF9C22A1E}"/>
              </a:ext>
            </a:extLst>
          </p:cNvPr>
          <p:cNvSpPr txBox="1"/>
          <p:nvPr/>
        </p:nvSpPr>
        <p:spPr>
          <a:xfrm>
            <a:off x="5298251" y="3719476"/>
            <a:ext cx="16955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C3A3A"/>
                </a:solidFill>
                <a:latin typeface="Quicksand"/>
              </a:defRPr>
            </a:pPr>
            <a:r>
              <a:rPr lang="en-IN" sz="1000" dirty="0">
                <a:solidFill>
                  <a:srgbClr val="3C3A3A"/>
                </a:solidFill>
                <a:latin typeface="Quicksand"/>
              </a:rPr>
              <a:t>The prediction can be presented with confidence information and linguistic analysis.</a:t>
            </a:r>
            <a:endParaRPr sz="1000" dirty="0"/>
          </a:p>
        </p:txBody>
      </p:sp>
      <p:sp>
        <p:nvSpPr>
          <p:cNvPr id="1989" name="TextBox 1988">
            <a:extLst>
              <a:ext uri="{FF2B5EF4-FFF2-40B4-BE49-F238E27FC236}">
                <a16:creationId xmlns:a16="http://schemas.microsoft.com/office/drawing/2014/main" id="{2FD36762-9F05-046E-999D-1F680D3D9ABE}"/>
              </a:ext>
            </a:extLst>
          </p:cNvPr>
          <p:cNvSpPr txBox="1"/>
          <p:nvPr/>
        </p:nvSpPr>
        <p:spPr>
          <a:xfrm>
            <a:off x="6676197" y="2957239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5B5C"/>
                </a:solidFill>
                <a:latin typeface="Quicksand"/>
              </a:defRPr>
            </a:pPr>
            <a:r>
              <a:t>→</a:t>
            </a:r>
          </a:p>
        </p:txBody>
      </p:sp>
      <p:sp>
        <p:nvSpPr>
          <p:cNvPr id="1990" name="Oval 1989">
            <a:extLst>
              <a:ext uri="{FF2B5EF4-FFF2-40B4-BE49-F238E27FC236}">
                <a16:creationId xmlns:a16="http://schemas.microsoft.com/office/drawing/2014/main" id="{EE59A324-7B8D-20E2-8F1A-8138E60EAF92}"/>
              </a:ext>
            </a:extLst>
          </p:cNvPr>
          <p:cNvSpPr/>
          <p:nvPr/>
        </p:nvSpPr>
        <p:spPr>
          <a:xfrm>
            <a:off x="7389429" y="2801791"/>
            <a:ext cx="502920" cy="502920"/>
          </a:xfrm>
          <a:prstGeom prst="ellipse">
            <a:avLst/>
          </a:prstGeom>
          <a:solidFill>
            <a:srgbClr val="C05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1" name="TextBox 1990">
            <a:extLst>
              <a:ext uri="{FF2B5EF4-FFF2-40B4-BE49-F238E27FC236}">
                <a16:creationId xmlns:a16="http://schemas.microsoft.com/office/drawing/2014/main" id="{E35F2DCE-6B8D-C68B-70B0-DB090B4ECC81}"/>
              </a:ext>
            </a:extLst>
          </p:cNvPr>
          <p:cNvSpPr txBox="1"/>
          <p:nvPr/>
        </p:nvSpPr>
        <p:spPr>
          <a:xfrm>
            <a:off x="7389429" y="2902375"/>
            <a:ext cx="502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Quicksand"/>
              </a:defRPr>
            </a:pPr>
            <a:r>
              <a:rPr lang="en-US" dirty="0"/>
              <a:t>10</a:t>
            </a:r>
            <a:endParaRPr dirty="0"/>
          </a:p>
        </p:txBody>
      </p:sp>
      <p:sp>
        <p:nvSpPr>
          <p:cNvPr id="1992" name="TextBox 1991">
            <a:extLst>
              <a:ext uri="{FF2B5EF4-FFF2-40B4-BE49-F238E27FC236}">
                <a16:creationId xmlns:a16="http://schemas.microsoft.com/office/drawing/2014/main" id="{BE58A24B-7BC6-206A-4E1B-572B25745B04}"/>
              </a:ext>
            </a:extLst>
          </p:cNvPr>
          <p:cNvSpPr txBox="1"/>
          <p:nvPr/>
        </p:nvSpPr>
        <p:spPr>
          <a:xfrm>
            <a:off x="6950517" y="3393472"/>
            <a:ext cx="18693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1414"/>
                </a:solidFill>
                <a:latin typeface="Quicksand"/>
              </a:defRPr>
            </a:pPr>
            <a:r>
              <a:rPr lang="en-IN" sz="1200" b="1" dirty="0" err="1">
                <a:solidFill>
                  <a:srgbClr val="161414"/>
                </a:solidFill>
                <a:latin typeface="Quicksand"/>
              </a:rPr>
              <a:t>AlzDx</a:t>
            </a:r>
            <a:r>
              <a:rPr lang="en-IN" sz="1200" b="1" dirty="0">
                <a:solidFill>
                  <a:srgbClr val="161414"/>
                </a:solidFill>
                <a:latin typeface="Quicksand"/>
              </a:rPr>
              <a:t> Application</a:t>
            </a:r>
            <a:endParaRPr dirty="0"/>
          </a:p>
        </p:txBody>
      </p:sp>
      <p:sp>
        <p:nvSpPr>
          <p:cNvPr id="1993" name="TextBox 1992">
            <a:extLst>
              <a:ext uri="{FF2B5EF4-FFF2-40B4-BE49-F238E27FC236}">
                <a16:creationId xmlns:a16="http://schemas.microsoft.com/office/drawing/2014/main" id="{CDBD7EF4-CFFE-61D6-487D-A276E00FF901}"/>
              </a:ext>
            </a:extLst>
          </p:cNvPr>
          <p:cNvSpPr txBox="1"/>
          <p:nvPr/>
        </p:nvSpPr>
        <p:spPr>
          <a:xfrm>
            <a:off x="7071770" y="3684753"/>
            <a:ext cx="18693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C3A3A"/>
                </a:solidFill>
                <a:latin typeface="Quicksand"/>
              </a:defRPr>
            </a:pPr>
            <a:r>
              <a:rPr lang="en-IN" sz="1000" dirty="0">
                <a:solidFill>
                  <a:srgbClr val="3C3A3A"/>
                </a:solidFill>
                <a:latin typeface="Quicksand"/>
              </a:rPr>
              <a:t>The results are displayed through the proposed </a:t>
            </a:r>
            <a:r>
              <a:rPr lang="en-IN" sz="1000" dirty="0" err="1">
                <a:solidFill>
                  <a:srgbClr val="3C3A3A"/>
                </a:solidFill>
                <a:latin typeface="Quicksand"/>
              </a:rPr>
              <a:t>AlzDx</a:t>
            </a:r>
            <a:r>
              <a:rPr lang="en-IN" sz="1000" dirty="0">
                <a:solidFill>
                  <a:srgbClr val="3C3A3A"/>
                </a:solidFill>
                <a:latin typeface="Quicksand"/>
              </a:rPr>
              <a:t> web application.</a:t>
            </a:r>
            <a:endParaRPr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p42"/>
          <p:cNvSpPr txBox="1">
            <a:spLocks noGrp="1"/>
          </p:cNvSpPr>
          <p:nvPr>
            <p:ph type="title" idx="2"/>
          </p:nvPr>
        </p:nvSpPr>
        <p:spPr>
          <a:xfrm>
            <a:off x="2391292" y="313244"/>
            <a:ext cx="6752708" cy="78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3000" dirty="0"/>
              <a:t>Dataset &amp; Preprocessing</a:t>
            </a:r>
            <a:endParaRPr sz="3000" dirty="0"/>
          </a:p>
        </p:txBody>
      </p:sp>
      <p:sp>
        <p:nvSpPr>
          <p:cNvPr id="1933" name="Google Shape;1933;p42"/>
          <p:cNvSpPr txBox="1">
            <a:spLocks noGrp="1"/>
          </p:cNvSpPr>
          <p:nvPr>
            <p:ph type="subTitle" idx="1"/>
          </p:nvPr>
        </p:nvSpPr>
        <p:spPr>
          <a:xfrm>
            <a:off x="3251103" y="1267452"/>
            <a:ext cx="4449000" cy="5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100" b="1" dirty="0"/>
              <a:t>Dataset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Pitt </a:t>
            </a:r>
            <a:r>
              <a:rPr lang="en-IN" dirty="0" err="1"/>
              <a:t>DementiaBank</a:t>
            </a:r>
            <a:r>
              <a:rPr lang="en-IN" dirty="0"/>
              <a:t>-derived Cookie Theft transcripts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498 source rows → 497 final samples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Healthy: 241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Alzheimer’s: 256 </a:t>
            </a:r>
          </a:p>
          <a:p>
            <a:pPr lvl="0"/>
            <a:endParaRPr lang="en-IN" dirty="0"/>
          </a:p>
          <a:p>
            <a:r>
              <a:rPr lang="en-IN" sz="2100" b="1" dirty="0"/>
              <a:t>Preprocessing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Removed 1 normalized duplicate transcript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Preserved meaningful speech patterns and disfluencies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Stratified split: 347 Train | 75 Validation | 75 Test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7">
          <a:extLst>
            <a:ext uri="{FF2B5EF4-FFF2-40B4-BE49-F238E27FC236}">
              <a16:creationId xmlns:a16="http://schemas.microsoft.com/office/drawing/2014/main" id="{F9241A19-47EB-FCD8-B722-A44E480A5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43">
            <a:extLst>
              <a:ext uri="{FF2B5EF4-FFF2-40B4-BE49-F238E27FC236}">
                <a16:creationId xmlns:a16="http://schemas.microsoft.com/office/drawing/2014/main" id="{33863453-2F48-1F6E-6B65-AF67003838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7998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i="1" dirty="0">
                <a:highlight>
                  <a:schemeClr val="accent2"/>
                </a:highlight>
              </a:rPr>
              <a:t>System Design</a:t>
            </a:r>
            <a:endParaRPr b="0" i="1" dirty="0">
              <a:highlight>
                <a:schemeClr val="accent2"/>
              </a:highlight>
            </a:endParaRPr>
          </a:p>
        </p:txBody>
      </p:sp>
      <p:grpSp>
        <p:nvGrpSpPr>
          <p:cNvPr id="14" name="Google Shape;9290;p77">
            <a:extLst>
              <a:ext uri="{FF2B5EF4-FFF2-40B4-BE49-F238E27FC236}">
                <a16:creationId xmlns:a16="http://schemas.microsoft.com/office/drawing/2014/main" id="{B1911FBA-9ED9-B4B6-5892-3605FC2AAE3C}"/>
              </a:ext>
            </a:extLst>
          </p:cNvPr>
          <p:cNvGrpSpPr/>
          <p:nvPr/>
        </p:nvGrpSpPr>
        <p:grpSpPr>
          <a:xfrm>
            <a:off x="482973" y="1496732"/>
            <a:ext cx="4441968" cy="2428937"/>
            <a:chOff x="3530532" y="1408506"/>
            <a:chExt cx="1659087" cy="884160"/>
          </a:xfrm>
        </p:grpSpPr>
        <p:grpSp>
          <p:nvGrpSpPr>
            <p:cNvPr id="15" name="Google Shape;9291;p77">
              <a:extLst>
                <a:ext uri="{FF2B5EF4-FFF2-40B4-BE49-F238E27FC236}">
                  <a16:creationId xmlns:a16="http://schemas.microsoft.com/office/drawing/2014/main" id="{97520016-CA62-4C4F-CD55-43E901CC709C}"/>
                </a:ext>
              </a:extLst>
            </p:cNvPr>
            <p:cNvGrpSpPr/>
            <p:nvPr/>
          </p:nvGrpSpPr>
          <p:grpSpPr>
            <a:xfrm>
              <a:off x="3720318" y="1849430"/>
              <a:ext cx="1341462" cy="8132"/>
              <a:chOff x="3720318" y="1849430"/>
              <a:chExt cx="1341462" cy="8132"/>
            </a:xfrm>
          </p:grpSpPr>
          <p:cxnSp>
            <p:nvCxnSpPr>
              <p:cNvPr id="32" name="Google Shape;9292;p77">
                <a:extLst>
                  <a:ext uri="{FF2B5EF4-FFF2-40B4-BE49-F238E27FC236}">
                    <a16:creationId xmlns:a16="http://schemas.microsoft.com/office/drawing/2014/main" id="{33E299AA-3EEC-3F62-3985-6BEC6E7F67D8}"/>
                  </a:ext>
                </a:extLst>
              </p:cNvPr>
              <p:cNvCxnSpPr>
                <a:cxnSpLocks/>
                <a:stCxn id="21" idx="6"/>
                <a:endCxn id="22" idx="2"/>
              </p:cNvCxnSpPr>
              <p:nvPr/>
            </p:nvCxnSpPr>
            <p:spPr>
              <a:xfrm flipV="1">
                <a:off x="4471809" y="1852387"/>
                <a:ext cx="141834" cy="762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33" name="Google Shape;9294;p77">
                <a:extLst>
                  <a:ext uri="{FF2B5EF4-FFF2-40B4-BE49-F238E27FC236}">
                    <a16:creationId xmlns:a16="http://schemas.microsoft.com/office/drawing/2014/main" id="{43BD7164-9CBA-1838-B436-344D70F27BD8}"/>
                  </a:ext>
                </a:extLst>
              </p:cNvPr>
              <p:cNvCxnSpPr/>
              <p:nvPr/>
            </p:nvCxnSpPr>
            <p:spPr>
              <a:xfrm>
                <a:off x="4074943" y="1857562"/>
                <a:ext cx="173400" cy="0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34" name="Google Shape;9295;p77">
                <a:extLst>
                  <a:ext uri="{FF2B5EF4-FFF2-40B4-BE49-F238E27FC236}">
                    <a16:creationId xmlns:a16="http://schemas.microsoft.com/office/drawing/2014/main" id="{9DDD75B7-6F21-682F-56A9-BD44147236D7}"/>
                  </a:ext>
                </a:extLst>
              </p:cNvPr>
              <p:cNvCxnSpPr/>
              <p:nvPr/>
            </p:nvCxnSpPr>
            <p:spPr>
              <a:xfrm>
                <a:off x="3720318" y="1857562"/>
                <a:ext cx="173400" cy="0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35" name="Google Shape;9296;p77">
                <a:extLst>
                  <a:ext uri="{FF2B5EF4-FFF2-40B4-BE49-F238E27FC236}">
                    <a16:creationId xmlns:a16="http://schemas.microsoft.com/office/drawing/2014/main" id="{45319DB3-B3F9-09B1-9D34-3D5E6DAEB0AD}"/>
                  </a:ext>
                </a:extLst>
              </p:cNvPr>
              <p:cNvCxnSpPr>
                <a:cxnSpLocks/>
                <a:stCxn id="22" idx="6"/>
              </p:cNvCxnSpPr>
              <p:nvPr/>
            </p:nvCxnSpPr>
            <p:spPr>
              <a:xfrm flipV="1">
                <a:off x="4832846" y="1849430"/>
                <a:ext cx="228934" cy="2956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</p:grpSp>
        <p:grpSp>
          <p:nvGrpSpPr>
            <p:cNvPr id="16" name="Google Shape;9297;p77">
              <a:extLst>
                <a:ext uri="{FF2B5EF4-FFF2-40B4-BE49-F238E27FC236}">
                  <a16:creationId xmlns:a16="http://schemas.microsoft.com/office/drawing/2014/main" id="{90FBFD57-FA90-FE15-9CBD-7CEE24ACBE65}"/>
                </a:ext>
              </a:extLst>
            </p:cNvPr>
            <p:cNvGrpSpPr/>
            <p:nvPr/>
          </p:nvGrpSpPr>
          <p:grpSpPr>
            <a:xfrm>
              <a:off x="3567462" y="1408506"/>
              <a:ext cx="531893" cy="360594"/>
              <a:chOff x="3567462" y="1408506"/>
              <a:chExt cx="531893" cy="360594"/>
            </a:xfrm>
          </p:grpSpPr>
          <p:cxnSp>
            <p:nvCxnSpPr>
              <p:cNvPr id="30" name="Google Shape;9298;p77">
                <a:extLst>
                  <a:ext uri="{FF2B5EF4-FFF2-40B4-BE49-F238E27FC236}">
                    <a16:creationId xmlns:a16="http://schemas.microsoft.com/office/drawing/2014/main" id="{2FE900E9-9F96-FB50-AC96-259DEA6EC298}"/>
                  </a:ext>
                </a:extLst>
              </p:cNvPr>
              <p:cNvCxnSpPr/>
              <p:nvPr/>
            </p:nvCxnSpPr>
            <p:spPr>
              <a:xfrm rot="10800000">
                <a:off x="3626625" y="1596000"/>
                <a:ext cx="0" cy="173100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sp>
            <p:nvSpPr>
              <p:cNvPr id="31" name="Google Shape;9299;p77">
                <a:extLst>
                  <a:ext uri="{FF2B5EF4-FFF2-40B4-BE49-F238E27FC236}">
                    <a16:creationId xmlns:a16="http://schemas.microsoft.com/office/drawing/2014/main" id="{5BEAF273-885E-A5BC-0C57-D9F8CBD36C27}"/>
                  </a:ext>
                </a:extLst>
              </p:cNvPr>
              <p:cNvSpPr/>
              <p:nvPr/>
            </p:nvSpPr>
            <p:spPr>
              <a:xfrm>
                <a:off x="3567462" y="1408506"/>
                <a:ext cx="531893" cy="187799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" name="Google Shape;9300;p77">
              <a:extLst>
                <a:ext uri="{FF2B5EF4-FFF2-40B4-BE49-F238E27FC236}">
                  <a16:creationId xmlns:a16="http://schemas.microsoft.com/office/drawing/2014/main" id="{EE9D12C6-6CDA-7924-CA91-7759460C03C6}"/>
                </a:ext>
              </a:extLst>
            </p:cNvPr>
            <p:cNvSpPr/>
            <p:nvPr/>
          </p:nvSpPr>
          <p:spPr>
            <a:xfrm>
              <a:off x="3530532" y="1746525"/>
              <a:ext cx="219203" cy="213248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301;p77">
              <a:extLst>
                <a:ext uri="{FF2B5EF4-FFF2-40B4-BE49-F238E27FC236}">
                  <a16:creationId xmlns:a16="http://schemas.microsoft.com/office/drawing/2014/main" id="{048CB6AA-F835-82DA-2042-14F09BC8ED68}"/>
                </a:ext>
              </a:extLst>
            </p:cNvPr>
            <p:cNvSpPr/>
            <p:nvPr/>
          </p:nvSpPr>
          <p:spPr>
            <a:xfrm>
              <a:off x="3891569" y="1753761"/>
              <a:ext cx="219203" cy="213248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9302;p77">
              <a:extLst>
                <a:ext uri="{FF2B5EF4-FFF2-40B4-BE49-F238E27FC236}">
                  <a16:creationId xmlns:a16="http://schemas.microsoft.com/office/drawing/2014/main" id="{5A7BEAD6-0E7D-9AB2-5A0C-F9663C4B9979}"/>
                </a:ext>
              </a:extLst>
            </p:cNvPr>
            <p:cNvGrpSpPr/>
            <p:nvPr/>
          </p:nvGrpSpPr>
          <p:grpSpPr>
            <a:xfrm>
              <a:off x="3929014" y="1960574"/>
              <a:ext cx="531893" cy="330241"/>
              <a:chOff x="3929014" y="1960574"/>
              <a:chExt cx="531893" cy="330241"/>
            </a:xfrm>
          </p:grpSpPr>
          <p:cxnSp>
            <p:nvCxnSpPr>
              <p:cNvPr id="28" name="Google Shape;9303;p77">
                <a:extLst>
                  <a:ext uri="{FF2B5EF4-FFF2-40B4-BE49-F238E27FC236}">
                    <a16:creationId xmlns:a16="http://schemas.microsoft.com/office/drawing/2014/main" id="{51A3B50A-B414-17E5-5775-94EF65F51BB8}"/>
                  </a:ext>
                </a:extLst>
              </p:cNvPr>
              <p:cNvCxnSpPr/>
              <p:nvPr/>
            </p:nvCxnSpPr>
            <p:spPr>
              <a:xfrm rot="10800000">
                <a:off x="3988400" y="1960574"/>
                <a:ext cx="0" cy="144300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sp>
            <p:nvSpPr>
              <p:cNvPr id="29" name="Google Shape;9304;p77">
                <a:extLst>
                  <a:ext uri="{FF2B5EF4-FFF2-40B4-BE49-F238E27FC236}">
                    <a16:creationId xmlns:a16="http://schemas.microsoft.com/office/drawing/2014/main" id="{A4308F39-3A6F-3A1D-8875-78BBBA048808}"/>
                  </a:ext>
                </a:extLst>
              </p:cNvPr>
              <p:cNvSpPr/>
              <p:nvPr/>
            </p:nvSpPr>
            <p:spPr>
              <a:xfrm>
                <a:off x="3929014" y="2103016"/>
                <a:ext cx="531893" cy="187799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" name="Google Shape;9305;p77">
              <a:extLst>
                <a:ext uri="{FF2B5EF4-FFF2-40B4-BE49-F238E27FC236}">
                  <a16:creationId xmlns:a16="http://schemas.microsoft.com/office/drawing/2014/main" id="{F4652CCE-4D42-3E47-06EA-A303E83DCE18}"/>
                </a:ext>
              </a:extLst>
            </p:cNvPr>
            <p:cNvGrpSpPr/>
            <p:nvPr/>
          </p:nvGrpSpPr>
          <p:grpSpPr>
            <a:xfrm>
              <a:off x="4290828" y="1408506"/>
              <a:ext cx="531893" cy="360594"/>
              <a:chOff x="4290828" y="1408506"/>
              <a:chExt cx="531893" cy="360594"/>
            </a:xfrm>
          </p:grpSpPr>
          <p:cxnSp>
            <p:nvCxnSpPr>
              <p:cNvPr id="26" name="Google Shape;9306;p77">
                <a:extLst>
                  <a:ext uri="{FF2B5EF4-FFF2-40B4-BE49-F238E27FC236}">
                    <a16:creationId xmlns:a16="http://schemas.microsoft.com/office/drawing/2014/main" id="{8B15777A-6219-F5F6-FC03-A31D6840717F}"/>
                  </a:ext>
                </a:extLst>
              </p:cNvPr>
              <p:cNvCxnSpPr/>
              <p:nvPr/>
            </p:nvCxnSpPr>
            <p:spPr>
              <a:xfrm rot="10800000">
                <a:off x="4350000" y="1596000"/>
                <a:ext cx="0" cy="173100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sp>
            <p:nvSpPr>
              <p:cNvPr id="27" name="Google Shape;9307;p77">
                <a:extLst>
                  <a:ext uri="{FF2B5EF4-FFF2-40B4-BE49-F238E27FC236}">
                    <a16:creationId xmlns:a16="http://schemas.microsoft.com/office/drawing/2014/main" id="{FECAE31A-D8E9-511C-B6BB-77AF29DD44B2}"/>
                  </a:ext>
                </a:extLst>
              </p:cNvPr>
              <p:cNvSpPr/>
              <p:nvPr/>
            </p:nvSpPr>
            <p:spPr>
              <a:xfrm>
                <a:off x="4290828" y="1408506"/>
                <a:ext cx="531893" cy="187799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" name="Google Shape;9308;p77">
              <a:extLst>
                <a:ext uri="{FF2B5EF4-FFF2-40B4-BE49-F238E27FC236}">
                  <a16:creationId xmlns:a16="http://schemas.microsoft.com/office/drawing/2014/main" id="{CAF9CF75-B08B-BAB4-B7E8-94F07879EE05}"/>
                </a:ext>
              </a:extLst>
            </p:cNvPr>
            <p:cNvSpPr/>
            <p:nvPr/>
          </p:nvSpPr>
          <p:spPr>
            <a:xfrm>
              <a:off x="4252606" y="1746525"/>
              <a:ext cx="219203" cy="213248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" name="Google Shape;9293;p77">
              <a:extLst>
                <a:ext uri="{FF2B5EF4-FFF2-40B4-BE49-F238E27FC236}">
                  <a16:creationId xmlns:a16="http://schemas.microsoft.com/office/drawing/2014/main" id="{5212F9A6-6E62-4083-FDE0-D8924D2920E1}"/>
                </a:ext>
              </a:extLst>
            </p:cNvPr>
            <p:cNvSpPr/>
            <p:nvPr/>
          </p:nvSpPr>
          <p:spPr>
            <a:xfrm>
              <a:off x="4613643" y="1745763"/>
              <a:ext cx="219203" cy="213248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" name="Google Shape;9309;p77">
              <a:extLst>
                <a:ext uri="{FF2B5EF4-FFF2-40B4-BE49-F238E27FC236}">
                  <a16:creationId xmlns:a16="http://schemas.microsoft.com/office/drawing/2014/main" id="{B2198A4D-7F55-5EAA-6088-1F97BD8262AD}"/>
                </a:ext>
              </a:extLst>
            </p:cNvPr>
            <p:cNvGrpSpPr/>
            <p:nvPr/>
          </p:nvGrpSpPr>
          <p:grpSpPr>
            <a:xfrm>
              <a:off x="4657726" y="1959674"/>
              <a:ext cx="531893" cy="332992"/>
              <a:chOff x="4657726" y="1959674"/>
              <a:chExt cx="531893" cy="332992"/>
            </a:xfrm>
          </p:grpSpPr>
          <p:cxnSp>
            <p:nvCxnSpPr>
              <p:cNvPr id="24" name="Google Shape;9310;p77">
                <a:extLst>
                  <a:ext uri="{FF2B5EF4-FFF2-40B4-BE49-F238E27FC236}">
                    <a16:creationId xmlns:a16="http://schemas.microsoft.com/office/drawing/2014/main" id="{AA763A76-3A6F-9524-6734-59AA3BF78B51}"/>
                  </a:ext>
                </a:extLst>
              </p:cNvPr>
              <p:cNvCxnSpPr/>
              <p:nvPr/>
            </p:nvCxnSpPr>
            <p:spPr>
              <a:xfrm rot="10800000">
                <a:off x="4707475" y="1959674"/>
                <a:ext cx="0" cy="145200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sp>
            <p:nvSpPr>
              <p:cNvPr id="25" name="Google Shape;9311;p77">
                <a:extLst>
                  <a:ext uri="{FF2B5EF4-FFF2-40B4-BE49-F238E27FC236}">
                    <a16:creationId xmlns:a16="http://schemas.microsoft.com/office/drawing/2014/main" id="{8648AB7A-A5CC-03B6-F0DC-71857CF865A5}"/>
                  </a:ext>
                </a:extLst>
              </p:cNvPr>
              <p:cNvSpPr/>
              <p:nvPr/>
            </p:nvSpPr>
            <p:spPr>
              <a:xfrm>
                <a:off x="4657726" y="2104866"/>
                <a:ext cx="531893" cy="18780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8" name="Google Shape;9290;p77">
            <a:extLst>
              <a:ext uri="{FF2B5EF4-FFF2-40B4-BE49-F238E27FC236}">
                <a16:creationId xmlns:a16="http://schemas.microsoft.com/office/drawing/2014/main" id="{E5F4B4A9-8B16-B396-98D7-9FCC658F9175}"/>
              </a:ext>
            </a:extLst>
          </p:cNvPr>
          <p:cNvGrpSpPr/>
          <p:nvPr/>
        </p:nvGrpSpPr>
        <p:grpSpPr>
          <a:xfrm>
            <a:off x="4422135" y="1497326"/>
            <a:ext cx="4441962" cy="2391918"/>
            <a:chOff x="3530532" y="1421979"/>
            <a:chExt cx="1659085" cy="870684"/>
          </a:xfrm>
        </p:grpSpPr>
        <p:grpSp>
          <p:nvGrpSpPr>
            <p:cNvPr id="39" name="Google Shape;9291;p77">
              <a:extLst>
                <a:ext uri="{FF2B5EF4-FFF2-40B4-BE49-F238E27FC236}">
                  <a16:creationId xmlns:a16="http://schemas.microsoft.com/office/drawing/2014/main" id="{2541835A-3E09-9B07-F035-C84FBA5B9D50}"/>
                </a:ext>
              </a:extLst>
            </p:cNvPr>
            <p:cNvGrpSpPr/>
            <p:nvPr/>
          </p:nvGrpSpPr>
          <p:grpSpPr>
            <a:xfrm>
              <a:off x="3720318" y="1853242"/>
              <a:ext cx="893325" cy="4374"/>
              <a:chOff x="3720318" y="1853242"/>
              <a:chExt cx="893325" cy="4374"/>
            </a:xfrm>
          </p:grpSpPr>
          <p:cxnSp>
            <p:nvCxnSpPr>
              <p:cNvPr id="56" name="Google Shape;9292;p77">
                <a:extLst>
                  <a:ext uri="{FF2B5EF4-FFF2-40B4-BE49-F238E27FC236}">
                    <a16:creationId xmlns:a16="http://schemas.microsoft.com/office/drawing/2014/main" id="{A7EF22E4-52AA-F8EF-1FF5-0586941601E9}"/>
                  </a:ext>
                </a:extLst>
              </p:cNvPr>
              <p:cNvCxnSpPr>
                <a:cxnSpLocks/>
                <a:endCxn id="46" idx="2"/>
              </p:cNvCxnSpPr>
              <p:nvPr/>
            </p:nvCxnSpPr>
            <p:spPr>
              <a:xfrm flipV="1">
                <a:off x="4440243" y="1853242"/>
                <a:ext cx="173400" cy="4374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57" name="Google Shape;9294;p77">
                <a:extLst>
                  <a:ext uri="{FF2B5EF4-FFF2-40B4-BE49-F238E27FC236}">
                    <a16:creationId xmlns:a16="http://schemas.microsoft.com/office/drawing/2014/main" id="{14C045DD-D3EF-6173-C824-F0EE6A40DA95}"/>
                  </a:ext>
                </a:extLst>
              </p:cNvPr>
              <p:cNvCxnSpPr/>
              <p:nvPr/>
            </p:nvCxnSpPr>
            <p:spPr>
              <a:xfrm>
                <a:off x="4074943" y="1857562"/>
                <a:ext cx="173400" cy="0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58" name="Google Shape;9295;p77">
                <a:extLst>
                  <a:ext uri="{FF2B5EF4-FFF2-40B4-BE49-F238E27FC236}">
                    <a16:creationId xmlns:a16="http://schemas.microsoft.com/office/drawing/2014/main" id="{021DEF73-55B2-566E-A52B-29CEB3A7F40C}"/>
                  </a:ext>
                </a:extLst>
              </p:cNvPr>
              <p:cNvCxnSpPr/>
              <p:nvPr/>
            </p:nvCxnSpPr>
            <p:spPr>
              <a:xfrm>
                <a:off x="3720318" y="1857562"/>
                <a:ext cx="173400" cy="0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</p:grpSp>
        <p:grpSp>
          <p:nvGrpSpPr>
            <p:cNvPr id="40" name="Google Shape;9297;p77">
              <a:extLst>
                <a:ext uri="{FF2B5EF4-FFF2-40B4-BE49-F238E27FC236}">
                  <a16:creationId xmlns:a16="http://schemas.microsoft.com/office/drawing/2014/main" id="{0646291B-B6A6-7B76-E0D5-BA69421E09D9}"/>
                </a:ext>
              </a:extLst>
            </p:cNvPr>
            <p:cNvGrpSpPr/>
            <p:nvPr/>
          </p:nvGrpSpPr>
          <p:grpSpPr>
            <a:xfrm>
              <a:off x="3555636" y="1421979"/>
              <a:ext cx="531891" cy="347121"/>
              <a:chOff x="3555636" y="1421979"/>
              <a:chExt cx="531891" cy="347121"/>
            </a:xfrm>
          </p:grpSpPr>
          <p:cxnSp>
            <p:nvCxnSpPr>
              <p:cNvPr id="54" name="Google Shape;9298;p77">
                <a:extLst>
                  <a:ext uri="{FF2B5EF4-FFF2-40B4-BE49-F238E27FC236}">
                    <a16:creationId xmlns:a16="http://schemas.microsoft.com/office/drawing/2014/main" id="{B2D5C809-341E-616D-898F-064D29D7E900}"/>
                  </a:ext>
                </a:extLst>
              </p:cNvPr>
              <p:cNvCxnSpPr/>
              <p:nvPr/>
            </p:nvCxnSpPr>
            <p:spPr>
              <a:xfrm rot="10800000">
                <a:off x="3626625" y="1596000"/>
                <a:ext cx="0" cy="173100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sp>
            <p:nvSpPr>
              <p:cNvPr id="55" name="Google Shape;9299;p77">
                <a:extLst>
                  <a:ext uri="{FF2B5EF4-FFF2-40B4-BE49-F238E27FC236}">
                    <a16:creationId xmlns:a16="http://schemas.microsoft.com/office/drawing/2014/main" id="{FA5037B6-9AB0-5A2F-58B1-2CC39E8A2C6A}"/>
                  </a:ext>
                </a:extLst>
              </p:cNvPr>
              <p:cNvSpPr/>
              <p:nvPr/>
            </p:nvSpPr>
            <p:spPr>
              <a:xfrm>
                <a:off x="3555636" y="1421979"/>
                <a:ext cx="531891" cy="187797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1" name="Google Shape;9300;p77">
              <a:extLst>
                <a:ext uri="{FF2B5EF4-FFF2-40B4-BE49-F238E27FC236}">
                  <a16:creationId xmlns:a16="http://schemas.microsoft.com/office/drawing/2014/main" id="{C6E5C17F-4D94-A98A-3C27-C25E004AD532}"/>
                </a:ext>
              </a:extLst>
            </p:cNvPr>
            <p:cNvSpPr/>
            <p:nvPr/>
          </p:nvSpPr>
          <p:spPr>
            <a:xfrm>
              <a:off x="3530532" y="1763224"/>
              <a:ext cx="197246" cy="196548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" name="Google Shape;9301;p77">
              <a:extLst>
                <a:ext uri="{FF2B5EF4-FFF2-40B4-BE49-F238E27FC236}">
                  <a16:creationId xmlns:a16="http://schemas.microsoft.com/office/drawing/2014/main" id="{4C5CBED5-125D-3C74-D542-31A5C3135B29}"/>
                </a:ext>
              </a:extLst>
            </p:cNvPr>
            <p:cNvSpPr/>
            <p:nvPr/>
          </p:nvSpPr>
          <p:spPr>
            <a:xfrm>
              <a:off x="3891569" y="1770461"/>
              <a:ext cx="197246" cy="196548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" name="Google Shape;9302;p77">
              <a:extLst>
                <a:ext uri="{FF2B5EF4-FFF2-40B4-BE49-F238E27FC236}">
                  <a16:creationId xmlns:a16="http://schemas.microsoft.com/office/drawing/2014/main" id="{4DE5C001-674A-9C1E-661F-7978044A5968}"/>
                </a:ext>
              </a:extLst>
            </p:cNvPr>
            <p:cNvGrpSpPr/>
            <p:nvPr/>
          </p:nvGrpSpPr>
          <p:grpSpPr>
            <a:xfrm>
              <a:off x="3929014" y="1960574"/>
              <a:ext cx="531891" cy="330237"/>
              <a:chOff x="3929014" y="1960574"/>
              <a:chExt cx="531891" cy="330237"/>
            </a:xfrm>
          </p:grpSpPr>
          <p:cxnSp>
            <p:nvCxnSpPr>
              <p:cNvPr id="52" name="Google Shape;9303;p77">
                <a:extLst>
                  <a:ext uri="{FF2B5EF4-FFF2-40B4-BE49-F238E27FC236}">
                    <a16:creationId xmlns:a16="http://schemas.microsoft.com/office/drawing/2014/main" id="{C767F357-D64A-83E1-5DE5-3B6D9EA6706D}"/>
                  </a:ext>
                </a:extLst>
              </p:cNvPr>
              <p:cNvCxnSpPr/>
              <p:nvPr/>
            </p:nvCxnSpPr>
            <p:spPr>
              <a:xfrm rot="10800000">
                <a:off x="3988400" y="1960574"/>
                <a:ext cx="0" cy="144300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sp>
            <p:nvSpPr>
              <p:cNvPr id="53" name="Google Shape;9304;p77">
                <a:extLst>
                  <a:ext uri="{FF2B5EF4-FFF2-40B4-BE49-F238E27FC236}">
                    <a16:creationId xmlns:a16="http://schemas.microsoft.com/office/drawing/2014/main" id="{F5B900DA-C2A3-9702-E9FE-E84E4EA4E81F}"/>
                  </a:ext>
                </a:extLst>
              </p:cNvPr>
              <p:cNvSpPr/>
              <p:nvPr/>
            </p:nvSpPr>
            <p:spPr>
              <a:xfrm>
                <a:off x="3929014" y="2103015"/>
                <a:ext cx="531891" cy="187796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" name="Google Shape;9305;p77">
              <a:extLst>
                <a:ext uri="{FF2B5EF4-FFF2-40B4-BE49-F238E27FC236}">
                  <a16:creationId xmlns:a16="http://schemas.microsoft.com/office/drawing/2014/main" id="{B7DB0CA4-319D-AA52-B6A6-313C4A34E9F9}"/>
                </a:ext>
              </a:extLst>
            </p:cNvPr>
            <p:cNvGrpSpPr/>
            <p:nvPr/>
          </p:nvGrpSpPr>
          <p:grpSpPr>
            <a:xfrm>
              <a:off x="4279002" y="1421979"/>
              <a:ext cx="531891" cy="347121"/>
              <a:chOff x="4279002" y="1421979"/>
              <a:chExt cx="531891" cy="347121"/>
            </a:xfrm>
          </p:grpSpPr>
          <p:cxnSp>
            <p:nvCxnSpPr>
              <p:cNvPr id="50" name="Google Shape;9306;p77">
                <a:extLst>
                  <a:ext uri="{FF2B5EF4-FFF2-40B4-BE49-F238E27FC236}">
                    <a16:creationId xmlns:a16="http://schemas.microsoft.com/office/drawing/2014/main" id="{91977537-FD53-FFF4-5680-D58328336DFC}"/>
                  </a:ext>
                </a:extLst>
              </p:cNvPr>
              <p:cNvCxnSpPr/>
              <p:nvPr/>
            </p:nvCxnSpPr>
            <p:spPr>
              <a:xfrm rot="10800000">
                <a:off x="4350000" y="1596000"/>
                <a:ext cx="0" cy="173100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sp>
            <p:nvSpPr>
              <p:cNvPr id="51" name="Google Shape;9307;p77">
                <a:extLst>
                  <a:ext uri="{FF2B5EF4-FFF2-40B4-BE49-F238E27FC236}">
                    <a16:creationId xmlns:a16="http://schemas.microsoft.com/office/drawing/2014/main" id="{EE3C6A8F-0FFD-CA98-FA77-0BC680C59629}"/>
                  </a:ext>
                </a:extLst>
              </p:cNvPr>
              <p:cNvSpPr/>
              <p:nvPr/>
            </p:nvSpPr>
            <p:spPr>
              <a:xfrm>
                <a:off x="4279002" y="1421979"/>
                <a:ext cx="531891" cy="187797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" name="Google Shape;9308;p77">
              <a:extLst>
                <a:ext uri="{FF2B5EF4-FFF2-40B4-BE49-F238E27FC236}">
                  <a16:creationId xmlns:a16="http://schemas.microsoft.com/office/drawing/2014/main" id="{6A8DDC54-E563-45B4-04BC-F3118C474717}"/>
                </a:ext>
              </a:extLst>
            </p:cNvPr>
            <p:cNvSpPr/>
            <p:nvPr/>
          </p:nvSpPr>
          <p:spPr>
            <a:xfrm>
              <a:off x="4252606" y="1763224"/>
              <a:ext cx="197246" cy="196548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293;p77">
              <a:extLst>
                <a:ext uri="{FF2B5EF4-FFF2-40B4-BE49-F238E27FC236}">
                  <a16:creationId xmlns:a16="http://schemas.microsoft.com/office/drawing/2014/main" id="{616DC814-F913-EF26-60D0-E0058188912F}"/>
                </a:ext>
              </a:extLst>
            </p:cNvPr>
            <p:cNvSpPr/>
            <p:nvPr/>
          </p:nvSpPr>
          <p:spPr>
            <a:xfrm>
              <a:off x="4613643" y="1754968"/>
              <a:ext cx="197246" cy="196548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47" name="Google Shape;9309;p77">
              <a:extLst>
                <a:ext uri="{FF2B5EF4-FFF2-40B4-BE49-F238E27FC236}">
                  <a16:creationId xmlns:a16="http://schemas.microsoft.com/office/drawing/2014/main" id="{749C3256-9E6C-3F49-F2FE-FECDA0670FC7}"/>
                </a:ext>
              </a:extLst>
            </p:cNvPr>
            <p:cNvGrpSpPr/>
            <p:nvPr/>
          </p:nvGrpSpPr>
          <p:grpSpPr>
            <a:xfrm>
              <a:off x="4657726" y="1959674"/>
              <a:ext cx="531891" cy="332989"/>
              <a:chOff x="4657726" y="1959674"/>
              <a:chExt cx="531891" cy="332989"/>
            </a:xfrm>
          </p:grpSpPr>
          <p:cxnSp>
            <p:nvCxnSpPr>
              <p:cNvPr id="48" name="Google Shape;9310;p77">
                <a:extLst>
                  <a:ext uri="{FF2B5EF4-FFF2-40B4-BE49-F238E27FC236}">
                    <a16:creationId xmlns:a16="http://schemas.microsoft.com/office/drawing/2014/main" id="{29810804-7C14-8301-324F-42313A7D4D55}"/>
                  </a:ext>
                </a:extLst>
              </p:cNvPr>
              <p:cNvCxnSpPr/>
              <p:nvPr/>
            </p:nvCxnSpPr>
            <p:spPr>
              <a:xfrm rot="10800000">
                <a:off x="4707475" y="1959674"/>
                <a:ext cx="0" cy="145200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sp>
            <p:nvSpPr>
              <p:cNvPr id="49" name="Google Shape;9311;p77">
                <a:extLst>
                  <a:ext uri="{FF2B5EF4-FFF2-40B4-BE49-F238E27FC236}">
                    <a16:creationId xmlns:a16="http://schemas.microsoft.com/office/drawing/2014/main" id="{75C35BE4-8656-A49E-EE5A-FF904B068DA0}"/>
                  </a:ext>
                </a:extLst>
              </p:cNvPr>
              <p:cNvSpPr/>
              <p:nvPr/>
            </p:nvSpPr>
            <p:spPr>
              <a:xfrm>
                <a:off x="4657726" y="2104866"/>
                <a:ext cx="531891" cy="187797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E08C1B46-1429-FDFC-0038-B540E2AF666B}"/>
              </a:ext>
            </a:extLst>
          </p:cNvPr>
          <p:cNvSpPr txBox="1"/>
          <p:nvPr/>
        </p:nvSpPr>
        <p:spPr>
          <a:xfrm>
            <a:off x="584645" y="1497318"/>
            <a:ext cx="13864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User Speech / Transcript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EB0966B-2D88-440D-4E35-8C7CE4402DE3}"/>
              </a:ext>
            </a:extLst>
          </p:cNvPr>
          <p:cNvSpPr txBox="1"/>
          <p:nvPr/>
        </p:nvSpPr>
        <p:spPr>
          <a:xfrm>
            <a:off x="1564581" y="3495511"/>
            <a:ext cx="14099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Speech-to-Text</a:t>
            </a:r>
          </a:p>
        </p:txBody>
      </p:sp>
      <p:sp>
        <p:nvSpPr>
          <p:cNvPr id="1921" name="TextBox 1920">
            <a:extLst>
              <a:ext uri="{FF2B5EF4-FFF2-40B4-BE49-F238E27FC236}">
                <a16:creationId xmlns:a16="http://schemas.microsoft.com/office/drawing/2014/main" id="{BF1F0FC1-E4D0-0FF2-5545-49122C257F84}"/>
              </a:ext>
            </a:extLst>
          </p:cNvPr>
          <p:cNvSpPr txBox="1"/>
          <p:nvPr/>
        </p:nvSpPr>
        <p:spPr>
          <a:xfrm>
            <a:off x="2473872" y="1510972"/>
            <a:ext cx="14687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Text Preprocessing</a:t>
            </a:r>
          </a:p>
        </p:txBody>
      </p:sp>
      <p:sp>
        <p:nvSpPr>
          <p:cNvPr id="1923" name="TextBox 1922">
            <a:extLst>
              <a:ext uri="{FF2B5EF4-FFF2-40B4-BE49-F238E27FC236}">
                <a16:creationId xmlns:a16="http://schemas.microsoft.com/office/drawing/2014/main" id="{21B0C75C-1131-63BA-7965-4E654C3C35B9}"/>
              </a:ext>
            </a:extLst>
          </p:cNvPr>
          <p:cNvSpPr txBox="1"/>
          <p:nvPr/>
        </p:nvSpPr>
        <p:spPr>
          <a:xfrm>
            <a:off x="3600599" y="3519751"/>
            <a:ext cx="45819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DeBERTa-v3</a:t>
            </a:r>
          </a:p>
        </p:txBody>
      </p:sp>
      <p:sp>
        <p:nvSpPr>
          <p:cNvPr id="1925" name="TextBox 1924">
            <a:extLst>
              <a:ext uri="{FF2B5EF4-FFF2-40B4-BE49-F238E27FC236}">
                <a16:creationId xmlns:a16="http://schemas.microsoft.com/office/drawing/2014/main" id="{71247331-D61C-9C95-4B25-F2035ABF511F}"/>
              </a:ext>
            </a:extLst>
          </p:cNvPr>
          <p:cNvSpPr txBox="1"/>
          <p:nvPr/>
        </p:nvSpPr>
        <p:spPr>
          <a:xfrm>
            <a:off x="4773504" y="1481404"/>
            <a:ext cx="14912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Attention Pooling</a:t>
            </a:r>
          </a:p>
        </p:txBody>
      </p:sp>
      <p:sp>
        <p:nvSpPr>
          <p:cNvPr id="1927" name="TextBox 1926">
            <a:extLst>
              <a:ext uri="{FF2B5EF4-FFF2-40B4-BE49-F238E27FC236}">
                <a16:creationId xmlns:a16="http://schemas.microsoft.com/office/drawing/2014/main" id="{91C9F858-8DF5-45EF-0203-8BED116B5E81}"/>
              </a:ext>
            </a:extLst>
          </p:cNvPr>
          <p:cNvSpPr txBox="1"/>
          <p:nvPr/>
        </p:nvSpPr>
        <p:spPr>
          <a:xfrm>
            <a:off x="5455549" y="3376386"/>
            <a:ext cx="14361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Classification Layer</a:t>
            </a:r>
          </a:p>
        </p:txBody>
      </p:sp>
      <p:sp>
        <p:nvSpPr>
          <p:cNvPr id="1929" name="TextBox 1928">
            <a:extLst>
              <a:ext uri="{FF2B5EF4-FFF2-40B4-BE49-F238E27FC236}">
                <a16:creationId xmlns:a16="http://schemas.microsoft.com/office/drawing/2014/main" id="{E3D0DF18-87ED-A663-646A-666B0F9504F5}"/>
              </a:ext>
            </a:extLst>
          </p:cNvPr>
          <p:cNvSpPr txBox="1"/>
          <p:nvPr/>
        </p:nvSpPr>
        <p:spPr>
          <a:xfrm>
            <a:off x="6606789" y="1481404"/>
            <a:ext cx="14912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Alzheimer’s Prediction</a:t>
            </a:r>
          </a:p>
        </p:txBody>
      </p:sp>
      <p:sp>
        <p:nvSpPr>
          <p:cNvPr id="1931" name="TextBox 1930">
            <a:extLst>
              <a:ext uri="{FF2B5EF4-FFF2-40B4-BE49-F238E27FC236}">
                <a16:creationId xmlns:a16="http://schemas.microsoft.com/office/drawing/2014/main" id="{6790C2AD-5E08-BCC5-A7FC-B4C73FE4ED6F}"/>
              </a:ext>
            </a:extLst>
          </p:cNvPr>
          <p:cNvSpPr txBox="1"/>
          <p:nvPr/>
        </p:nvSpPr>
        <p:spPr>
          <a:xfrm>
            <a:off x="7770736" y="3374954"/>
            <a:ext cx="10572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Analysis Report</a:t>
            </a:r>
          </a:p>
        </p:txBody>
      </p:sp>
      <p:grpSp>
        <p:nvGrpSpPr>
          <p:cNvPr id="2" name="Google Shape;2643;p68">
            <a:extLst>
              <a:ext uri="{FF2B5EF4-FFF2-40B4-BE49-F238E27FC236}">
                <a16:creationId xmlns:a16="http://schemas.microsoft.com/office/drawing/2014/main" id="{E615AB97-D124-9C5F-A412-13F700CB1BDD}"/>
              </a:ext>
            </a:extLst>
          </p:cNvPr>
          <p:cNvGrpSpPr/>
          <p:nvPr/>
        </p:nvGrpSpPr>
        <p:grpSpPr>
          <a:xfrm>
            <a:off x="548485" y="2527140"/>
            <a:ext cx="415910" cy="380305"/>
            <a:chOff x="3411583" y="1544841"/>
            <a:chExt cx="385628" cy="385167"/>
          </a:xfrm>
        </p:grpSpPr>
        <p:sp>
          <p:nvSpPr>
            <p:cNvPr id="3" name="Google Shape;2644;p68">
              <a:extLst>
                <a:ext uri="{FF2B5EF4-FFF2-40B4-BE49-F238E27FC236}">
                  <a16:creationId xmlns:a16="http://schemas.microsoft.com/office/drawing/2014/main" id="{0EBA9D9E-7317-CE1D-25AC-41730BAE2C50}"/>
                </a:ext>
              </a:extLst>
            </p:cNvPr>
            <p:cNvSpPr/>
            <p:nvPr/>
          </p:nvSpPr>
          <p:spPr>
            <a:xfrm>
              <a:off x="3551037" y="1881972"/>
              <a:ext cx="19846" cy="48035"/>
            </a:xfrm>
            <a:custGeom>
              <a:avLst/>
              <a:gdLst/>
              <a:ahLst/>
              <a:cxnLst/>
              <a:rect l="l" t="t" r="r" b="b"/>
              <a:pathLst>
                <a:path w="559" h="1353" extrusionOk="0">
                  <a:moveTo>
                    <a:pt x="378" y="0"/>
                  </a:moveTo>
                  <a:cubicBezTo>
                    <a:pt x="314" y="0"/>
                    <a:pt x="253" y="40"/>
                    <a:pt x="229" y="104"/>
                  </a:cubicBezTo>
                  <a:cubicBezTo>
                    <a:pt x="198" y="189"/>
                    <a:pt x="173" y="278"/>
                    <a:pt x="158" y="367"/>
                  </a:cubicBezTo>
                  <a:lnTo>
                    <a:pt x="16" y="1166"/>
                  </a:lnTo>
                  <a:cubicBezTo>
                    <a:pt x="0" y="1252"/>
                    <a:pt x="58" y="1335"/>
                    <a:pt x="144" y="1350"/>
                  </a:cubicBezTo>
                  <a:cubicBezTo>
                    <a:pt x="154" y="1351"/>
                    <a:pt x="163" y="1352"/>
                    <a:pt x="172" y="1352"/>
                  </a:cubicBezTo>
                  <a:cubicBezTo>
                    <a:pt x="248" y="1352"/>
                    <a:pt x="315" y="1299"/>
                    <a:pt x="329" y="1222"/>
                  </a:cubicBezTo>
                  <a:lnTo>
                    <a:pt x="471" y="422"/>
                  </a:lnTo>
                  <a:cubicBezTo>
                    <a:pt x="483" y="352"/>
                    <a:pt x="502" y="281"/>
                    <a:pt x="527" y="215"/>
                  </a:cubicBezTo>
                  <a:cubicBezTo>
                    <a:pt x="558" y="133"/>
                    <a:pt x="517" y="41"/>
                    <a:pt x="434" y="11"/>
                  </a:cubicBezTo>
                  <a:cubicBezTo>
                    <a:pt x="415" y="4"/>
                    <a:pt x="396" y="0"/>
                    <a:pt x="3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645;p68">
              <a:extLst>
                <a:ext uri="{FF2B5EF4-FFF2-40B4-BE49-F238E27FC236}">
                  <a16:creationId xmlns:a16="http://schemas.microsoft.com/office/drawing/2014/main" id="{5BBA5D45-DCCD-7EAE-2B53-D77FBDF278E7}"/>
                </a:ext>
              </a:extLst>
            </p:cNvPr>
            <p:cNvSpPr/>
            <p:nvPr/>
          </p:nvSpPr>
          <p:spPr>
            <a:xfrm>
              <a:off x="3703378" y="1899156"/>
              <a:ext cx="20414" cy="30852"/>
            </a:xfrm>
            <a:custGeom>
              <a:avLst/>
              <a:gdLst/>
              <a:ahLst/>
              <a:cxnLst/>
              <a:rect l="l" t="t" r="r" b="b"/>
              <a:pathLst>
                <a:path w="575" h="869" extrusionOk="0">
                  <a:moveTo>
                    <a:pt x="397" y="1"/>
                  </a:moveTo>
                  <a:cubicBezTo>
                    <a:pt x="328" y="1"/>
                    <a:pt x="264" y="47"/>
                    <a:pt x="244" y="117"/>
                  </a:cubicBezTo>
                  <a:lnTo>
                    <a:pt x="209" y="244"/>
                  </a:lnTo>
                  <a:cubicBezTo>
                    <a:pt x="159" y="387"/>
                    <a:pt x="102" y="519"/>
                    <a:pt x="41" y="636"/>
                  </a:cubicBezTo>
                  <a:cubicBezTo>
                    <a:pt x="1" y="714"/>
                    <a:pt x="31" y="809"/>
                    <a:pt x="108" y="850"/>
                  </a:cubicBezTo>
                  <a:cubicBezTo>
                    <a:pt x="132" y="862"/>
                    <a:pt x="157" y="868"/>
                    <a:pt x="182" y="868"/>
                  </a:cubicBezTo>
                  <a:cubicBezTo>
                    <a:pt x="239" y="868"/>
                    <a:pt x="295" y="837"/>
                    <a:pt x="323" y="783"/>
                  </a:cubicBezTo>
                  <a:cubicBezTo>
                    <a:pt x="392" y="652"/>
                    <a:pt x="455" y="504"/>
                    <a:pt x="511" y="344"/>
                  </a:cubicBezTo>
                  <a:cubicBezTo>
                    <a:pt x="512" y="341"/>
                    <a:pt x="513" y="338"/>
                    <a:pt x="514" y="335"/>
                  </a:cubicBezTo>
                  <a:lnTo>
                    <a:pt x="550" y="202"/>
                  </a:lnTo>
                  <a:cubicBezTo>
                    <a:pt x="574" y="118"/>
                    <a:pt x="524" y="30"/>
                    <a:pt x="440" y="7"/>
                  </a:cubicBezTo>
                  <a:cubicBezTo>
                    <a:pt x="426" y="3"/>
                    <a:pt x="411" y="1"/>
                    <a:pt x="3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646;p68">
              <a:extLst>
                <a:ext uri="{FF2B5EF4-FFF2-40B4-BE49-F238E27FC236}">
                  <a16:creationId xmlns:a16="http://schemas.microsoft.com/office/drawing/2014/main" id="{43C45701-247B-B0A8-8F35-92803C6085CC}"/>
                </a:ext>
              </a:extLst>
            </p:cNvPr>
            <p:cNvSpPr/>
            <p:nvPr/>
          </p:nvSpPr>
          <p:spPr>
            <a:xfrm>
              <a:off x="3411583" y="1544841"/>
              <a:ext cx="385628" cy="385167"/>
            </a:xfrm>
            <a:custGeom>
              <a:avLst/>
              <a:gdLst/>
              <a:ahLst/>
              <a:cxnLst/>
              <a:rect l="l" t="t" r="r" b="b"/>
              <a:pathLst>
                <a:path w="10862" h="10849" extrusionOk="0">
                  <a:moveTo>
                    <a:pt x="6365" y="4156"/>
                  </a:moveTo>
                  <a:lnTo>
                    <a:pt x="6365" y="4157"/>
                  </a:lnTo>
                  <a:lnTo>
                    <a:pt x="6377" y="4276"/>
                  </a:lnTo>
                  <a:cubicBezTo>
                    <a:pt x="6277" y="4582"/>
                    <a:pt x="6161" y="4813"/>
                    <a:pt x="5933" y="4947"/>
                  </a:cubicBezTo>
                  <a:cubicBezTo>
                    <a:pt x="5658" y="5109"/>
                    <a:pt x="5476" y="5355"/>
                    <a:pt x="5417" y="5642"/>
                  </a:cubicBezTo>
                  <a:cubicBezTo>
                    <a:pt x="5253" y="5510"/>
                    <a:pt x="5165" y="5159"/>
                    <a:pt x="5165" y="4900"/>
                  </a:cubicBezTo>
                  <a:cubicBezTo>
                    <a:pt x="5165" y="4612"/>
                    <a:pt x="5227" y="4357"/>
                    <a:pt x="5346" y="4156"/>
                  </a:cubicBezTo>
                  <a:close/>
                  <a:moveTo>
                    <a:pt x="9399" y="6018"/>
                  </a:moveTo>
                  <a:cubicBezTo>
                    <a:pt x="9528" y="6045"/>
                    <a:pt x="9626" y="6160"/>
                    <a:pt x="9626" y="6298"/>
                  </a:cubicBezTo>
                  <a:cubicBezTo>
                    <a:pt x="9626" y="6483"/>
                    <a:pt x="9513" y="6643"/>
                    <a:pt x="9353" y="6714"/>
                  </a:cubicBezTo>
                  <a:cubicBezTo>
                    <a:pt x="9388" y="6524"/>
                    <a:pt x="9396" y="6306"/>
                    <a:pt x="9399" y="6018"/>
                  </a:cubicBezTo>
                  <a:close/>
                  <a:moveTo>
                    <a:pt x="5396" y="6017"/>
                  </a:moveTo>
                  <a:cubicBezTo>
                    <a:pt x="5397" y="6306"/>
                    <a:pt x="5406" y="6525"/>
                    <a:pt x="5440" y="6716"/>
                  </a:cubicBezTo>
                  <a:cubicBezTo>
                    <a:pt x="5278" y="6645"/>
                    <a:pt x="5165" y="6484"/>
                    <a:pt x="5165" y="6298"/>
                  </a:cubicBezTo>
                  <a:cubicBezTo>
                    <a:pt x="5165" y="6159"/>
                    <a:pt x="5265" y="6043"/>
                    <a:pt x="5396" y="6017"/>
                  </a:cubicBezTo>
                  <a:close/>
                  <a:moveTo>
                    <a:pt x="6608" y="4573"/>
                  </a:moveTo>
                  <a:cubicBezTo>
                    <a:pt x="7188" y="5064"/>
                    <a:pt x="7663" y="5081"/>
                    <a:pt x="8051" y="5093"/>
                  </a:cubicBezTo>
                  <a:cubicBezTo>
                    <a:pt x="8305" y="5101"/>
                    <a:pt x="8506" y="5109"/>
                    <a:pt x="8701" y="5236"/>
                  </a:cubicBezTo>
                  <a:cubicBezTo>
                    <a:pt x="8885" y="5355"/>
                    <a:pt x="9081" y="5580"/>
                    <a:pt x="9081" y="5852"/>
                  </a:cubicBezTo>
                  <a:cubicBezTo>
                    <a:pt x="9081" y="6640"/>
                    <a:pt x="9055" y="6845"/>
                    <a:pt x="8774" y="7235"/>
                  </a:cubicBezTo>
                  <a:cubicBezTo>
                    <a:pt x="8336" y="7841"/>
                    <a:pt x="7833" y="8189"/>
                    <a:pt x="7395" y="8189"/>
                  </a:cubicBezTo>
                  <a:cubicBezTo>
                    <a:pt x="6957" y="8189"/>
                    <a:pt x="6455" y="7841"/>
                    <a:pt x="6016" y="7235"/>
                  </a:cubicBezTo>
                  <a:lnTo>
                    <a:pt x="6016" y="7234"/>
                  </a:lnTo>
                  <a:cubicBezTo>
                    <a:pt x="5725" y="6832"/>
                    <a:pt x="5714" y="6615"/>
                    <a:pt x="5714" y="5852"/>
                  </a:cubicBezTo>
                  <a:cubicBezTo>
                    <a:pt x="5714" y="5593"/>
                    <a:pt x="5853" y="5364"/>
                    <a:pt x="6094" y="5221"/>
                  </a:cubicBezTo>
                  <a:cubicBezTo>
                    <a:pt x="6358" y="5066"/>
                    <a:pt x="6505" y="4829"/>
                    <a:pt x="6608" y="4573"/>
                  </a:cubicBezTo>
                  <a:close/>
                  <a:moveTo>
                    <a:pt x="8104" y="8300"/>
                  </a:moveTo>
                  <a:lnTo>
                    <a:pt x="8155" y="8747"/>
                  </a:lnTo>
                  <a:cubicBezTo>
                    <a:pt x="8170" y="8868"/>
                    <a:pt x="8136" y="8988"/>
                    <a:pt x="8063" y="9080"/>
                  </a:cubicBezTo>
                  <a:cubicBezTo>
                    <a:pt x="7919" y="9258"/>
                    <a:pt x="7694" y="9348"/>
                    <a:pt x="7395" y="9348"/>
                  </a:cubicBezTo>
                  <a:cubicBezTo>
                    <a:pt x="7096" y="9348"/>
                    <a:pt x="6872" y="9258"/>
                    <a:pt x="6728" y="9080"/>
                  </a:cubicBezTo>
                  <a:cubicBezTo>
                    <a:pt x="6655" y="8989"/>
                    <a:pt x="6621" y="8868"/>
                    <a:pt x="6635" y="8747"/>
                  </a:cubicBezTo>
                  <a:lnTo>
                    <a:pt x="6687" y="8300"/>
                  </a:lnTo>
                  <a:cubicBezTo>
                    <a:pt x="6926" y="8435"/>
                    <a:pt x="7165" y="8506"/>
                    <a:pt x="7395" y="8506"/>
                  </a:cubicBezTo>
                  <a:cubicBezTo>
                    <a:pt x="7626" y="8506"/>
                    <a:pt x="7865" y="8435"/>
                    <a:pt x="8104" y="8300"/>
                  </a:cubicBezTo>
                  <a:close/>
                  <a:moveTo>
                    <a:pt x="2079" y="0"/>
                  </a:moveTo>
                  <a:cubicBezTo>
                    <a:pt x="933" y="0"/>
                    <a:pt x="1" y="932"/>
                    <a:pt x="1" y="2078"/>
                  </a:cubicBezTo>
                  <a:cubicBezTo>
                    <a:pt x="1" y="3224"/>
                    <a:pt x="933" y="4156"/>
                    <a:pt x="2079" y="4156"/>
                  </a:cubicBezTo>
                  <a:cubicBezTo>
                    <a:pt x="2288" y="4156"/>
                    <a:pt x="2490" y="4244"/>
                    <a:pt x="2634" y="4396"/>
                  </a:cubicBezTo>
                  <a:lnTo>
                    <a:pt x="3362" y="5168"/>
                  </a:lnTo>
                  <a:cubicBezTo>
                    <a:pt x="3420" y="5229"/>
                    <a:pt x="3498" y="5262"/>
                    <a:pt x="3578" y="5262"/>
                  </a:cubicBezTo>
                  <a:cubicBezTo>
                    <a:pt x="3617" y="5262"/>
                    <a:pt x="3657" y="5254"/>
                    <a:pt x="3694" y="5238"/>
                  </a:cubicBezTo>
                  <a:cubicBezTo>
                    <a:pt x="3810" y="5189"/>
                    <a:pt x="3882" y="5076"/>
                    <a:pt x="3876" y="4951"/>
                  </a:cubicBezTo>
                  <a:lnTo>
                    <a:pt x="3848" y="4251"/>
                  </a:lnTo>
                  <a:cubicBezTo>
                    <a:pt x="3846" y="4218"/>
                    <a:pt x="3863" y="4195"/>
                    <a:pt x="3873" y="4185"/>
                  </a:cubicBezTo>
                  <a:cubicBezTo>
                    <a:pt x="3884" y="4173"/>
                    <a:pt x="3905" y="4156"/>
                    <a:pt x="3940" y="4156"/>
                  </a:cubicBezTo>
                  <a:lnTo>
                    <a:pt x="4990" y="4156"/>
                  </a:lnTo>
                  <a:cubicBezTo>
                    <a:pt x="4896" y="4374"/>
                    <a:pt x="4847" y="4625"/>
                    <a:pt x="4847" y="4900"/>
                  </a:cubicBezTo>
                  <a:cubicBezTo>
                    <a:pt x="4847" y="5174"/>
                    <a:pt x="4927" y="5555"/>
                    <a:pt x="5120" y="5792"/>
                  </a:cubicBezTo>
                  <a:cubicBezTo>
                    <a:pt x="4956" y="5901"/>
                    <a:pt x="4847" y="6086"/>
                    <a:pt x="4847" y="6297"/>
                  </a:cubicBezTo>
                  <a:cubicBezTo>
                    <a:pt x="4847" y="6699"/>
                    <a:pt x="5156" y="7031"/>
                    <a:pt x="5548" y="7067"/>
                  </a:cubicBezTo>
                  <a:cubicBezTo>
                    <a:pt x="5600" y="7180"/>
                    <a:pt x="5668" y="7294"/>
                    <a:pt x="5759" y="7421"/>
                  </a:cubicBezTo>
                  <a:cubicBezTo>
                    <a:pt x="5957" y="7694"/>
                    <a:pt x="6171" y="7923"/>
                    <a:pt x="6391" y="8098"/>
                  </a:cubicBezTo>
                  <a:lnTo>
                    <a:pt x="6334" y="8584"/>
                  </a:lnTo>
                  <a:lnTo>
                    <a:pt x="6034" y="8674"/>
                  </a:lnTo>
                  <a:cubicBezTo>
                    <a:pt x="6011" y="8643"/>
                    <a:pt x="5983" y="8616"/>
                    <a:pt x="5950" y="8593"/>
                  </a:cubicBezTo>
                  <a:cubicBezTo>
                    <a:pt x="5892" y="8554"/>
                    <a:pt x="5825" y="8533"/>
                    <a:pt x="5756" y="8533"/>
                  </a:cubicBezTo>
                  <a:cubicBezTo>
                    <a:pt x="5723" y="8533"/>
                    <a:pt x="5690" y="8538"/>
                    <a:pt x="5657" y="8548"/>
                  </a:cubicBezTo>
                  <a:lnTo>
                    <a:pt x="5107" y="8713"/>
                  </a:lnTo>
                  <a:cubicBezTo>
                    <a:pt x="5072" y="8724"/>
                    <a:pt x="5040" y="8730"/>
                    <a:pt x="4920" y="8782"/>
                  </a:cubicBezTo>
                  <a:cubicBezTo>
                    <a:pt x="4831" y="8825"/>
                    <a:pt x="4746" y="8875"/>
                    <a:pt x="4666" y="8932"/>
                  </a:cubicBezTo>
                  <a:cubicBezTo>
                    <a:pt x="4596" y="8984"/>
                    <a:pt x="4580" y="9084"/>
                    <a:pt x="4631" y="9155"/>
                  </a:cubicBezTo>
                  <a:cubicBezTo>
                    <a:pt x="4662" y="9198"/>
                    <a:pt x="4711" y="9220"/>
                    <a:pt x="4760" y="9220"/>
                  </a:cubicBezTo>
                  <a:cubicBezTo>
                    <a:pt x="4792" y="9220"/>
                    <a:pt x="4825" y="9210"/>
                    <a:pt x="4853" y="9190"/>
                  </a:cubicBezTo>
                  <a:cubicBezTo>
                    <a:pt x="4916" y="9144"/>
                    <a:pt x="4985" y="9103"/>
                    <a:pt x="5055" y="9070"/>
                  </a:cubicBezTo>
                  <a:cubicBezTo>
                    <a:pt x="5087" y="9057"/>
                    <a:pt x="5120" y="9041"/>
                    <a:pt x="5198" y="9016"/>
                  </a:cubicBezTo>
                  <a:lnTo>
                    <a:pt x="5748" y="8852"/>
                  </a:lnTo>
                  <a:cubicBezTo>
                    <a:pt x="5751" y="8851"/>
                    <a:pt x="5754" y="8850"/>
                    <a:pt x="5756" y="8850"/>
                  </a:cubicBezTo>
                  <a:cubicBezTo>
                    <a:pt x="5762" y="8850"/>
                    <a:pt x="5767" y="8852"/>
                    <a:pt x="5770" y="8855"/>
                  </a:cubicBezTo>
                  <a:cubicBezTo>
                    <a:pt x="5777" y="8860"/>
                    <a:pt x="5780" y="8866"/>
                    <a:pt x="5781" y="8873"/>
                  </a:cubicBezTo>
                  <a:cubicBezTo>
                    <a:pt x="5843" y="9737"/>
                    <a:pt x="6225" y="10706"/>
                    <a:pt x="6240" y="10748"/>
                  </a:cubicBezTo>
                  <a:cubicBezTo>
                    <a:pt x="6265" y="10810"/>
                    <a:pt x="6325" y="10848"/>
                    <a:pt x="6389" y="10848"/>
                  </a:cubicBezTo>
                  <a:cubicBezTo>
                    <a:pt x="6408" y="10848"/>
                    <a:pt x="6428" y="10844"/>
                    <a:pt x="6447" y="10837"/>
                  </a:cubicBezTo>
                  <a:cubicBezTo>
                    <a:pt x="6529" y="10805"/>
                    <a:pt x="6569" y="10712"/>
                    <a:pt x="6536" y="10631"/>
                  </a:cubicBezTo>
                  <a:cubicBezTo>
                    <a:pt x="6533" y="10621"/>
                    <a:pt x="6196" y="9766"/>
                    <a:pt x="6110" y="8983"/>
                  </a:cubicBezTo>
                  <a:lnTo>
                    <a:pt x="6323" y="8919"/>
                  </a:lnTo>
                  <a:cubicBezTo>
                    <a:pt x="6343" y="9051"/>
                    <a:pt x="6397" y="9176"/>
                    <a:pt x="6480" y="9279"/>
                  </a:cubicBezTo>
                  <a:cubicBezTo>
                    <a:pt x="6622" y="9455"/>
                    <a:pt x="6897" y="9665"/>
                    <a:pt x="7395" y="9665"/>
                  </a:cubicBezTo>
                  <a:cubicBezTo>
                    <a:pt x="7893" y="9665"/>
                    <a:pt x="8168" y="9455"/>
                    <a:pt x="8310" y="9279"/>
                  </a:cubicBezTo>
                  <a:cubicBezTo>
                    <a:pt x="8394" y="9174"/>
                    <a:pt x="8448" y="9049"/>
                    <a:pt x="8467" y="8915"/>
                  </a:cubicBezTo>
                  <a:lnTo>
                    <a:pt x="8681" y="8980"/>
                  </a:lnTo>
                  <a:cubicBezTo>
                    <a:pt x="8671" y="9093"/>
                    <a:pt x="8655" y="9235"/>
                    <a:pt x="8630" y="9391"/>
                  </a:cubicBezTo>
                  <a:cubicBezTo>
                    <a:pt x="8617" y="9478"/>
                    <a:pt x="8676" y="9559"/>
                    <a:pt x="8762" y="9572"/>
                  </a:cubicBezTo>
                  <a:cubicBezTo>
                    <a:pt x="8771" y="9574"/>
                    <a:pt x="8779" y="9574"/>
                    <a:pt x="8788" y="9574"/>
                  </a:cubicBezTo>
                  <a:cubicBezTo>
                    <a:pt x="8865" y="9574"/>
                    <a:pt x="8932" y="9518"/>
                    <a:pt x="8944" y="9440"/>
                  </a:cubicBezTo>
                  <a:cubicBezTo>
                    <a:pt x="8981" y="9207"/>
                    <a:pt x="8999" y="9004"/>
                    <a:pt x="9009" y="8873"/>
                  </a:cubicBezTo>
                  <a:cubicBezTo>
                    <a:pt x="9010" y="8866"/>
                    <a:pt x="9013" y="8860"/>
                    <a:pt x="9020" y="8855"/>
                  </a:cubicBezTo>
                  <a:cubicBezTo>
                    <a:pt x="9023" y="8852"/>
                    <a:pt x="9028" y="8850"/>
                    <a:pt x="9034" y="8850"/>
                  </a:cubicBezTo>
                  <a:cubicBezTo>
                    <a:pt x="9036" y="8850"/>
                    <a:pt x="9039" y="8851"/>
                    <a:pt x="9042" y="8852"/>
                  </a:cubicBezTo>
                  <a:lnTo>
                    <a:pt x="9591" y="9016"/>
                  </a:lnTo>
                  <a:cubicBezTo>
                    <a:pt x="10009" y="9143"/>
                    <a:pt x="10316" y="9488"/>
                    <a:pt x="10391" y="9918"/>
                  </a:cubicBezTo>
                  <a:lnTo>
                    <a:pt x="10533" y="10717"/>
                  </a:lnTo>
                  <a:cubicBezTo>
                    <a:pt x="10547" y="10795"/>
                    <a:pt x="10614" y="10848"/>
                    <a:pt x="10689" y="10848"/>
                  </a:cubicBezTo>
                  <a:cubicBezTo>
                    <a:pt x="10699" y="10848"/>
                    <a:pt x="10708" y="10847"/>
                    <a:pt x="10717" y="10845"/>
                  </a:cubicBezTo>
                  <a:cubicBezTo>
                    <a:pt x="10803" y="10830"/>
                    <a:pt x="10861" y="10748"/>
                    <a:pt x="10846" y="10662"/>
                  </a:cubicBezTo>
                  <a:lnTo>
                    <a:pt x="10704" y="9865"/>
                  </a:lnTo>
                  <a:cubicBezTo>
                    <a:pt x="10609" y="9315"/>
                    <a:pt x="10217" y="8873"/>
                    <a:pt x="9683" y="8713"/>
                  </a:cubicBezTo>
                  <a:lnTo>
                    <a:pt x="9133" y="8548"/>
                  </a:lnTo>
                  <a:cubicBezTo>
                    <a:pt x="9100" y="8538"/>
                    <a:pt x="9067" y="8533"/>
                    <a:pt x="9033" y="8533"/>
                  </a:cubicBezTo>
                  <a:cubicBezTo>
                    <a:pt x="8965" y="8533"/>
                    <a:pt x="8898" y="8554"/>
                    <a:pt x="8840" y="8593"/>
                  </a:cubicBezTo>
                  <a:cubicBezTo>
                    <a:pt x="8808" y="8615"/>
                    <a:pt x="8781" y="8642"/>
                    <a:pt x="8759" y="8672"/>
                  </a:cubicBezTo>
                  <a:lnTo>
                    <a:pt x="8456" y="8580"/>
                  </a:lnTo>
                  <a:lnTo>
                    <a:pt x="8399" y="8098"/>
                  </a:lnTo>
                  <a:cubicBezTo>
                    <a:pt x="8619" y="7923"/>
                    <a:pt x="8832" y="7695"/>
                    <a:pt x="9031" y="7421"/>
                  </a:cubicBezTo>
                  <a:cubicBezTo>
                    <a:pt x="9123" y="7294"/>
                    <a:pt x="9191" y="7180"/>
                    <a:pt x="9243" y="7067"/>
                  </a:cubicBezTo>
                  <a:cubicBezTo>
                    <a:pt x="9635" y="7030"/>
                    <a:pt x="9943" y="6699"/>
                    <a:pt x="9943" y="6298"/>
                  </a:cubicBezTo>
                  <a:cubicBezTo>
                    <a:pt x="9943" y="6061"/>
                    <a:pt x="9807" y="5857"/>
                    <a:pt x="9609" y="5758"/>
                  </a:cubicBezTo>
                  <a:cubicBezTo>
                    <a:pt x="9859" y="5435"/>
                    <a:pt x="9913" y="4899"/>
                    <a:pt x="9727" y="4318"/>
                  </a:cubicBezTo>
                  <a:cubicBezTo>
                    <a:pt x="9705" y="4250"/>
                    <a:pt x="9643" y="4206"/>
                    <a:pt x="9576" y="4206"/>
                  </a:cubicBezTo>
                  <a:cubicBezTo>
                    <a:pt x="9560" y="4206"/>
                    <a:pt x="9544" y="4209"/>
                    <a:pt x="9528" y="4214"/>
                  </a:cubicBezTo>
                  <a:cubicBezTo>
                    <a:pt x="9444" y="4241"/>
                    <a:pt x="9397" y="4330"/>
                    <a:pt x="9424" y="4413"/>
                  </a:cubicBezTo>
                  <a:cubicBezTo>
                    <a:pt x="9577" y="4892"/>
                    <a:pt x="9542" y="5334"/>
                    <a:pt x="9353" y="5569"/>
                  </a:cubicBezTo>
                  <a:cubicBezTo>
                    <a:pt x="9277" y="5336"/>
                    <a:pt x="9109" y="5122"/>
                    <a:pt x="8874" y="4970"/>
                  </a:cubicBezTo>
                  <a:cubicBezTo>
                    <a:pt x="8604" y="4793"/>
                    <a:pt x="8329" y="4784"/>
                    <a:pt x="8061" y="4776"/>
                  </a:cubicBezTo>
                  <a:cubicBezTo>
                    <a:pt x="7660" y="4762"/>
                    <a:pt x="7245" y="4748"/>
                    <a:pt x="6690" y="4219"/>
                  </a:cubicBezTo>
                  <a:lnTo>
                    <a:pt x="6684" y="4157"/>
                  </a:lnTo>
                  <a:lnTo>
                    <a:pt x="6790" y="4157"/>
                  </a:lnTo>
                  <a:cubicBezTo>
                    <a:pt x="7461" y="4157"/>
                    <a:pt x="8058" y="3836"/>
                    <a:pt x="8438" y="3342"/>
                  </a:cubicBezTo>
                  <a:cubicBezTo>
                    <a:pt x="8700" y="3428"/>
                    <a:pt x="8925" y="3587"/>
                    <a:pt x="9107" y="3814"/>
                  </a:cubicBezTo>
                  <a:cubicBezTo>
                    <a:pt x="9138" y="3853"/>
                    <a:pt x="9185" y="3874"/>
                    <a:pt x="9232" y="3874"/>
                  </a:cubicBezTo>
                  <a:cubicBezTo>
                    <a:pt x="9266" y="3874"/>
                    <a:pt x="9301" y="3861"/>
                    <a:pt x="9331" y="3839"/>
                  </a:cubicBezTo>
                  <a:cubicBezTo>
                    <a:pt x="9400" y="3784"/>
                    <a:pt x="9410" y="3683"/>
                    <a:pt x="9355" y="3615"/>
                  </a:cubicBezTo>
                  <a:cubicBezTo>
                    <a:pt x="9154" y="3366"/>
                    <a:pt x="8901" y="3179"/>
                    <a:pt x="8616" y="3068"/>
                  </a:cubicBezTo>
                  <a:cubicBezTo>
                    <a:pt x="8776" y="2774"/>
                    <a:pt x="8868" y="2437"/>
                    <a:pt x="8868" y="2079"/>
                  </a:cubicBezTo>
                  <a:cubicBezTo>
                    <a:pt x="8868" y="933"/>
                    <a:pt x="7936" y="1"/>
                    <a:pt x="6790" y="1"/>
                  </a:cubicBezTo>
                  <a:lnTo>
                    <a:pt x="3324" y="1"/>
                  </a:lnTo>
                  <a:cubicBezTo>
                    <a:pt x="3236" y="1"/>
                    <a:pt x="3164" y="72"/>
                    <a:pt x="3164" y="160"/>
                  </a:cubicBezTo>
                  <a:cubicBezTo>
                    <a:pt x="3164" y="247"/>
                    <a:pt x="3236" y="319"/>
                    <a:pt x="3324" y="319"/>
                  </a:cubicBezTo>
                  <a:lnTo>
                    <a:pt x="6790" y="319"/>
                  </a:lnTo>
                  <a:cubicBezTo>
                    <a:pt x="7760" y="319"/>
                    <a:pt x="8549" y="1109"/>
                    <a:pt x="8549" y="2079"/>
                  </a:cubicBezTo>
                  <a:cubicBezTo>
                    <a:pt x="8549" y="3049"/>
                    <a:pt x="7760" y="3839"/>
                    <a:pt x="6790" y="3839"/>
                  </a:cubicBezTo>
                  <a:lnTo>
                    <a:pt x="3940" y="3839"/>
                  </a:lnTo>
                  <a:cubicBezTo>
                    <a:pt x="3827" y="3839"/>
                    <a:pt x="3722" y="3883"/>
                    <a:pt x="3644" y="3964"/>
                  </a:cubicBezTo>
                  <a:cubicBezTo>
                    <a:pt x="3566" y="4046"/>
                    <a:pt x="3526" y="4153"/>
                    <a:pt x="3530" y="4265"/>
                  </a:cubicBezTo>
                  <a:lnTo>
                    <a:pt x="3557" y="4912"/>
                  </a:lnTo>
                  <a:lnTo>
                    <a:pt x="2866" y="4179"/>
                  </a:lnTo>
                  <a:cubicBezTo>
                    <a:pt x="2662" y="3962"/>
                    <a:pt x="2375" y="3839"/>
                    <a:pt x="2079" y="3839"/>
                  </a:cubicBezTo>
                  <a:cubicBezTo>
                    <a:pt x="1108" y="3839"/>
                    <a:pt x="318" y="3048"/>
                    <a:pt x="318" y="2078"/>
                  </a:cubicBezTo>
                  <a:cubicBezTo>
                    <a:pt x="318" y="1108"/>
                    <a:pt x="1108" y="319"/>
                    <a:pt x="2079" y="319"/>
                  </a:cubicBezTo>
                  <a:lnTo>
                    <a:pt x="2586" y="319"/>
                  </a:lnTo>
                  <a:cubicBezTo>
                    <a:pt x="2674" y="319"/>
                    <a:pt x="2745" y="247"/>
                    <a:pt x="2745" y="160"/>
                  </a:cubicBezTo>
                  <a:cubicBezTo>
                    <a:pt x="2745" y="72"/>
                    <a:pt x="2674" y="0"/>
                    <a:pt x="25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647;p68">
              <a:extLst>
                <a:ext uri="{FF2B5EF4-FFF2-40B4-BE49-F238E27FC236}">
                  <a16:creationId xmlns:a16="http://schemas.microsoft.com/office/drawing/2014/main" id="{C8B8A573-C10E-C9F4-AC26-25E39A4603DE}"/>
                </a:ext>
              </a:extLst>
            </p:cNvPr>
            <p:cNvSpPr/>
            <p:nvPr/>
          </p:nvSpPr>
          <p:spPr>
            <a:xfrm>
              <a:off x="3480849" y="1586592"/>
              <a:ext cx="26449" cy="52686"/>
            </a:xfrm>
            <a:custGeom>
              <a:avLst/>
              <a:gdLst/>
              <a:ahLst/>
              <a:cxnLst/>
              <a:rect l="l" t="t" r="r" b="b"/>
              <a:pathLst>
                <a:path w="745" h="1484" extrusionOk="0">
                  <a:moveTo>
                    <a:pt x="159" y="1"/>
                  </a:moveTo>
                  <a:cubicBezTo>
                    <a:pt x="71" y="1"/>
                    <a:pt x="0" y="71"/>
                    <a:pt x="0" y="160"/>
                  </a:cubicBezTo>
                  <a:cubicBezTo>
                    <a:pt x="0" y="248"/>
                    <a:pt x="71" y="318"/>
                    <a:pt x="159" y="318"/>
                  </a:cubicBezTo>
                  <a:lnTo>
                    <a:pt x="213" y="318"/>
                  </a:lnTo>
                  <a:lnTo>
                    <a:pt x="213" y="1325"/>
                  </a:lnTo>
                  <a:cubicBezTo>
                    <a:pt x="213" y="1412"/>
                    <a:pt x="283" y="1484"/>
                    <a:pt x="371" y="1484"/>
                  </a:cubicBezTo>
                  <a:cubicBezTo>
                    <a:pt x="458" y="1484"/>
                    <a:pt x="530" y="1412"/>
                    <a:pt x="530" y="1325"/>
                  </a:cubicBezTo>
                  <a:lnTo>
                    <a:pt x="530" y="318"/>
                  </a:lnTo>
                  <a:lnTo>
                    <a:pt x="585" y="318"/>
                  </a:lnTo>
                  <a:cubicBezTo>
                    <a:pt x="673" y="318"/>
                    <a:pt x="744" y="248"/>
                    <a:pt x="744" y="160"/>
                  </a:cubicBezTo>
                  <a:cubicBezTo>
                    <a:pt x="744" y="71"/>
                    <a:pt x="673" y="1"/>
                    <a:pt x="5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648;p68">
              <a:extLst>
                <a:ext uri="{FF2B5EF4-FFF2-40B4-BE49-F238E27FC236}">
                  <a16:creationId xmlns:a16="http://schemas.microsoft.com/office/drawing/2014/main" id="{30EB52BE-0D27-1A04-8714-12FB46E853AD}"/>
                </a:ext>
              </a:extLst>
            </p:cNvPr>
            <p:cNvSpPr/>
            <p:nvPr/>
          </p:nvSpPr>
          <p:spPr>
            <a:xfrm>
              <a:off x="3536446" y="1587053"/>
              <a:ext cx="32236" cy="52224"/>
            </a:xfrm>
            <a:custGeom>
              <a:avLst/>
              <a:gdLst/>
              <a:ahLst/>
              <a:cxnLst/>
              <a:rect l="l" t="t" r="r" b="b"/>
              <a:pathLst>
                <a:path w="908" h="1471" extrusionOk="0">
                  <a:moveTo>
                    <a:pt x="459" y="0"/>
                  </a:moveTo>
                  <a:cubicBezTo>
                    <a:pt x="454" y="0"/>
                    <a:pt x="448" y="0"/>
                    <a:pt x="442" y="0"/>
                  </a:cubicBezTo>
                  <a:cubicBezTo>
                    <a:pt x="301" y="6"/>
                    <a:pt x="181" y="85"/>
                    <a:pt x="113" y="219"/>
                  </a:cubicBezTo>
                  <a:cubicBezTo>
                    <a:pt x="1" y="439"/>
                    <a:pt x="129" y="676"/>
                    <a:pt x="307" y="787"/>
                  </a:cubicBezTo>
                  <a:cubicBezTo>
                    <a:pt x="333" y="804"/>
                    <a:pt x="393" y="839"/>
                    <a:pt x="455" y="876"/>
                  </a:cubicBezTo>
                  <a:cubicBezTo>
                    <a:pt x="552" y="933"/>
                    <a:pt x="570" y="1017"/>
                    <a:pt x="553" y="1077"/>
                  </a:cubicBezTo>
                  <a:cubicBezTo>
                    <a:pt x="547" y="1099"/>
                    <a:pt x="526" y="1152"/>
                    <a:pt x="467" y="1152"/>
                  </a:cubicBezTo>
                  <a:cubicBezTo>
                    <a:pt x="391" y="1152"/>
                    <a:pt x="377" y="1139"/>
                    <a:pt x="340" y="1066"/>
                  </a:cubicBezTo>
                  <a:cubicBezTo>
                    <a:pt x="312" y="1012"/>
                    <a:pt x="256" y="980"/>
                    <a:pt x="199" y="980"/>
                  </a:cubicBezTo>
                  <a:cubicBezTo>
                    <a:pt x="174" y="980"/>
                    <a:pt x="149" y="986"/>
                    <a:pt x="126" y="998"/>
                  </a:cubicBezTo>
                  <a:cubicBezTo>
                    <a:pt x="48" y="1037"/>
                    <a:pt x="17" y="1134"/>
                    <a:pt x="57" y="1211"/>
                  </a:cubicBezTo>
                  <a:cubicBezTo>
                    <a:pt x="123" y="1340"/>
                    <a:pt x="223" y="1471"/>
                    <a:pt x="467" y="1471"/>
                  </a:cubicBezTo>
                  <a:cubicBezTo>
                    <a:pt x="652" y="1471"/>
                    <a:pt x="809" y="1345"/>
                    <a:pt x="860" y="1160"/>
                  </a:cubicBezTo>
                  <a:cubicBezTo>
                    <a:pt x="908" y="981"/>
                    <a:pt x="851" y="740"/>
                    <a:pt x="614" y="601"/>
                  </a:cubicBezTo>
                  <a:cubicBezTo>
                    <a:pt x="574" y="577"/>
                    <a:pt x="561" y="570"/>
                    <a:pt x="475" y="518"/>
                  </a:cubicBezTo>
                  <a:cubicBezTo>
                    <a:pt x="427" y="488"/>
                    <a:pt x="369" y="417"/>
                    <a:pt x="396" y="363"/>
                  </a:cubicBezTo>
                  <a:cubicBezTo>
                    <a:pt x="415" y="326"/>
                    <a:pt x="435" y="319"/>
                    <a:pt x="453" y="318"/>
                  </a:cubicBezTo>
                  <a:cubicBezTo>
                    <a:pt x="455" y="318"/>
                    <a:pt x="457" y="317"/>
                    <a:pt x="460" y="317"/>
                  </a:cubicBezTo>
                  <a:cubicBezTo>
                    <a:pt x="497" y="317"/>
                    <a:pt x="532" y="339"/>
                    <a:pt x="540" y="350"/>
                  </a:cubicBezTo>
                  <a:cubicBezTo>
                    <a:pt x="570" y="399"/>
                    <a:pt x="621" y="425"/>
                    <a:pt x="674" y="425"/>
                  </a:cubicBezTo>
                  <a:cubicBezTo>
                    <a:pt x="703" y="425"/>
                    <a:pt x="732" y="418"/>
                    <a:pt x="758" y="402"/>
                  </a:cubicBezTo>
                  <a:cubicBezTo>
                    <a:pt x="832" y="355"/>
                    <a:pt x="856" y="258"/>
                    <a:pt x="809" y="183"/>
                  </a:cubicBezTo>
                  <a:cubicBezTo>
                    <a:pt x="743" y="73"/>
                    <a:pt x="600" y="0"/>
                    <a:pt x="4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649;p68">
              <a:extLst>
                <a:ext uri="{FF2B5EF4-FFF2-40B4-BE49-F238E27FC236}">
                  <a16:creationId xmlns:a16="http://schemas.microsoft.com/office/drawing/2014/main" id="{F06AC4C6-F94D-EB23-ED5D-51CD78D6F044}"/>
                </a:ext>
              </a:extLst>
            </p:cNvPr>
            <p:cNvSpPr/>
            <p:nvPr/>
          </p:nvSpPr>
          <p:spPr>
            <a:xfrm>
              <a:off x="3628646" y="1587053"/>
              <a:ext cx="32272" cy="52224"/>
            </a:xfrm>
            <a:custGeom>
              <a:avLst/>
              <a:gdLst/>
              <a:ahLst/>
              <a:cxnLst/>
              <a:rect l="l" t="t" r="r" b="b"/>
              <a:pathLst>
                <a:path w="909" h="1471" extrusionOk="0">
                  <a:moveTo>
                    <a:pt x="460" y="0"/>
                  </a:moveTo>
                  <a:cubicBezTo>
                    <a:pt x="454" y="0"/>
                    <a:pt x="448" y="0"/>
                    <a:pt x="443" y="0"/>
                  </a:cubicBezTo>
                  <a:cubicBezTo>
                    <a:pt x="302" y="6"/>
                    <a:pt x="181" y="85"/>
                    <a:pt x="113" y="219"/>
                  </a:cubicBezTo>
                  <a:cubicBezTo>
                    <a:pt x="1" y="439"/>
                    <a:pt x="129" y="676"/>
                    <a:pt x="307" y="787"/>
                  </a:cubicBezTo>
                  <a:cubicBezTo>
                    <a:pt x="334" y="804"/>
                    <a:pt x="393" y="839"/>
                    <a:pt x="455" y="876"/>
                  </a:cubicBezTo>
                  <a:cubicBezTo>
                    <a:pt x="553" y="933"/>
                    <a:pt x="570" y="1017"/>
                    <a:pt x="554" y="1077"/>
                  </a:cubicBezTo>
                  <a:cubicBezTo>
                    <a:pt x="547" y="1099"/>
                    <a:pt x="527" y="1152"/>
                    <a:pt x="467" y="1152"/>
                  </a:cubicBezTo>
                  <a:cubicBezTo>
                    <a:pt x="391" y="1152"/>
                    <a:pt x="377" y="1139"/>
                    <a:pt x="340" y="1066"/>
                  </a:cubicBezTo>
                  <a:cubicBezTo>
                    <a:pt x="312" y="1012"/>
                    <a:pt x="257" y="980"/>
                    <a:pt x="199" y="980"/>
                  </a:cubicBezTo>
                  <a:cubicBezTo>
                    <a:pt x="174" y="980"/>
                    <a:pt x="150" y="986"/>
                    <a:pt x="126" y="998"/>
                  </a:cubicBezTo>
                  <a:cubicBezTo>
                    <a:pt x="49" y="1037"/>
                    <a:pt x="18" y="1134"/>
                    <a:pt x="57" y="1211"/>
                  </a:cubicBezTo>
                  <a:cubicBezTo>
                    <a:pt x="123" y="1340"/>
                    <a:pt x="223" y="1471"/>
                    <a:pt x="467" y="1471"/>
                  </a:cubicBezTo>
                  <a:cubicBezTo>
                    <a:pt x="652" y="1471"/>
                    <a:pt x="810" y="1345"/>
                    <a:pt x="860" y="1160"/>
                  </a:cubicBezTo>
                  <a:cubicBezTo>
                    <a:pt x="908" y="981"/>
                    <a:pt x="851" y="740"/>
                    <a:pt x="615" y="601"/>
                  </a:cubicBezTo>
                  <a:cubicBezTo>
                    <a:pt x="574" y="577"/>
                    <a:pt x="561" y="570"/>
                    <a:pt x="475" y="518"/>
                  </a:cubicBezTo>
                  <a:cubicBezTo>
                    <a:pt x="427" y="488"/>
                    <a:pt x="369" y="417"/>
                    <a:pt x="397" y="363"/>
                  </a:cubicBezTo>
                  <a:cubicBezTo>
                    <a:pt x="416" y="326"/>
                    <a:pt x="435" y="319"/>
                    <a:pt x="453" y="318"/>
                  </a:cubicBezTo>
                  <a:cubicBezTo>
                    <a:pt x="455" y="318"/>
                    <a:pt x="458" y="317"/>
                    <a:pt x="460" y="317"/>
                  </a:cubicBezTo>
                  <a:cubicBezTo>
                    <a:pt x="498" y="317"/>
                    <a:pt x="532" y="339"/>
                    <a:pt x="540" y="350"/>
                  </a:cubicBezTo>
                  <a:cubicBezTo>
                    <a:pt x="570" y="399"/>
                    <a:pt x="622" y="425"/>
                    <a:pt x="675" y="425"/>
                  </a:cubicBezTo>
                  <a:cubicBezTo>
                    <a:pt x="703" y="425"/>
                    <a:pt x="732" y="418"/>
                    <a:pt x="758" y="402"/>
                  </a:cubicBezTo>
                  <a:cubicBezTo>
                    <a:pt x="832" y="355"/>
                    <a:pt x="856" y="258"/>
                    <a:pt x="810" y="183"/>
                  </a:cubicBezTo>
                  <a:cubicBezTo>
                    <a:pt x="743" y="73"/>
                    <a:pt x="600" y="0"/>
                    <a:pt x="4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650;p68">
              <a:extLst>
                <a:ext uri="{FF2B5EF4-FFF2-40B4-BE49-F238E27FC236}">
                  <a16:creationId xmlns:a16="http://schemas.microsoft.com/office/drawing/2014/main" id="{05428746-7943-5000-7D6B-C4B4713A3576}"/>
                </a:ext>
              </a:extLst>
            </p:cNvPr>
            <p:cNvSpPr/>
            <p:nvPr/>
          </p:nvSpPr>
          <p:spPr>
            <a:xfrm>
              <a:off x="3442897" y="1587053"/>
              <a:ext cx="32236" cy="52224"/>
            </a:xfrm>
            <a:custGeom>
              <a:avLst/>
              <a:gdLst/>
              <a:ahLst/>
              <a:cxnLst/>
              <a:rect l="l" t="t" r="r" b="b"/>
              <a:pathLst>
                <a:path w="908" h="1471" extrusionOk="0">
                  <a:moveTo>
                    <a:pt x="459" y="0"/>
                  </a:moveTo>
                  <a:cubicBezTo>
                    <a:pt x="453" y="0"/>
                    <a:pt x="447" y="0"/>
                    <a:pt x="442" y="0"/>
                  </a:cubicBezTo>
                  <a:cubicBezTo>
                    <a:pt x="300" y="6"/>
                    <a:pt x="179" y="85"/>
                    <a:pt x="112" y="219"/>
                  </a:cubicBezTo>
                  <a:cubicBezTo>
                    <a:pt x="0" y="439"/>
                    <a:pt x="129" y="676"/>
                    <a:pt x="306" y="787"/>
                  </a:cubicBezTo>
                  <a:cubicBezTo>
                    <a:pt x="333" y="804"/>
                    <a:pt x="391" y="839"/>
                    <a:pt x="453" y="876"/>
                  </a:cubicBezTo>
                  <a:cubicBezTo>
                    <a:pt x="552" y="933"/>
                    <a:pt x="568" y="1017"/>
                    <a:pt x="553" y="1077"/>
                  </a:cubicBezTo>
                  <a:cubicBezTo>
                    <a:pt x="546" y="1099"/>
                    <a:pt x="526" y="1152"/>
                    <a:pt x="467" y="1152"/>
                  </a:cubicBezTo>
                  <a:cubicBezTo>
                    <a:pt x="390" y="1152"/>
                    <a:pt x="375" y="1139"/>
                    <a:pt x="339" y="1066"/>
                  </a:cubicBezTo>
                  <a:cubicBezTo>
                    <a:pt x="311" y="1012"/>
                    <a:pt x="255" y="980"/>
                    <a:pt x="198" y="980"/>
                  </a:cubicBezTo>
                  <a:cubicBezTo>
                    <a:pt x="173" y="980"/>
                    <a:pt x="149" y="986"/>
                    <a:pt x="126" y="998"/>
                  </a:cubicBezTo>
                  <a:cubicBezTo>
                    <a:pt x="47" y="1037"/>
                    <a:pt x="17" y="1134"/>
                    <a:pt x="56" y="1211"/>
                  </a:cubicBezTo>
                  <a:cubicBezTo>
                    <a:pt x="121" y="1340"/>
                    <a:pt x="222" y="1471"/>
                    <a:pt x="467" y="1471"/>
                  </a:cubicBezTo>
                  <a:cubicBezTo>
                    <a:pt x="651" y="1471"/>
                    <a:pt x="809" y="1345"/>
                    <a:pt x="859" y="1160"/>
                  </a:cubicBezTo>
                  <a:cubicBezTo>
                    <a:pt x="907" y="981"/>
                    <a:pt x="850" y="740"/>
                    <a:pt x="614" y="601"/>
                  </a:cubicBezTo>
                  <a:cubicBezTo>
                    <a:pt x="573" y="577"/>
                    <a:pt x="560" y="570"/>
                    <a:pt x="474" y="518"/>
                  </a:cubicBezTo>
                  <a:cubicBezTo>
                    <a:pt x="426" y="488"/>
                    <a:pt x="367" y="417"/>
                    <a:pt x="395" y="363"/>
                  </a:cubicBezTo>
                  <a:cubicBezTo>
                    <a:pt x="414" y="326"/>
                    <a:pt x="433" y="319"/>
                    <a:pt x="452" y="318"/>
                  </a:cubicBezTo>
                  <a:cubicBezTo>
                    <a:pt x="455" y="318"/>
                    <a:pt x="457" y="317"/>
                    <a:pt x="459" y="317"/>
                  </a:cubicBezTo>
                  <a:cubicBezTo>
                    <a:pt x="496" y="317"/>
                    <a:pt x="530" y="339"/>
                    <a:pt x="538" y="350"/>
                  </a:cubicBezTo>
                  <a:cubicBezTo>
                    <a:pt x="569" y="399"/>
                    <a:pt x="621" y="425"/>
                    <a:pt x="674" y="425"/>
                  </a:cubicBezTo>
                  <a:cubicBezTo>
                    <a:pt x="702" y="425"/>
                    <a:pt x="731" y="418"/>
                    <a:pt x="757" y="402"/>
                  </a:cubicBezTo>
                  <a:cubicBezTo>
                    <a:pt x="832" y="355"/>
                    <a:pt x="854" y="258"/>
                    <a:pt x="809" y="183"/>
                  </a:cubicBezTo>
                  <a:cubicBezTo>
                    <a:pt x="741" y="73"/>
                    <a:pt x="600" y="0"/>
                    <a:pt x="4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651;p68">
              <a:extLst>
                <a:ext uri="{FF2B5EF4-FFF2-40B4-BE49-F238E27FC236}">
                  <a16:creationId xmlns:a16="http://schemas.microsoft.com/office/drawing/2014/main" id="{95CCC558-AE08-51B6-B085-0AAF7CF2256A}"/>
                </a:ext>
              </a:extLst>
            </p:cNvPr>
            <p:cNvSpPr/>
            <p:nvPr/>
          </p:nvSpPr>
          <p:spPr>
            <a:xfrm>
              <a:off x="3574114" y="1586592"/>
              <a:ext cx="26414" cy="52686"/>
            </a:xfrm>
            <a:custGeom>
              <a:avLst/>
              <a:gdLst/>
              <a:ahLst/>
              <a:cxnLst/>
              <a:rect l="l" t="t" r="r" b="b"/>
              <a:pathLst>
                <a:path w="744" h="1484" extrusionOk="0">
                  <a:moveTo>
                    <a:pt x="159" y="1"/>
                  </a:moveTo>
                  <a:cubicBezTo>
                    <a:pt x="71" y="1"/>
                    <a:pt x="0" y="71"/>
                    <a:pt x="0" y="160"/>
                  </a:cubicBezTo>
                  <a:cubicBezTo>
                    <a:pt x="0" y="247"/>
                    <a:pt x="71" y="318"/>
                    <a:pt x="159" y="318"/>
                  </a:cubicBezTo>
                  <a:lnTo>
                    <a:pt x="212" y="318"/>
                  </a:lnTo>
                  <a:lnTo>
                    <a:pt x="212" y="1325"/>
                  </a:lnTo>
                  <a:cubicBezTo>
                    <a:pt x="212" y="1412"/>
                    <a:pt x="283" y="1484"/>
                    <a:pt x="372" y="1484"/>
                  </a:cubicBezTo>
                  <a:cubicBezTo>
                    <a:pt x="459" y="1484"/>
                    <a:pt x="530" y="1412"/>
                    <a:pt x="530" y="1325"/>
                  </a:cubicBezTo>
                  <a:lnTo>
                    <a:pt x="530" y="318"/>
                  </a:lnTo>
                  <a:lnTo>
                    <a:pt x="585" y="318"/>
                  </a:lnTo>
                  <a:cubicBezTo>
                    <a:pt x="673" y="318"/>
                    <a:pt x="744" y="247"/>
                    <a:pt x="744" y="160"/>
                  </a:cubicBezTo>
                  <a:cubicBezTo>
                    <a:pt x="744" y="71"/>
                    <a:pt x="673" y="1"/>
                    <a:pt x="5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652;p68">
              <a:extLst>
                <a:ext uri="{FF2B5EF4-FFF2-40B4-BE49-F238E27FC236}">
                  <a16:creationId xmlns:a16="http://schemas.microsoft.com/office/drawing/2014/main" id="{1E178285-2953-738D-1218-9D2010C6EDCD}"/>
                </a:ext>
              </a:extLst>
            </p:cNvPr>
            <p:cNvSpPr/>
            <p:nvPr/>
          </p:nvSpPr>
          <p:spPr>
            <a:xfrm>
              <a:off x="3509144" y="1607289"/>
              <a:ext cx="21834" cy="11290"/>
            </a:xfrm>
            <a:custGeom>
              <a:avLst/>
              <a:gdLst/>
              <a:ahLst/>
              <a:cxnLst/>
              <a:rect l="l" t="t" r="r" b="b"/>
              <a:pathLst>
                <a:path w="615" h="318" extrusionOk="0">
                  <a:moveTo>
                    <a:pt x="159" y="1"/>
                  </a:moveTo>
                  <a:cubicBezTo>
                    <a:pt x="71" y="1"/>
                    <a:pt x="0" y="71"/>
                    <a:pt x="0" y="159"/>
                  </a:cubicBezTo>
                  <a:cubicBezTo>
                    <a:pt x="0" y="246"/>
                    <a:pt x="71" y="318"/>
                    <a:pt x="159" y="318"/>
                  </a:cubicBezTo>
                  <a:lnTo>
                    <a:pt x="456" y="318"/>
                  </a:lnTo>
                  <a:cubicBezTo>
                    <a:pt x="544" y="318"/>
                    <a:pt x="614" y="246"/>
                    <a:pt x="614" y="159"/>
                  </a:cubicBezTo>
                  <a:cubicBezTo>
                    <a:pt x="614" y="71"/>
                    <a:pt x="544" y="1"/>
                    <a:pt x="4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653;p68">
              <a:extLst>
                <a:ext uri="{FF2B5EF4-FFF2-40B4-BE49-F238E27FC236}">
                  <a16:creationId xmlns:a16="http://schemas.microsoft.com/office/drawing/2014/main" id="{A7800BDD-4462-6A4F-89FF-2DF13FDE94FF}"/>
                </a:ext>
              </a:extLst>
            </p:cNvPr>
            <p:cNvSpPr/>
            <p:nvPr/>
          </p:nvSpPr>
          <p:spPr>
            <a:xfrm>
              <a:off x="3666598" y="1586592"/>
              <a:ext cx="26485" cy="52686"/>
            </a:xfrm>
            <a:custGeom>
              <a:avLst/>
              <a:gdLst/>
              <a:ahLst/>
              <a:cxnLst/>
              <a:rect l="l" t="t" r="r" b="b"/>
              <a:pathLst>
                <a:path w="746" h="1484" extrusionOk="0">
                  <a:moveTo>
                    <a:pt x="160" y="1"/>
                  </a:moveTo>
                  <a:cubicBezTo>
                    <a:pt x="72" y="1"/>
                    <a:pt x="1" y="71"/>
                    <a:pt x="1" y="160"/>
                  </a:cubicBezTo>
                  <a:cubicBezTo>
                    <a:pt x="1" y="248"/>
                    <a:pt x="72" y="318"/>
                    <a:pt x="160" y="318"/>
                  </a:cubicBezTo>
                  <a:lnTo>
                    <a:pt x="213" y="318"/>
                  </a:lnTo>
                  <a:lnTo>
                    <a:pt x="213" y="1325"/>
                  </a:lnTo>
                  <a:cubicBezTo>
                    <a:pt x="213" y="1412"/>
                    <a:pt x="285" y="1484"/>
                    <a:pt x="372" y="1484"/>
                  </a:cubicBezTo>
                  <a:cubicBezTo>
                    <a:pt x="460" y="1484"/>
                    <a:pt x="531" y="1412"/>
                    <a:pt x="531" y="1325"/>
                  </a:cubicBezTo>
                  <a:lnTo>
                    <a:pt x="531" y="318"/>
                  </a:lnTo>
                  <a:lnTo>
                    <a:pt x="587" y="318"/>
                  </a:lnTo>
                  <a:cubicBezTo>
                    <a:pt x="674" y="318"/>
                    <a:pt x="745" y="248"/>
                    <a:pt x="745" y="160"/>
                  </a:cubicBezTo>
                  <a:cubicBezTo>
                    <a:pt x="745" y="71"/>
                    <a:pt x="674" y="1"/>
                    <a:pt x="5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654;p68">
              <a:extLst>
                <a:ext uri="{FF2B5EF4-FFF2-40B4-BE49-F238E27FC236}">
                  <a16:creationId xmlns:a16="http://schemas.microsoft.com/office/drawing/2014/main" id="{52ABD498-2EA3-B88B-68DA-78F601B45227}"/>
                </a:ext>
              </a:extLst>
            </p:cNvPr>
            <p:cNvSpPr/>
            <p:nvPr/>
          </p:nvSpPr>
          <p:spPr>
            <a:xfrm>
              <a:off x="3601628" y="1607289"/>
              <a:ext cx="21870" cy="11290"/>
            </a:xfrm>
            <a:custGeom>
              <a:avLst/>
              <a:gdLst/>
              <a:ahLst/>
              <a:cxnLst/>
              <a:rect l="l" t="t" r="r" b="b"/>
              <a:pathLst>
                <a:path w="616" h="318" extrusionOk="0">
                  <a:moveTo>
                    <a:pt x="160" y="1"/>
                  </a:moveTo>
                  <a:cubicBezTo>
                    <a:pt x="72" y="1"/>
                    <a:pt x="1" y="71"/>
                    <a:pt x="1" y="159"/>
                  </a:cubicBezTo>
                  <a:cubicBezTo>
                    <a:pt x="1" y="246"/>
                    <a:pt x="72" y="318"/>
                    <a:pt x="160" y="318"/>
                  </a:cubicBezTo>
                  <a:lnTo>
                    <a:pt x="456" y="318"/>
                  </a:lnTo>
                  <a:cubicBezTo>
                    <a:pt x="544" y="318"/>
                    <a:pt x="616" y="246"/>
                    <a:pt x="616" y="159"/>
                  </a:cubicBezTo>
                  <a:cubicBezTo>
                    <a:pt x="616" y="71"/>
                    <a:pt x="544" y="1"/>
                    <a:pt x="4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655;p68">
              <a:extLst>
                <a:ext uri="{FF2B5EF4-FFF2-40B4-BE49-F238E27FC236}">
                  <a16:creationId xmlns:a16="http://schemas.microsoft.com/office/drawing/2014/main" id="{BD393ADB-2A57-7C3F-F7AB-446FB2D2740B}"/>
                </a:ext>
              </a:extLst>
            </p:cNvPr>
            <p:cNvSpPr/>
            <p:nvPr/>
          </p:nvSpPr>
          <p:spPr>
            <a:xfrm>
              <a:off x="3655628" y="1800352"/>
              <a:ext cx="37739" cy="14982"/>
            </a:xfrm>
            <a:custGeom>
              <a:avLst/>
              <a:gdLst/>
              <a:ahLst/>
              <a:cxnLst/>
              <a:rect l="l" t="t" r="r" b="b"/>
              <a:pathLst>
                <a:path w="1063" h="422" extrusionOk="0">
                  <a:moveTo>
                    <a:pt x="532" y="1"/>
                  </a:moveTo>
                  <a:cubicBezTo>
                    <a:pt x="384" y="1"/>
                    <a:pt x="236" y="43"/>
                    <a:pt x="98" y="127"/>
                  </a:cubicBezTo>
                  <a:cubicBezTo>
                    <a:pt x="24" y="173"/>
                    <a:pt x="1" y="270"/>
                    <a:pt x="47" y="345"/>
                  </a:cubicBezTo>
                  <a:cubicBezTo>
                    <a:pt x="76" y="394"/>
                    <a:pt x="129" y="421"/>
                    <a:pt x="182" y="421"/>
                  </a:cubicBezTo>
                  <a:cubicBezTo>
                    <a:pt x="211" y="421"/>
                    <a:pt x="239" y="414"/>
                    <a:pt x="265" y="398"/>
                  </a:cubicBezTo>
                  <a:cubicBezTo>
                    <a:pt x="351" y="345"/>
                    <a:pt x="442" y="319"/>
                    <a:pt x="532" y="319"/>
                  </a:cubicBezTo>
                  <a:cubicBezTo>
                    <a:pt x="622" y="319"/>
                    <a:pt x="712" y="345"/>
                    <a:pt x="798" y="398"/>
                  </a:cubicBezTo>
                  <a:cubicBezTo>
                    <a:pt x="824" y="413"/>
                    <a:pt x="853" y="422"/>
                    <a:pt x="881" y="422"/>
                  </a:cubicBezTo>
                  <a:cubicBezTo>
                    <a:pt x="934" y="422"/>
                    <a:pt x="987" y="395"/>
                    <a:pt x="1017" y="345"/>
                  </a:cubicBezTo>
                  <a:cubicBezTo>
                    <a:pt x="1063" y="270"/>
                    <a:pt x="1039" y="173"/>
                    <a:pt x="964" y="127"/>
                  </a:cubicBezTo>
                  <a:cubicBezTo>
                    <a:pt x="827" y="43"/>
                    <a:pt x="679" y="1"/>
                    <a:pt x="5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656;p68">
              <a:extLst>
                <a:ext uri="{FF2B5EF4-FFF2-40B4-BE49-F238E27FC236}">
                  <a16:creationId xmlns:a16="http://schemas.microsoft.com/office/drawing/2014/main" id="{773EB850-8158-415F-6680-07F2BE4A2CFE}"/>
                </a:ext>
              </a:extLst>
            </p:cNvPr>
            <p:cNvSpPr/>
            <p:nvPr/>
          </p:nvSpPr>
          <p:spPr>
            <a:xfrm>
              <a:off x="3691414" y="1750187"/>
              <a:ext cx="11290" cy="21088"/>
            </a:xfrm>
            <a:custGeom>
              <a:avLst/>
              <a:gdLst/>
              <a:ahLst/>
              <a:cxnLst/>
              <a:rect l="l" t="t" r="r" b="b"/>
              <a:pathLst>
                <a:path w="318" h="594" extrusionOk="0">
                  <a:moveTo>
                    <a:pt x="159" y="1"/>
                  </a:moveTo>
                  <a:cubicBezTo>
                    <a:pt x="71" y="1"/>
                    <a:pt x="1" y="72"/>
                    <a:pt x="1" y="159"/>
                  </a:cubicBezTo>
                  <a:lnTo>
                    <a:pt x="1" y="435"/>
                  </a:lnTo>
                  <a:cubicBezTo>
                    <a:pt x="1" y="523"/>
                    <a:pt x="71" y="594"/>
                    <a:pt x="159" y="594"/>
                  </a:cubicBezTo>
                  <a:cubicBezTo>
                    <a:pt x="246" y="594"/>
                    <a:pt x="318" y="523"/>
                    <a:pt x="318" y="435"/>
                  </a:cubicBezTo>
                  <a:lnTo>
                    <a:pt x="318" y="159"/>
                  </a:lnTo>
                  <a:cubicBezTo>
                    <a:pt x="318" y="72"/>
                    <a:pt x="246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657;p68">
              <a:extLst>
                <a:ext uri="{FF2B5EF4-FFF2-40B4-BE49-F238E27FC236}">
                  <a16:creationId xmlns:a16="http://schemas.microsoft.com/office/drawing/2014/main" id="{8E664F75-0F6B-D6F2-CE21-4611366A8E46}"/>
                </a:ext>
              </a:extLst>
            </p:cNvPr>
            <p:cNvSpPr/>
            <p:nvPr/>
          </p:nvSpPr>
          <p:spPr>
            <a:xfrm>
              <a:off x="3662409" y="1777666"/>
              <a:ext cx="24177" cy="12994"/>
            </a:xfrm>
            <a:custGeom>
              <a:avLst/>
              <a:gdLst/>
              <a:ahLst/>
              <a:cxnLst/>
              <a:rect l="l" t="t" r="r" b="b"/>
              <a:pathLst>
                <a:path w="681" h="366" extrusionOk="0">
                  <a:moveTo>
                    <a:pt x="182" y="0"/>
                  </a:moveTo>
                  <a:cubicBezTo>
                    <a:pt x="130" y="0"/>
                    <a:pt x="80" y="25"/>
                    <a:pt x="49" y="71"/>
                  </a:cubicBezTo>
                  <a:cubicBezTo>
                    <a:pt x="1" y="144"/>
                    <a:pt x="20" y="243"/>
                    <a:pt x="94" y="291"/>
                  </a:cubicBezTo>
                  <a:cubicBezTo>
                    <a:pt x="168" y="340"/>
                    <a:pt x="254" y="365"/>
                    <a:pt x="341" y="365"/>
                  </a:cubicBezTo>
                  <a:cubicBezTo>
                    <a:pt x="427" y="365"/>
                    <a:pt x="514" y="340"/>
                    <a:pt x="588" y="291"/>
                  </a:cubicBezTo>
                  <a:cubicBezTo>
                    <a:pt x="660" y="243"/>
                    <a:pt x="681" y="144"/>
                    <a:pt x="632" y="71"/>
                  </a:cubicBezTo>
                  <a:cubicBezTo>
                    <a:pt x="601" y="25"/>
                    <a:pt x="551" y="0"/>
                    <a:pt x="499" y="0"/>
                  </a:cubicBezTo>
                  <a:cubicBezTo>
                    <a:pt x="469" y="0"/>
                    <a:pt x="438" y="9"/>
                    <a:pt x="411" y="27"/>
                  </a:cubicBezTo>
                  <a:cubicBezTo>
                    <a:pt x="391" y="41"/>
                    <a:pt x="366" y="47"/>
                    <a:pt x="340" y="47"/>
                  </a:cubicBezTo>
                  <a:cubicBezTo>
                    <a:pt x="315" y="47"/>
                    <a:pt x="290" y="41"/>
                    <a:pt x="270" y="27"/>
                  </a:cubicBezTo>
                  <a:cubicBezTo>
                    <a:pt x="243" y="9"/>
                    <a:pt x="212" y="0"/>
                    <a:pt x="1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658;p68">
              <a:extLst>
                <a:ext uri="{FF2B5EF4-FFF2-40B4-BE49-F238E27FC236}">
                  <a16:creationId xmlns:a16="http://schemas.microsoft.com/office/drawing/2014/main" id="{18E92517-2FA6-415D-981E-7C21D1D72C59}"/>
                </a:ext>
              </a:extLst>
            </p:cNvPr>
            <p:cNvSpPr/>
            <p:nvPr/>
          </p:nvSpPr>
          <p:spPr>
            <a:xfrm>
              <a:off x="3646255" y="1750187"/>
              <a:ext cx="11325" cy="21088"/>
            </a:xfrm>
            <a:custGeom>
              <a:avLst/>
              <a:gdLst/>
              <a:ahLst/>
              <a:cxnLst/>
              <a:rect l="l" t="t" r="r" b="b"/>
              <a:pathLst>
                <a:path w="319" h="594" extrusionOk="0">
                  <a:moveTo>
                    <a:pt x="160" y="1"/>
                  </a:moveTo>
                  <a:cubicBezTo>
                    <a:pt x="72" y="1"/>
                    <a:pt x="1" y="72"/>
                    <a:pt x="1" y="159"/>
                  </a:cubicBezTo>
                  <a:lnTo>
                    <a:pt x="1" y="435"/>
                  </a:lnTo>
                  <a:cubicBezTo>
                    <a:pt x="1" y="523"/>
                    <a:pt x="72" y="594"/>
                    <a:pt x="160" y="594"/>
                  </a:cubicBezTo>
                  <a:cubicBezTo>
                    <a:pt x="247" y="594"/>
                    <a:pt x="319" y="523"/>
                    <a:pt x="319" y="435"/>
                  </a:cubicBezTo>
                  <a:lnTo>
                    <a:pt x="319" y="159"/>
                  </a:lnTo>
                  <a:cubicBezTo>
                    <a:pt x="319" y="72"/>
                    <a:pt x="247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659;p68">
              <a:extLst>
                <a:ext uri="{FF2B5EF4-FFF2-40B4-BE49-F238E27FC236}">
                  <a16:creationId xmlns:a16="http://schemas.microsoft.com/office/drawing/2014/main" id="{A3BB0735-28BC-3BBB-7A7B-5B372E21D919}"/>
                </a:ext>
              </a:extLst>
            </p:cNvPr>
            <p:cNvSpPr/>
            <p:nvPr/>
          </p:nvSpPr>
          <p:spPr>
            <a:xfrm>
              <a:off x="3585688" y="1650141"/>
              <a:ext cx="11361" cy="11325"/>
            </a:xfrm>
            <a:custGeom>
              <a:avLst/>
              <a:gdLst/>
              <a:ahLst/>
              <a:cxnLst/>
              <a:rect l="l" t="t" r="r" b="b"/>
              <a:pathLst>
                <a:path w="320" h="319" extrusionOk="0">
                  <a:moveTo>
                    <a:pt x="161" y="1"/>
                  </a:moveTo>
                  <a:cubicBezTo>
                    <a:pt x="72" y="1"/>
                    <a:pt x="1" y="72"/>
                    <a:pt x="1" y="159"/>
                  </a:cubicBezTo>
                  <a:cubicBezTo>
                    <a:pt x="1" y="247"/>
                    <a:pt x="72" y="319"/>
                    <a:pt x="161" y="319"/>
                  </a:cubicBezTo>
                  <a:cubicBezTo>
                    <a:pt x="248" y="319"/>
                    <a:pt x="319" y="247"/>
                    <a:pt x="319" y="159"/>
                  </a:cubicBezTo>
                  <a:cubicBezTo>
                    <a:pt x="319" y="72"/>
                    <a:pt x="248" y="1"/>
                    <a:pt x="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2660;p68">
              <a:extLst>
                <a:ext uri="{FF2B5EF4-FFF2-40B4-BE49-F238E27FC236}">
                  <a16:creationId xmlns:a16="http://schemas.microsoft.com/office/drawing/2014/main" id="{826B4870-E730-6566-82DF-AD092C1FCF79}"/>
                </a:ext>
              </a:extLst>
            </p:cNvPr>
            <p:cNvSpPr/>
            <p:nvPr/>
          </p:nvSpPr>
          <p:spPr>
            <a:xfrm>
              <a:off x="3563144" y="1650141"/>
              <a:ext cx="11325" cy="11325"/>
            </a:xfrm>
            <a:custGeom>
              <a:avLst/>
              <a:gdLst/>
              <a:ahLst/>
              <a:cxnLst/>
              <a:rect l="l" t="t" r="r" b="b"/>
              <a:pathLst>
                <a:path w="319" h="319" extrusionOk="0">
                  <a:moveTo>
                    <a:pt x="160" y="1"/>
                  </a:moveTo>
                  <a:cubicBezTo>
                    <a:pt x="72" y="1"/>
                    <a:pt x="0" y="72"/>
                    <a:pt x="0" y="159"/>
                  </a:cubicBezTo>
                  <a:cubicBezTo>
                    <a:pt x="0" y="247"/>
                    <a:pt x="72" y="319"/>
                    <a:pt x="160" y="319"/>
                  </a:cubicBezTo>
                  <a:cubicBezTo>
                    <a:pt x="247" y="319"/>
                    <a:pt x="319" y="247"/>
                    <a:pt x="319" y="159"/>
                  </a:cubicBezTo>
                  <a:cubicBezTo>
                    <a:pt x="319" y="72"/>
                    <a:pt x="247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2661;p68">
              <a:extLst>
                <a:ext uri="{FF2B5EF4-FFF2-40B4-BE49-F238E27FC236}">
                  <a16:creationId xmlns:a16="http://schemas.microsoft.com/office/drawing/2014/main" id="{66528BEE-A89C-99AA-F2E5-1F75F72E8837}"/>
                </a:ext>
              </a:extLst>
            </p:cNvPr>
            <p:cNvSpPr/>
            <p:nvPr/>
          </p:nvSpPr>
          <p:spPr>
            <a:xfrm>
              <a:off x="3540564" y="1650141"/>
              <a:ext cx="11361" cy="11325"/>
            </a:xfrm>
            <a:custGeom>
              <a:avLst/>
              <a:gdLst/>
              <a:ahLst/>
              <a:cxnLst/>
              <a:rect l="l" t="t" r="r" b="b"/>
              <a:pathLst>
                <a:path w="320" h="319" extrusionOk="0">
                  <a:moveTo>
                    <a:pt x="160" y="1"/>
                  </a:moveTo>
                  <a:cubicBezTo>
                    <a:pt x="72" y="1"/>
                    <a:pt x="1" y="72"/>
                    <a:pt x="1" y="159"/>
                  </a:cubicBezTo>
                  <a:cubicBezTo>
                    <a:pt x="1" y="247"/>
                    <a:pt x="72" y="319"/>
                    <a:pt x="160" y="319"/>
                  </a:cubicBezTo>
                  <a:cubicBezTo>
                    <a:pt x="248" y="319"/>
                    <a:pt x="319" y="247"/>
                    <a:pt x="319" y="159"/>
                  </a:cubicBezTo>
                  <a:cubicBezTo>
                    <a:pt x="319" y="72"/>
                    <a:pt x="248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35" name="Google Shape;2705;p68">
            <a:extLst>
              <a:ext uri="{FF2B5EF4-FFF2-40B4-BE49-F238E27FC236}">
                <a16:creationId xmlns:a16="http://schemas.microsoft.com/office/drawing/2014/main" id="{929B767B-9840-42A2-6601-35159341DAE2}"/>
              </a:ext>
            </a:extLst>
          </p:cNvPr>
          <p:cNvGrpSpPr/>
          <p:nvPr/>
        </p:nvGrpSpPr>
        <p:grpSpPr>
          <a:xfrm>
            <a:off x="1563873" y="2580798"/>
            <a:ext cx="365269" cy="337708"/>
            <a:chOff x="1060075" y="2561668"/>
            <a:chExt cx="385202" cy="298967"/>
          </a:xfrm>
        </p:grpSpPr>
        <p:sp>
          <p:nvSpPr>
            <p:cNvPr id="1936" name="Google Shape;2706;p68">
              <a:extLst>
                <a:ext uri="{FF2B5EF4-FFF2-40B4-BE49-F238E27FC236}">
                  <a16:creationId xmlns:a16="http://schemas.microsoft.com/office/drawing/2014/main" id="{51E0EC9C-5A6F-3BE7-4D89-87B8616876C1}"/>
                </a:ext>
              </a:extLst>
            </p:cNvPr>
            <p:cNvSpPr/>
            <p:nvPr/>
          </p:nvSpPr>
          <p:spPr>
            <a:xfrm>
              <a:off x="1060075" y="2561668"/>
              <a:ext cx="357084" cy="298967"/>
            </a:xfrm>
            <a:custGeom>
              <a:avLst/>
              <a:gdLst/>
              <a:ahLst/>
              <a:cxnLst/>
              <a:rect l="l" t="t" r="r" b="b"/>
              <a:pathLst>
                <a:path w="10058" h="8421" extrusionOk="0">
                  <a:moveTo>
                    <a:pt x="5404" y="319"/>
                  </a:moveTo>
                  <a:cubicBezTo>
                    <a:pt x="5218" y="402"/>
                    <a:pt x="5044" y="501"/>
                    <a:pt x="4885" y="615"/>
                  </a:cubicBezTo>
                  <a:cubicBezTo>
                    <a:pt x="4269" y="1059"/>
                    <a:pt x="3918" y="1698"/>
                    <a:pt x="3867" y="2464"/>
                  </a:cubicBezTo>
                  <a:cubicBezTo>
                    <a:pt x="3856" y="2633"/>
                    <a:pt x="3805" y="2742"/>
                    <a:pt x="3759" y="2837"/>
                  </a:cubicBezTo>
                  <a:cubicBezTo>
                    <a:pt x="3733" y="2894"/>
                    <a:pt x="3707" y="2947"/>
                    <a:pt x="3694" y="3005"/>
                  </a:cubicBezTo>
                  <a:cubicBezTo>
                    <a:pt x="3655" y="3172"/>
                    <a:pt x="3748" y="3318"/>
                    <a:pt x="3821" y="3435"/>
                  </a:cubicBezTo>
                  <a:cubicBezTo>
                    <a:pt x="3850" y="3480"/>
                    <a:pt x="3877" y="3523"/>
                    <a:pt x="3893" y="3560"/>
                  </a:cubicBezTo>
                  <a:cubicBezTo>
                    <a:pt x="3900" y="3577"/>
                    <a:pt x="3899" y="3597"/>
                    <a:pt x="3890" y="3614"/>
                  </a:cubicBezTo>
                  <a:cubicBezTo>
                    <a:pt x="3784" y="3802"/>
                    <a:pt x="3651" y="3948"/>
                    <a:pt x="3433" y="4116"/>
                  </a:cubicBezTo>
                  <a:cubicBezTo>
                    <a:pt x="3327" y="4197"/>
                    <a:pt x="3167" y="4321"/>
                    <a:pt x="3167" y="4550"/>
                  </a:cubicBezTo>
                  <a:cubicBezTo>
                    <a:pt x="3168" y="4784"/>
                    <a:pt x="3313" y="4948"/>
                    <a:pt x="3599" y="5036"/>
                  </a:cubicBezTo>
                  <a:cubicBezTo>
                    <a:pt x="3618" y="5042"/>
                    <a:pt x="3631" y="5048"/>
                    <a:pt x="3641" y="5052"/>
                  </a:cubicBezTo>
                  <a:cubicBezTo>
                    <a:pt x="3613" y="5094"/>
                    <a:pt x="3540" y="5162"/>
                    <a:pt x="3472" y="5206"/>
                  </a:cubicBezTo>
                  <a:cubicBezTo>
                    <a:pt x="3455" y="5218"/>
                    <a:pt x="3440" y="5232"/>
                    <a:pt x="3428" y="5249"/>
                  </a:cubicBezTo>
                  <a:cubicBezTo>
                    <a:pt x="3366" y="5339"/>
                    <a:pt x="3335" y="5520"/>
                    <a:pt x="3504" y="5655"/>
                  </a:cubicBezTo>
                  <a:cubicBezTo>
                    <a:pt x="3532" y="5678"/>
                    <a:pt x="3557" y="5700"/>
                    <a:pt x="3579" y="5718"/>
                  </a:cubicBezTo>
                  <a:cubicBezTo>
                    <a:pt x="3479" y="5869"/>
                    <a:pt x="3511" y="6031"/>
                    <a:pt x="3573" y="6121"/>
                  </a:cubicBezTo>
                  <a:cubicBezTo>
                    <a:pt x="3596" y="6154"/>
                    <a:pt x="3631" y="6178"/>
                    <a:pt x="3671" y="6186"/>
                  </a:cubicBezTo>
                  <a:cubicBezTo>
                    <a:pt x="3684" y="6189"/>
                    <a:pt x="3730" y="6202"/>
                    <a:pt x="3771" y="6222"/>
                  </a:cubicBezTo>
                  <a:cubicBezTo>
                    <a:pt x="3714" y="6326"/>
                    <a:pt x="3645" y="6477"/>
                    <a:pt x="3702" y="6710"/>
                  </a:cubicBezTo>
                  <a:cubicBezTo>
                    <a:pt x="3719" y="6780"/>
                    <a:pt x="3744" y="6843"/>
                    <a:pt x="3777" y="6901"/>
                  </a:cubicBezTo>
                  <a:cubicBezTo>
                    <a:pt x="3726" y="6909"/>
                    <a:pt x="3676" y="6916"/>
                    <a:pt x="3625" y="6923"/>
                  </a:cubicBezTo>
                  <a:cubicBezTo>
                    <a:pt x="3388" y="6956"/>
                    <a:pt x="3145" y="6990"/>
                    <a:pt x="2991" y="6990"/>
                  </a:cubicBezTo>
                  <a:cubicBezTo>
                    <a:pt x="2956" y="6990"/>
                    <a:pt x="2925" y="6988"/>
                    <a:pt x="2900" y="6984"/>
                  </a:cubicBezTo>
                  <a:cubicBezTo>
                    <a:pt x="2541" y="6926"/>
                    <a:pt x="2460" y="6756"/>
                    <a:pt x="2430" y="6634"/>
                  </a:cubicBezTo>
                  <a:cubicBezTo>
                    <a:pt x="2403" y="6528"/>
                    <a:pt x="2432" y="6427"/>
                    <a:pt x="2490" y="6337"/>
                  </a:cubicBezTo>
                  <a:cubicBezTo>
                    <a:pt x="2556" y="6219"/>
                    <a:pt x="2518" y="6060"/>
                    <a:pt x="2404" y="5981"/>
                  </a:cubicBezTo>
                  <a:cubicBezTo>
                    <a:pt x="2354" y="5947"/>
                    <a:pt x="2301" y="5922"/>
                    <a:pt x="2256" y="5905"/>
                  </a:cubicBezTo>
                  <a:cubicBezTo>
                    <a:pt x="2263" y="5890"/>
                    <a:pt x="2278" y="5871"/>
                    <a:pt x="2311" y="5847"/>
                  </a:cubicBezTo>
                  <a:cubicBezTo>
                    <a:pt x="2346" y="5822"/>
                    <a:pt x="2369" y="5784"/>
                    <a:pt x="2375" y="5741"/>
                  </a:cubicBezTo>
                  <a:cubicBezTo>
                    <a:pt x="2381" y="5699"/>
                    <a:pt x="2370" y="5655"/>
                    <a:pt x="2344" y="5622"/>
                  </a:cubicBezTo>
                  <a:cubicBezTo>
                    <a:pt x="2336" y="5613"/>
                    <a:pt x="2272" y="5530"/>
                    <a:pt x="2137" y="5421"/>
                  </a:cubicBezTo>
                  <a:cubicBezTo>
                    <a:pt x="2248" y="5335"/>
                    <a:pt x="2411" y="5176"/>
                    <a:pt x="2386" y="4998"/>
                  </a:cubicBezTo>
                  <a:cubicBezTo>
                    <a:pt x="2375" y="4912"/>
                    <a:pt x="2317" y="4796"/>
                    <a:pt x="2111" y="4732"/>
                  </a:cubicBezTo>
                  <a:cubicBezTo>
                    <a:pt x="1904" y="4669"/>
                    <a:pt x="1904" y="4595"/>
                    <a:pt x="1904" y="4550"/>
                  </a:cubicBezTo>
                  <a:cubicBezTo>
                    <a:pt x="1904" y="4493"/>
                    <a:pt x="1934" y="4454"/>
                    <a:pt x="2046" y="4367"/>
                  </a:cubicBezTo>
                  <a:cubicBezTo>
                    <a:pt x="2223" y="4231"/>
                    <a:pt x="2427" y="4053"/>
                    <a:pt x="2585" y="3770"/>
                  </a:cubicBezTo>
                  <a:cubicBezTo>
                    <a:pt x="2643" y="3668"/>
                    <a:pt x="2650" y="3542"/>
                    <a:pt x="2604" y="3435"/>
                  </a:cubicBezTo>
                  <a:cubicBezTo>
                    <a:pt x="2578" y="3375"/>
                    <a:pt x="2543" y="3319"/>
                    <a:pt x="2509" y="3265"/>
                  </a:cubicBezTo>
                  <a:cubicBezTo>
                    <a:pt x="2469" y="3202"/>
                    <a:pt x="2413" y="3115"/>
                    <a:pt x="2423" y="3077"/>
                  </a:cubicBezTo>
                  <a:cubicBezTo>
                    <a:pt x="2428" y="3052"/>
                    <a:pt x="2445" y="3015"/>
                    <a:pt x="2465" y="2974"/>
                  </a:cubicBezTo>
                  <a:cubicBezTo>
                    <a:pt x="2517" y="2864"/>
                    <a:pt x="2588" y="2714"/>
                    <a:pt x="2603" y="2485"/>
                  </a:cubicBezTo>
                  <a:cubicBezTo>
                    <a:pt x="2701" y="988"/>
                    <a:pt x="4075" y="319"/>
                    <a:pt x="5395" y="319"/>
                  </a:cubicBezTo>
                  <a:close/>
                  <a:moveTo>
                    <a:pt x="3970" y="7205"/>
                  </a:moveTo>
                  <a:cubicBezTo>
                    <a:pt x="4363" y="7205"/>
                    <a:pt x="4600" y="7487"/>
                    <a:pt x="4779" y="7847"/>
                  </a:cubicBezTo>
                  <a:lnTo>
                    <a:pt x="3809" y="8098"/>
                  </a:lnTo>
                  <a:cubicBezTo>
                    <a:pt x="3795" y="8101"/>
                    <a:pt x="3781" y="8103"/>
                    <a:pt x="3767" y="8103"/>
                  </a:cubicBezTo>
                  <a:cubicBezTo>
                    <a:pt x="3699" y="8103"/>
                    <a:pt x="3636" y="8062"/>
                    <a:pt x="3610" y="7997"/>
                  </a:cubicBezTo>
                  <a:cubicBezTo>
                    <a:pt x="3538" y="7822"/>
                    <a:pt x="3421" y="7534"/>
                    <a:pt x="3220" y="7295"/>
                  </a:cubicBezTo>
                  <a:cubicBezTo>
                    <a:pt x="3394" y="7278"/>
                    <a:pt x="3623" y="7245"/>
                    <a:pt x="3849" y="7214"/>
                  </a:cubicBezTo>
                  <a:cubicBezTo>
                    <a:pt x="3891" y="7208"/>
                    <a:pt x="3931" y="7205"/>
                    <a:pt x="3970" y="7205"/>
                  </a:cubicBezTo>
                  <a:close/>
                  <a:moveTo>
                    <a:pt x="5551" y="7205"/>
                  </a:moveTo>
                  <a:cubicBezTo>
                    <a:pt x="5944" y="7205"/>
                    <a:pt x="6182" y="7488"/>
                    <a:pt x="6360" y="7848"/>
                  </a:cubicBezTo>
                  <a:lnTo>
                    <a:pt x="5393" y="8098"/>
                  </a:lnTo>
                  <a:cubicBezTo>
                    <a:pt x="5379" y="8101"/>
                    <a:pt x="5365" y="8103"/>
                    <a:pt x="5352" y="8103"/>
                  </a:cubicBezTo>
                  <a:cubicBezTo>
                    <a:pt x="5284" y="8103"/>
                    <a:pt x="5220" y="8062"/>
                    <a:pt x="5193" y="7997"/>
                  </a:cubicBezTo>
                  <a:cubicBezTo>
                    <a:pt x="5122" y="7822"/>
                    <a:pt x="5005" y="7534"/>
                    <a:pt x="4804" y="7295"/>
                  </a:cubicBezTo>
                  <a:cubicBezTo>
                    <a:pt x="4938" y="7282"/>
                    <a:pt x="5089" y="7261"/>
                    <a:pt x="5251" y="7238"/>
                  </a:cubicBezTo>
                  <a:cubicBezTo>
                    <a:pt x="5310" y="7230"/>
                    <a:pt x="5370" y="7222"/>
                    <a:pt x="5430" y="7214"/>
                  </a:cubicBezTo>
                  <a:cubicBezTo>
                    <a:pt x="5472" y="7208"/>
                    <a:pt x="5512" y="7205"/>
                    <a:pt x="5551" y="7205"/>
                  </a:cubicBezTo>
                  <a:close/>
                  <a:moveTo>
                    <a:pt x="3811" y="0"/>
                  </a:moveTo>
                  <a:cubicBezTo>
                    <a:pt x="3103" y="0"/>
                    <a:pt x="2448" y="167"/>
                    <a:pt x="1921" y="484"/>
                  </a:cubicBezTo>
                  <a:cubicBezTo>
                    <a:pt x="1845" y="528"/>
                    <a:pt x="1821" y="626"/>
                    <a:pt x="1866" y="701"/>
                  </a:cubicBezTo>
                  <a:cubicBezTo>
                    <a:pt x="1896" y="751"/>
                    <a:pt x="1949" y="779"/>
                    <a:pt x="2003" y="779"/>
                  </a:cubicBezTo>
                  <a:cubicBezTo>
                    <a:pt x="2031" y="779"/>
                    <a:pt x="2059" y="772"/>
                    <a:pt x="2083" y="756"/>
                  </a:cubicBezTo>
                  <a:cubicBezTo>
                    <a:pt x="2562" y="470"/>
                    <a:pt x="3160" y="319"/>
                    <a:pt x="3811" y="319"/>
                  </a:cubicBezTo>
                  <a:lnTo>
                    <a:pt x="3823" y="319"/>
                  </a:lnTo>
                  <a:cubicBezTo>
                    <a:pt x="3637" y="402"/>
                    <a:pt x="3462" y="501"/>
                    <a:pt x="3304" y="615"/>
                  </a:cubicBezTo>
                  <a:cubicBezTo>
                    <a:pt x="2688" y="1059"/>
                    <a:pt x="2336" y="1698"/>
                    <a:pt x="2286" y="2464"/>
                  </a:cubicBezTo>
                  <a:cubicBezTo>
                    <a:pt x="2275" y="2633"/>
                    <a:pt x="2223" y="2742"/>
                    <a:pt x="2178" y="2838"/>
                  </a:cubicBezTo>
                  <a:cubicBezTo>
                    <a:pt x="2152" y="2894"/>
                    <a:pt x="2126" y="2947"/>
                    <a:pt x="2112" y="3005"/>
                  </a:cubicBezTo>
                  <a:cubicBezTo>
                    <a:pt x="2074" y="3172"/>
                    <a:pt x="2166" y="3318"/>
                    <a:pt x="2240" y="3435"/>
                  </a:cubicBezTo>
                  <a:cubicBezTo>
                    <a:pt x="2269" y="3481"/>
                    <a:pt x="2296" y="3523"/>
                    <a:pt x="2312" y="3561"/>
                  </a:cubicBezTo>
                  <a:cubicBezTo>
                    <a:pt x="2319" y="3577"/>
                    <a:pt x="2318" y="3597"/>
                    <a:pt x="2308" y="3615"/>
                  </a:cubicBezTo>
                  <a:cubicBezTo>
                    <a:pt x="2203" y="3802"/>
                    <a:pt x="2070" y="3948"/>
                    <a:pt x="1852" y="4116"/>
                  </a:cubicBezTo>
                  <a:cubicBezTo>
                    <a:pt x="1745" y="4197"/>
                    <a:pt x="1586" y="4321"/>
                    <a:pt x="1586" y="4550"/>
                  </a:cubicBezTo>
                  <a:cubicBezTo>
                    <a:pt x="1585" y="4802"/>
                    <a:pt x="1766" y="4965"/>
                    <a:pt x="2060" y="5053"/>
                  </a:cubicBezTo>
                  <a:cubicBezTo>
                    <a:pt x="2032" y="5094"/>
                    <a:pt x="1959" y="5163"/>
                    <a:pt x="1891" y="5206"/>
                  </a:cubicBezTo>
                  <a:cubicBezTo>
                    <a:pt x="1874" y="5218"/>
                    <a:pt x="1858" y="5232"/>
                    <a:pt x="1847" y="5249"/>
                  </a:cubicBezTo>
                  <a:cubicBezTo>
                    <a:pt x="1785" y="5339"/>
                    <a:pt x="1754" y="5521"/>
                    <a:pt x="1923" y="5656"/>
                  </a:cubicBezTo>
                  <a:cubicBezTo>
                    <a:pt x="1951" y="5678"/>
                    <a:pt x="1976" y="5700"/>
                    <a:pt x="1997" y="5718"/>
                  </a:cubicBezTo>
                  <a:cubicBezTo>
                    <a:pt x="1898" y="5869"/>
                    <a:pt x="1930" y="6031"/>
                    <a:pt x="1992" y="6121"/>
                  </a:cubicBezTo>
                  <a:cubicBezTo>
                    <a:pt x="2015" y="6154"/>
                    <a:pt x="2050" y="6178"/>
                    <a:pt x="2090" y="6186"/>
                  </a:cubicBezTo>
                  <a:cubicBezTo>
                    <a:pt x="2103" y="6189"/>
                    <a:pt x="2149" y="6202"/>
                    <a:pt x="2190" y="6223"/>
                  </a:cubicBezTo>
                  <a:cubicBezTo>
                    <a:pt x="2133" y="6326"/>
                    <a:pt x="2064" y="6477"/>
                    <a:pt x="2121" y="6710"/>
                  </a:cubicBezTo>
                  <a:cubicBezTo>
                    <a:pt x="2137" y="6780"/>
                    <a:pt x="2163" y="6843"/>
                    <a:pt x="2195" y="6901"/>
                  </a:cubicBezTo>
                  <a:cubicBezTo>
                    <a:pt x="2144" y="6909"/>
                    <a:pt x="2093" y="6916"/>
                    <a:pt x="2041" y="6923"/>
                  </a:cubicBezTo>
                  <a:cubicBezTo>
                    <a:pt x="1804" y="6956"/>
                    <a:pt x="1561" y="6990"/>
                    <a:pt x="1408" y="6990"/>
                  </a:cubicBezTo>
                  <a:cubicBezTo>
                    <a:pt x="1372" y="6990"/>
                    <a:pt x="1342" y="6988"/>
                    <a:pt x="1317" y="6984"/>
                  </a:cubicBezTo>
                  <a:cubicBezTo>
                    <a:pt x="957" y="6926"/>
                    <a:pt x="876" y="6756"/>
                    <a:pt x="845" y="6634"/>
                  </a:cubicBezTo>
                  <a:cubicBezTo>
                    <a:pt x="819" y="6528"/>
                    <a:pt x="848" y="6427"/>
                    <a:pt x="907" y="6337"/>
                  </a:cubicBezTo>
                  <a:cubicBezTo>
                    <a:pt x="972" y="6219"/>
                    <a:pt x="934" y="6060"/>
                    <a:pt x="820" y="5981"/>
                  </a:cubicBezTo>
                  <a:cubicBezTo>
                    <a:pt x="771" y="5947"/>
                    <a:pt x="717" y="5922"/>
                    <a:pt x="671" y="5905"/>
                  </a:cubicBezTo>
                  <a:cubicBezTo>
                    <a:pt x="679" y="5890"/>
                    <a:pt x="694" y="5871"/>
                    <a:pt x="726" y="5847"/>
                  </a:cubicBezTo>
                  <a:cubicBezTo>
                    <a:pt x="762" y="5822"/>
                    <a:pt x="784" y="5784"/>
                    <a:pt x="791" y="5741"/>
                  </a:cubicBezTo>
                  <a:cubicBezTo>
                    <a:pt x="797" y="5699"/>
                    <a:pt x="785" y="5656"/>
                    <a:pt x="759" y="5622"/>
                  </a:cubicBezTo>
                  <a:cubicBezTo>
                    <a:pt x="752" y="5613"/>
                    <a:pt x="688" y="5530"/>
                    <a:pt x="553" y="5421"/>
                  </a:cubicBezTo>
                  <a:cubicBezTo>
                    <a:pt x="664" y="5335"/>
                    <a:pt x="827" y="5176"/>
                    <a:pt x="802" y="4998"/>
                  </a:cubicBezTo>
                  <a:cubicBezTo>
                    <a:pt x="791" y="4912"/>
                    <a:pt x="732" y="4796"/>
                    <a:pt x="527" y="4732"/>
                  </a:cubicBezTo>
                  <a:cubicBezTo>
                    <a:pt x="320" y="4669"/>
                    <a:pt x="320" y="4593"/>
                    <a:pt x="320" y="4549"/>
                  </a:cubicBezTo>
                  <a:cubicBezTo>
                    <a:pt x="320" y="4493"/>
                    <a:pt x="350" y="4454"/>
                    <a:pt x="462" y="4367"/>
                  </a:cubicBezTo>
                  <a:cubicBezTo>
                    <a:pt x="639" y="4231"/>
                    <a:pt x="842" y="4053"/>
                    <a:pt x="1001" y="3770"/>
                  </a:cubicBezTo>
                  <a:cubicBezTo>
                    <a:pt x="1059" y="3668"/>
                    <a:pt x="1065" y="3542"/>
                    <a:pt x="1020" y="3434"/>
                  </a:cubicBezTo>
                  <a:cubicBezTo>
                    <a:pt x="994" y="3375"/>
                    <a:pt x="959" y="3319"/>
                    <a:pt x="924" y="3265"/>
                  </a:cubicBezTo>
                  <a:cubicBezTo>
                    <a:pt x="885" y="3202"/>
                    <a:pt x="829" y="3115"/>
                    <a:pt x="838" y="3077"/>
                  </a:cubicBezTo>
                  <a:cubicBezTo>
                    <a:pt x="843" y="3052"/>
                    <a:pt x="861" y="3015"/>
                    <a:pt x="882" y="2973"/>
                  </a:cubicBezTo>
                  <a:cubicBezTo>
                    <a:pt x="934" y="2864"/>
                    <a:pt x="1004" y="2714"/>
                    <a:pt x="1019" y="2485"/>
                  </a:cubicBezTo>
                  <a:cubicBezTo>
                    <a:pt x="1052" y="1978"/>
                    <a:pt x="1232" y="1541"/>
                    <a:pt x="1553" y="1186"/>
                  </a:cubicBezTo>
                  <a:cubicBezTo>
                    <a:pt x="1612" y="1121"/>
                    <a:pt x="1608" y="1021"/>
                    <a:pt x="1542" y="963"/>
                  </a:cubicBezTo>
                  <a:cubicBezTo>
                    <a:pt x="1511" y="935"/>
                    <a:pt x="1473" y="921"/>
                    <a:pt x="1435" y="921"/>
                  </a:cubicBezTo>
                  <a:cubicBezTo>
                    <a:pt x="1391" y="921"/>
                    <a:pt x="1349" y="938"/>
                    <a:pt x="1317" y="973"/>
                  </a:cubicBezTo>
                  <a:cubicBezTo>
                    <a:pt x="947" y="1382"/>
                    <a:pt x="740" y="1883"/>
                    <a:pt x="702" y="2464"/>
                  </a:cubicBezTo>
                  <a:cubicBezTo>
                    <a:pt x="691" y="2633"/>
                    <a:pt x="639" y="2742"/>
                    <a:pt x="595" y="2837"/>
                  </a:cubicBezTo>
                  <a:cubicBezTo>
                    <a:pt x="568" y="2894"/>
                    <a:pt x="543" y="2947"/>
                    <a:pt x="529" y="3005"/>
                  </a:cubicBezTo>
                  <a:cubicBezTo>
                    <a:pt x="490" y="3172"/>
                    <a:pt x="582" y="3318"/>
                    <a:pt x="656" y="3435"/>
                  </a:cubicBezTo>
                  <a:cubicBezTo>
                    <a:pt x="685" y="3480"/>
                    <a:pt x="712" y="3523"/>
                    <a:pt x="727" y="3560"/>
                  </a:cubicBezTo>
                  <a:cubicBezTo>
                    <a:pt x="735" y="3577"/>
                    <a:pt x="734" y="3597"/>
                    <a:pt x="724" y="3614"/>
                  </a:cubicBezTo>
                  <a:cubicBezTo>
                    <a:pt x="618" y="3802"/>
                    <a:pt x="487" y="3948"/>
                    <a:pt x="268" y="4116"/>
                  </a:cubicBezTo>
                  <a:cubicBezTo>
                    <a:pt x="162" y="4197"/>
                    <a:pt x="2" y="4321"/>
                    <a:pt x="2" y="4550"/>
                  </a:cubicBezTo>
                  <a:cubicBezTo>
                    <a:pt x="0" y="4802"/>
                    <a:pt x="182" y="4965"/>
                    <a:pt x="476" y="5053"/>
                  </a:cubicBezTo>
                  <a:cubicBezTo>
                    <a:pt x="447" y="5094"/>
                    <a:pt x="375" y="5163"/>
                    <a:pt x="307" y="5206"/>
                  </a:cubicBezTo>
                  <a:cubicBezTo>
                    <a:pt x="290" y="5218"/>
                    <a:pt x="275" y="5232"/>
                    <a:pt x="263" y="5249"/>
                  </a:cubicBezTo>
                  <a:cubicBezTo>
                    <a:pt x="201" y="5339"/>
                    <a:pt x="169" y="5521"/>
                    <a:pt x="338" y="5656"/>
                  </a:cubicBezTo>
                  <a:cubicBezTo>
                    <a:pt x="368" y="5678"/>
                    <a:pt x="392" y="5700"/>
                    <a:pt x="413" y="5718"/>
                  </a:cubicBezTo>
                  <a:cubicBezTo>
                    <a:pt x="314" y="5869"/>
                    <a:pt x="347" y="6031"/>
                    <a:pt x="408" y="6121"/>
                  </a:cubicBezTo>
                  <a:cubicBezTo>
                    <a:pt x="431" y="6154"/>
                    <a:pt x="466" y="6178"/>
                    <a:pt x="506" y="6186"/>
                  </a:cubicBezTo>
                  <a:cubicBezTo>
                    <a:pt x="519" y="6189"/>
                    <a:pt x="565" y="6202"/>
                    <a:pt x="606" y="6223"/>
                  </a:cubicBezTo>
                  <a:cubicBezTo>
                    <a:pt x="549" y="6326"/>
                    <a:pt x="480" y="6477"/>
                    <a:pt x="537" y="6710"/>
                  </a:cubicBezTo>
                  <a:cubicBezTo>
                    <a:pt x="616" y="7034"/>
                    <a:pt x="862" y="7232"/>
                    <a:pt x="1265" y="7299"/>
                  </a:cubicBezTo>
                  <a:cubicBezTo>
                    <a:pt x="1307" y="7305"/>
                    <a:pt x="1354" y="7308"/>
                    <a:pt x="1407" y="7308"/>
                  </a:cubicBezTo>
                  <a:cubicBezTo>
                    <a:pt x="1583" y="7308"/>
                    <a:pt x="1820" y="7275"/>
                    <a:pt x="2086" y="7237"/>
                  </a:cubicBezTo>
                  <a:cubicBezTo>
                    <a:pt x="2145" y="7229"/>
                    <a:pt x="2205" y="7221"/>
                    <a:pt x="2265" y="7212"/>
                  </a:cubicBezTo>
                  <a:cubicBezTo>
                    <a:pt x="2307" y="7207"/>
                    <a:pt x="2347" y="7204"/>
                    <a:pt x="2385" y="7204"/>
                  </a:cubicBezTo>
                  <a:cubicBezTo>
                    <a:pt x="2874" y="7204"/>
                    <a:pt x="3121" y="7639"/>
                    <a:pt x="3315" y="8117"/>
                  </a:cubicBezTo>
                  <a:cubicBezTo>
                    <a:pt x="3391" y="8303"/>
                    <a:pt x="3572" y="8420"/>
                    <a:pt x="3767" y="8420"/>
                  </a:cubicBezTo>
                  <a:cubicBezTo>
                    <a:pt x="3808" y="8420"/>
                    <a:pt x="3848" y="8415"/>
                    <a:pt x="3888" y="8405"/>
                  </a:cubicBezTo>
                  <a:lnTo>
                    <a:pt x="4910" y="8141"/>
                  </a:lnTo>
                  <a:cubicBezTo>
                    <a:pt x="4992" y="8314"/>
                    <a:pt x="5166" y="8420"/>
                    <a:pt x="5352" y="8420"/>
                  </a:cubicBezTo>
                  <a:cubicBezTo>
                    <a:pt x="5391" y="8420"/>
                    <a:pt x="5431" y="8415"/>
                    <a:pt x="5472" y="8405"/>
                  </a:cubicBezTo>
                  <a:lnTo>
                    <a:pt x="6491" y="8143"/>
                  </a:lnTo>
                  <a:cubicBezTo>
                    <a:pt x="6573" y="8314"/>
                    <a:pt x="6747" y="8420"/>
                    <a:pt x="6932" y="8420"/>
                  </a:cubicBezTo>
                  <a:cubicBezTo>
                    <a:pt x="6972" y="8420"/>
                    <a:pt x="7013" y="8415"/>
                    <a:pt x="7053" y="8405"/>
                  </a:cubicBezTo>
                  <a:lnTo>
                    <a:pt x="7562" y="8274"/>
                  </a:lnTo>
                  <a:cubicBezTo>
                    <a:pt x="7647" y="8251"/>
                    <a:pt x="7699" y="8165"/>
                    <a:pt x="7677" y="8080"/>
                  </a:cubicBezTo>
                  <a:cubicBezTo>
                    <a:pt x="7658" y="8009"/>
                    <a:pt x="7594" y="7961"/>
                    <a:pt x="7523" y="7961"/>
                  </a:cubicBezTo>
                  <a:cubicBezTo>
                    <a:pt x="7510" y="7961"/>
                    <a:pt x="7497" y="7963"/>
                    <a:pt x="7483" y="7966"/>
                  </a:cubicBezTo>
                  <a:lnTo>
                    <a:pt x="6974" y="8098"/>
                  </a:lnTo>
                  <a:cubicBezTo>
                    <a:pt x="6960" y="8101"/>
                    <a:pt x="6947" y="8103"/>
                    <a:pt x="6933" y="8103"/>
                  </a:cubicBezTo>
                  <a:cubicBezTo>
                    <a:pt x="6865" y="8103"/>
                    <a:pt x="6801" y="8062"/>
                    <a:pt x="6774" y="7997"/>
                  </a:cubicBezTo>
                  <a:cubicBezTo>
                    <a:pt x="6635" y="7656"/>
                    <a:pt x="6324" y="6887"/>
                    <a:pt x="5556" y="6887"/>
                  </a:cubicBezTo>
                  <a:cubicBezTo>
                    <a:pt x="5502" y="6887"/>
                    <a:pt x="5446" y="6890"/>
                    <a:pt x="5388" y="6898"/>
                  </a:cubicBezTo>
                  <a:cubicBezTo>
                    <a:pt x="5327" y="6907"/>
                    <a:pt x="5267" y="6915"/>
                    <a:pt x="5206" y="6923"/>
                  </a:cubicBezTo>
                  <a:cubicBezTo>
                    <a:pt x="4971" y="6957"/>
                    <a:pt x="4728" y="6992"/>
                    <a:pt x="4574" y="6992"/>
                  </a:cubicBezTo>
                  <a:cubicBezTo>
                    <a:pt x="4538" y="6992"/>
                    <a:pt x="4507" y="6990"/>
                    <a:pt x="4482" y="6985"/>
                  </a:cubicBezTo>
                  <a:cubicBezTo>
                    <a:pt x="4263" y="6946"/>
                    <a:pt x="4059" y="6863"/>
                    <a:pt x="4011" y="6634"/>
                  </a:cubicBezTo>
                  <a:cubicBezTo>
                    <a:pt x="3984" y="6528"/>
                    <a:pt x="4013" y="6427"/>
                    <a:pt x="4071" y="6337"/>
                  </a:cubicBezTo>
                  <a:cubicBezTo>
                    <a:pt x="4137" y="6220"/>
                    <a:pt x="4099" y="6060"/>
                    <a:pt x="3985" y="5981"/>
                  </a:cubicBezTo>
                  <a:cubicBezTo>
                    <a:pt x="3935" y="5947"/>
                    <a:pt x="3882" y="5923"/>
                    <a:pt x="3837" y="5906"/>
                  </a:cubicBezTo>
                  <a:cubicBezTo>
                    <a:pt x="3844" y="5891"/>
                    <a:pt x="3860" y="5871"/>
                    <a:pt x="3892" y="5848"/>
                  </a:cubicBezTo>
                  <a:cubicBezTo>
                    <a:pt x="3927" y="5822"/>
                    <a:pt x="3950" y="5785"/>
                    <a:pt x="3956" y="5742"/>
                  </a:cubicBezTo>
                  <a:cubicBezTo>
                    <a:pt x="3962" y="5700"/>
                    <a:pt x="3951" y="5656"/>
                    <a:pt x="3925" y="5622"/>
                  </a:cubicBezTo>
                  <a:cubicBezTo>
                    <a:pt x="3918" y="5613"/>
                    <a:pt x="3853" y="5531"/>
                    <a:pt x="3719" y="5421"/>
                  </a:cubicBezTo>
                  <a:cubicBezTo>
                    <a:pt x="3829" y="5336"/>
                    <a:pt x="3992" y="5176"/>
                    <a:pt x="3967" y="4998"/>
                  </a:cubicBezTo>
                  <a:cubicBezTo>
                    <a:pt x="3955" y="4912"/>
                    <a:pt x="3898" y="4796"/>
                    <a:pt x="3693" y="4733"/>
                  </a:cubicBezTo>
                  <a:cubicBezTo>
                    <a:pt x="3485" y="4669"/>
                    <a:pt x="3485" y="4595"/>
                    <a:pt x="3485" y="4550"/>
                  </a:cubicBezTo>
                  <a:cubicBezTo>
                    <a:pt x="3485" y="4493"/>
                    <a:pt x="3515" y="4454"/>
                    <a:pt x="3627" y="4367"/>
                  </a:cubicBezTo>
                  <a:cubicBezTo>
                    <a:pt x="3805" y="4232"/>
                    <a:pt x="4008" y="4053"/>
                    <a:pt x="4166" y="3770"/>
                  </a:cubicBezTo>
                  <a:cubicBezTo>
                    <a:pt x="4223" y="3668"/>
                    <a:pt x="4231" y="3542"/>
                    <a:pt x="4185" y="3435"/>
                  </a:cubicBezTo>
                  <a:cubicBezTo>
                    <a:pt x="4159" y="3375"/>
                    <a:pt x="4124" y="3319"/>
                    <a:pt x="4090" y="3266"/>
                  </a:cubicBezTo>
                  <a:cubicBezTo>
                    <a:pt x="4049" y="3202"/>
                    <a:pt x="3994" y="3115"/>
                    <a:pt x="4004" y="3077"/>
                  </a:cubicBezTo>
                  <a:cubicBezTo>
                    <a:pt x="4009" y="3053"/>
                    <a:pt x="4026" y="3015"/>
                    <a:pt x="4046" y="2974"/>
                  </a:cubicBezTo>
                  <a:cubicBezTo>
                    <a:pt x="4098" y="2864"/>
                    <a:pt x="4170" y="2714"/>
                    <a:pt x="4184" y="2485"/>
                  </a:cubicBezTo>
                  <a:cubicBezTo>
                    <a:pt x="4282" y="988"/>
                    <a:pt x="5656" y="319"/>
                    <a:pt x="6975" y="319"/>
                  </a:cubicBezTo>
                  <a:cubicBezTo>
                    <a:pt x="8089" y="319"/>
                    <a:pt x="9134" y="671"/>
                    <a:pt x="9774" y="1261"/>
                  </a:cubicBezTo>
                  <a:cubicBezTo>
                    <a:pt x="9804" y="1290"/>
                    <a:pt x="9843" y="1304"/>
                    <a:pt x="9881" y="1304"/>
                  </a:cubicBezTo>
                  <a:cubicBezTo>
                    <a:pt x="9924" y="1304"/>
                    <a:pt x="9966" y="1287"/>
                    <a:pt x="9998" y="1253"/>
                  </a:cubicBezTo>
                  <a:cubicBezTo>
                    <a:pt x="10058" y="1188"/>
                    <a:pt x="10054" y="1087"/>
                    <a:pt x="9988" y="1028"/>
                  </a:cubicBezTo>
                  <a:cubicBezTo>
                    <a:pt x="9292" y="385"/>
                    <a:pt x="8166" y="0"/>
                    <a:pt x="6975" y="0"/>
                  </a:cubicBezTo>
                  <a:cubicBezTo>
                    <a:pt x="6722" y="0"/>
                    <a:pt x="6473" y="23"/>
                    <a:pt x="6236" y="66"/>
                  </a:cubicBezTo>
                  <a:cubicBezTo>
                    <a:pt x="5958" y="23"/>
                    <a:pt x="5675" y="0"/>
                    <a:pt x="5395" y="0"/>
                  </a:cubicBezTo>
                  <a:cubicBezTo>
                    <a:pt x="5140" y="0"/>
                    <a:pt x="4892" y="23"/>
                    <a:pt x="4653" y="66"/>
                  </a:cubicBezTo>
                  <a:cubicBezTo>
                    <a:pt x="4375" y="23"/>
                    <a:pt x="4092" y="0"/>
                    <a:pt x="38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2707;p68">
              <a:extLst>
                <a:ext uri="{FF2B5EF4-FFF2-40B4-BE49-F238E27FC236}">
                  <a16:creationId xmlns:a16="http://schemas.microsoft.com/office/drawing/2014/main" id="{52AFBF72-31CF-6754-CE8F-4CAB5FA70689}"/>
                </a:ext>
              </a:extLst>
            </p:cNvPr>
            <p:cNvSpPr/>
            <p:nvPr/>
          </p:nvSpPr>
          <p:spPr>
            <a:xfrm>
              <a:off x="1346261" y="2617087"/>
              <a:ext cx="99016" cy="231973"/>
            </a:xfrm>
            <a:custGeom>
              <a:avLst/>
              <a:gdLst/>
              <a:ahLst/>
              <a:cxnLst/>
              <a:rect l="l" t="t" r="r" b="b"/>
              <a:pathLst>
                <a:path w="2789" h="6534" extrusionOk="0">
                  <a:moveTo>
                    <a:pt x="2287" y="1"/>
                  </a:moveTo>
                  <a:cubicBezTo>
                    <a:pt x="2260" y="1"/>
                    <a:pt x="2232" y="8"/>
                    <a:pt x="2207" y="23"/>
                  </a:cubicBezTo>
                  <a:cubicBezTo>
                    <a:pt x="2131" y="67"/>
                    <a:pt x="2107" y="165"/>
                    <a:pt x="2151" y="240"/>
                  </a:cubicBezTo>
                  <a:cubicBezTo>
                    <a:pt x="2364" y="602"/>
                    <a:pt x="2472" y="1020"/>
                    <a:pt x="2472" y="1483"/>
                  </a:cubicBezTo>
                  <a:cubicBezTo>
                    <a:pt x="2472" y="2580"/>
                    <a:pt x="2327" y="3030"/>
                    <a:pt x="1371" y="3895"/>
                  </a:cubicBezTo>
                  <a:cubicBezTo>
                    <a:pt x="1081" y="4158"/>
                    <a:pt x="1110" y="4743"/>
                    <a:pt x="1460" y="5686"/>
                  </a:cubicBezTo>
                  <a:cubicBezTo>
                    <a:pt x="1476" y="5731"/>
                    <a:pt x="1473" y="5781"/>
                    <a:pt x="1450" y="5825"/>
                  </a:cubicBezTo>
                  <a:cubicBezTo>
                    <a:pt x="1428" y="5867"/>
                    <a:pt x="1390" y="5897"/>
                    <a:pt x="1342" y="5910"/>
                  </a:cubicBezTo>
                  <a:lnTo>
                    <a:pt x="137" y="6221"/>
                  </a:lnTo>
                  <a:cubicBezTo>
                    <a:pt x="52" y="6242"/>
                    <a:pt x="1" y="6330"/>
                    <a:pt x="23" y="6415"/>
                  </a:cubicBezTo>
                  <a:cubicBezTo>
                    <a:pt x="38" y="6466"/>
                    <a:pt x="98" y="6534"/>
                    <a:pt x="179" y="6534"/>
                  </a:cubicBezTo>
                  <a:cubicBezTo>
                    <a:pt x="191" y="6534"/>
                    <a:pt x="203" y="6532"/>
                    <a:pt x="216" y="6529"/>
                  </a:cubicBezTo>
                  <a:lnTo>
                    <a:pt x="1422" y="6218"/>
                  </a:lnTo>
                  <a:cubicBezTo>
                    <a:pt x="1556" y="6183"/>
                    <a:pt x="1669" y="6093"/>
                    <a:pt x="1732" y="5972"/>
                  </a:cubicBezTo>
                  <a:cubicBezTo>
                    <a:pt x="1797" y="5850"/>
                    <a:pt x="1805" y="5704"/>
                    <a:pt x="1757" y="5576"/>
                  </a:cubicBezTo>
                  <a:cubicBezTo>
                    <a:pt x="1344" y="4463"/>
                    <a:pt x="1521" y="4189"/>
                    <a:pt x="1584" y="4132"/>
                  </a:cubicBezTo>
                  <a:lnTo>
                    <a:pt x="1585" y="4132"/>
                  </a:lnTo>
                  <a:cubicBezTo>
                    <a:pt x="2615" y="3198"/>
                    <a:pt x="2789" y="2652"/>
                    <a:pt x="2789" y="1483"/>
                  </a:cubicBezTo>
                  <a:cubicBezTo>
                    <a:pt x="2789" y="963"/>
                    <a:pt x="2666" y="490"/>
                    <a:pt x="2425" y="80"/>
                  </a:cubicBezTo>
                  <a:cubicBezTo>
                    <a:pt x="2395" y="29"/>
                    <a:pt x="2342" y="1"/>
                    <a:pt x="2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38" name="Google Shape;2737;p68">
            <a:extLst>
              <a:ext uri="{FF2B5EF4-FFF2-40B4-BE49-F238E27FC236}">
                <a16:creationId xmlns:a16="http://schemas.microsoft.com/office/drawing/2014/main" id="{2E457950-1942-B0D8-EDAE-906712488F39}"/>
              </a:ext>
            </a:extLst>
          </p:cNvPr>
          <p:cNvGrpSpPr/>
          <p:nvPr/>
        </p:nvGrpSpPr>
        <p:grpSpPr>
          <a:xfrm>
            <a:off x="2503468" y="2497004"/>
            <a:ext cx="405004" cy="431976"/>
            <a:chOff x="4382754" y="2518568"/>
            <a:chExt cx="385593" cy="385167"/>
          </a:xfrm>
        </p:grpSpPr>
        <p:sp>
          <p:nvSpPr>
            <p:cNvPr id="1939" name="Google Shape;2738;p68">
              <a:extLst>
                <a:ext uri="{FF2B5EF4-FFF2-40B4-BE49-F238E27FC236}">
                  <a16:creationId xmlns:a16="http://schemas.microsoft.com/office/drawing/2014/main" id="{B94E03E6-F204-B47A-293D-659BD05269B1}"/>
                </a:ext>
              </a:extLst>
            </p:cNvPr>
            <p:cNvSpPr/>
            <p:nvPr/>
          </p:nvSpPr>
          <p:spPr>
            <a:xfrm>
              <a:off x="4415736" y="2518603"/>
              <a:ext cx="352611" cy="385131"/>
            </a:xfrm>
            <a:custGeom>
              <a:avLst/>
              <a:gdLst/>
              <a:ahLst/>
              <a:cxnLst/>
              <a:rect l="l" t="t" r="r" b="b"/>
              <a:pathLst>
                <a:path w="9932" h="10848" extrusionOk="0">
                  <a:moveTo>
                    <a:pt x="5435" y="4156"/>
                  </a:moveTo>
                  <a:lnTo>
                    <a:pt x="5448" y="4275"/>
                  </a:lnTo>
                  <a:cubicBezTo>
                    <a:pt x="5347" y="4581"/>
                    <a:pt x="5231" y="4812"/>
                    <a:pt x="5004" y="4946"/>
                  </a:cubicBezTo>
                  <a:cubicBezTo>
                    <a:pt x="4724" y="5110"/>
                    <a:pt x="4547" y="5350"/>
                    <a:pt x="4488" y="5636"/>
                  </a:cubicBezTo>
                  <a:cubicBezTo>
                    <a:pt x="4330" y="5502"/>
                    <a:pt x="4236" y="5155"/>
                    <a:pt x="4236" y="4899"/>
                  </a:cubicBezTo>
                  <a:cubicBezTo>
                    <a:pt x="4236" y="4611"/>
                    <a:pt x="4298" y="4356"/>
                    <a:pt x="4416" y="4156"/>
                  </a:cubicBezTo>
                  <a:close/>
                  <a:moveTo>
                    <a:pt x="4467" y="6016"/>
                  </a:moveTo>
                  <a:cubicBezTo>
                    <a:pt x="4468" y="6305"/>
                    <a:pt x="4476" y="6524"/>
                    <a:pt x="4511" y="6715"/>
                  </a:cubicBezTo>
                  <a:cubicBezTo>
                    <a:pt x="4350" y="6644"/>
                    <a:pt x="4236" y="6484"/>
                    <a:pt x="4236" y="6297"/>
                  </a:cubicBezTo>
                  <a:cubicBezTo>
                    <a:pt x="4236" y="6158"/>
                    <a:pt x="4335" y="6042"/>
                    <a:pt x="4467" y="6016"/>
                  </a:cubicBezTo>
                  <a:close/>
                  <a:moveTo>
                    <a:pt x="8465" y="6016"/>
                  </a:moveTo>
                  <a:cubicBezTo>
                    <a:pt x="8597" y="6042"/>
                    <a:pt x="8696" y="6158"/>
                    <a:pt x="8696" y="6297"/>
                  </a:cubicBezTo>
                  <a:cubicBezTo>
                    <a:pt x="8696" y="6484"/>
                    <a:pt x="8582" y="6644"/>
                    <a:pt x="8420" y="6715"/>
                  </a:cubicBezTo>
                  <a:cubicBezTo>
                    <a:pt x="8454" y="6524"/>
                    <a:pt x="8463" y="6305"/>
                    <a:pt x="8465" y="6016"/>
                  </a:cubicBezTo>
                  <a:close/>
                  <a:moveTo>
                    <a:pt x="7509" y="3341"/>
                  </a:moveTo>
                  <a:cubicBezTo>
                    <a:pt x="8203" y="3572"/>
                    <a:pt x="8550" y="4294"/>
                    <a:pt x="8580" y="4891"/>
                  </a:cubicBezTo>
                  <a:cubicBezTo>
                    <a:pt x="8594" y="5182"/>
                    <a:pt x="8534" y="5426"/>
                    <a:pt x="8421" y="5572"/>
                  </a:cubicBezTo>
                  <a:cubicBezTo>
                    <a:pt x="8347" y="5337"/>
                    <a:pt x="8180" y="5121"/>
                    <a:pt x="7944" y="4969"/>
                  </a:cubicBezTo>
                  <a:cubicBezTo>
                    <a:pt x="7861" y="4915"/>
                    <a:pt x="7775" y="4873"/>
                    <a:pt x="7680" y="4844"/>
                  </a:cubicBezTo>
                  <a:cubicBezTo>
                    <a:pt x="7664" y="4839"/>
                    <a:pt x="7648" y="4837"/>
                    <a:pt x="7631" y="4837"/>
                  </a:cubicBezTo>
                  <a:cubicBezTo>
                    <a:pt x="7564" y="4837"/>
                    <a:pt x="7502" y="4880"/>
                    <a:pt x="7481" y="4948"/>
                  </a:cubicBezTo>
                  <a:cubicBezTo>
                    <a:pt x="7455" y="5032"/>
                    <a:pt x="7502" y="5121"/>
                    <a:pt x="7586" y="5147"/>
                  </a:cubicBezTo>
                  <a:cubicBezTo>
                    <a:pt x="7652" y="5168"/>
                    <a:pt x="7713" y="5197"/>
                    <a:pt x="7771" y="5234"/>
                  </a:cubicBezTo>
                  <a:cubicBezTo>
                    <a:pt x="8007" y="5388"/>
                    <a:pt x="8148" y="5619"/>
                    <a:pt x="8148" y="5851"/>
                  </a:cubicBezTo>
                  <a:cubicBezTo>
                    <a:pt x="8148" y="6614"/>
                    <a:pt x="8135" y="6831"/>
                    <a:pt x="7844" y="7233"/>
                  </a:cubicBezTo>
                  <a:cubicBezTo>
                    <a:pt x="7406" y="7840"/>
                    <a:pt x="6903" y="8188"/>
                    <a:pt x="6466" y="8188"/>
                  </a:cubicBezTo>
                  <a:cubicBezTo>
                    <a:pt x="6027" y="8188"/>
                    <a:pt x="5525" y="7840"/>
                    <a:pt x="5087" y="7233"/>
                  </a:cubicBezTo>
                  <a:lnTo>
                    <a:pt x="5087" y="7234"/>
                  </a:lnTo>
                  <a:cubicBezTo>
                    <a:pt x="4797" y="6831"/>
                    <a:pt x="4784" y="6614"/>
                    <a:pt x="4784" y="5851"/>
                  </a:cubicBezTo>
                  <a:cubicBezTo>
                    <a:pt x="4784" y="5585"/>
                    <a:pt x="4916" y="5367"/>
                    <a:pt x="5165" y="5221"/>
                  </a:cubicBezTo>
                  <a:cubicBezTo>
                    <a:pt x="5428" y="5065"/>
                    <a:pt x="5575" y="4828"/>
                    <a:pt x="5679" y="4572"/>
                  </a:cubicBezTo>
                  <a:cubicBezTo>
                    <a:pt x="6151" y="4972"/>
                    <a:pt x="6551" y="5056"/>
                    <a:pt x="6886" y="5081"/>
                  </a:cubicBezTo>
                  <a:cubicBezTo>
                    <a:pt x="6890" y="5081"/>
                    <a:pt x="6895" y="5081"/>
                    <a:pt x="6899" y="5081"/>
                  </a:cubicBezTo>
                  <a:cubicBezTo>
                    <a:pt x="6981" y="5081"/>
                    <a:pt x="7050" y="5018"/>
                    <a:pt x="7057" y="4935"/>
                  </a:cubicBezTo>
                  <a:cubicBezTo>
                    <a:pt x="7063" y="4847"/>
                    <a:pt x="6998" y="4771"/>
                    <a:pt x="6910" y="4764"/>
                  </a:cubicBezTo>
                  <a:cubicBezTo>
                    <a:pt x="6584" y="4740"/>
                    <a:pt x="6220" y="4656"/>
                    <a:pt x="5762" y="4218"/>
                  </a:cubicBezTo>
                  <a:lnTo>
                    <a:pt x="5755" y="4156"/>
                  </a:lnTo>
                  <a:lnTo>
                    <a:pt x="5860" y="4156"/>
                  </a:lnTo>
                  <a:cubicBezTo>
                    <a:pt x="6531" y="4156"/>
                    <a:pt x="7128" y="3837"/>
                    <a:pt x="7509" y="3341"/>
                  </a:cubicBezTo>
                  <a:close/>
                  <a:moveTo>
                    <a:pt x="5092" y="0"/>
                  </a:moveTo>
                  <a:cubicBezTo>
                    <a:pt x="5005" y="0"/>
                    <a:pt x="4933" y="71"/>
                    <a:pt x="4933" y="159"/>
                  </a:cubicBezTo>
                  <a:cubicBezTo>
                    <a:pt x="4933" y="247"/>
                    <a:pt x="5005" y="318"/>
                    <a:pt x="5092" y="318"/>
                  </a:cubicBezTo>
                  <a:lnTo>
                    <a:pt x="5860" y="318"/>
                  </a:lnTo>
                  <a:cubicBezTo>
                    <a:pt x="6831" y="318"/>
                    <a:pt x="7620" y="1108"/>
                    <a:pt x="7620" y="2078"/>
                  </a:cubicBezTo>
                  <a:cubicBezTo>
                    <a:pt x="7620" y="3049"/>
                    <a:pt x="6831" y="3838"/>
                    <a:pt x="5860" y="3838"/>
                  </a:cubicBezTo>
                  <a:lnTo>
                    <a:pt x="3010" y="3838"/>
                  </a:lnTo>
                  <a:cubicBezTo>
                    <a:pt x="2897" y="3838"/>
                    <a:pt x="2792" y="3882"/>
                    <a:pt x="2715" y="3964"/>
                  </a:cubicBezTo>
                  <a:cubicBezTo>
                    <a:pt x="2637" y="4045"/>
                    <a:pt x="2596" y="4152"/>
                    <a:pt x="2602" y="4264"/>
                  </a:cubicBezTo>
                  <a:lnTo>
                    <a:pt x="2628" y="4911"/>
                  </a:lnTo>
                  <a:lnTo>
                    <a:pt x="1936" y="4178"/>
                  </a:lnTo>
                  <a:cubicBezTo>
                    <a:pt x="1733" y="3962"/>
                    <a:pt x="1446" y="3838"/>
                    <a:pt x="1149" y="3838"/>
                  </a:cubicBezTo>
                  <a:cubicBezTo>
                    <a:pt x="837" y="3838"/>
                    <a:pt x="530" y="3755"/>
                    <a:pt x="262" y="3598"/>
                  </a:cubicBezTo>
                  <a:cubicBezTo>
                    <a:pt x="236" y="3583"/>
                    <a:pt x="208" y="3576"/>
                    <a:pt x="181" y="3576"/>
                  </a:cubicBezTo>
                  <a:cubicBezTo>
                    <a:pt x="126" y="3576"/>
                    <a:pt x="73" y="3604"/>
                    <a:pt x="44" y="3655"/>
                  </a:cubicBezTo>
                  <a:cubicBezTo>
                    <a:pt x="0" y="3731"/>
                    <a:pt x="25" y="3827"/>
                    <a:pt x="101" y="3872"/>
                  </a:cubicBezTo>
                  <a:cubicBezTo>
                    <a:pt x="418" y="4057"/>
                    <a:pt x="781" y="4156"/>
                    <a:pt x="1149" y="4156"/>
                  </a:cubicBezTo>
                  <a:cubicBezTo>
                    <a:pt x="1358" y="4156"/>
                    <a:pt x="1562" y="4243"/>
                    <a:pt x="1705" y="4395"/>
                  </a:cubicBezTo>
                  <a:lnTo>
                    <a:pt x="2433" y="5167"/>
                  </a:lnTo>
                  <a:cubicBezTo>
                    <a:pt x="2491" y="5229"/>
                    <a:pt x="2568" y="5261"/>
                    <a:pt x="2648" y="5261"/>
                  </a:cubicBezTo>
                  <a:cubicBezTo>
                    <a:pt x="2688" y="5261"/>
                    <a:pt x="2727" y="5254"/>
                    <a:pt x="2765" y="5237"/>
                  </a:cubicBezTo>
                  <a:cubicBezTo>
                    <a:pt x="2881" y="5189"/>
                    <a:pt x="2952" y="5076"/>
                    <a:pt x="2947" y="4950"/>
                  </a:cubicBezTo>
                  <a:lnTo>
                    <a:pt x="2919" y="4251"/>
                  </a:lnTo>
                  <a:cubicBezTo>
                    <a:pt x="2917" y="4217"/>
                    <a:pt x="2934" y="4194"/>
                    <a:pt x="2944" y="4184"/>
                  </a:cubicBezTo>
                  <a:cubicBezTo>
                    <a:pt x="2954" y="4173"/>
                    <a:pt x="2976" y="4156"/>
                    <a:pt x="3010" y="4156"/>
                  </a:cubicBezTo>
                  <a:lnTo>
                    <a:pt x="4060" y="4156"/>
                  </a:lnTo>
                  <a:cubicBezTo>
                    <a:pt x="3967" y="4373"/>
                    <a:pt x="3917" y="4626"/>
                    <a:pt x="3917" y="4899"/>
                  </a:cubicBezTo>
                  <a:cubicBezTo>
                    <a:pt x="3917" y="5192"/>
                    <a:pt x="4005" y="5559"/>
                    <a:pt x="4194" y="5789"/>
                  </a:cubicBezTo>
                  <a:cubicBezTo>
                    <a:pt x="4028" y="5897"/>
                    <a:pt x="3917" y="6084"/>
                    <a:pt x="3917" y="6297"/>
                  </a:cubicBezTo>
                  <a:cubicBezTo>
                    <a:pt x="3917" y="6698"/>
                    <a:pt x="4226" y="7030"/>
                    <a:pt x="4619" y="7066"/>
                  </a:cubicBezTo>
                  <a:cubicBezTo>
                    <a:pt x="4670" y="7180"/>
                    <a:pt x="4739" y="7293"/>
                    <a:pt x="4830" y="7420"/>
                  </a:cubicBezTo>
                  <a:cubicBezTo>
                    <a:pt x="5028" y="7695"/>
                    <a:pt x="5241" y="7922"/>
                    <a:pt x="5461" y="8097"/>
                  </a:cubicBezTo>
                  <a:lnTo>
                    <a:pt x="5404" y="8583"/>
                  </a:lnTo>
                  <a:lnTo>
                    <a:pt x="5105" y="8674"/>
                  </a:lnTo>
                  <a:cubicBezTo>
                    <a:pt x="5082" y="8643"/>
                    <a:pt x="5054" y="8615"/>
                    <a:pt x="5021" y="8592"/>
                  </a:cubicBezTo>
                  <a:cubicBezTo>
                    <a:pt x="4963" y="8553"/>
                    <a:pt x="4895" y="8532"/>
                    <a:pt x="4827" y="8532"/>
                  </a:cubicBezTo>
                  <a:cubicBezTo>
                    <a:pt x="4794" y="8532"/>
                    <a:pt x="4760" y="8537"/>
                    <a:pt x="4727" y="8547"/>
                  </a:cubicBezTo>
                  <a:lnTo>
                    <a:pt x="4178" y="8712"/>
                  </a:lnTo>
                  <a:cubicBezTo>
                    <a:pt x="4146" y="8721"/>
                    <a:pt x="4114" y="8731"/>
                    <a:pt x="4084" y="8743"/>
                  </a:cubicBezTo>
                  <a:cubicBezTo>
                    <a:pt x="4054" y="8754"/>
                    <a:pt x="4024" y="8767"/>
                    <a:pt x="3994" y="8780"/>
                  </a:cubicBezTo>
                  <a:cubicBezTo>
                    <a:pt x="3993" y="8781"/>
                    <a:pt x="3992" y="8781"/>
                    <a:pt x="3992" y="8782"/>
                  </a:cubicBezTo>
                  <a:cubicBezTo>
                    <a:pt x="3903" y="8824"/>
                    <a:pt x="3817" y="8874"/>
                    <a:pt x="3737" y="8933"/>
                  </a:cubicBezTo>
                  <a:cubicBezTo>
                    <a:pt x="3653" y="8994"/>
                    <a:pt x="3574" y="9063"/>
                    <a:pt x="3504" y="9140"/>
                  </a:cubicBezTo>
                  <a:cubicBezTo>
                    <a:pt x="3504" y="9141"/>
                    <a:pt x="3503" y="9142"/>
                    <a:pt x="3503" y="9142"/>
                  </a:cubicBezTo>
                  <a:cubicBezTo>
                    <a:pt x="3323" y="9345"/>
                    <a:pt x="3203" y="9594"/>
                    <a:pt x="3156" y="9863"/>
                  </a:cubicBezTo>
                  <a:lnTo>
                    <a:pt x="3014" y="10661"/>
                  </a:lnTo>
                  <a:cubicBezTo>
                    <a:pt x="2999" y="10747"/>
                    <a:pt x="3057" y="10830"/>
                    <a:pt x="3143" y="10845"/>
                  </a:cubicBezTo>
                  <a:cubicBezTo>
                    <a:pt x="3152" y="10847"/>
                    <a:pt x="3161" y="10848"/>
                    <a:pt x="3170" y="10848"/>
                  </a:cubicBezTo>
                  <a:cubicBezTo>
                    <a:pt x="3246" y="10848"/>
                    <a:pt x="3313" y="10794"/>
                    <a:pt x="3327" y="10717"/>
                  </a:cubicBezTo>
                  <a:lnTo>
                    <a:pt x="3469" y="9917"/>
                  </a:lnTo>
                  <a:cubicBezTo>
                    <a:pt x="3507" y="9707"/>
                    <a:pt x="3599" y="9512"/>
                    <a:pt x="3739" y="9354"/>
                  </a:cubicBezTo>
                  <a:cubicBezTo>
                    <a:pt x="3795" y="9293"/>
                    <a:pt x="3857" y="9238"/>
                    <a:pt x="3925" y="9190"/>
                  </a:cubicBezTo>
                  <a:cubicBezTo>
                    <a:pt x="3988" y="9143"/>
                    <a:pt x="4055" y="9103"/>
                    <a:pt x="4126" y="9069"/>
                  </a:cubicBezTo>
                  <a:cubicBezTo>
                    <a:pt x="4150" y="9059"/>
                    <a:pt x="4172" y="9050"/>
                    <a:pt x="4195" y="9040"/>
                  </a:cubicBezTo>
                  <a:cubicBezTo>
                    <a:pt x="4219" y="9032"/>
                    <a:pt x="4244" y="9024"/>
                    <a:pt x="4269" y="9016"/>
                  </a:cubicBezTo>
                  <a:lnTo>
                    <a:pt x="4818" y="8851"/>
                  </a:lnTo>
                  <a:cubicBezTo>
                    <a:pt x="4821" y="8850"/>
                    <a:pt x="4823" y="8849"/>
                    <a:pt x="4826" y="8849"/>
                  </a:cubicBezTo>
                  <a:cubicBezTo>
                    <a:pt x="4832" y="8849"/>
                    <a:pt x="4837" y="8852"/>
                    <a:pt x="4840" y="8855"/>
                  </a:cubicBezTo>
                  <a:cubicBezTo>
                    <a:pt x="4847" y="8859"/>
                    <a:pt x="4850" y="8865"/>
                    <a:pt x="4852" y="8873"/>
                  </a:cubicBezTo>
                  <a:cubicBezTo>
                    <a:pt x="4914" y="9736"/>
                    <a:pt x="5295" y="10707"/>
                    <a:pt x="5311" y="10747"/>
                  </a:cubicBezTo>
                  <a:cubicBezTo>
                    <a:pt x="5336" y="10809"/>
                    <a:pt x="5396" y="10848"/>
                    <a:pt x="5459" y="10848"/>
                  </a:cubicBezTo>
                  <a:cubicBezTo>
                    <a:pt x="5479" y="10848"/>
                    <a:pt x="5499" y="10843"/>
                    <a:pt x="5517" y="10836"/>
                  </a:cubicBezTo>
                  <a:cubicBezTo>
                    <a:pt x="5599" y="10804"/>
                    <a:pt x="5640" y="10712"/>
                    <a:pt x="5606" y="10630"/>
                  </a:cubicBezTo>
                  <a:cubicBezTo>
                    <a:pt x="5603" y="10620"/>
                    <a:pt x="5266" y="9765"/>
                    <a:pt x="5180" y="8982"/>
                  </a:cubicBezTo>
                  <a:lnTo>
                    <a:pt x="5394" y="8918"/>
                  </a:lnTo>
                  <a:cubicBezTo>
                    <a:pt x="5413" y="9050"/>
                    <a:pt x="5467" y="9175"/>
                    <a:pt x="5550" y="9278"/>
                  </a:cubicBezTo>
                  <a:cubicBezTo>
                    <a:pt x="5623" y="9368"/>
                    <a:pt x="5711" y="9444"/>
                    <a:pt x="5813" y="9504"/>
                  </a:cubicBezTo>
                  <a:cubicBezTo>
                    <a:pt x="5838" y="9519"/>
                    <a:pt x="5866" y="9526"/>
                    <a:pt x="5894" y="9526"/>
                  </a:cubicBezTo>
                  <a:cubicBezTo>
                    <a:pt x="5947" y="9526"/>
                    <a:pt x="6000" y="9499"/>
                    <a:pt x="6030" y="9448"/>
                  </a:cubicBezTo>
                  <a:cubicBezTo>
                    <a:pt x="6075" y="9372"/>
                    <a:pt x="6050" y="9275"/>
                    <a:pt x="5974" y="9230"/>
                  </a:cubicBezTo>
                  <a:cubicBezTo>
                    <a:pt x="5906" y="9190"/>
                    <a:pt x="5847" y="9139"/>
                    <a:pt x="5798" y="9079"/>
                  </a:cubicBezTo>
                  <a:cubicBezTo>
                    <a:pt x="5725" y="8987"/>
                    <a:pt x="5691" y="8867"/>
                    <a:pt x="5705" y="8746"/>
                  </a:cubicBezTo>
                  <a:lnTo>
                    <a:pt x="5758" y="8299"/>
                  </a:lnTo>
                  <a:cubicBezTo>
                    <a:pt x="5995" y="8434"/>
                    <a:pt x="6236" y="8505"/>
                    <a:pt x="6466" y="8505"/>
                  </a:cubicBezTo>
                  <a:cubicBezTo>
                    <a:pt x="6695" y="8505"/>
                    <a:pt x="6936" y="8434"/>
                    <a:pt x="7173" y="8299"/>
                  </a:cubicBezTo>
                  <a:lnTo>
                    <a:pt x="7226" y="8746"/>
                  </a:lnTo>
                  <a:cubicBezTo>
                    <a:pt x="7239" y="8867"/>
                    <a:pt x="7206" y="8987"/>
                    <a:pt x="7133" y="9079"/>
                  </a:cubicBezTo>
                  <a:cubicBezTo>
                    <a:pt x="7012" y="9228"/>
                    <a:pt x="6833" y="9316"/>
                    <a:pt x="6600" y="9340"/>
                  </a:cubicBezTo>
                  <a:cubicBezTo>
                    <a:pt x="6513" y="9349"/>
                    <a:pt x="6449" y="9427"/>
                    <a:pt x="6459" y="9514"/>
                  </a:cubicBezTo>
                  <a:cubicBezTo>
                    <a:pt x="6467" y="9596"/>
                    <a:pt x="6535" y="9657"/>
                    <a:pt x="6616" y="9657"/>
                  </a:cubicBezTo>
                  <a:cubicBezTo>
                    <a:pt x="6621" y="9657"/>
                    <a:pt x="6628" y="9657"/>
                    <a:pt x="6633" y="9656"/>
                  </a:cubicBezTo>
                  <a:cubicBezTo>
                    <a:pt x="7032" y="9615"/>
                    <a:pt x="7259" y="9428"/>
                    <a:pt x="7380" y="9278"/>
                  </a:cubicBezTo>
                  <a:cubicBezTo>
                    <a:pt x="7464" y="9174"/>
                    <a:pt x="7518" y="9048"/>
                    <a:pt x="7538" y="8914"/>
                  </a:cubicBezTo>
                  <a:lnTo>
                    <a:pt x="7752" y="8979"/>
                  </a:lnTo>
                  <a:cubicBezTo>
                    <a:pt x="7734" y="9177"/>
                    <a:pt x="7701" y="9436"/>
                    <a:pt x="7641" y="9712"/>
                  </a:cubicBezTo>
                  <a:lnTo>
                    <a:pt x="7499" y="10223"/>
                  </a:lnTo>
                  <a:cubicBezTo>
                    <a:pt x="7449" y="10366"/>
                    <a:pt x="7392" y="10498"/>
                    <a:pt x="7331" y="10614"/>
                  </a:cubicBezTo>
                  <a:cubicBezTo>
                    <a:pt x="7290" y="10692"/>
                    <a:pt x="7320" y="10788"/>
                    <a:pt x="7398" y="10829"/>
                  </a:cubicBezTo>
                  <a:cubicBezTo>
                    <a:pt x="7422" y="10841"/>
                    <a:pt x="7447" y="10848"/>
                    <a:pt x="7472" y="10848"/>
                  </a:cubicBezTo>
                  <a:cubicBezTo>
                    <a:pt x="7529" y="10848"/>
                    <a:pt x="7585" y="10816"/>
                    <a:pt x="7613" y="10762"/>
                  </a:cubicBezTo>
                  <a:cubicBezTo>
                    <a:pt x="7682" y="10631"/>
                    <a:pt x="7745" y="10483"/>
                    <a:pt x="7800" y="10323"/>
                  </a:cubicBezTo>
                  <a:cubicBezTo>
                    <a:pt x="7801" y="10320"/>
                    <a:pt x="7802" y="10317"/>
                    <a:pt x="7803" y="10314"/>
                  </a:cubicBezTo>
                  <a:lnTo>
                    <a:pt x="7947" y="9793"/>
                  </a:lnTo>
                  <a:cubicBezTo>
                    <a:pt x="7949" y="9791"/>
                    <a:pt x="7950" y="9788"/>
                    <a:pt x="7950" y="9785"/>
                  </a:cubicBezTo>
                  <a:cubicBezTo>
                    <a:pt x="8029" y="9423"/>
                    <a:pt x="8064" y="9089"/>
                    <a:pt x="8079" y="8872"/>
                  </a:cubicBezTo>
                  <a:cubicBezTo>
                    <a:pt x="8080" y="8865"/>
                    <a:pt x="8083" y="8859"/>
                    <a:pt x="8091" y="8854"/>
                  </a:cubicBezTo>
                  <a:cubicBezTo>
                    <a:pt x="8093" y="8852"/>
                    <a:pt x="8098" y="8849"/>
                    <a:pt x="8104" y="8849"/>
                  </a:cubicBezTo>
                  <a:cubicBezTo>
                    <a:pt x="8107" y="8849"/>
                    <a:pt x="8110" y="8850"/>
                    <a:pt x="8112" y="8851"/>
                  </a:cubicBezTo>
                  <a:lnTo>
                    <a:pt x="8662" y="9015"/>
                  </a:lnTo>
                  <a:cubicBezTo>
                    <a:pt x="9080" y="9142"/>
                    <a:pt x="9387" y="9487"/>
                    <a:pt x="9461" y="9917"/>
                  </a:cubicBezTo>
                  <a:lnTo>
                    <a:pt x="9603" y="10716"/>
                  </a:lnTo>
                  <a:cubicBezTo>
                    <a:pt x="9617" y="10793"/>
                    <a:pt x="9684" y="10847"/>
                    <a:pt x="9759" y="10847"/>
                  </a:cubicBezTo>
                  <a:cubicBezTo>
                    <a:pt x="9769" y="10847"/>
                    <a:pt x="9778" y="10846"/>
                    <a:pt x="9788" y="10844"/>
                  </a:cubicBezTo>
                  <a:cubicBezTo>
                    <a:pt x="9874" y="10829"/>
                    <a:pt x="9932" y="10747"/>
                    <a:pt x="9916" y="10661"/>
                  </a:cubicBezTo>
                  <a:lnTo>
                    <a:pt x="9774" y="9864"/>
                  </a:lnTo>
                  <a:cubicBezTo>
                    <a:pt x="9679" y="9314"/>
                    <a:pt x="9288" y="8872"/>
                    <a:pt x="8753" y="8712"/>
                  </a:cubicBezTo>
                  <a:lnTo>
                    <a:pt x="8204" y="8547"/>
                  </a:lnTo>
                  <a:cubicBezTo>
                    <a:pt x="8171" y="8537"/>
                    <a:pt x="8138" y="8532"/>
                    <a:pt x="8104" y="8532"/>
                  </a:cubicBezTo>
                  <a:cubicBezTo>
                    <a:pt x="8036" y="8532"/>
                    <a:pt x="7968" y="8553"/>
                    <a:pt x="7910" y="8592"/>
                  </a:cubicBezTo>
                  <a:cubicBezTo>
                    <a:pt x="7879" y="8614"/>
                    <a:pt x="7851" y="8641"/>
                    <a:pt x="7829" y="8671"/>
                  </a:cubicBezTo>
                  <a:lnTo>
                    <a:pt x="7527" y="8579"/>
                  </a:lnTo>
                  <a:lnTo>
                    <a:pt x="7471" y="8097"/>
                  </a:lnTo>
                  <a:cubicBezTo>
                    <a:pt x="7689" y="7922"/>
                    <a:pt x="7904" y="7695"/>
                    <a:pt x="8102" y="7420"/>
                  </a:cubicBezTo>
                  <a:cubicBezTo>
                    <a:pt x="8193" y="7293"/>
                    <a:pt x="8262" y="7180"/>
                    <a:pt x="8312" y="7066"/>
                  </a:cubicBezTo>
                  <a:cubicBezTo>
                    <a:pt x="8705" y="7030"/>
                    <a:pt x="9013" y="6699"/>
                    <a:pt x="9013" y="6297"/>
                  </a:cubicBezTo>
                  <a:cubicBezTo>
                    <a:pt x="9013" y="6061"/>
                    <a:pt x="8878" y="5856"/>
                    <a:pt x="8681" y="5757"/>
                  </a:cubicBezTo>
                  <a:cubicBezTo>
                    <a:pt x="8835" y="5548"/>
                    <a:pt x="8915" y="5240"/>
                    <a:pt x="8897" y="4875"/>
                  </a:cubicBezTo>
                  <a:cubicBezTo>
                    <a:pt x="8863" y="4193"/>
                    <a:pt x="8470" y="3371"/>
                    <a:pt x="7686" y="3068"/>
                  </a:cubicBezTo>
                  <a:cubicBezTo>
                    <a:pt x="7847" y="2774"/>
                    <a:pt x="7938" y="2436"/>
                    <a:pt x="7938" y="2078"/>
                  </a:cubicBezTo>
                  <a:cubicBezTo>
                    <a:pt x="7938" y="932"/>
                    <a:pt x="7006" y="0"/>
                    <a:pt x="58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2739;p68">
              <a:extLst>
                <a:ext uri="{FF2B5EF4-FFF2-40B4-BE49-F238E27FC236}">
                  <a16:creationId xmlns:a16="http://schemas.microsoft.com/office/drawing/2014/main" id="{EBB37C03-939F-DB71-EB5F-08152FD76881}"/>
                </a:ext>
              </a:extLst>
            </p:cNvPr>
            <p:cNvSpPr/>
            <p:nvPr/>
          </p:nvSpPr>
          <p:spPr>
            <a:xfrm>
              <a:off x="4382754" y="2518568"/>
              <a:ext cx="193240" cy="120922"/>
            </a:xfrm>
            <a:custGeom>
              <a:avLst/>
              <a:gdLst/>
              <a:ahLst/>
              <a:cxnLst/>
              <a:rect l="l" t="t" r="r" b="b"/>
              <a:pathLst>
                <a:path w="5443" h="3406" extrusionOk="0">
                  <a:moveTo>
                    <a:pt x="2078" y="0"/>
                  </a:moveTo>
                  <a:cubicBezTo>
                    <a:pt x="932" y="0"/>
                    <a:pt x="0" y="932"/>
                    <a:pt x="0" y="2078"/>
                  </a:cubicBezTo>
                  <a:cubicBezTo>
                    <a:pt x="0" y="2540"/>
                    <a:pt x="149" y="2977"/>
                    <a:pt x="429" y="3343"/>
                  </a:cubicBezTo>
                  <a:cubicBezTo>
                    <a:pt x="461" y="3383"/>
                    <a:pt x="507" y="3405"/>
                    <a:pt x="555" y="3405"/>
                  </a:cubicBezTo>
                  <a:cubicBezTo>
                    <a:pt x="589" y="3405"/>
                    <a:pt x="623" y="3394"/>
                    <a:pt x="652" y="3372"/>
                  </a:cubicBezTo>
                  <a:cubicBezTo>
                    <a:pt x="722" y="3318"/>
                    <a:pt x="734" y="3219"/>
                    <a:pt x="681" y="3149"/>
                  </a:cubicBezTo>
                  <a:cubicBezTo>
                    <a:pt x="444" y="2840"/>
                    <a:pt x="319" y="2470"/>
                    <a:pt x="319" y="2078"/>
                  </a:cubicBezTo>
                  <a:cubicBezTo>
                    <a:pt x="319" y="1108"/>
                    <a:pt x="1108" y="319"/>
                    <a:pt x="2078" y="319"/>
                  </a:cubicBezTo>
                  <a:lnTo>
                    <a:pt x="5283" y="319"/>
                  </a:lnTo>
                  <a:cubicBezTo>
                    <a:pt x="5371" y="319"/>
                    <a:pt x="5443" y="247"/>
                    <a:pt x="5443" y="160"/>
                  </a:cubicBezTo>
                  <a:cubicBezTo>
                    <a:pt x="5443" y="72"/>
                    <a:pt x="5371" y="0"/>
                    <a:pt x="52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2740;p68">
              <a:extLst>
                <a:ext uri="{FF2B5EF4-FFF2-40B4-BE49-F238E27FC236}">
                  <a16:creationId xmlns:a16="http://schemas.microsoft.com/office/drawing/2014/main" id="{A11A871C-EC32-A3D0-4842-8D65C5DA66D6}"/>
                </a:ext>
              </a:extLst>
            </p:cNvPr>
            <p:cNvSpPr/>
            <p:nvPr/>
          </p:nvSpPr>
          <p:spPr>
            <a:xfrm>
              <a:off x="4626799" y="2774079"/>
              <a:ext cx="37739" cy="14982"/>
            </a:xfrm>
            <a:custGeom>
              <a:avLst/>
              <a:gdLst/>
              <a:ahLst/>
              <a:cxnLst/>
              <a:rect l="l" t="t" r="r" b="b"/>
              <a:pathLst>
                <a:path w="1063" h="422" extrusionOk="0">
                  <a:moveTo>
                    <a:pt x="531" y="1"/>
                  </a:moveTo>
                  <a:cubicBezTo>
                    <a:pt x="384" y="1"/>
                    <a:pt x="236" y="43"/>
                    <a:pt x="99" y="127"/>
                  </a:cubicBezTo>
                  <a:cubicBezTo>
                    <a:pt x="24" y="173"/>
                    <a:pt x="0" y="270"/>
                    <a:pt x="46" y="345"/>
                  </a:cubicBezTo>
                  <a:cubicBezTo>
                    <a:pt x="76" y="395"/>
                    <a:pt x="129" y="421"/>
                    <a:pt x="182" y="421"/>
                  </a:cubicBezTo>
                  <a:cubicBezTo>
                    <a:pt x="210" y="421"/>
                    <a:pt x="239" y="414"/>
                    <a:pt x="265" y="398"/>
                  </a:cubicBezTo>
                  <a:cubicBezTo>
                    <a:pt x="351" y="345"/>
                    <a:pt x="441" y="319"/>
                    <a:pt x="531" y="319"/>
                  </a:cubicBezTo>
                  <a:cubicBezTo>
                    <a:pt x="621" y="319"/>
                    <a:pt x="712" y="345"/>
                    <a:pt x="798" y="398"/>
                  </a:cubicBezTo>
                  <a:cubicBezTo>
                    <a:pt x="824" y="414"/>
                    <a:pt x="853" y="422"/>
                    <a:pt x="881" y="422"/>
                  </a:cubicBezTo>
                  <a:cubicBezTo>
                    <a:pt x="935" y="422"/>
                    <a:pt x="986" y="395"/>
                    <a:pt x="1016" y="345"/>
                  </a:cubicBezTo>
                  <a:cubicBezTo>
                    <a:pt x="1062" y="270"/>
                    <a:pt x="1038" y="173"/>
                    <a:pt x="964" y="127"/>
                  </a:cubicBezTo>
                  <a:cubicBezTo>
                    <a:pt x="826" y="43"/>
                    <a:pt x="679" y="1"/>
                    <a:pt x="5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2741;p68">
              <a:extLst>
                <a:ext uri="{FF2B5EF4-FFF2-40B4-BE49-F238E27FC236}">
                  <a16:creationId xmlns:a16="http://schemas.microsoft.com/office/drawing/2014/main" id="{E09BF452-647A-913E-4ABB-44213739E055}"/>
                </a:ext>
              </a:extLst>
            </p:cNvPr>
            <p:cNvSpPr/>
            <p:nvPr/>
          </p:nvSpPr>
          <p:spPr>
            <a:xfrm>
              <a:off x="4662585" y="2723914"/>
              <a:ext cx="11290" cy="21088"/>
            </a:xfrm>
            <a:custGeom>
              <a:avLst/>
              <a:gdLst/>
              <a:ahLst/>
              <a:cxnLst/>
              <a:rect l="l" t="t" r="r" b="b"/>
              <a:pathLst>
                <a:path w="318" h="594" extrusionOk="0">
                  <a:moveTo>
                    <a:pt x="159" y="1"/>
                  </a:moveTo>
                  <a:cubicBezTo>
                    <a:pt x="72" y="1"/>
                    <a:pt x="0" y="72"/>
                    <a:pt x="0" y="159"/>
                  </a:cubicBezTo>
                  <a:lnTo>
                    <a:pt x="0" y="435"/>
                  </a:lnTo>
                  <a:cubicBezTo>
                    <a:pt x="0" y="523"/>
                    <a:pt x="72" y="594"/>
                    <a:pt x="159" y="594"/>
                  </a:cubicBezTo>
                  <a:cubicBezTo>
                    <a:pt x="247" y="594"/>
                    <a:pt x="317" y="523"/>
                    <a:pt x="317" y="435"/>
                  </a:cubicBezTo>
                  <a:lnTo>
                    <a:pt x="317" y="159"/>
                  </a:lnTo>
                  <a:cubicBezTo>
                    <a:pt x="317" y="72"/>
                    <a:pt x="247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2742;p68">
              <a:extLst>
                <a:ext uri="{FF2B5EF4-FFF2-40B4-BE49-F238E27FC236}">
                  <a16:creationId xmlns:a16="http://schemas.microsoft.com/office/drawing/2014/main" id="{33E9B044-1CAC-715A-2525-9C70CE38AEAE}"/>
                </a:ext>
              </a:extLst>
            </p:cNvPr>
            <p:cNvSpPr/>
            <p:nvPr/>
          </p:nvSpPr>
          <p:spPr>
            <a:xfrm>
              <a:off x="4633579" y="2751393"/>
              <a:ext cx="24177" cy="12994"/>
            </a:xfrm>
            <a:custGeom>
              <a:avLst/>
              <a:gdLst/>
              <a:ahLst/>
              <a:cxnLst/>
              <a:rect l="l" t="t" r="r" b="b"/>
              <a:pathLst>
                <a:path w="681" h="366" extrusionOk="0">
                  <a:moveTo>
                    <a:pt x="181" y="0"/>
                  </a:moveTo>
                  <a:cubicBezTo>
                    <a:pt x="130" y="0"/>
                    <a:pt x="79" y="25"/>
                    <a:pt x="49" y="71"/>
                  </a:cubicBezTo>
                  <a:cubicBezTo>
                    <a:pt x="0" y="144"/>
                    <a:pt x="20" y="243"/>
                    <a:pt x="93" y="291"/>
                  </a:cubicBezTo>
                  <a:cubicBezTo>
                    <a:pt x="167" y="340"/>
                    <a:pt x="253" y="365"/>
                    <a:pt x="340" y="365"/>
                  </a:cubicBezTo>
                  <a:cubicBezTo>
                    <a:pt x="427" y="365"/>
                    <a:pt x="513" y="340"/>
                    <a:pt x="587" y="291"/>
                  </a:cubicBezTo>
                  <a:cubicBezTo>
                    <a:pt x="661" y="243"/>
                    <a:pt x="680" y="144"/>
                    <a:pt x="632" y="71"/>
                  </a:cubicBezTo>
                  <a:cubicBezTo>
                    <a:pt x="601" y="25"/>
                    <a:pt x="551" y="0"/>
                    <a:pt x="499" y="0"/>
                  </a:cubicBezTo>
                  <a:cubicBezTo>
                    <a:pt x="469" y="0"/>
                    <a:pt x="438" y="9"/>
                    <a:pt x="411" y="27"/>
                  </a:cubicBezTo>
                  <a:cubicBezTo>
                    <a:pt x="391" y="41"/>
                    <a:pt x="365" y="47"/>
                    <a:pt x="340" y="47"/>
                  </a:cubicBezTo>
                  <a:cubicBezTo>
                    <a:pt x="315" y="47"/>
                    <a:pt x="290" y="41"/>
                    <a:pt x="270" y="27"/>
                  </a:cubicBezTo>
                  <a:cubicBezTo>
                    <a:pt x="242" y="9"/>
                    <a:pt x="212" y="0"/>
                    <a:pt x="1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2743;p68">
              <a:extLst>
                <a:ext uri="{FF2B5EF4-FFF2-40B4-BE49-F238E27FC236}">
                  <a16:creationId xmlns:a16="http://schemas.microsoft.com/office/drawing/2014/main" id="{0D1A9B6C-36CF-FEDB-777B-806D22E4F607}"/>
                </a:ext>
              </a:extLst>
            </p:cNvPr>
            <p:cNvSpPr/>
            <p:nvPr/>
          </p:nvSpPr>
          <p:spPr>
            <a:xfrm>
              <a:off x="4617461" y="2723914"/>
              <a:ext cx="11290" cy="21088"/>
            </a:xfrm>
            <a:custGeom>
              <a:avLst/>
              <a:gdLst/>
              <a:ahLst/>
              <a:cxnLst/>
              <a:rect l="l" t="t" r="r" b="b"/>
              <a:pathLst>
                <a:path w="318" h="594" extrusionOk="0">
                  <a:moveTo>
                    <a:pt x="159" y="1"/>
                  </a:moveTo>
                  <a:cubicBezTo>
                    <a:pt x="71" y="1"/>
                    <a:pt x="0" y="72"/>
                    <a:pt x="0" y="159"/>
                  </a:cubicBezTo>
                  <a:lnTo>
                    <a:pt x="0" y="435"/>
                  </a:lnTo>
                  <a:cubicBezTo>
                    <a:pt x="0" y="523"/>
                    <a:pt x="71" y="594"/>
                    <a:pt x="159" y="594"/>
                  </a:cubicBezTo>
                  <a:cubicBezTo>
                    <a:pt x="247" y="594"/>
                    <a:pt x="317" y="523"/>
                    <a:pt x="317" y="435"/>
                  </a:cubicBezTo>
                  <a:lnTo>
                    <a:pt x="317" y="159"/>
                  </a:lnTo>
                  <a:cubicBezTo>
                    <a:pt x="317" y="72"/>
                    <a:pt x="247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2744;p68">
              <a:extLst>
                <a:ext uri="{FF2B5EF4-FFF2-40B4-BE49-F238E27FC236}">
                  <a16:creationId xmlns:a16="http://schemas.microsoft.com/office/drawing/2014/main" id="{59F7FB08-6373-B028-4826-7D2202C2126F}"/>
                </a:ext>
              </a:extLst>
            </p:cNvPr>
            <p:cNvSpPr/>
            <p:nvPr/>
          </p:nvSpPr>
          <p:spPr>
            <a:xfrm>
              <a:off x="4435795" y="2557052"/>
              <a:ext cx="59431" cy="70401"/>
            </a:xfrm>
            <a:custGeom>
              <a:avLst/>
              <a:gdLst/>
              <a:ahLst/>
              <a:cxnLst/>
              <a:rect l="l" t="t" r="r" b="b"/>
              <a:pathLst>
                <a:path w="1674" h="1983" extrusionOk="0">
                  <a:moveTo>
                    <a:pt x="1108" y="727"/>
                  </a:moveTo>
                  <a:lnTo>
                    <a:pt x="835" y="1444"/>
                  </a:lnTo>
                  <a:lnTo>
                    <a:pt x="564" y="727"/>
                  </a:lnTo>
                  <a:close/>
                  <a:moveTo>
                    <a:pt x="1493" y="0"/>
                  </a:moveTo>
                  <a:cubicBezTo>
                    <a:pt x="1429" y="0"/>
                    <a:pt x="1369" y="39"/>
                    <a:pt x="1345" y="102"/>
                  </a:cubicBezTo>
                  <a:lnTo>
                    <a:pt x="1229" y="409"/>
                  </a:lnTo>
                  <a:lnTo>
                    <a:pt x="444" y="409"/>
                  </a:lnTo>
                  <a:lnTo>
                    <a:pt x="329" y="103"/>
                  </a:lnTo>
                  <a:cubicBezTo>
                    <a:pt x="305" y="40"/>
                    <a:pt x="244" y="0"/>
                    <a:pt x="179" y="0"/>
                  </a:cubicBezTo>
                  <a:cubicBezTo>
                    <a:pt x="161" y="0"/>
                    <a:pt x="142" y="3"/>
                    <a:pt x="124" y="10"/>
                  </a:cubicBezTo>
                  <a:cubicBezTo>
                    <a:pt x="42" y="41"/>
                    <a:pt x="0" y="133"/>
                    <a:pt x="31" y="215"/>
                  </a:cubicBezTo>
                  <a:lnTo>
                    <a:pt x="650" y="1856"/>
                  </a:lnTo>
                  <a:cubicBezTo>
                    <a:pt x="651" y="1858"/>
                    <a:pt x="651" y="1859"/>
                    <a:pt x="652" y="1861"/>
                  </a:cubicBezTo>
                  <a:cubicBezTo>
                    <a:pt x="683" y="1934"/>
                    <a:pt x="754" y="1982"/>
                    <a:pt x="834" y="1982"/>
                  </a:cubicBezTo>
                  <a:cubicBezTo>
                    <a:pt x="915" y="1982"/>
                    <a:pt x="986" y="1934"/>
                    <a:pt x="1016" y="1860"/>
                  </a:cubicBezTo>
                  <a:cubicBezTo>
                    <a:pt x="1016" y="1859"/>
                    <a:pt x="1017" y="1858"/>
                    <a:pt x="1017" y="1857"/>
                  </a:cubicBezTo>
                  <a:lnTo>
                    <a:pt x="1643" y="215"/>
                  </a:lnTo>
                  <a:cubicBezTo>
                    <a:pt x="1674" y="133"/>
                    <a:pt x="1632" y="42"/>
                    <a:pt x="1550" y="11"/>
                  </a:cubicBezTo>
                  <a:cubicBezTo>
                    <a:pt x="1531" y="4"/>
                    <a:pt x="1512" y="0"/>
                    <a:pt x="14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2745;p68">
              <a:extLst>
                <a:ext uri="{FF2B5EF4-FFF2-40B4-BE49-F238E27FC236}">
                  <a16:creationId xmlns:a16="http://schemas.microsoft.com/office/drawing/2014/main" id="{A5BAB66A-8D74-D10D-3967-D8190CCDB357}"/>
                </a:ext>
              </a:extLst>
            </p:cNvPr>
            <p:cNvSpPr/>
            <p:nvPr/>
          </p:nvSpPr>
          <p:spPr>
            <a:xfrm>
              <a:off x="4612811" y="2558543"/>
              <a:ext cx="32698" cy="68946"/>
            </a:xfrm>
            <a:custGeom>
              <a:avLst/>
              <a:gdLst/>
              <a:ahLst/>
              <a:cxnLst/>
              <a:rect l="l" t="t" r="r" b="b"/>
              <a:pathLst>
                <a:path w="921" h="1942" extrusionOk="0">
                  <a:moveTo>
                    <a:pt x="159" y="0"/>
                  </a:moveTo>
                  <a:cubicBezTo>
                    <a:pt x="72" y="0"/>
                    <a:pt x="0" y="72"/>
                    <a:pt x="0" y="160"/>
                  </a:cubicBezTo>
                  <a:lnTo>
                    <a:pt x="0" y="1448"/>
                  </a:lnTo>
                  <a:cubicBezTo>
                    <a:pt x="0" y="1629"/>
                    <a:pt x="98" y="1795"/>
                    <a:pt x="253" y="1882"/>
                  </a:cubicBezTo>
                  <a:cubicBezTo>
                    <a:pt x="329" y="1924"/>
                    <a:pt x="405" y="1941"/>
                    <a:pt x="476" y="1941"/>
                  </a:cubicBezTo>
                  <a:cubicBezTo>
                    <a:pt x="642" y="1941"/>
                    <a:pt x="784" y="1849"/>
                    <a:pt x="858" y="1775"/>
                  </a:cubicBezTo>
                  <a:cubicBezTo>
                    <a:pt x="920" y="1713"/>
                    <a:pt x="920" y="1612"/>
                    <a:pt x="858" y="1550"/>
                  </a:cubicBezTo>
                  <a:cubicBezTo>
                    <a:pt x="827" y="1519"/>
                    <a:pt x="787" y="1504"/>
                    <a:pt x="746" y="1504"/>
                  </a:cubicBezTo>
                  <a:cubicBezTo>
                    <a:pt x="705" y="1504"/>
                    <a:pt x="664" y="1520"/>
                    <a:pt x="633" y="1551"/>
                  </a:cubicBezTo>
                  <a:cubicBezTo>
                    <a:pt x="632" y="1552"/>
                    <a:pt x="560" y="1622"/>
                    <a:pt x="476" y="1622"/>
                  </a:cubicBezTo>
                  <a:cubicBezTo>
                    <a:pt x="454" y="1622"/>
                    <a:pt x="431" y="1617"/>
                    <a:pt x="408" y="1604"/>
                  </a:cubicBezTo>
                  <a:cubicBezTo>
                    <a:pt x="353" y="1573"/>
                    <a:pt x="319" y="1513"/>
                    <a:pt x="319" y="1448"/>
                  </a:cubicBezTo>
                  <a:lnTo>
                    <a:pt x="319" y="160"/>
                  </a:lnTo>
                  <a:cubicBezTo>
                    <a:pt x="319" y="72"/>
                    <a:pt x="247" y="0"/>
                    <a:pt x="1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2746;p68">
              <a:extLst>
                <a:ext uri="{FF2B5EF4-FFF2-40B4-BE49-F238E27FC236}">
                  <a16:creationId xmlns:a16="http://schemas.microsoft.com/office/drawing/2014/main" id="{AC711217-7ED5-21DC-7061-D7A53606C5F4}"/>
                </a:ext>
              </a:extLst>
            </p:cNvPr>
            <p:cNvSpPr/>
            <p:nvPr/>
          </p:nvSpPr>
          <p:spPr>
            <a:xfrm>
              <a:off x="4549048" y="2557904"/>
              <a:ext cx="50733" cy="68662"/>
            </a:xfrm>
            <a:custGeom>
              <a:avLst/>
              <a:gdLst/>
              <a:ahLst/>
              <a:cxnLst/>
              <a:rect l="l" t="t" r="r" b="b"/>
              <a:pathLst>
                <a:path w="1429" h="1934" extrusionOk="0">
                  <a:moveTo>
                    <a:pt x="1110" y="319"/>
                  </a:moveTo>
                  <a:lnTo>
                    <a:pt x="1108" y="1615"/>
                  </a:lnTo>
                  <a:lnTo>
                    <a:pt x="801" y="1612"/>
                  </a:lnTo>
                  <a:cubicBezTo>
                    <a:pt x="470" y="1607"/>
                    <a:pt x="319" y="1274"/>
                    <a:pt x="319" y="967"/>
                  </a:cubicBezTo>
                  <a:cubicBezTo>
                    <a:pt x="319" y="661"/>
                    <a:pt x="449" y="319"/>
                    <a:pt x="812" y="319"/>
                  </a:cubicBezTo>
                  <a:close/>
                  <a:moveTo>
                    <a:pt x="812" y="1"/>
                  </a:moveTo>
                  <a:cubicBezTo>
                    <a:pt x="327" y="1"/>
                    <a:pt x="1" y="389"/>
                    <a:pt x="1" y="967"/>
                  </a:cubicBezTo>
                  <a:lnTo>
                    <a:pt x="2" y="967"/>
                  </a:lnTo>
                  <a:cubicBezTo>
                    <a:pt x="2" y="1517"/>
                    <a:pt x="336" y="1922"/>
                    <a:pt x="798" y="1930"/>
                  </a:cubicBezTo>
                  <a:lnTo>
                    <a:pt x="1266" y="1933"/>
                  </a:lnTo>
                  <a:lnTo>
                    <a:pt x="1267" y="1933"/>
                  </a:lnTo>
                  <a:cubicBezTo>
                    <a:pt x="1308" y="1933"/>
                    <a:pt x="1348" y="1917"/>
                    <a:pt x="1379" y="1888"/>
                  </a:cubicBezTo>
                  <a:cubicBezTo>
                    <a:pt x="1409" y="1858"/>
                    <a:pt x="1425" y="1817"/>
                    <a:pt x="1425" y="1775"/>
                  </a:cubicBezTo>
                  <a:lnTo>
                    <a:pt x="1428" y="160"/>
                  </a:lnTo>
                  <a:cubicBezTo>
                    <a:pt x="1428" y="118"/>
                    <a:pt x="1412" y="77"/>
                    <a:pt x="1382" y="47"/>
                  </a:cubicBezTo>
                  <a:cubicBezTo>
                    <a:pt x="1353" y="17"/>
                    <a:pt x="1311" y="1"/>
                    <a:pt x="12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2747;p68">
              <a:extLst>
                <a:ext uri="{FF2B5EF4-FFF2-40B4-BE49-F238E27FC236}">
                  <a16:creationId xmlns:a16="http://schemas.microsoft.com/office/drawing/2014/main" id="{AC7463C5-4EC4-1F32-D0BE-84A0177C9DA2}"/>
                </a:ext>
              </a:extLst>
            </p:cNvPr>
            <p:cNvSpPr/>
            <p:nvPr/>
          </p:nvSpPr>
          <p:spPr>
            <a:xfrm>
              <a:off x="4508149" y="2616413"/>
              <a:ext cx="11325" cy="11290"/>
            </a:xfrm>
            <a:custGeom>
              <a:avLst/>
              <a:gdLst/>
              <a:ahLst/>
              <a:cxnLst/>
              <a:rect l="l" t="t" r="r" b="b"/>
              <a:pathLst>
                <a:path w="319" h="318" extrusionOk="0">
                  <a:moveTo>
                    <a:pt x="160" y="0"/>
                  </a:moveTo>
                  <a:cubicBezTo>
                    <a:pt x="72" y="0"/>
                    <a:pt x="1" y="71"/>
                    <a:pt x="1" y="159"/>
                  </a:cubicBezTo>
                  <a:cubicBezTo>
                    <a:pt x="1" y="246"/>
                    <a:pt x="72" y="317"/>
                    <a:pt x="160" y="317"/>
                  </a:cubicBezTo>
                  <a:cubicBezTo>
                    <a:pt x="247" y="317"/>
                    <a:pt x="319" y="246"/>
                    <a:pt x="319" y="159"/>
                  </a:cubicBezTo>
                  <a:cubicBezTo>
                    <a:pt x="319" y="71"/>
                    <a:pt x="24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2748;p68">
              <a:extLst>
                <a:ext uri="{FF2B5EF4-FFF2-40B4-BE49-F238E27FC236}">
                  <a16:creationId xmlns:a16="http://schemas.microsoft.com/office/drawing/2014/main" id="{33335BB3-9A3F-A8A9-C2EC-681FCA7012A7}"/>
                </a:ext>
              </a:extLst>
            </p:cNvPr>
            <p:cNvSpPr/>
            <p:nvPr/>
          </p:nvSpPr>
          <p:spPr>
            <a:xfrm>
              <a:off x="4532610" y="2616413"/>
              <a:ext cx="11325" cy="11290"/>
            </a:xfrm>
            <a:custGeom>
              <a:avLst/>
              <a:gdLst/>
              <a:ahLst/>
              <a:cxnLst/>
              <a:rect l="l" t="t" r="r" b="b"/>
              <a:pathLst>
                <a:path w="319" h="318" extrusionOk="0">
                  <a:moveTo>
                    <a:pt x="160" y="0"/>
                  </a:moveTo>
                  <a:cubicBezTo>
                    <a:pt x="72" y="0"/>
                    <a:pt x="0" y="71"/>
                    <a:pt x="0" y="159"/>
                  </a:cubicBezTo>
                  <a:cubicBezTo>
                    <a:pt x="0" y="246"/>
                    <a:pt x="72" y="317"/>
                    <a:pt x="160" y="317"/>
                  </a:cubicBezTo>
                  <a:cubicBezTo>
                    <a:pt x="247" y="317"/>
                    <a:pt x="318" y="246"/>
                    <a:pt x="318" y="159"/>
                  </a:cubicBezTo>
                  <a:cubicBezTo>
                    <a:pt x="318" y="71"/>
                    <a:pt x="24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2749;p68">
              <a:extLst>
                <a:ext uri="{FF2B5EF4-FFF2-40B4-BE49-F238E27FC236}">
                  <a16:creationId xmlns:a16="http://schemas.microsoft.com/office/drawing/2014/main" id="{49B06F84-EF9B-6F4D-1107-362AA9689B20}"/>
                </a:ext>
              </a:extLst>
            </p:cNvPr>
            <p:cNvSpPr/>
            <p:nvPr/>
          </p:nvSpPr>
          <p:spPr>
            <a:xfrm>
              <a:off x="4483723" y="2616413"/>
              <a:ext cx="11325" cy="11290"/>
            </a:xfrm>
            <a:custGeom>
              <a:avLst/>
              <a:gdLst/>
              <a:ahLst/>
              <a:cxnLst/>
              <a:rect l="l" t="t" r="r" b="b"/>
              <a:pathLst>
                <a:path w="319" h="318" extrusionOk="0">
                  <a:moveTo>
                    <a:pt x="160" y="0"/>
                  </a:moveTo>
                  <a:cubicBezTo>
                    <a:pt x="72" y="0"/>
                    <a:pt x="0" y="71"/>
                    <a:pt x="0" y="159"/>
                  </a:cubicBezTo>
                  <a:cubicBezTo>
                    <a:pt x="0" y="246"/>
                    <a:pt x="72" y="317"/>
                    <a:pt x="160" y="317"/>
                  </a:cubicBezTo>
                  <a:cubicBezTo>
                    <a:pt x="247" y="317"/>
                    <a:pt x="319" y="246"/>
                    <a:pt x="319" y="159"/>
                  </a:cubicBezTo>
                  <a:cubicBezTo>
                    <a:pt x="319" y="71"/>
                    <a:pt x="24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56" name="Google Shape;2756;p68">
            <a:extLst>
              <a:ext uri="{FF2B5EF4-FFF2-40B4-BE49-F238E27FC236}">
                <a16:creationId xmlns:a16="http://schemas.microsoft.com/office/drawing/2014/main" id="{77C47E44-594C-239F-12FB-81898A3F5922}"/>
              </a:ext>
            </a:extLst>
          </p:cNvPr>
          <p:cNvGrpSpPr/>
          <p:nvPr/>
        </p:nvGrpSpPr>
        <p:grpSpPr>
          <a:xfrm>
            <a:off x="7398515" y="2496935"/>
            <a:ext cx="372221" cy="379570"/>
            <a:chOff x="5778926" y="2518568"/>
            <a:chExt cx="385628" cy="385131"/>
          </a:xfrm>
        </p:grpSpPr>
        <p:sp>
          <p:nvSpPr>
            <p:cNvPr id="1957" name="Google Shape;2757;p68">
              <a:extLst>
                <a:ext uri="{FF2B5EF4-FFF2-40B4-BE49-F238E27FC236}">
                  <a16:creationId xmlns:a16="http://schemas.microsoft.com/office/drawing/2014/main" id="{74B1BBC4-E710-7629-9809-5B8B7CC462C4}"/>
                </a:ext>
              </a:extLst>
            </p:cNvPr>
            <p:cNvSpPr/>
            <p:nvPr/>
          </p:nvSpPr>
          <p:spPr>
            <a:xfrm>
              <a:off x="5778926" y="2518568"/>
              <a:ext cx="385628" cy="385131"/>
            </a:xfrm>
            <a:custGeom>
              <a:avLst/>
              <a:gdLst/>
              <a:ahLst/>
              <a:cxnLst/>
              <a:rect l="l" t="t" r="r" b="b"/>
              <a:pathLst>
                <a:path w="10862" h="10848" extrusionOk="0">
                  <a:moveTo>
                    <a:pt x="8977" y="5153"/>
                  </a:moveTo>
                  <a:cubicBezTo>
                    <a:pt x="9143" y="5174"/>
                    <a:pt x="9270" y="5316"/>
                    <a:pt x="9270" y="5487"/>
                  </a:cubicBezTo>
                  <a:cubicBezTo>
                    <a:pt x="9270" y="5714"/>
                    <a:pt x="9125" y="5909"/>
                    <a:pt x="8922" y="5982"/>
                  </a:cubicBezTo>
                  <a:lnTo>
                    <a:pt x="8921" y="5982"/>
                  </a:lnTo>
                  <a:cubicBezTo>
                    <a:pt x="8965" y="5759"/>
                    <a:pt x="8975" y="5502"/>
                    <a:pt x="8977" y="5153"/>
                  </a:cubicBezTo>
                  <a:close/>
                  <a:moveTo>
                    <a:pt x="1559" y="5165"/>
                  </a:moveTo>
                  <a:cubicBezTo>
                    <a:pt x="1583" y="5191"/>
                    <a:pt x="1607" y="5216"/>
                    <a:pt x="1630" y="5242"/>
                  </a:cubicBezTo>
                  <a:cubicBezTo>
                    <a:pt x="1632" y="5580"/>
                    <a:pt x="1642" y="5834"/>
                    <a:pt x="1689" y="6059"/>
                  </a:cubicBezTo>
                  <a:cubicBezTo>
                    <a:pt x="1458" y="5989"/>
                    <a:pt x="1289" y="5773"/>
                    <a:pt x="1289" y="5518"/>
                  </a:cubicBezTo>
                  <a:cubicBezTo>
                    <a:pt x="1289" y="5351"/>
                    <a:pt x="1403" y="5207"/>
                    <a:pt x="1559" y="5165"/>
                  </a:cubicBezTo>
                  <a:close/>
                  <a:moveTo>
                    <a:pt x="6265" y="5154"/>
                  </a:moveTo>
                  <a:cubicBezTo>
                    <a:pt x="6451" y="5172"/>
                    <a:pt x="6595" y="5328"/>
                    <a:pt x="6595" y="5518"/>
                  </a:cubicBezTo>
                  <a:cubicBezTo>
                    <a:pt x="6595" y="5773"/>
                    <a:pt x="6426" y="5990"/>
                    <a:pt x="6195" y="6059"/>
                  </a:cubicBezTo>
                  <a:cubicBezTo>
                    <a:pt x="6245" y="5820"/>
                    <a:pt x="6255" y="5544"/>
                    <a:pt x="6256" y="5166"/>
                  </a:cubicBezTo>
                  <a:cubicBezTo>
                    <a:pt x="6259" y="5163"/>
                    <a:pt x="6262" y="5158"/>
                    <a:pt x="6265" y="5154"/>
                  </a:cubicBezTo>
                  <a:close/>
                  <a:moveTo>
                    <a:pt x="7205" y="2064"/>
                  </a:moveTo>
                  <a:cubicBezTo>
                    <a:pt x="7406" y="2064"/>
                    <a:pt x="7615" y="2091"/>
                    <a:pt x="7826" y="2144"/>
                  </a:cubicBezTo>
                  <a:cubicBezTo>
                    <a:pt x="8682" y="2362"/>
                    <a:pt x="9108" y="3220"/>
                    <a:pt x="9143" y="3925"/>
                  </a:cubicBezTo>
                  <a:cubicBezTo>
                    <a:pt x="9159" y="4275"/>
                    <a:pt x="9079" y="4565"/>
                    <a:pt x="8932" y="4726"/>
                  </a:cubicBezTo>
                  <a:cubicBezTo>
                    <a:pt x="8868" y="4512"/>
                    <a:pt x="8739" y="4306"/>
                    <a:pt x="8566" y="4148"/>
                  </a:cubicBezTo>
                  <a:cubicBezTo>
                    <a:pt x="8536" y="4120"/>
                    <a:pt x="8497" y="4106"/>
                    <a:pt x="8459" y="4106"/>
                  </a:cubicBezTo>
                  <a:cubicBezTo>
                    <a:pt x="8416" y="4106"/>
                    <a:pt x="8373" y="4123"/>
                    <a:pt x="8342" y="4157"/>
                  </a:cubicBezTo>
                  <a:cubicBezTo>
                    <a:pt x="8282" y="4222"/>
                    <a:pt x="8287" y="4322"/>
                    <a:pt x="8351" y="4382"/>
                  </a:cubicBezTo>
                  <a:cubicBezTo>
                    <a:pt x="8523" y="4538"/>
                    <a:pt x="8637" y="4755"/>
                    <a:pt x="8656" y="4959"/>
                  </a:cubicBezTo>
                  <a:cubicBezTo>
                    <a:pt x="8670" y="5784"/>
                    <a:pt x="8643" y="6104"/>
                    <a:pt x="8318" y="6542"/>
                  </a:cubicBezTo>
                  <a:cubicBezTo>
                    <a:pt x="7827" y="7223"/>
                    <a:pt x="7261" y="7613"/>
                    <a:pt x="6767" y="7613"/>
                  </a:cubicBezTo>
                  <a:cubicBezTo>
                    <a:pt x="6422" y="7613"/>
                    <a:pt x="6032" y="7416"/>
                    <a:pt x="5659" y="7057"/>
                  </a:cubicBezTo>
                  <a:cubicBezTo>
                    <a:pt x="5719" y="6982"/>
                    <a:pt x="5778" y="6905"/>
                    <a:pt x="5836" y="6825"/>
                  </a:cubicBezTo>
                  <a:cubicBezTo>
                    <a:pt x="5946" y="6672"/>
                    <a:pt x="6027" y="6536"/>
                    <a:pt x="6086" y="6400"/>
                  </a:cubicBezTo>
                  <a:cubicBezTo>
                    <a:pt x="6305" y="6386"/>
                    <a:pt x="6502" y="6293"/>
                    <a:pt x="6649" y="6148"/>
                  </a:cubicBezTo>
                  <a:cubicBezTo>
                    <a:pt x="6692" y="6159"/>
                    <a:pt x="6735" y="6165"/>
                    <a:pt x="6779" y="6165"/>
                  </a:cubicBezTo>
                  <a:cubicBezTo>
                    <a:pt x="6872" y="6165"/>
                    <a:pt x="6965" y="6139"/>
                    <a:pt x="7044" y="6086"/>
                  </a:cubicBezTo>
                  <a:cubicBezTo>
                    <a:pt x="7117" y="6038"/>
                    <a:pt x="7136" y="5939"/>
                    <a:pt x="7088" y="5867"/>
                  </a:cubicBezTo>
                  <a:cubicBezTo>
                    <a:pt x="7057" y="5820"/>
                    <a:pt x="7007" y="5795"/>
                    <a:pt x="6955" y="5795"/>
                  </a:cubicBezTo>
                  <a:cubicBezTo>
                    <a:pt x="6925" y="5795"/>
                    <a:pt x="6895" y="5804"/>
                    <a:pt x="6868" y="5822"/>
                  </a:cubicBezTo>
                  <a:cubicBezTo>
                    <a:pt x="6865" y="5824"/>
                    <a:pt x="6861" y="5826"/>
                    <a:pt x="6857" y="5828"/>
                  </a:cubicBezTo>
                  <a:cubicBezTo>
                    <a:pt x="6894" y="5732"/>
                    <a:pt x="6913" y="5627"/>
                    <a:pt x="6913" y="5518"/>
                  </a:cubicBezTo>
                  <a:cubicBezTo>
                    <a:pt x="6913" y="5237"/>
                    <a:pt x="6742" y="4996"/>
                    <a:pt x="6500" y="4891"/>
                  </a:cubicBezTo>
                  <a:cubicBezTo>
                    <a:pt x="6665" y="4684"/>
                    <a:pt x="6757" y="4379"/>
                    <a:pt x="6768" y="4035"/>
                  </a:cubicBezTo>
                  <a:cubicBezTo>
                    <a:pt x="7037" y="4111"/>
                    <a:pt x="7279" y="4120"/>
                    <a:pt x="7498" y="4127"/>
                  </a:cubicBezTo>
                  <a:cubicBezTo>
                    <a:pt x="7595" y="4130"/>
                    <a:pt x="7685" y="4133"/>
                    <a:pt x="7772" y="4141"/>
                  </a:cubicBezTo>
                  <a:cubicBezTo>
                    <a:pt x="7777" y="4142"/>
                    <a:pt x="7782" y="4142"/>
                    <a:pt x="7787" y="4142"/>
                  </a:cubicBezTo>
                  <a:cubicBezTo>
                    <a:pt x="7868" y="4142"/>
                    <a:pt x="7937" y="4081"/>
                    <a:pt x="7945" y="3998"/>
                  </a:cubicBezTo>
                  <a:cubicBezTo>
                    <a:pt x="7953" y="3911"/>
                    <a:pt x="7890" y="3833"/>
                    <a:pt x="7803" y="3825"/>
                  </a:cubicBezTo>
                  <a:cubicBezTo>
                    <a:pt x="7706" y="3816"/>
                    <a:pt x="7610" y="3813"/>
                    <a:pt x="7509" y="3808"/>
                  </a:cubicBezTo>
                  <a:cubicBezTo>
                    <a:pt x="7271" y="3801"/>
                    <a:pt x="7026" y="3793"/>
                    <a:pt x="6755" y="3697"/>
                  </a:cubicBezTo>
                  <a:cubicBezTo>
                    <a:pt x="6740" y="3562"/>
                    <a:pt x="6714" y="3425"/>
                    <a:pt x="6677" y="3287"/>
                  </a:cubicBezTo>
                  <a:cubicBezTo>
                    <a:pt x="6576" y="2921"/>
                    <a:pt x="6406" y="2599"/>
                    <a:pt x="6186" y="2336"/>
                  </a:cubicBezTo>
                  <a:cubicBezTo>
                    <a:pt x="6477" y="2157"/>
                    <a:pt x="6828" y="2064"/>
                    <a:pt x="7205" y="2064"/>
                  </a:cubicBezTo>
                  <a:close/>
                  <a:moveTo>
                    <a:pt x="5448" y="7296"/>
                  </a:moveTo>
                  <a:cubicBezTo>
                    <a:pt x="5661" y="7500"/>
                    <a:pt x="5878" y="7655"/>
                    <a:pt x="6094" y="7762"/>
                  </a:cubicBezTo>
                  <a:lnTo>
                    <a:pt x="6045" y="8178"/>
                  </a:lnTo>
                  <a:lnTo>
                    <a:pt x="5765" y="8262"/>
                  </a:lnTo>
                  <a:cubicBezTo>
                    <a:pt x="5745" y="8230"/>
                    <a:pt x="5719" y="8200"/>
                    <a:pt x="5687" y="8179"/>
                  </a:cubicBezTo>
                  <a:cubicBezTo>
                    <a:pt x="5640" y="8147"/>
                    <a:pt x="5587" y="8130"/>
                    <a:pt x="5532" y="8130"/>
                  </a:cubicBezTo>
                  <a:cubicBezTo>
                    <a:pt x="5505" y="8130"/>
                    <a:pt x="5478" y="8134"/>
                    <a:pt x="5451" y="8142"/>
                  </a:cubicBezTo>
                  <a:lnTo>
                    <a:pt x="5301" y="8187"/>
                  </a:lnTo>
                  <a:lnTo>
                    <a:pt x="5301" y="7471"/>
                  </a:lnTo>
                  <a:cubicBezTo>
                    <a:pt x="5301" y="7454"/>
                    <a:pt x="5307" y="7437"/>
                    <a:pt x="5320" y="7426"/>
                  </a:cubicBezTo>
                  <a:cubicBezTo>
                    <a:pt x="5363" y="7384"/>
                    <a:pt x="5406" y="7341"/>
                    <a:pt x="5448" y="7296"/>
                  </a:cubicBezTo>
                  <a:close/>
                  <a:moveTo>
                    <a:pt x="7132" y="7878"/>
                  </a:moveTo>
                  <a:lnTo>
                    <a:pt x="7177" y="8243"/>
                  </a:lnTo>
                  <a:cubicBezTo>
                    <a:pt x="7184" y="8301"/>
                    <a:pt x="7167" y="8360"/>
                    <a:pt x="7132" y="8404"/>
                  </a:cubicBezTo>
                  <a:cubicBezTo>
                    <a:pt x="7055" y="8499"/>
                    <a:pt x="6933" y="8547"/>
                    <a:pt x="6767" y="8547"/>
                  </a:cubicBezTo>
                  <a:cubicBezTo>
                    <a:pt x="6601" y="8547"/>
                    <a:pt x="6478" y="8499"/>
                    <a:pt x="6401" y="8404"/>
                  </a:cubicBezTo>
                  <a:cubicBezTo>
                    <a:pt x="6367" y="8360"/>
                    <a:pt x="6350" y="8301"/>
                    <a:pt x="6358" y="8243"/>
                  </a:cubicBezTo>
                  <a:lnTo>
                    <a:pt x="6401" y="7879"/>
                  </a:lnTo>
                  <a:cubicBezTo>
                    <a:pt x="6524" y="7913"/>
                    <a:pt x="6647" y="7930"/>
                    <a:pt x="6767" y="7930"/>
                  </a:cubicBezTo>
                  <a:cubicBezTo>
                    <a:pt x="6887" y="7930"/>
                    <a:pt x="7009" y="7912"/>
                    <a:pt x="7132" y="7878"/>
                  </a:cubicBezTo>
                  <a:close/>
                  <a:moveTo>
                    <a:pt x="5923" y="5686"/>
                  </a:moveTo>
                  <a:lnTo>
                    <a:pt x="5923" y="5686"/>
                  </a:lnTo>
                  <a:cubicBezTo>
                    <a:pt x="5894" y="6093"/>
                    <a:pt x="5811" y="6317"/>
                    <a:pt x="5578" y="6639"/>
                  </a:cubicBezTo>
                  <a:cubicBezTo>
                    <a:pt x="5427" y="6849"/>
                    <a:pt x="5266" y="7037"/>
                    <a:pt x="5100" y="7197"/>
                  </a:cubicBezTo>
                  <a:cubicBezTo>
                    <a:pt x="5026" y="7267"/>
                    <a:pt x="4984" y="7368"/>
                    <a:pt x="4984" y="7471"/>
                  </a:cubicBezTo>
                  <a:lnTo>
                    <a:pt x="4984" y="8730"/>
                  </a:lnTo>
                  <a:lnTo>
                    <a:pt x="2903" y="8730"/>
                  </a:lnTo>
                  <a:lnTo>
                    <a:pt x="2903" y="7476"/>
                  </a:lnTo>
                  <a:cubicBezTo>
                    <a:pt x="2903" y="7372"/>
                    <a:pt x="2859" y="7273"/>
                    <a:pt x="2786" y="7201"/>
                  </a:cubicBezTo>
                  <a:cubicBezTo>
                    <a:pt x="2618" y="7041"/>
                    <a:pt x="2455" y="6853"/>
                    <a:pt x="2303" y="6639"/>
                  </a:cubicBezTo>
                  <a:lnTo>
                    <a:pt x="2302" y="6639"/>
                  </a:lnTo>
                  <a:cubicBezTo>
                    <a:pt x="2074" y="6322"/>
                    <a:pt x="1991" y="6101"/>
                    <a:pt x="1962" y="5698"/>
                  </a:cubicBezTo>
                  <a:lnTo>
                    <a:pt x="1962" y="5698"/>
                  </a:lnTo>
                  <a:cubicBezTo>
                    <a:pt x="1996" y="5754"/>
                    <a:pt x="2027" y="5811"/>
                    <a:pt x="2056" y="5869"/>
                  </a:cubicBezTo>
                  <a:cubicBezTo>
                    <a:pt x="2420" y="6580"/>
                    <a:pt x="3144" y="7023"/>
                    <a:pt x="3943" y="7023"/>
                  </a:cubicBezTo>
                  <a:cubicBezTo>
                    <a:pt x="4742" y="7023"/>
                    <a:pt x="5465" y="6580"/>
                    <a:pt x="5829" y="5869"/>
                  </a:cubicBezTo>
                  <a:lnTo>
                    <a:pt x="5923" y="5686"/>
                  </a:lnTo>
                  <a:close/>
                  <a:moveTo>
                    <a:pt x="5492" y="8462"/>
                  </a:moveTo>
                  <a:cubicBezTo>
                    <a:pt x="5499" y="8531"/>
                    <a:pt x="5510" y="8614"/>
                    <a:pt x="5531" y="8739"/>
                  </a:cubicBezTo>
                  <a:cubicBezTo>
                    <a:pt x="5455" y="8733"/>
                    <a:pt x="5378" y="8731"/>
                    <a:pt x="5301" y="8730"/>
                  </a:cubicBezTo>
                  <a:lnTo>
                    <a:pt x="5301" y="8519"/>
                  </a:lnTo>
                  <a:lnTo>
                    <a:pt x="5492" y="8462"/>
                  </a:lnTo>
                  <a:close/>
                  <a:moveTo>
                    <a:pt x="7447" y="8494"/>
                  </a:moveTo>
                  <a:lnTo>
                    <a:pt x="7712" y="8575"/>
                  </a:lnTo>
                  <a:cubicBezTo>
                    <a:pt x="7685" y="8807"/>
                    <a:pt x="7611" y="9145"/>
                    <a:pt x="7504" y="9387"/>
                  </a:cubicBezTo>
                  <a:lnTo>
                    <a:pt x="7361" y="9387"/>
                  </a:lnTo>
                  <a:cubicBezTo>
                    <a:pt x="7162" y="9177"/>
                    <a:pt x="6909" y="9019"/>
                    <a:pt x="6620" y="8931"/>
                  </a:cubicBezTo>
                  <a:cubicBezTo>
                    <a:pt x="6372" y="8857"/>
                    <a:pt x="6118" y="8802"/>
                    <a:pt x="5862" y="8769"/>
                  </a:cubicBezTo>
                  <a:cubicBezTo>
                    <a:pt x="5848" y="8701"/>
                    <a:pt x="5836" y="8637"/>
                    <a:pt x="5827" y="8575"/>
                  </a:cubicBezTo>
                  <a:lnTo>
                    <a:pt x="6088" y="8496"/>
                  </a:lnTo>
                  <a:cubicBezTo>
                    <a:pt x="6106" y="8534"/>
                    <a:pt x="6127" y="8571"/>
                    <a:pt x="6154" y="8603"/>
                  </a:cubicBezTo>
                  <a:cubicBezTo>
                    <a:pt x="6251" y="8722"/>
                    <a:pt x="6435" y="8865"/>
                    <a:pt x="6767" y="8865"/>
                  </a:cubicBezTo>
                  <a:cubicBezTo>
                    <a:pt x="7099" y="8865"/>
                    <a:pt x="7284" y="8722"/>
                    <a:pt x="7380" y="8603"/>
                  </a:cubicBezTo>
                  <a:cubicBezTo>
                    <a:pt x="7407" y="8570"/>
                    <a:pt x="7430" y="8533"/>
                    <a:pt x="7447" y="8494"/>
                  </a:cubicBezTo>
                  <a:close/>
                  <a:moveTo>
                    <a:pt x="8042" y="8462"/>
                  </a:moveTo>
                  <a:lnTo>
                    <a:pt x="8334" y="8549"/>
                  </a:lnTo>
                  <a:lnTo>
                    <a:pt x="8334" y="8550"/>
                  </a:lnTo>
                  <a:cubicBezTo>
                    <a:pt x="8573" y="8621"/>
                    <a:pt x="8749" y="8819"/>
                    <a:pt x="8792" y="9066"/>
                  </a:cubicBezTo>
                  <a:lnTo>
                    <a:pt x="8849" y="9387"/>
                  </a:lnTo>
                  <a:lnTo>
                    <a:pt x="7848" y="9387"/>
                  </a:lnTo>
                  <a:cubicBezTo>
                    <a:pt x="7940" y="9136"/>
                    <a:pt x="8029" y="8712"/>
                    <a:pt x="8042" y="8462"/>
                  </a:cubicBezTo>
                  <a:close/>
                  <a:moveTo>
                    <a:pt x="9962" y="0"/>
                  </a:moveTo>
                  <a:lnTo>
                    <a:pt x="9961" y="1"/>
                  </a:lnTo>
                  <a:lnTo>
                    <a:pt x="4070" y="1"/>
                  </a:lnTo>
                  <a:cubicBezTo>
                    <a:pt x="3575" y="1"/>
                    <a:pt x="3170" y="405"/>
                    <a:pt x="3170" y="901"/>
                  </a:cubicBezTo>
                  <a:lnTo>
                    <a:pt x="3170" y="1906"/>
                  </a:lnTo>
                  <a:cubicBezTo>
                    <a:pt x="3046" y="1982"/>
                    <a:pt x="2931" y="2071"/>
                    <a:pt x="2824" y="2171"/>
                  </a:cubicBezTo>
                  <a:cubicBezTo>
                    <a:pt x="2712" y="2130"/>
                    <a:pt x="2595" y="2110"/>
                    <a:pt x="2470" y="2109"/>
                  </a:cubicBezTo>
                  <a:lnTo>
                    <a:pt x="2458" y="2109"/>
                  </a:lnTo>
                  <a:cubicBezTo>
                    <a:pt x="1981" y="2109"/>
                    <a:pt x="1554" y="2347"/>
                    <a:pt x="1284" y="2761"/>
                  </a:cubicBezTo>
                  <a:cubicBezTo>
                    <a:pt x="1237" y="2835"/>
                    <a:pt x="1258" y="2933"/>
                    <a:pt x="1331" y="2981"/>
                  </a:cubicBezTo>
                  <a:cubicBezTo>
                    <a:pt x="1358" y="2998"/>
                    <a:pt x="1388" y="3007"/>
                    <a:pt x="1418" y="3007"/>
                  </a:cubicBezTo>
                  <a:cubicBezTo>
                    <a:pt x="1470" y="3007"/>
                    <a:pt x="1521" y="2981"/>
                    <a:pt x="1551" y="2934"/>
                  </a:cubicBezTo>
                  <a:cubicBezTo>
                    <a:pt x="1760" y="2611"/>
                    <a:pt x="2091" y="2426"/>
                    <a:pt x="2458" y="2426"/>
                  </a:cubicBezTo>
                  <a:lnTo>
                    <a:pt x="2466" y="2426"/>
                  </a:lnTo>
                  <a:cubicBezTo>
                    <a:pt x="2584" y="2427"/>
                    <a:pt x="2690" y="2452"/>
                    <a:pt x="2791" y="2502"/>
                  </a:cubicBezTo>
                  <a:cubicBezTo>
                    <a:pt x="2813" y="2513"/>
                    <a:pt x="2837" y="2519"/>
                    <a:pt x="2861" y="2519"/>
                  </a:cubicBezTo>
                  <a:cubicBezTo>
                    <a:pt x="2904" y="2519"/>
                    <a:pt x="2946" y="2501"/>
                    <a:pt x="2977" y="2469"/>
                  </a:cubicBezTo>
                  <a:cubicBezTo>
                    <a:pt x="3332" y="2092"/>
                    <a:pt x="3842" y="1892"/>
                    <a:pt x="4409" y="1892"/>
                  </a:cubicBezTo>
                  <a:cubicBezTo>
                    <a:pt x="4620" y="1892"/>
                    <a:pt x="4840" y="1920"/>
                    <a:pt x="5062" y="1976"/>
                  </a:cubicBezTo>
                  <a:cubicBezTo>
                    <a:pt x="5685" y="2136"/>
                    <a:pt x="6174" y="2658"/>
                    <a:pt x="6371" y="3372"/>
                  </a:cubicBezTo>
                  <a:cubicBezTo>
                    <a:pt x="6524" y="3929"/>
                    <a:pt x="6458" y="4490"/>
                    <a:pt x="6211" y="4739"/>
                  </a:cubicBezTo>
                  <a:cubicBezTo>
                    <a:pt x="5996" y="4955"/>
                    <a:pt x="5805" y="5223"/>
                    <a:pt x="5644" y="5534"/>
                  </a:cubicBezTo>
                  <a:lnTo>
                    <a:pt x="5547" y="5724"/>
                  </a:lnTo>
                  <a:cubicBezTo>
                    <a:pt x="5237" y="6328"/>
                    <a:pt x="4623" y="6704"/>
                    <a:pt x="3943" y="6704"/>
                  </a:cubicBezTo>
                  <a:cubicBezTo>
                    <a:pt x="3264" y="6704"/>
                    <a:pt x="2649" y="6328"/>
                    <a:pt x="2340" y="5724"/>
                  </a:cubicBezTo>
                  <a:cubicBezTo>
                    <a:pt x="2159" y="5369"/>
                    <a:pt x="1909" y="5041"/>
                    <a:pt x="1594" y="4752"/>
                  </a:cubicBezTo>
                  <a:cubicBezTo>
                    <a:pt x="1406" y="4578"/>
                    <a:pt x="1306" y="4178"/>
                    <a:pt x="1306" y="3873"/>
                  </a:cubicBezTo>
                  <a:cubicBezTo>
                    <a:pt x="1306" y="3766"/>
                    <a:pt x="1314" y="3662"/>
                    <a:pt x="1328" y="3564"/>
                  </a:cubicBezTo>
                  <a:cubicBezTo>
                    <a:pt x="1339" y="3477"/>
                    <a:pt x="1279" y="3396"/>
                    <a:pt x="1192" y="3384"/>
                  </a:cubicBezTo>
                  <a:cubicBezTo>
                    <a:pt x="1185" y="3383"/>
                    <a:pt x="1177" y="3383"/>
                    <a:pt x="1169" y="3383"/>
                  </a:cubicBezTo>
                  <a:cubicBezTo>
                    <a:pt x="1092" y="3383"/>
                    <a:pt x="1024" y="3440"/>
                    <a:pt x="1013" y="3519"/>
                  </a:cubicBezTo>
                  <a:cubicBezTo>
                    <a:pt x="997" y="3632"/>
                    <a:pt x="989" y="3750"/>
                    <a:pt x="989" y="3872"/>
                  </a:cubicBezTo>
                  <a:cubicBezTo>
                    <a:pt x="989" y="4218"/>
                    <a:pt x="1092" y="4661"/>
                    <a:pt x="1319" y="4923"/>
                  </a:cubicBezTo>
                  <a:cubicBezTo>
                    <a:pt x="1110" y="5041"/>
                    <a:pt x="970" y="5265"/>
                    <a:pt x="970" y="5518"/>
                  </a:cubicBezTo>
                  <a:cubicBezTo>
                    <a:pt x="970" y="5986"/>
                    <a:pt x="1335" y="6369"/>
                    <a:pt x="1795" y="6398"/>
                  </a:cubicBezTo>
                  <a:cubicBezTo>
                    <a:pt x="1855" y="6535"/>
                    <a:pt x="1935" y="6672"/>
                    <a:pt x="2044" y="6825"/>
                  </a:cubicBezTo>
                  <a:cubicBezTo>
                    <a:pt x="2208" y="7053"/>
                    <a:pt x="2385" y="7257"/>
                    <a:pt x="2566" y="7430"/>
                  </a:cubicBezTo>
                  <a:cubicBezTo>
                    <a:pt x="2577" y="7442"/>
                    <a:pt x="2585" y="7458"/>
                    <a:pt x="2585" y="7475"/>
                  </a:cubicBezTo>
                  <a:lnTo>
                    <a:pt x="2585" y="8730"/>
                  </a:lnTo>
                  <a:cubicBezTo>
                    <a:pt x="2138" y="8734"/>
                    <a:pt x="1694" y="8802"/>
                    <a:pt x="1266" y="8930"/>
                  </a:cubicBezTo>
                  <a:cubicBezTo>
                    <a:pt x="691" y="9093"/>
                    <a:pt x="179" y="9643"/>
                    <a:pt x="86" y="10264"/>
                  </a:cubicBezTo>
                  <a:lnTo>
                    <a:pt x="16" y="10662"/>
                  </a:lnTo>
                  <a:cubicBezTo>
                    <a:pt x="1" y="10748"/>
                    <a:pt x="58" y="10831"/>
                    <a:pt x="145" y="10845"/>
                  </a:cubicBezTo>
                  <a:cubicBezTo>
                    <a:pt x="154" y="10847"/>
                    <a:pt x="164" y="10848"/>
                    <a:pt x="173" y="10848"/>
                  </a:cubicBezTo>
                  <a:cubicBezTo>
                    <a:pt x="248" y="10848"/>
                    <a:pt x="316" y="10793"/>
                    <a:pt x="329" y="10717"/>
                  </a:cubicBezTo>
                  <a:lnTo>
                    <a:pt x="399" y="10319"/>
                  </a:lnTo>
                  <a:cubicBezTo>
                    <a:pt x="487" y="9817"/>
                    <a:pt x="844" y="9394"/>
                    <a:pt x="1357" y="9235"/>
                  </a:cubicBezTo>
                  <a:cubicBezTo>
                    <a:pt x="1770" y="9111"/>
                    <a:pt x="2198" y="9048"/>
                    <a:pt x="2630" y="9048"/>
                  </a:cubicBezTo>
                  <a:lnTo>
                    <a:pt x="5257" y="9048"/>
                  </a:lnTo>
                  <a:cubicBezTo>
                    <a:pt x="5688" y="9048"/>
                    <a:pt x="6116" y="9111"/>
                    <a:pt x="6529" y="9235"/>
                  </a:cubicBezTo>
                  <a:cubicBezTo>
                    <a:pt x="7031" y="9387"/>
                    <a:pt x="7398" y="9801"/>
                    <a:pt x="7487" y="10320"/>
                  </a:cubicBezTo>
                  <a:lnTo>
                    <a:pt x="7557" y="10717"/>
                  </a:lnTo>
                  <a:cubicBezTo>
                    <a:pt x="7567" y="10772"/>
                    <a:pt x="7632" y="10848"/>
                    <a:pt x="7717" y="10848"/>
                  </a:cubicBezTo>
                  <a:cubicBezTo>
                    <a:pt x="7725" y="10848"/>
                    <a:pt x="7733" y="10847"/>
                    <a:pt x="7742" y="10845"/>
                  </a:cubicBezTo>
                  <a:cubicBezTo>
                    <a:pt x="7828" y="10830"/>
                    <a:pt x="7886" y="10748"/>
                    <a:pt x="7870" y="10662"/>
                  </a:cubicBezTo>
                  <a:lnTo>
                    <a:pt x="7813" y="10339"/>
                  </a:lnTo>
                  <a:lnTo>
                    <a:pt x="8654" y="10339"/>
                  </a:lnTo>
                  <a:cubicBezTo>
                    <a:pt x="8741" y="10339"/>
                    <a:pt x="8813" y="10269"/>
                    <a:pt x="8813" y="10181"/>
                  </a:cubicBezTo>
                  <a:cubicBezTo>
                    <a:pt x="8813" y="10093"/>
                    <a:pt x="8741" y="10022"/>
                    <a:pt x="8654" y="10022"/>
                  </a:cubicBezTo>
                  <a:lnTo>
                    <a:pt x="7740" y="10022"/>
                  </a:lnTo>
                  <a:cubicBezTo>
                    <a:pt x="7703" y="9910"/>
                    <a:pt x="7656" y="9803"/>
                    <a:pt x="7598" y="9704"/>
                  </a:cubicBezTo>
                  <a:lnTo>
                    <a:pt x="9855" y="9704"/>
                  </a:lnTo>
                  <a:cubicBezTo>
                    <a:pt x="10059" y="9704"/>
                    <a:pt x="10226" y="9538"/>
                    <a:pt x="10226" y="9334"/>
                  </a:cubicBezTo>
                  <a:lnTo>
                    <a:pt x="10226" y="1007"/>
                  </a:lnTo>
                  <a:cubicBezTo>
                    <a:pt x="10226" y="803"/>
                    <a:pt x="10060" y="636"/>
                    <a:pt x="9855" y="636"/>
                  </a:cubicBezTo>
                  <a:lnTo>
                    <a:pt x="9179" y="636"/>
                  </a:lnTo>
                  <a:cubicBezTo>
                    <a:pt x="9092" y="636"/>
                    <a:pt x="9020" y="707"/>
                    <a:pt x="9020" y="794"/>
                  </a:cubicBezTo>
                  <a:cubicBezTo>
                    <a:pt x="9020" y="883"/>
                    <a:pt x="9092" y="954"/>
                    <a:pt x="9179" y="954"/>
                  </a:cubicBezTo>
                  <a:lnTo>
                    <a:pt x="9855" y="954"/>
                  </a:lnTo>
                  <a:cubicBezTo>
                    <a:pt x="9884" y="954"/>
                    <a:pt x="9908" y="978"/>
                    <a:pt x="9908" y="1007"/>
                  </a:cubicBezTo>
                  <a:lnTo>
                    <a:pt x="9908" y="9334"/>
                  </a:lnTo>
                  <a:cubicBezTo>
                    <a:pt x="9908" y="9363"/>
                    <a:pt x="9885" y="9387"/>
                    <a:pt x="9855" y="9387"/>
                  </a:cubicBezTo>
                  <a:lnTo>
                    <a:pt x="9173" y="9387"/>
                  </a:lnTo>
                  <a:lnTo>
                    <a:pt x="9105" y="9011"/>
                  </a:lnTo>
                  <a:cubicBezTo>
                    <a:pt x="9042" y="8645"/>
                    <a:pt x="8782" y="8352"/>
                    <a:pt x="8426" y="8245"/>
                  </a:cubicBezTo>
                  <a:lnTo>
                    <a:pt x="8083" y="8141"/>
                  </a:lnTo>
                  <a:cubicBezTo>
                    <a:pt x="8057" y="8134"/>
                    <a:pt x="8030" y="8130"/>
                    <a:pt x="8004" y="8130"/>
                  </a:cubicBezTo>
                  <a:cubicBezTo>
                    <a:pt x="7949" y="8130"/>
                    <a:pt x="7895" y="8146"/>
                    <a:pt x="7848" y="8179"/>
                  </a:cubicBezTo>
                  <a:cubicBezTo>
                    <a:pt x="7816" y="8200"/>
                    <a:pt x="7791" y="8228"/>
                    <a:pt x="7771" y="8260"/>
                  </a:cubicBezTo>
                  <a:lnTo>
                    <a:pt x="7489" y="8175"/>
                  </a:lnTo>
                  <a:lnTo>
                    <a:pt x="7438" y="7760"/>
                  </a:lnTo>
                  <a:cubicBezTo>
                    <a:pt x="7832" y="7566"/>
                    <a:pt x="8225" y="7212"/>
                    <a:pt x="8576" y="6727"/>
                  </a:cubicBezTo>
                  <a:cubicBezTo>
                    <a:pt x="8679" y="6584"/>
                    <a:pt x="8756" y="6455"/>
                    <a:pt x="8813" y="6327"/>
                  </a:cubicBezTo>
                  <a:cubicBezTo>
                    <a:pt x="9246" y="6292"/>
                    <a:pt x="9588" y="5929"/>
                    <a:pt x="9588" y="5486"/>
                  </a:cubicBezTo>
                  <a:cubicBezTo>
                    <a:pt x="9588" y="5224"/>
                    <a:pt x="9433" y="4996"/>
                    <a:pt x="9208" y="4892"/>
                  </a:cubicBezTo>
                  <a:cubicBezTo>
                    <a:pt x="9387" y="4665"/>
                    <a:pt x="9480" y="4319"/>
                    <a:pt x="9460" y="3909"/>
                  </a:cubicBezTo>
                  <a:cubicBezTo>
                    <a:pt x="9421" y="3091"/>
                    <a:pt x="8918" y="2094"/>
                    <a:pt x="7905" y="1835"/>
                  </a:cubicBezTo>
                  <a:cubicBezTo>
                    <a:pt x="7669" y="1776"/>
                    <a:pt x="7434" y="1746"/>
                    <a:pt x="7207" y="1746"/>
                  </a:cubicBezTo>
                  <a:cubicBezTo>
                    <a:pt x="6745" y="1746"/>
                    <a:pt x="6313" y="1868"/>
                    <a:pt x="5958" y="2104"/>
                  </a:cubicBezTo>
                  <a:cubicBezTo>
                    <a:pt x="5722" y="1897"/>
                    <a:pt x="5445" y="1746"/>
                    <a:pt x="5140" y="1668"/>
                  </a:cubicBezTo>
                  <a:cubicBezTo>
                    <a:pt x="4891" y="1605"/>
                    <a:pt x="4645" y="1573"/>
                    <a:pt x="4407" y="1573"/>
                  </a:cubicBezTo>
                  <a:cubicBezTo>
                    <a:pt x="4311" y="1573"/>
                    <a:pt x="4217" y="1579"/>
                    <a:pt x="4124" y="1589"/>
                  </a:cubicBezTo>
                  <a:lnTo>
                    <a:pt x="4124" y="1007"/>
                  </a:lnTo>
                  <a:cubicBezTo>
                    <a:pt x="4124" y="978"/>
                    <a:pt x="4148" y="954"/>
                    <a:pt x="4177" y="954"/>
                  </a:cubicBezTo>
                  <a:lnTo>
                    <a:pt x="8431" y="954"/>
                  </a:lnTo>
                  <a:cubicBezTo>
                    <a:pt x="8519" y="954"/>
                    <a:pt x="8591" y="883"/>
                    <a:pt x="8591" y="795"/>
                  </a:cubicBezTo>
                  <a:cubicBezTo>
                    <a:pt x="8591" y="707"/>
                    <a:pt x="8519" y="636"/>
                    <a:pt x="8431" y="636"/>
                  </a:cubicBezTo>
                  <a:lnTo>
                    <a:pt x="4177" y="636"/>
                  </a:lnTo>
                  <a:cubicBezTo>
                    <a:pt x="3973" y="636"/>
                    <a:pt x="3806" y="803"/>
                    <a:pt x="3806" y="1007"/>
                  </a:cubicBezTo>
                  <a:lnTo>
                    <a:pt x="3806" y="1645"/>
                  </a:lnTo>
                  <a:cubicBezTo>
                    <a:pt x="3697" y="1671"/>
                    <a:pt x="3591" y="1705"/>
                    <a:pt x="3489" y="1746"/>
                  </a:cubicBezTo>
                  <a:lnTo>
                    <a:pt x="3489" y="901"/>
                  </a:lnTo>
                  <a:cubicBezTo>
                    <a:pt x="3489" y="580"/>
                    <a:pt x="3750" y="319"/>
                    <a:pt x="4071" y="319"/>
                  </a:cubicBezTo>
                  <a:lnTo>
                    <a:pt x="9962" y="319"/>
                  </a:lnTo>
                  <a:cubicBezTo>
                    <a:pt x="10283" y="319"/>
                    <a:pt x="10544" y="580"/>
                    <a:pt x="10544" y="901"/>
                  </a:cubicBezTo>
                  <a:lnTo>
                    <a:pt x="10544" y="9439"/>
                  </a:lnTo>
                  <a:cubicBezTo>
                    <a:pt x="10544" y="9761"/>
                    <a:pt x="10282" y="10022"/>
                    <a:pt x="9962" y="10022"/>
                  </a:cubicBezTo>
                  <a:lnTo>
                    <a:pt x="9395" y="10022"/>
                  </a:lnTo>
                  <a:cubicBezTo>
                    <a:pt x="9307" y="10022"/>
                    <a:pt x="9236" y="10093"/>
                    <a:pt x="9236" y="10181"/>
                  </a:cubicBezTo>
                  <a:cubicBezTo>
                    <a:pt x="9236" y="10269"/>
                    <a:pt x="9307" y="10339"/>
                    <a:pt x="9395" y="10339"/>
                  </a:cubicBezTo>
                  <a:lnTo>
                    <a:pt x="9962" y="10339"/>
                  </a:lnTo>
                  <a:cubicBezTo>
                    <a:pt x="10457" y="10339"/>
                    <a:pt x="10862" y="9936"/>
                    <a:pt x="10862" y="9439"/>
                  </a:cubicBezTo>
                  <a:lnTo>
                    <a:pt x="10862" y="901"/>
                  </a:lnTo>
                  <a:cubicBezTo>
                    <a:pt x="10862" y="405"/>
                    <a:pt x="10457" y="0"/>
                    <a:pt x="99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8" name="Google Shape;2758;p68">
              <a:extLst>
                <a:ext uri="{FF2B5EF4-FFF2-40B4-BE49-F238E27FC236}">
                  <a16:creationId xmlns:a16="http://schemas.microsoft.com/office/drawing/2014/main" id="{BF80D6F1-8AC7-24E0-9585-B05DA38ABA99}"/>
                </a:ext>
              </a:extLst>
            </p:cNvPr>
            <p:cNvSpPr/>
            <p:nvPr/>
          </p:nvSpPr>
          <p:spPr>
            <a:xfrm>
              <a:off x="5999325" y="2749582"/>
              <a:ext cx="40544" cy="15408"/>
            </a:xfrm>
            <a:custGeom>
              <a:avLst/>
              <a:gdLst/>
              <a:ahLst/>
              <a:cxnLst/>
              <a:rect l="l" t="t" r="r" b="b"/>
              <a:pathLst>
                <a:path w="1142" h="434" extrusionOk="0">
                  <a:moveTo>
                    <a:pt x="571" y="1"/>
                  </a:moveTo>
                  <a:cubicBezTo>
                    <a:pt x="410" y="1"/>
                    <a:pt x="248" y="47"/>
                    <a:pt x="98" y="139"/>
                  </a:cubicBezTo>
                  <a:cubicBezTo>
                    <a:pt x="23" y="185"/>
                    <a:pt x="0" y="282"/>
                    <a:pt x="46" y="358"/>
                  </a:cubicBezTo>
                  <a:cubicBezTo>
                    <a:pt x="76" y="407"/>
                    <a:pt x="128" y="433"/>
                    <a:pt x="181" y="433"/>
                  </a:cubicBezTo>
                  <a:cubicBezTo>
                    <a:pt x="210" y="433"/>
                    <a:pt x="239" y="426"/>
                    <a:pt x="265" y="410"/>
                  </a:cubicBezTo>
                  <a:cubicBezTo>
                    <a:pt x="363" y="349"/>
                    <a:pt x="467" y="319"/>
                    <a:pt x="571" y="319"/>
                  </a:cubicBezTo>
                  <a:cubicBezTo>
                    <a:pt x="675" y="319"/>
                    <a:pt x="778" y="349"/>
                    <a:pt x="877" y="410"/>
                  </a:cubicBezTo>
                  <a:cubicBezTo>
                    <a:pt x="903" y="425"/>
                    <a:pt x="931" y="434"/>
                    <a:pt x="960" y="434"/>
                  </a:cubicBezTo>
                  <a:cubicBezTo>
                    <a:pt x="1013" y="434"/>
                    <a:pt x="1066" y="407"/>
                    <a:pt x="1096" y="358"/>
                  </a:cubicBezTo>
                  <a:cubicBezTo>
                    <a:pt x="1142" y="282"/>
                    <a:pt x="1118" y="185"/>
                    <a:pt x="1043" y="139"/>
                  </a:cubicBezTo>
                  <a:cubicBezTo>
                    <a:pt x="894" y="47"/>
                    <a:pt x="732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2759;p68">
              <a:extLst>
                <a:ext uri="{FF2B5EF4-FFF2-40B4-BE49-F238E27FC236}">
                  <a16:creationId xmlns:a16="http://schemas.microsoft.com/office/drawing/2014/main" id="{068E9DA8-1EEA-629F-3B9F-D418F1301F7E}"/>
                </a:ext>
              </a:extLst>
            </p:cNvPr>
            <p:cNvSpPr/>
            <p:nvPr/>
          </p:nvSpPr>
          <p:spPr>
            <a:xfrm>
              <a:off x="6030567" y="2693027"/>
              <a:ext cx="27869" cy="25065"/>
            </a:xfrm>
            <a:custGeom>
              <a:avLst/>
              <a:gdLst/>
              <a:ahLst/>
              <a:cxnLst/>
              <a:rect l="l" t="t" r="r" b="b"/>
              <a:pathLst>
                <a:path w="785" h="706" extrusionOk="0">
                  <a:moveTo>
                    <a:pt x="159" y="1"/>
                  </a:moveTo>
                  <a:cubicBezTo>
                    <a:pt x="72" y="1"/>
                    <a:pt x="1" y="72"/>
                    <a:pt x="1" y="159"/>
                  </a:cubicBezTo>
                  <a:cubicBezTo>
                    <a:pt x="1" y="248"/>
                    <a:pt x="72" y="319"/>
                    <a:pt x="159" y="319"/>
                  </a:cubicBezTo>
                  <a:lnTo>
                    <a:pt x="234" y="319"/>
                  </a:lnTo>
                  <a:lnTo>
                    <a:pt x="234" y="547"/>
                  </a:lnTo>
                  <a:cubicBezTo>
                    <a:pt x="234" y="635"/>
                    <a:pt x="304" y="706"/>
                    <a:pt x="393" y="706"/>
                  </a:cubicBezTo>
                  <a:cubicBezTo>
                    <a:pt x="481" y="706"/>
                    <a:pt x="551" y="635"/>
                    <a:pt x="551" y="547"/>
                  </a:cubicBezTo>
                  <a:lnTo>
                    <a:pt x="551" y="319"/>
                  </a:lnTo>
                  <a:lnTo>
                    <a:pt x="626" y="319"/>
                  </a:lnTo>
                  <a:cubicBezTo>
                    <a:pt x="713" y="319"/>
                    <a:pt x="784" y="248"/>
                    <a:pt x="784" y="159"/>
                  </a:cubicBezTo>
                  <a:cubicBezTo>
                    <a:pt x="784" y="72"/>
                    <a:pt x="713" y="1"/>
                    <a:pt x="6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0" name="Google Shape;2696;p68">
            <a:extLst>
              <a:ext uri="{FF2B5EF4-FFF2-40B4-BE49-F238E27FC236}">
                <a16:creationId xmlns:a16="http://schemas.microsoft.com/office/drawing/2014/main" id="{0ED8150A-F2A4-3D16-B36C-F7C51FC16BFA}"/>
              </a:ext>
            </a:extLst>
          </p:cNvPr>
          <p:cNvGrpSpPr/>
          <p:nvPr/>
        </p:nvGrpSpPr>
        <p:grpSpPr>
          <a:xfrm>
            <a:off x="6426056" y="2520263"/>
            <a:ext cx="382520" cy="375573"/>
            <a:chOff x="6911988" y="1544876"/>
            <a:chExt cx="351155" cy="385131"/>
          </a:xfrm>
        </p:grpSpPr>
        <p:sp>
          <p:nvSpPr>
            <p:cNvPr id="1961" name="Google Shape;2697;p68">
              <a:extLst>
                <a:ext uri="{FF2B5EF4-FFF2-40B4-BE49-F238E27FC236}">
                  <a16:creationId xmlns:a16="http://schemas.microsoft.com/office/drawing/2014/main" id="{DFC9B20D-AAC0-AE7A-87BE-3AD1C66C58E2}"/>
                </a:ext>
              </a:extLst>
            </p:cNvPr>
            <p:cNvSpPr/>
            <p:nvPr/>
          </p:nvSpPr>
          <p:spPr>
            <a:xfrm>
              <a:off x="6911988" y="1544876"/>
              <a:ext cx="351155" cy="385131"/>
            </a:xfrm>
            <a:custGeom>
              <a:avLst/>
              <a:gdLst/>
              <a:ahLst/>
              <a:cxnLst/>
              <a:rect l="l" t="t" r="r" b="b"/>
              <a:pathLst>
                <a:path w="9891" h="10848" extrusionOk="0">
                  <a:moveTo>
                    <a:pt x="4903" y="0"/>
                  </a:moveTo>
                  <a:cubicBezTo>
                    <a:pt x="3876" y="0"/>
                    <a:pt x="2921" y="280"/>
                    <a:pt x="2214" y="789"/>
                  </a:cubicBezTo>
                  <a:cubicBezTo>
                    <a:pt x="1425" y="1357"/>
                    <a:pt x="975" y="2175"/>
                    <a:pt x="911" y="3156"/>
                  </a:cubicBezTo>
                  <a:cubicBezTo>
                    <a:pt x="896" y="3385"/>
                    <a:pt x="827" y="3531"/>
                    <a:pt x="765" y="3659"/>
                  </a:cubicBezTo>
                  <a:cubicBezTo>
                    <a:pt x="732" y="3731"/>
                    <a:pt x="701" y="3797"/>
                    <a:pt x="685" y="3868"/>
                  </a:cubicBezTo>
                  <a:cubicBezTo>
                    <a:pt x="638" y="4066"/>
                    <a:pt x="748" y="4238"/>
                    <a:pt x="843" y="4391"/>
                  </a:cubicBezTo>
                  <a:cubicBezTo>
                    <a:pt x="882" y="4451"/>
                    <a:pt x="918" y="4508"/>
                    <a:pt x="940" y="4560"/>
                  </a:cubicBezTo>
                  <a:cubicBezTo>
                    <a:pt x="955" y="4595"/>
                    <a:pt x="953" y="4637"/>
                    <a:pt x="933" y="4672"/>
                  </a:cubicBezTo>
                  <a:cubicBezTo>
                    <a:pt x="792" y="4922"/>
                    <a:pt x="617" y="5116"/>
                    <a:pt x="328" y="5338"/>
                  </a:cubicBezTo>
                  <a:cubicBezTo>
                    <a:pt x="197" y="5438"/>
                    <a:pt x="0" y="5591"/>
                    <a:pt x="0" y="5864"/>
                  </a:cubicBezTo>
                  <a:cubicBezTo>
                    <a:pt x="1" y="6147"/>
                    <a:pt x="179" y="6344"/>
                    <a:pt x="528" y="6451"/>
                  </a:cubicBezTo>
                  <a:cubicBezTo>
                    <a:pt x="596" y="6472"/>
                    <a:pt x="622" y="6493"/>
                    <a:pt x="631" y="6500"/>
                  </a:cubicBezTo>
                  <a:cubicBezTo>
                    <a:pt x="620" y="6554"/>
                    <a:pt x="498" y="6677"/>
                    <a:pt x="376" y="6758"/>
                  </a:cubicBezTo>
                  <a:cubicBezTo>
                    <a:pt x="358" y="6770"/>
                    <a:pt x="343" y="6784"/>
                    <a:pt x="331" y="6801"/>
                  </a:cubicBezTo>
                  <a:cubicBezTo>
                    <a:pt x="261" y="6902"/>
                    <a:pt x="226" y="7110"/>
                    <a:pt x="420" y="7264"/>
                  </a:cubicBezTo>
                  <a:cubicBezTo>
                    <a:pt x="473" y="7307"/>
                    <a:pt x="517" y="7345"/>
                    <a:pt x="551" y="7377"/>
                  </a:cubicBezTo>
                  <a:cubicBezTo>
                    <a:pt x="407" y="7563"/>
                    <a:pt x="444" y="7768"/>
                    <a:pt x="520" y="7879"/>
                  </a:cubicBezTo>
                  <a:cubicBezTo>
                    <a:pt x="543" y="7912"/>
                    <a:pt x="578" y="7936"/>
                    <a:pt x="617" y="7944"/>
                  </a:cubicBezTo>
                  <a:cubicBezTo>
                    <a:pt x="647" y="7952"/>
                    <a:pt x="737" y="7978"/>
                    <a:pt x="803" y="8021"/>
                  </a:cubicBezTo>
                  <a:cubicBezTo>
                    <a:pt x="733" y="8142"/>
                    <a:pt x="619" y="8345"/>
                    <a:pt x="694" y="8661"/>
                  </a:cubicBezTo>
                  <a:cubicBezTo>
                    <a:pt x="792" y="9062"/>
                    <a:pt x="1098" y="9308"/>
                    <a:pt x="1603" y="9390"/>
                  </a:cubicBezTo>
                  <a:cubicBezTo>
                    <a:pt x="1655" y="9398"/>
                    <a:pt x="1714" y="9402"/>
                    <a:pt x="1781" y="9402"/>
                  </a:cubicBezTo>
                  <a:cubicBezTo>
                    <a:pt x="2006" y="9402"/>
                    <a:pt x="2313" y="9359"/>
                    <a:pt x="2655" y="9311"/>
                  </a:cubicBezTo>
                  <a:cubicBezTo>
                    <a:pt x="2731" y="9299"/>
                    <a:pt x="2810" y="9289"/>
                    <a:pt x="2888" y="9279"/>
                  </a:cubicBezTo>
                  <a:cubicBezTo>
                    <a:pt x="2945" y="9271"/>
                    <a:pt x="3001" y="9267"/>
                    <a:pt x="3054" y="9267"/>
                  </a:cubicBezTo>
                  <a:cubicBezTo>
                    <a:pt x="3713" y="9267"/>
                    <a:pt x="4045" y="9846"/>
                    <a:pt x="4303" y="10483"/>
                  </a:cubicBezTo>
                  <a:cubicBezTo>
                    <a:pt x="4393" y="10706"/>
                    <a:pt x="4613" y="10847"/>
                    <a:pt x="4846" y="10847"/>
                  </a:cubicBezTo>
                  <a:cubicBezTo>
                    <a:pt x="4894" y="10847"/>
                    <a:pt x="4943" y="10841"/>
                    <a:pt x="4992" y="10829"/>
                  </a:cubicBezTo>
                  <a:lnTo>
                    <a:pt x="5901" y="10594"/>
                  </a:lnTo>
                  <a:cubicBezTo>
                    <a:pt x="5986" y="10573"/>
                    <a:pt x="6038" y="10486"/>
                    <a:pt x="6015" y="10401"/>
                  </a:cubicBezTo>
                  <a:cubicBezTo>
                    <a:pt x="5997" y="10329"/>
                    <a:pt x="5932" y="10282"/>
                    <a:pt x="5862" y="10282"/>
                  </a:cubicBezTo>
                  <a:cubicBezTo>
                    <a:pt x="5849" y="10282"/>
                    <a:pt x="5835" y="10283"/>
                    <a:pt x="5822" y="10287"/>
                  </a:cubicBezTo>
                  <a:lnTo>
                    <a:pt x="4912" y="10521"/>
                  </a:lnTo>
                  <a:cubicBezTo>
                    <a:pt x="4889" y="10527"/>
                    <a:pt x="4867" y="10530"/>
                    <a:pt x="4845" y="10530"/>
                  </a:cubicBezTo>
                  <a:cubicBezTo>
                    <a:pt x="4739" y="10530"/>
                    <a:pt x="4639" y="10465"/>
                    <a:pt x="4598" y="10363"/>
                  </a:cubicBezTo>
                  <a:cubicBezTo>
                    <a:pt x="4421" y="9929"/>
                    <a:pt x="4023" y="8949"/>
                    <a:pt x="3054" y="8949"/>
                  </a:cubicBezTo>
                  <a:cubicBezTo>
                    <a:pt x="2987" y="8949"/>
                    <a:pt x="2918" y="8954"/>
                    <a:pt x="2845" y="8964"/>
                  </a:cubicBezTo>
                  <a:cubicBezTo>
                    <a:pt x="2767" y="8974"/>
                    <a:pt x="2688" y="8985"/>
                    <a:pt x="2611" y="8996"/>
                  </a:cubicBezTo>
                  <a:cubicBezTo>
                    <a:pt x="2301" y="9039"/>
                    <a:pt x="1982" y="9085"/>
                    <a:pt x="1777" y="9085"/>
                  </a:cubicBezTo>
                  <a:cubicBezTo>
                    <a:pt x="1729" y="9085"/>
                    <a:pt x="1688" y="9082"/>
                    <a:pt x="1654" y="9077"/>
                  </a:cubicBezTo>
                  <a:cubicBezTo>
                    <a:pt x="1278" y="9014"/>
                    <a:pt x="1070" y="8859"/>
                    <a:pt x="1003" y="8585"/>
                  </a:cubicBezTo>
                  <a:cubicBezTo>
                    <a:pt x="959" y="8411"/>
                    <a:pt x="1013" y="8284"/>
                    <a:pt x="1087" y="8165"/>
                  </a:cubicBezTo>
                  <a:cubicBezTo>
                    <a:pt x="1170" y="8016"/>
                    <a:pt x="1100" y="7841"/>
                    <a:pt x="989" y="7764"/>
                  </a:cubicBezTo>
                  <a:cubicBezTo>
                    <a:pt x="915" y="7712"/>
                    <a:pt x="832" y="7679"/>
                    <a:pt x="771" y="7658"/>
                  </a:cubicBezTo>
                  <a:cubicBezTo>
                    <a:pt x="769" y="7621"/>
                    <a:pt x="787" y="7570"/>
                    <a:pt x="867" y="7512"/>
                  </a:cubicBezTo>
                  <a:cubicBezTo>
                    <a:pt x="901" y="7487"/>
                    <a:pt x="925" y="7449"/>
                    <a:pt x="931" y="7406"/>
                  </a:cubicBezTo>
                  <a:cubicBezTo>
                    <a:pt x="938" y="7364"/>
                    <a:pt x="926" y="7321"/>
                    <a:pt x="900" y="7287"/>
                  </a:cubicBezTo>
                  <a:cubicBezTo>
                    <a:pt x="901" y="7277"/>
                    <a:pt x="755" y="7130"/>
                    <a:pt x="595" y="6993"/>
                  </a:cubicBezTo>
                  <a:cubicBezTo>
                    <a:pt x="727" y="6899"/>
                    <a:pt x="979" y="6688"/>
                    <a:pt x="946" y="6453"/>
                  </a:cubicBezTo>
                  <a:cubicBezTo>
                    <a:pt x="932" y="6355"/>
                    <a:pt x="865" y="6223"/>
                    <a:pt x="622" y="6148"/>
                  </a:cubicBezTo>
                  <a:cubicBezTo>
                    <a:pt x="356" y="6067"/>
                    <a:pt x="320" y="5963"/>
                    <a:pt x="319" y="5864"/>
                  </a:cubicBezTo>
                  <a:cubicBezTo>
                    <a:pt x="319" y="5763"/>
                    <a:pt x="379" y="5701"/>
                    <a:pt x="522" y="5590"/>
                  </a:cubicBezTo>
                  <a:cubicBezTo>
                    <a:pt x="749" y="5416"/>
                    <a:pt x="1008" y="5188"/>
                    <a:pt x="1210" y="4828"/>
                  </a:cubicBezTo>
                  <a:cubicBezTo>
                    <a:pt x="1279" y="4707"/>
                    <a:pt x="1286" y="4560"/>
                    <a:pt x="1232" y="4435"/>
                  </a:cubicBezTo>
                  <a:cubicBezTo>
                    <a:pt x="1200" y="4360"/>
                    <a:pt x="1155" y="4290"/>
                    <a:pt x="1113" y="4221"/>
                  </a:cubicBezTo>
                  <a:cubicBezTo>
                    <a:pt x="1046" y="4116"/>
                    <a:pt x="978" y="4009"/>
                    <a:pt x="995" y="3940"/>
                  </a:cubicBezTo>
                  <a:cubicBezTo>
                    <a:pt x="1003" y="3903"/>
                    <a:pt x="1027" y="3853"/>
                    <a:pt x="1054" y="3796"/>
                  </a:cubicBezTo>
                  <a:cubicBezTo>
                    <a:pt x="1119" y="3657"/>
                    <a:pt x="1209" y="3466"/>
                    <a:pt x="1228" y="3177"/>
                  </a:cubicBezTo>
                  <a:cubicBezTo>
                    <a:pt x="1356" y="1202"/>
                    <a:pt x="3167" y="318"/>
                    <a:pt x="4903" y="318"/>
                  </a:cubicBezTo>
                  <a:cubicBezTo>
                    <a:pt x="6071" y="318"/>
                    <a:pt x="7217" y="622"/>
                    <a:pt x="8045" y="1152"/>
                  </a:cubicBezTo>
                  <a:cubicBezTo>
                    <a:pt x="9045" y="1791"/>
                    <a:pt x="9573" y="2745"/>
                    <a:pt x="9573" y="3908"/>
                  </a:cubicBezTo>
                  <a:cubicBezTo>
                    <a:pt x="9573" y="5351"/>
                    <a:pt x="9384" y="5942"/>
                    <a:pt x="8128" y="7079"/>
                  </a:cubicBezTo>
                  <a:cubicBezTo>
                    <a:pt x="7766" y="7405"/>
                    <a:pt x="7809" y="8150"/>
                    <a:pt x="8255" y="9354"/>
                  </a:cubicBezTo>
                  <a:cubicBezTo>
                    <a:pt x="8282" y="9426"/>
                    <a:pt x="8277" y="9504"/>
                    <a:pt x="8241" y="9572"/>
                  </a:cubicBezTo>
                  <a:cubicBezTo>
                    <a:pt x="8206" y="9641"/>
                    <a:pt x="8146" y="9688"/>
                    <a:pt x="8071" y="9708"/>
                  </a:cubicBezTo>
                  <a:lnTo>
                    <a:pt x="6537" y="10103"/>
                  </a:lnTo>
                  <a:cubicBezTo>
                    <a:pt x="6452" y="10125"/>
                    <a:pt x="6402" y="10212"/>
                    <a:pt x="6423" y="10296"/>
                  </a:cubicBezTo>
                  <a:cubicBezTo>
                    <a:pt x="6442" y="10368"/>
                    <a:pt x="6507" y="10416"/>
                    <a:pt x="6578" y="10416"/>
                  </a:cubicBezTo>
                  <a:cubicBezTo>
                    <a:pt x="6591" y="10416"/>
                    <a:pt x="6604" y="10414"/>
                    <a:pt x="6617" y="10411"/>
                  </a:cubicBezTo>
                  <a:lnTo>
                    <a:pt x="8150" y="10015"/>
                  </a:lnTo>
                  <a:cubicBezTo>
                    <a:pt x="8310" y="9974"/>
                    <a:pt x="8446" y="9867"/>
                    <a:pt x="8523" y="9719"/>
                  </a:cubicBezTo>
                  <a:cubicBezTo>
                    <a:pt x="8600" y="9572"/>
                    <a:pt x="8611" y="9399"/>
                    <a:pt x="8553" y="9244"/>
                  </a:cubicBezTo>
                  <a:cubicBezTo>
                    <a:pt x="8179" y="8235"/>
                    <a:pt x="8101" y="7532"/>
                    <a:pt x="8340" y="7314"/>
                  </a:cubicBezTo>
                  <a:cubicBezTo>
                    <a:pt x="9667" y="6114"/>
                    <a:pt x="9891" y="5411"/>
                    <a:pt x="9891" y="3908"/>
                  </a:cubicBezTo>
                  <a:cubicBezTo>
                    <a:pt x="9891" y="2630"/>
                    <a:pt x="9311" y="1584"/>
                    <a:pt x="8215" y="884"/>
                  </a:cubicBezTo>
                  <a:cubicBezTo>
                    <a:pt x="7337" y="322"/>
                    <a:pt x="6130" y="0"/>
                    <a:pt x="49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2698;p68">
              <a:extLst>
                <a:ext uri="{FF2B5EF4-FFF2-40B4-BE49-F238E27FC236}">
                  <a16:creationId xmlns:a16="http://schemas.microsoft.com/office/drawing/2014/main" id="{43858A51-041A-FD26-F5C8-D204EE12BC7C}"/>
                </a:ext>
              </a:extLst>
            </p:cNvPr>
            <p:cNvSpPr/>
            <p:nvPr/>
          </p:nvSpPr>
          <p:spPr>
            <a:xfrm>
              <a:off x="6995845" y="1570473"/>
              <a:ext cx="237157" cy="167039"/>
            </a:xfrm>
            <a:custGeom>
              <a:avLst/>
              <a:gdLst/>
              <a:ahLst/>
              <a:cxnLst/>
              <a:rect l="l" t="t" r="r" b="b"/>
              <a:pathLst>
                <a:path w="6680" h="4705" extrusionOk="0">
                  <a:moveTo>
                    <a:pt x="3003" y="0"/>
                  </a:moveTo>
                  <a:cubicBezTo>
                    <a:pt x="2676" y="0"/>
                    <a:pt x="2355" y="118"/>
                    <a:pt x="2105" y="336"/>
                  </a:cubicBezTo>
                  <a:cubicBezTo>
                    <a:pt x="2034" y="299"/>
                    <a:pt x="1960" y="271"/>
                    <a:pt x="1883" y="252"/>
                  </a:cubicBezTo>
                  <a:cubicBezTo>
                    <a:pt x="1795" y="229"/>
                    <a:pt x="1705" y="218"/>
                    <a:pt x="1616" y="218"/>
                  </a:cubicBezTo>
                  <a:cubicBezTo>
                    <a:pt x="1428" y="218"/>
                    <a:pt x="1242" y="267"/>
                    <a:pt x="1076" y="364"/>
                  </a:cubicBezTo>
                  <a:cubicBezTo>
                    <a:pt x="862" y="488"/>
                    <a:pt x="700" y="677"/>
                    <a:pt x="612" y="904"/>
                  </a:cubicBezTo>
                  <a:cubicBezTo>
                    <a:pt x="422" y="937"/>
                    <a:pt x="243" y="1014"/>
                    <a:pt x="86" y="1128"/>
                  </a:cubicBezTo>
                  <a:cubicBezTo>
                    <a:pt x="16" y="1180"/>
                    <a:pt x="0" y="1279"/>
                    <a:pt x="52" y="1350"/>
                  </a:cubicBezTo>
                  <a:cubicBezTo>
                    <a:pt x="83" y="1393"/>
                    <a:pt x="131" y="1415"/>
                    <a:pt x="180" y="1415"/>
                  </a:cubicBezTo>
                  <a:cubicBezTo>
                    <a:pt x="213" y="1415"/>
                    <a:pt x="246" y="1405"/>
                    <a:pt x="274" y="1384"/>
                  </a:cubicBezTo>
                  <a:cubicBezTo>
                    <a:pt x="412" y="1283"/>
                    <a:pt x="575" y="1222"/>
                    <a:pt x="745" y="1208"/>
                  </a:cubicBezTo>
                  <a:cubicBezTo>
                    <a:pt x="810" y="1202"/>
                    <a:pt x="866" y="1156"/>
                    <a:pt x="884" y="1092"/>
                  </a:cubicBezTo>
                  <a:cubicBezTo>
                    <a:pt x="977" y="759"/>
                    <a:pt x="1286" y="537"/>
                    <a:pt x="1618" y="537"/>
                  </a:cubicBezTo>
                  <a:cubicBezTo>
                    <a:pt x="1680" y="537"/>
                    <a:pt x="1742" y="545"/>
                    <a:pt x="1804" y="561"/>
                  </a:cubicBezTo>
                  <a:cubicBezTo>
                    <a:pt x="1888" y="581"/>
                    <a:pt x="1967" y="617"/>
                    <a:pt x="2040" y="665"/>
                  </a:cubicBezTo>
                  <a:cubicBezTo>
                    <a:pt x="2067" y="683"/>
                    <a:pt x="2097" y="692"/>
                    <a:pt x="2127" y="692"/>
                  </a:cubicBezTo>
                  <a:cubicBezTo>
                    <a:pt x="2170" y="692"/>
                    <a:pt x="2211" y="675"/>
                    <a:pt x="2243" y="643"/>
                  </a:cubicBezTo>
                  <a:cubicBezTo>
                    <a:pt x="2443" y="433"/>
                    <a:pt x="2720" y="318"/>
                    <a:pt x="3003" y="318"/>
                  </a:cubicBezTo>
                  <a:cubicBezTo>
                    <a:pt x="3089" y="318"/>
                    <a:pt x="3176" y="329"/>
                    <a:pt x="3261" y="350"/>
                  </a:cubicBezTo>
                  <a:cubicBezTo>
                    <a:pt x="3560" y="427"/>
                    <a:pt x="3809" y="630"/>
                    <a:pt x="3945" y="907"/>
                  </a:cubicBezTo>
                  <a:cubicBezTo>
                    <a:pt x="3965" y="950"/>
                    <a:pt x="4003" y="981"/>
                    <a:pt x="4049" y="992"/>
                  </a:cubicBezTo>
                  <a:cubicBezTo>
                    <a:pt x="4061" y="995"/>
                    <a:pt x="4074" y="997"/>
                    <a:pt x="4086" y="997"/>
                  </a:cubicBezTo>
                  <a:cubicBezTo>
                    <a:pt x="4120" y="997"/>
                    <a:pt x="4153" y="986"/>
                    <a:pt x="4181" y="966"/>
                  </a:cubicBezTo>
                  <a:cubicBezTo>
                    <a:pt x="4331" y="857"/>
                    <a:pt x="4509" y="800"/>
                    <a:pt x="4691" y="800"/>
                  </a:cubicBezTo>
                  <a:cubicBezTo>
                    <a:pt x="4762" y="800"/>
                    <a:pt x="4834" y="808"/>
                    <a:pt x="4904" y="826"/>
                  </a:cubicBezTo>
                  <a:cubicBezTo>
                    <a:pt x="5239" y="912"/>
                    <a:pt x="5490" y="1188"/>
                    <a:pt x="5544" y="1529"/>
                  </a:cubicBezTo>
                  <a:cubicBezTo>
                    <a:pt x="5554" y="1592"/>
                    <a:pt x="5601" y="1643"/>
                    <a:pt x="5664" y="1659"/>
                  </a:cubicBezTo>
                  <a:lnTo>
                    <a:pt x="5671" y="1660"/>
                  </a:lnTo>
                  <a:cubicBezTo>
                    <a:pt x="5893" y="1717"/>
                    <a:pt x="6081" y="1858"/>
                    <a:pt x="6199" y="2056"/>
                  </a:cubicBezTo>
                  <a:cubicBezTo>
                    <a:pt x="6318" y="2255"/>
                    <a:pt x="6351" y="2487"/>
                    <a:pt x="6294" y="2711"/>
                  </a:cubicBezTo>
                  <a:cubicBezTo>
                    <a:pt x="6243" y="2910"/>
                    <a:pt x="6122" y="3085"/>
                    <a:pt x="5953" y="3204"/>
                  </a:cubicBezTo>
                  <a:cubicBezTo>
                    <a:pt x="5886" y="3250"/>
                    <a:pt x="5867" y="3339"/>
                    <a:pt x="5905" y="3411"/>
                  </a:cubicBezTo>
                  <a:cubicBezTo>
                    <a:pt x="6044" y="3663"/>
                    <a:pt x="6074" y="3954"/>
                    <a:pt x="5990" y="4231"/>
                  </a:cubicBezTo>
                  <a:cubicBezTo>
                    <a:pt x="5965" y="4313"/>
                    <a:pt x="5930" y="4391"/>
                    <a:pt x="5886" y="4464"/>
                  </a:cubicBezTo>
                  <a:cubicBezTo>
                    <a:pt x="5841" y="4539"/>
                    <a:pt x="5864" y="4636"/>
                    <a:pt x="5940" y="4682"/>
                  </a:cubicBezTo>
                  <a:cubicBezTo>
                    <a:pt x="5966" y="4698"/>
                    <a:pt x="5994" y="4705"/>
                    <a:pt x="6022" y="4705"/>
                  </a:cubicBezTo>
                  <a:cubicBezTo>
                    <a:pt x="6076" y="4705"/>
                    <a:pt x="6128" y="4678"/>
                    <a:pt x="6158" y="4628"/>
                  </a:cubicBezTo>
                  <a:cubicBezTo>
                    <a:pt x="6216" y="4533"/>
                    <a:pt x="6262" y="4430"/>
                    <a:pt x="6294" y="4323"/>
                  </a:cubicBezTo>
                  <a:cubicBezTo>
                    <a:pt x="6390" y="4008"/>
                    <a:pt x="6371" y="3677"/>
                    <a:pt x="6243" y="3379"/>
                  </a:cubicBezTo>
                  <a:cubicBezTo>
                    <a:pt x="6418" y="3223"/>
                    <a:pt x="6544" y="3018"/>
                    <a:pt x="6602" y="2789"/>
                  </a:cubicBezTo>
                  <a:cubicBezTo>
                    <a:pt x="6679" y="2483"/>
                    <a:pt x="6634" y="2166"/>
                    <a:pt x="6473" y="1894"/>
                  </a:cubicBezTo>
                  <a:cubicBezTo>
                    <a:pt x="6327" y="1649"/>
                    <a:pt x="6104" y="1468"/>
                    <a:pt x="5837" y="1378"/>
                  </a:cubicBezTo>
                  <a:cubicBezTo>
                    <a:pt x="5733" y="959"/>
                    <a:pt x="5407" y="627"/>
                    <a:pt x="4983" y="518"/>
                  </a:cubicBezTo>
                  <a:cubicBezTo>
                    <a:pt x="4886" y="494"/>
                    <a:pt x="4788" y="482"/>
                    <a:pt x="4691" y="482"/>
                  </a:cubicBezTo>
                  <a:cubicBezTo>
                    <a:pt x="4501" y="482"/>
                    <a:pt x="4313" y="527"/>
                    <a:pt x="4143" y="616"/>
                  </a:cubicBezTo>
                  <a:cubicBezTo>
                    <a:pt x="3958" y="333"/>
                    <a:pt x="3672" y="127"/>
                    <a:pt x="3340" y="42"/>
                  </a:cubicBezTo>
                  <a:cubicBezTo>
                    <a:pt x="3228" y="14"/>
                    <a:pt x="3115" y="0"/>
                    <a:pt x="30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2699;p68">
              <a:extLst>
                <a:ext uri="{FF2B5EF4-FFF2-40B4-BE49-F238E27FC236}">
                  <a16:creationId xmlns:a16="http://schemas.microsoft.com/office/drawing/2014/main" id="{45089D54-0F5E-A256-EBA8-FD7D2041333C}"/>
                </a:ext>
              </a:extLst>
            </p:cNvPr>
            <p:cNvSpPr/>
            <p:nvPr/>
          </p:nvSpPr>
          <p:spPr>
            <a:xfrm>
              <a:off x="6974685" y="1630934"/>
              <a:ext cx="222033" cy="127525"/>
            </a:xfrm>
            <a:custGeom>
              <a:avLst/>
              <a:gdLst/>
              <a:ahLst/>
              <a:cxnLst/>
              <a:rect l="l" t="t" r="r" b="b"/>
              <a:pathLst>
                <a:path w="6254" h="3592" extrusionOk="0">
                  <a:moveTo>
                    <a:pt x="368" y="0"/>
                  </a:moveTo>
                  <a:cubicBezTo>
                    <a:pt x="297" y="0"/>
                    <a:pt x="232" y="48"/>
                    <a:pt x="214" y="120"/>
                  </a:cubicBezTo>
                  <a:cubicBezTo>
                    <a:pt x="153" y="356"/>
                    <a:pt x="163" y="599"/>
                    <a:pt x="242" y="827"/>
                  </a:cubicBezTo>
                  <a:cubicBezTo>
                    <a:pt x="144" y="960"/>
                    <a:pt x="78" y="1116"/>
                    <a:pt x="49" y="1281"/>
                  </a:cubicBezTo>
                  <a:cubicBezTo>
                    <a:pt x="0" y="1548"/>
                    <a:pt x="53" y="1824"/>
                    <a:pt x="198" y="2057"/>
                  </a:cubicBezTo>
                  <a:cubicBezTo>
                    <a:pt x="342" y="2291"/>
                    <a:pt x="566" y="2462"/>
                    <a:pt x="827" y="2537"/>
                  </a:cubicBezTo>
                  <a:cubicBezTo>
                    <a:pt x="930" y="2567"/>
                    <a:pt x="1034" y="2582"/>
                    <a:pt x="1138" y="2582"/>
                  </a:cubicBezTo>
                  <a:cubicBezTo>
                    <a:pt x="1358" y="2582"/>
                    <a:pt x="1574" y="2516"/>
                    <a:pt x="1761" y="2389"/>
                  </a:cubicBezTo>
                  <a:cubicBezTo>
                    <a:pt x="1812" y="2354"/>
                    <a:pt x="1870" y="2337"/>
                    <a:pt x="1927" y="2337"/>
                  </a:cubicBezTo>
                  <a:cubicBezTo>
                    <a:pt x="1998" y="2337"/>
                    <a:pt x="2067" y="2363"/>
                    <a:pt x="2118" y="2414"/>
                  </a:cubicBezTo>
                  <a:cubicBezTo>
                    <a:pt x="2360" y="2651"/>
                    <a:pt x="2662" y="2822"/>
                    <a:pt x="2991" y="2905"/>
                  </a:cubicBezTo>
                  <a:cubicBezTo>
                    <a:pt x="3012" y="2911"/>
                    <a:pt x="3035" y="2916"/>
                    <a:pt x="3057" y="2921"/>
                  </a:cubicBezTo>
                  <a:cubicBezTo>
                    <a:pt x="3218" y="3138"/>
                    <a:pt x="3448" y="3291"/>
                    <a:pt x="3712" y="3359"/>
                  </a:cubicBezTo>
                  <a:cubicBezTo>
                    <a:pt x="3807" y="3383"/>
                    <a:pt x="3905" y="3395"/>
                    <a:pt x="4002" y="3395"/>
                  </a:cubicBezTo>
                  <a:cubicBezTo>
                    <a:pt x="4223" y="3395"/>
                    <a:pt x="4442" y="3333"/>
                    <a:pt x="4630" y="3216"/>
                  </a:cubicBezTo>
                  <a:cubicBezTo>
                    <a:pt x="4821" y="3397"/>
                    <a:pt x="5057" y="3517"/>
                    <a:pt x="5321" y="3568"/>
                  </a:cubicBezTo>
                  <a:cubicBezTo>
                    <a:pt x="5406" y="3585"/>
                    <a:pt x="5491" y="3592"/>
                    <a:pt x="5576" y="3592"/>
                  </a:cubicBezTo>
                  <a:cubicBezTo>
                    <a:pt x="5768" y="3592"/>
                    <a:pt x="5959" y="3551"/>
                    <a:pt x="6137" y="3472"/>
                  </a:cubicBezTo>
                  <a:cubicBezTo>
                    <a:pt x="6217" y="3435"/>
                    <a:pt x="6253" y="3341"/>
                    <a:pt x="6217" y="3261"/>
                  </a:cubicBezTo>
                  <a:cubicBezTo>
                    <a:pt x="6190" y="3202"/>
                    <a:pt x="6132" y="3167"/>
                    <a:pt x="6071" y="3167"/>
                  </a:cubicBezTo>
                  <a:cubicBezTo>
                    <a:pt x="6049" y="3167"/>
                    <a:pt x="6027" y="3172"/>
                    <a:pt x="6006" y="3181"/>
                  </a:cubicBezTo>
                  <a:cubicBezTo>
                    <a:pt x="5869" y="3243"/>
                    <a:pt x="5723" y="3275"/>
                    <a:pt x="5576" y="3275"/>
                  </a:cubicBezTo>
                  <a:cubicBezTo>
                    <a:pt x="5510" y="3275"/>
                    <a:pt x="5445" y="3268"/>
                    <a:pt x="5380" y="3256"/>
                  </a:cubicBezTo>
                  <a:cubicBezTo>
                    <a:pt x="5140" y="3210"/>
                    <a:pt x="4929" y="3088"/>
                    <a:pt x="4771" y="2903"/>
                  </a:cubicBezTo>
                  <a:cubicBezTo>
                    <a:pt x="4740" y="2866"/>
                    <a:pt x="4695" y="2847"/>
                    <a:pt x="4651" y="2847"/>
                  </a:cubicBezTo>
                  <a:cubicBezTo>
                    <a:pt x="4615" y="2847"/>
                    <a:pt x="4580" y="2859"/>
                    <a:pt x="4551" y="2883"/>
                  </a:cubicBezTo>
                  <a:cubicBezTo>
                    <a:pt x="4393" y="3011"/>
                    <a:pt x="4202" y="3078"/>
                    <a:pt x="4007" y="3078"/>
                  </a:cubicBezTo>
                  <a:cubicBezTo>
                    <a:pt x="3935" y="3078"/>
                    <a:pt x="3862" y="3069"/>
                    <a:pt x="3791" y="3051"/>
                  </a:cubicBezTo>
                  <a:cubicBezTo>
                    <a:pt x="3581" y="2998"/>
                    <a:pt x="3402" y="2869"/>
                    <a:pt x="3283" y="2690"/>
                  </a:cubicBezTo>
                  <a:cubicBezTo>
                    <a:pt x="3259" y="2655"/>
                    <a:pt x="3221" y="2630"/>
                    <a:pt x="3179" y="2621"/>
                  </a:cubicBezTo>
                  <a:cubicBezTo>
                    <a:pt x="3142" y="2615"/>
                    <a:pt x="3105" y="2607"/>
                    <a:pt x="3070" y="2598"/>
                  </a:cubicBezTo>
                  <a:cubicBezTo>
                    <a:pt x="2794" y="2527"/>
                    <a:pt x="2542" y="2386"/>
                    <a:pt x="2341" y="2188"/>
                  </a:cubicBezTo>
                  <a:cubicBezTo>
                    <a:pt x="2228" y="2077"/>
                    <a:pt x="2079" y="2020"/>
                    <a:pt x="1927" y="2020"/>
                  </a:cubicBezTo>
                  <a:cubicBezTo>
                    <a:pt x="1807" y="2020"/>
                    <a:pt x="1687" y="2055"/>
                    <a:pt x="1581" y="2127"/>
                  </a:cubicBezTo>
                  <a:cubicBezTo>
                    <a:pt x="1449" y="2217"/>
                    <a:pt x="1294" y="2264"/>
                    <a:pt x="1137" y="2264"/>
                  </a:cubicBezTo>
                  <a:cubicBezTo>
                    <a:pt x="1063" y="2264"/>
                    <a:pt x="989" y="2254"/>
                    <a:pt x="917" y="2233"/>
                  </a:cubicBezTo>
                  <a:cubicBezTo>
                    <a:pt x="535" y="2121"/>
                    <a:pt x="290" y="1728"/>
                    <a:pt x="361" y="1337"/>
                  </a:cubicBezTo>
                  <a:cubicBezTo>
                    <a:pt x="387" y="1197"/>
                    <a:pt x="449" y="1065"/>
                    <a:pt x="542" y="958"/>
                  </a:cubicBezTo>
                  <a:cubicBezTo>
                    <a:pt x="582" y="913"/>
                    <a:pt x="592" y="847"/>
                    <a:pt x="568" y="791"/>
                  </a:cubicBezTo>
                  <a:cubicBezTo>
                    <a:pt x="487" y="603"/>
                    <a:pt x="471" y="397"/>
                    <a:pt x="522" y="198"/>
                  </a:cubicBezTo>
                  <a:cubicBezTo>
                    <a:pt x="543" y="113"/>
                    <a:pt x="493" y="26"/>
                    <a:pt x="407" y="6"/>
                  </a:cubicBezTo>
                  <a:cubicBezTo>
                    <a:pt x="394" y="2"/>
                    <a:pt x="381" y="0"/>
                    <a:pt x="3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2700;p68">
              <a:extLst>
                <a:ext uri="{FF2B5EF4-FFF2-40B4-BE49-F238E27FC236}">
                  <a16:creationId xmlns:a16="http://schemas.microsoft.com/office/drawing/2014/main" id="{4161FFA3-E7C4-30BB-B422-544BBD309DE2}"/>
                </a:ext>
              </a:extLst>
            </p:cNvPr>
            <p:cNvSpPr/>
            <p:nvPr/>
          </p:nvSpPr>
          <p:spPr>
            <a:xfrm>
              <a:off x="7005360" y="1635443"/>
              <a:ext cx="59964" cy="57905"/>
            </a:xfrm>
            <a:custGeom>
              <a:avLst/>
              <a:gdLst/>
              <a:ahLst/>
              <a:cxnLst/>
              <a:rect l="l" t="t" r="r" b="b"/>
              <a:pathLst>
                <a:path w="1689" h="1631" extrusionOk="0">
                  <a:moveTo>
                    <a:pt x="672" y="750"/>
                  </a:moveTo>
                  <a:lnTo>
                    <a:pt x="911" y="997"/>
                  </a:lnTo>
                  <a:lnTo>
                    <a:pt x="466" y="1189"/>
                  </a:lnTo>
                  <a:lnTo>
                    <a:pt x="672" y="750"/>
                  </a:lnTo>
                  <a:close/>
                  <a:moveTo>
                    <a:pt x="774" y="0"/>
                  </a:moveTo>
                  <a:cubicBezTo>
                    <a:pt x="715" y="0"/>
                    <a:pt x="658" y="33"/>
                    <a:pt x="631" y="91"/>
                  </a:cubicBezTo>
                  <a:lnTo>
                    <a:pt x="34" y="1362"/>
                  </a:lnTo>
                  <a:lnTo>
                    <a:pt x="32" y="1366"/>
                  </a:lnTo>
                  <a:cubicBezTo>
                    <a:pt x="1" y="1438"/>
                    <a:pt x="15" y="1519"/>
                    <a:pt x="69" y="1574"/>
                  </a:cubicBezTo>
                  <a:cubicBezTo>
                    <a:pt x="105" y="1611"/>
                    <a:pt x="155" y="1631"/>
                    <a:pt x="205" y="1631"/>
                  </a:cubicBezTo>
                  <a:cubicBezTo>
                    <a:pt x="229" y="1631"/>
                    <a:pt x="253" y="1627"/>
                    <a:pt x="275" y="1617"/>
                  </a:cubicBezTo>
                  <a:cubicBezTo>
                    <a:pt x="277" y="1617"/>
                    <a:pt x="278" y="1616"/>
                    <a:pt x="279" y="1616"/>
                  </a:cubicBezTo>
                  <a:lnTo>
                    <a:pt x="1570" y="1059"/>
                  </a:lnTo>
                  <a:cubicBezTo>
                    <a:pt x="1651" y="1025"/>
                    <a:pt x="1689" y="931"/>
                    <a:pt x="1653" y="851"/>
                  </a:cubicBezTo>
                  <a:cubicBezTo>
                    <a:pt x="1628" y="791"/>
                    <a:pt x="1569" y="755"/>
                    <a:pt x="1508" y="755"/>
                  </a:cubicBezTo>
                  <a:cubicBezTo>
                    <a:pt x="1487" y="755"/>
                    <a:pt x="1465" y="759"/>
                    <a:pt x="1445" y="768"/>
                  </a:cubicBezTo>
                  <a:lnTo>
                    <a:pt x="1224" y="862"/>
                  </a:lnTo>
                  <a:lnTo>
                    <a:pt x="817" y="444"/>
                  </a:lnTo>
                  <a:lnTo>
                    <a:pt x="918" y="226"/>
                  </a:lnTo>
                  <a:cubicBezTo>
                    <a:pt x="956" y="147"/>
                    <a:pt x="921" y="53"/>
                    <a:pt x="842" y="15"/>
                  </a:cubicBezTo>
                  <a:cubicBezTo>
                    <a:pt x="820" y="5"/>
                    <a:pt x="797" y="0"/>
                    <a:pt x="7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2701;p68">
              <a:extLst>
                <a:ext uri="{FF2B5EF4-FFF2-40B4-BE49-F238E27FC236}">
                  <a16:creationId xmlns:a16="http://schemas.microsoft.com/office/drawing/2014/main" id="{63A5FDD5-8523-4DA7-F488-75BF512EDD3D}"/>
                </a:ext>
              </a:extLst>
            </p:cNvPr>
            <p:cNvSpPr/>
            <p:nvPr/>
          </p:nvSpPr>
          <p:spPr>
            <a:xfrm>
              <a:off x="7143180" y="1665904"/>
              <a:ext cx="52579" cy="65786"/>
            </a:xfrm>
            <a:custGeom>
              <a:avLst/>
              <a:gdLst/>
              <a:ahLst/>
              <a:cxnLst/>
              <a:rect l="l" t="t" r="r" b="b"/>
              <a:pathLst>
                <a:path w="1481" h="1853" extrusionOk="0">
                  <a:moveTo>
                    <a:pt x="811" y="368"/>
                  </a:moveTo>
                  <a:lnTo>
                    <a:pt x="1047" y="470"/>
                  </a:lnTo>
                  <a:cubicBezTo>
                    <a:pt x="1088" y="488"/>
                    <a:pt x="1120" y="521"/>
                    <a:pt x="1137" y="563"/>
                  </a:cubicBezTo>
                  <a:cubicBezTo>
                    <a:pt x="1154" y="605"/>
                    <a:pt x="1152" y="651"/>
                    <a:pt x="1135" y="693"/>
                  </a:cubicBezTo>
                  <a:cubicBezTo>
                    <a:pt x="1108" y="757"/>
                    <a:pt x="1045" y="795"/>
                    <a:pt x="980" y="795"/>
                  </a:cubicBezTo>
                  <a:cubicBezTo>
                    <a:pt x="957" y="795"/>
                    <a:pt x="934" y="791"/>
                    <a:pt x="912" y="781"/>
                  </a:cubicBezTo>
                  <a:cubicBezTo>
                    <a:pt x="884" y="769"/>
                    <a:pt x="831" y="746"/>
                    <a:pt x="773" y="722"/>
                  </a:cubicBezTo>
                  <a:lnTo>
                    <a:pt x="678" y="680"/>
                  </a:lnTo>
                  <a:lnTo>
                    <a:pt x="811" y="368"/>
                  </a:lnTo>
                  <a:close/>
                  <a:moveTo>
                    <a:pt x="551" y="973"/>
                  </a:moveTo>
                  <a:cubicBezTo>
                    <a:pt x="582" y="985"/>
                    <a:pt x="614" y="1000"/>
                    <a:pt x="647" y="1013"/>
                  </a:cubicBezTo>
                  <a:lnTo>
                    <a:pt x="853" y="1102"/>
                  </a:lnTo>
                  <a:cubicBezTo>
                    <a:pt x="967" y="1151"/>
                    <a:pt x="1020" y="1284"/>
                    <a:pt x="971" y="1398"/>
                  </a:cubicBezTo>
                  <a:cubicBezTo>
                    <a:pt x="934" y="1483"/>
                    <a:pt x="850" y="1534"/>
                    <a:pt x="763" y="1534"/>
                  </a:cubicBezTo>
                  <a:cubicBezTo>
                    <a:pt x="733" y="1534"/>
                    <a:pt x="703" y="1528"/>
                    <a:pt x="675" y="1516"/>
                  </a:cubicBezTo>
                  <a:cubicBezTo>
                    <a:pt x="620" y="1492"/>
                    <a:pt x="482" y="1433"/>
                    <a:pt x="373" y="1387"/>
                  </a:cubicBezTo>
                  <a:lnTo>
                    <a:pt x="551" y="973"/>
                  </a:lnTo>
                  <a:close/>
                  <a:moveTo>
                    <a:pt x="729" y="1"/>
                  </a:moveTo>
                  <a:cubicBezTo>
                    <a:pt x="667" y="1"/>
                    <a:pt x="609" y="36"/>
                    <a:pt x="582" y="97"/>
                  </a:cubicBezTo>
                  <a:lnTo>
                    <a:pt x="323" y="700"/>
                  </a:lnTo>
                  <a:lnTo>
                    <a:pt x="18" y="1407"/>
                  </a:lnTo>
                  <a:cubicBezTo>
                    <a:pt x="2" y="1447"/>
                    <a:pt x="1" y="1490"/>
                    <a:pt x="16" y="1530"/>
                  </a:cubicBezTo>
                  <a:cubicBezTo>
                    <a:pt x="32" y="1569"/>
                    <a:pt x="63" y="1600"/>
                    <a:pt x="102" y="1617"/>
                  </a:cubicBezTo>
                  <a:cubicBezTo>
                    <a:pt x="102" y="1617"/>
                    <a:pt x="453" y="1766"/>
                    <a:pt x="549" y="1807"/>
                  </a:cubicBezTo>
                  <a:cubicBezTo>
                    <a:pt x="619" y="1838"/>
                    <a:pt x="691" y="1852"/>
                    <a:pt x="763" y="1852"/>
                  </a:cubicBezTo>
                  <a:cubicBezTo>
                    <a:pt x="973" y="1852"/>
                    <a:pt x="1174" y="1729"/>
                    <a:pt x="1262" y="1523"/>
                  </a:cubicBezTo>
                  <a:cubicBezTo>
                    <a:pt x="1333" y="1362"/>
                    <a:pt x="1316" y="1183"/>
                    <a:pt x="1235" y="1040"/>
                  </a:cubicBezTo>
                  <a:cubicBezTo>
                    <a:pt x="1317" y="989"/>
                    <a:pt x="1386" y="914"/>
                    <a:pt x="1427" y="818"/>
                  </a:cubicBezTo>
                  <a:cubicBezTo>
                    <a:pt x="1478" y="699"/>
                    <a:pt x="1480" y="566"/>
                    <a:pt x="1432" y="445"/>
                  </a:cubicBezTo>
                  <a:cubicBezTo>
                    <a:pt x="1384" y="325"/>
                    <a:pt x="1291" y="229"/>
                    <a:pt x="1172" y="178"/>
                  </a:cubicBezTo>
                  <a:lnTo>
                    <a:pt x="792" y="14"/>
                  </a:lnTo>
                  <a:cubicBezTo>
                    <a:pt x="771" y="5"/>
                    <a:pt x="750" y="1"/>
                    <a:pt x="7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2702;p68">
              <a:extLst>
                <a:ext uri="{FF2B5EF4-FFF2-40B4-BE49-F238E27FC236}">
                  <a16:creationId xmlns:a16="http://schemas.microsoft.com/office/drawing/2014/main" id="{56AC12A9-E387-0E8B-3BC0-3BC11D6A9FF4}"/>
                </a:ext>
              </a:extLst>
            </p:cNvPr>
            <p:cNvSpPr/>
            <p:nvPr/>
          </p:nvSpPr>
          <p:spPr>
            <a:xfrm>
              <a:off x="7053927" y="1597988"/>
              <a:ext cx="63762" cy="54461"/>
            </a:xfrm>
            <a:custGeom>
              <a:avLst/>
              <a:gdLst/>
              <a:ahLst/>
              <a:cxnLst/>
              <a:rect l="l" t="t" r="r" b="b"/>
              <a:pathLst>
                <a:path w="1796" h="1534" extrusionOk="0">
                  <a:moveTo>
                    <a:pt x="1222" y="0"/>
                  </a:moveTo>
                  <a:cubicBezTo>
                    <a:pt x="1163" y="0"/>
                    <a:pt x="1106" y="34"/>
                    <a:pt x="1079" y="91"/>
                  </a:cubicBezTo>
                  <a:cubicBezTo>
                    <a:pt x="1040" y="169"/>
                    <a:pt x="1074" y="265"/>
                    <a:pt x="1153" y="302"/>
                  </a:cubicBezTo>
                  <a:cubicBezTo>
                    <a:pt x="1368" y="395"/>
                    <a:pt x="1443" y="741"/>
                    <a:pt x="1304" y="962"/>
                  </a:cubicBezTo>
                  <a:cubicBezTo>
                    <a:pt x="1232" y="1081"/>
                    <a:pt x="1119" y="1166"/>
                    <a:pt x="984" y="1200"/>
                  </a:cubicBezTo>
                  <a:cubicBezTo>
                    <a:pt x="941" y="1211"/>
                    <a:pt x="897" y="1216"/>
                    <a:pt x="855" y="1216"/>
                  </a:cubicBezTo>
                  <a:cubicBezTo>
                    <a:pt x="622" y="1216"/>
                    <a:pt x="410" y="1059"/>
                    <a:pt x="350" y="825"/>
                  </a:cubicBezTo>
                  <a:cubicBezTo>
                    <a:pt x="324" y="723"/>
                    <a:pt x="329" y="617"/>
                    <a:pt x="364" y="520"/>
                  </a:cubicBezTo>
                  <a:cubicBezTo>
                    <a:pt x="393" y="438"/>
                    <a:pt x="351" y="347"/>
                    <a:pt x="268" y="317"/>
                  </a:cubicBezTo>
                  <a:cubicBezTo>
                    <a:pt x="250" y="310"/>
                    <a:pt x="232" y="307"/>
                    <a:pt x="215" y="307"/>
                  </a:cubicBezTo>
                  <a:cubicBezTo>
                    <a:pt x="149" y="307"/>
                    <a:pt x="88" y="348"/>
                    <a:pt x="65" y="413"/>
                  </a:cubicBezTo>
                  <a:cubicBezTo>
                    <a:pt x="9" y="571"/>
                    <a:pt x="0" y="740"/>
                    <a:pt x="42" y="902"/>
                  </a:cubicBezTo>
                  <a:cubicBezTo>
                    <a:pt x="142" y="1279"/>
                    <a:pt x="479" y="1533"/>
                    <a:pt x="856" y="1533"/>
                  </a:cubicBezTo>
                  <a:cubicBezTo>
                    <a:pt x="924" y="1533"/>
                    <a:pt x="994" y="1525"/>
                    <a:pt x="1063" y="1508"/>
                  </a:cubicBezTo>
                  <a:cubicBezTo>
                    <a:pt x="1280" y="1453"/>
                    <a:pt x="1462" y="1316"/>
                    <a:pt x="1577" y="1123"/>
                  </a:cubicBezTo>
                  <a:cubicBezTo>
                    <a:pt x="1795" y="770"/>
                    <a:pt x="1704" y="207"/>
                    <a:pt x="1291" y="16"/>
                  </a:cubicBezTo>
                  <a:cubicBezTo>
                    <a:pt x="1269" y="5"/>
                    <a:pt x="1245" y="0"/>
                    <a:pt x="12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2703;p68">
              <a:extLst>
                <a:ext uri="{FF2B5EF4-FFF2-40B4-BE49-F238E27FC236}">
                  <a16:creationId xmlns:a16="http://schemas.microsoft.com/office/drawing/2014/main" id="{36926B49-02DE-03D3-A0E2-95CE3F01E847}"/>
                </a:ext>
              </a:extLst>
            </p:cNvPr>
            <p:cNvSpPr/>
            <p:nvPr/>
          </p:nvSpPr>
          <p:spPr>
            <a:xfrm>
              <a:off x="7072104" y="1654685"/>
              <a:ext cx="66390" cy="55632"/>
            </a:xfrm>
            <a:custGeom>
              <a:avLst/>
              <a:gdLst/>
              <a:ahLst/>
              <a:cxnLst/>
              <a:rect l="l" t="t" r="r" b="b"/>
              <a:pathLst>
                <a:path w="1870" h="1567" extrusionOk="0">
                  <a:moveTo>
                    <a:pt x="1277" y="375"/>
                  </a:moveTo>
                  <a:lnTo>
                    <a:pt x="1386" y="569"/>
                  </a:lnTo>
                  <a:cubicBezTo>
                    <a:pt x="1526" y="817"/>
                    <a:pt x="1343" y="1036"/>
                    <a:pt x="1126" y="1158"/>
                  </a:cubicBezTo>
                  <a:cubicBezTo>
                    <a:pt x="1026" y="1215"/>
                    <a:pt x="912" y="1251"/>
                    <a:pt x="805" y="1251"/>
                  </a:cubicBezTo>
                  <a:cubicBezTo>
                    <a:pt x="681" y="1251"/>
                    <a:pt x="567" y="1202"/>
                    <a:pt x="495" y="1081"/>
                  </a:cubicBezTo>
                  <a:cubicBezTo>
                    <a:pt x="469" y="1036"/>
                    <a:pt x="422" y="954"/>
                    <a:pt x="381" y="882"/>
                  </a:cubicBezTo>
                  <a:cubicBezTo>
                    <a:pt x="520" y="804"/>
                    <a:pt x="727" y="686"/>
                    <a:pt x="830" y="628"/>
                  </a:cubicBezTo>
                  <a:cubicBezTo>
                    <a:pt x="916" y="580"/>
                    <a:pt x="1133" y="457"/>
                    <a:pt x="1277" y="375"/>
                  </a:cubicBezTo>
                  <a:close/>
                  <a:moveTo>
                    <a:pt x="1337" y="0"/>
                  </a:moveTo>
                  <a:cubicBezTo>
                    <a:pt x="1310" y="0"/>
                    <a:pt x="1283" y="7"/>
                    <a:pt x="1259" y="21"/>
                  </a:cubicBezTo>
                  <a:cubicBezTo>
                    <a:pt x="1259" y="21"/>
                    <a:pt x="808" y="276"/>
                    <a:pt x="674" y="352"/>
                  </a:cubicBezTo>
                  <a:cubicBezTo>
                    <a:pt x="511" y="444"/>
                    <a:pt x="85" y="684"/>
                    <a:pt x="85" y="684"/>
                  </a:cubicBezTo>
                  <a:cubicBezTo>
                    <a:pt x="49" y="706"/>
                    <a:pt x="22" y="740"/>
                    <a:pt x="11" y="781"/>
                  </a:cubicBezTo>
                  <a:cubicBezTo>
                    <a:pt x="0" y="821"/>
                    <a:pt x="6" y="865"/>
                    <a:pt x="26" y="901"/>
                  </a:cubicBezTo>
                  <a:cubicBezTo>
                    <a:pt x="32" y="911"/>
                    <a:pt x="166" y="1148"/>
                    <a:pt x="221" y="1242"/>
                  </a:cubicBezTo>
                  <a:cubicBezTo>
                    <a:pt x="346" y="1455"/>
                    <a:pt x="565" y="1567"/>
                    <a:pt x="810" y="1567"/>
                  </a:cubicBezTo>
                  <a:cubicBezTo>
                    <a:pt x="962" y="1567"/>
                    <a:pt x="1124" y="1524"/>
                    <a:pt x="1283" y="1435"/>
                  </a:cubicBezTo>
                  <a:cubicBezTo>
                    <a:pt x="1716" y="1190"/>
                    <a:pt x="1870" y="780"/>
                    <a:pt x="1664" y="414"/>
                  </a:cubicBezTo>
                  <a:lnTo>
                    <a:pt x="1476" y="81"/>
                  </a:lnTo>
                  <a:cubicBezTo>
                    <a:pt x="1455" y="44"/>
                    <a:pt x="1421" y="18"/>
                    <a:pt x="1379" y="6"/>
                  </a:cubicBezTo>
                  <a:cubicBezTo>
                    <a:pt x="1365" y="2"/>
                    <a:pt x="1351" y="0"/>
                    <a:pt x="13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2704;p68">
              <a:extLst>
                <a:ext uri="{FF2B5EF4-FFF2-40B4-BE49-F238E27FC236}">
                  <a16:creationId xmlns:a16="http://schemas.microsoft.com/office/drawing/2014/main" id="{A875912D-E132-0ADA-630F-40434AD71B6C}"/>
                </a:ext>
              </a:extLst>
            </p:cNvPr>
            <p:cNvSpPr/>
            <p:nvPr/>
          </p:nvSpPr>
          <p:spPr>
            <a:xfrm>
              <a:off x="7132316" y="1610307"/>
              <a:ext cx="50982" cy="52686"/>
            </a:xfrm>
            <a:custGeom>
              <a:avLst/>
              <a:gdLst/>
              <a:ahLst/>
              <a:cxnLst/>
              <a:rect l="l" t="t" r="r" b="b"/>
              <a:pathLst>
                <a:path w="1436" h="1484" extrusionOk="0">
                  <a:moveTo>
                    <a:pt x="893" y="0"/>
                  </a:moveTo>
                  <a:cubicBezTo>
                    <a:pt x="847" y="0"/>
                    <a:pt x="802" y="20"/>
                    <a:pt x="770" y="58"/>
                  </a:cubicBezTo>
                  <a:lnTo>
                    <a:pt x="57" y="922"/>
                  </a:lnTo>
                  <a:cubicBezTo>
                    <a:pt x="1" y="990"/>
                    <a:pt x="11" y="1090"/>
                    <a:pt x="78" y="1146"/>
                  </a:cubicBezTo>
                  <a:lnTo>
                    <a:pt x="442" y="1447"/>
                  </a:lnTo>
                  <a:cubicBezTo>
                    <a:pt x="472" y="1471"/>
                    <a:pt x="508" y="1483"/>
                    <a:pt x="544" y="1483"/>
                  </a:cubicBezTo>
                  <a:cubicBezTo>
                    <a:pt x="590" y="1483"/>
                    <a:pt x="635" y="1464"/>
                    <a:pt x="666" y="1425"/>
                  </a:cubicBezTo>
                  <a:cubicBezTo>
                    <a:pt x="722" y="1358"/>
                    <a:pt x="712" y="1257"/>
                    <a:pt x="645" y="1201"/>
                  </a:cubicBezTo>
                  <a:lnTo>
                    <a:pt x="403" y="1002"/>
                  </a:lnTo>
                  <a:lnTo>
                    <a:pt x="557" y="815"/>
                  </a:lnTo>
                  <a:lnTo>
                    <a:pt x="772" y="992"/>
                  </a:lnTo>
                  <a:cubicBezTo>
                    <a:pt x="802" y="1017"/>
                    <a:pt x="837" y="1028"/>
                    <a:pt x="874" y="1028"/>
                  </a:cubicBezTo>
                  <a:cubicBezTo>
                    <a:pt x="919" y="1028"/>
                    <a:pt x="965" y="1008"/>
                    <a:pt x="996" y="971"/>
                  </a:cubicBezTo>
                  <a:cubicBezTo>
                    <a:pt x="1052" y="903"/>
                    <a:pt x="1043" y="803"/>
                    <a:pt x="974" y="747"/>
                  </a:cubicBezTo>
                  <a:lnTo>
                    <a:pt x="760" y="570"/>
                  </a:lnTo>
                  <a:lnTo>
                    <a:pt x="914" y="382"/>
                  </a:lnTo>
                  <a:lnTo>
                    <a:pt x="1156" y="582"/>
                  </a:lnTo>
                  <a:cubicBezTo>
                    <a:pt x="1185" y="607"/>
                    <a:pt x="1221" y="619"/>
                    <a:pt x="1256" y="619"/>
                  </a:cubicBezTo>
                  <a:cubicBezTo>
                    <a:pt x="1302" y="619"/>
                    <a:pt x="1348" y="599"/>
                    <a:pt x="1380" y="561"/>
                  </a:cubicBezTo>
                  <a:cubicBezTo>
                    <a:pt x="1436" y="493"/>
                    <a:pt x="1426" y="393"/>
                    <a:pt x="1358" y="337"/>
                  </a:cubicBezTo>
                  <a:lnTo>
                    <a:pt x="994" y="36"/>
                  </a:lnTo>
                  <a:cubicBezTo>
                    <a:pt x="965" y="12"/>
                    <a:pt x="929" y="0"/>
                    <a:pt x="8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0" name="Google Shape;2708;p68">
            <a:extLst>
              <a:ext uri="{FF2B5EF4-FFF2-40B4-BE49-F238E27FC236}">
                <a16:creationId xmlns:a16="http://schemas.microsoft.com/office/drawing/2014/main" id="{C7C493BD-8018-1A3E-B31D-F7774F132CEF}"/>
              </a:ext>
            </a:extLst>
          </p:cNvPr>
          <p:cNvGrpSpPr/>
          <p:nvPr/>
        </p:nvGrpSpPr>
        <p:grpSpPr>
          <a:xfrm>
            <a:off x="3482123" y="2490780"/>
            <a:ext cx="383465" cy="414651"/>
            <a:chOff x="1758694" y="2518568"/>
            <a:chExt cx="352256" cy="385167"/>
          </a:xfrm>
        </p:grpSpPr>
        <p:sp>
          <p:nvSpPr>
            <p:cNvPr id="1971" name="Google Shape;2709;p68">
              <a:extLst>
                <a:ext uri="{FF2B5EF4-FFF2-40B4-BE49-F238E27FC236}">
                  <a16:creationId xmlns:a16="http://schemas.microsoft.com/office/drawing/2014/main" id="{9B571C12-D24C-30B7-F09D-FA9129EA82F4}"/>
                </a:ext>
              </a:extLst>
            </p:cNvPr>
            <p:cNvSpPr/>
            <p:nvPr/>
          </p:nvSpPr>
          <p:spPr>
            <a:xfrm>
              <a:off x="1767711" y="2859463"/>
              <a:ext cx="18106" cy="44272"/>
            </a:xfrm>
            <a:custGeom>
              <a:avLst/>
              <a:gdLst/>
              <a:ahLst/>
              <a:cxnLst/>
              <a:rect l="l" t="t" r="r" b="b"/>
              <a:pathLst>
                <a:path w="510" h="1247" extrusionOk="0">
                  <a:moveTo>
                    <a:pt x="338" y="0"/>
                  </a:moveTo>
                  <a:cubicBezTo>
                    <a:pt x="262" y="0"/>
                    <a:pt x="195" y="54"/>
                    <a:pt x="181" y="131"/>
                  </a:cubicBezTo>
                  <a:lnTo>
                    <a:pt x="16" y="1060"/>
                  </a:lnTo>
                  <a:cubicBezTo>
                    <a:pt x="0" y="1146"/>
                    <a:pt x="58" y="1229"/>
                    <a:pt x="144" y="1244"/>
                  </a:cubicBezTo>
                  <a:cubicBezTo>
                    <a:pt x="154" y="1245"/>
                    <a:pt x="163" y="1247"/>
                    <a:pt x="172" y="1247"/>
                  </a:cubicBezTo>
                  <a:cubicBezTo>
                    <a:pt x="248" y="1247"/>
                    <a:pt x="316" y="1193"/>
                    <a:pt x="329" y="1116"/>
                  </a:cubicBezTo>
                  <a:lnTo>
                    <a:pt x="494" y="187"/>
                  </a:lnTo>
                  <a:cubicBezTo>
                    <a:pt x="509" y="101"/>
                    <a:pt x="451" y="18"/>
                    <a:pt x="365" y="2"/>
                  </a:cubicBezTo>
                  <a:cubicBezTo>
                    <a:pt x="356" y="1"/>
                    <a:pt x="347" y="0"/>
                    <a:pt x="3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2710;p68">
              <a:extLst>
                <a:ext uri="{FF2B5EF4-FFF2-40B4-BE49-F238E27FC236}">
                  <a16:creationId xmlns:a16="http://schemas.microsoft.com/office/drawing/2014/main" id="{AC5DC40B-1A06-956E-6DBA-B485DC3E0535}"/>
                </a:ext>
              </a:extLst>
            </p:cNvPr>
            <p:cNvSpPr/>
            <p:nvPr/>
          </p:nvSpPr>
          <p:spPr>
            <a:xfrm>
              <a:off x="1780812" y="2518568"/>
              <a:ext cx="321759" cy="385167"/>
            </a:xfrm>
            <a:custGeom>
              <a:avLst/>
              <a:gdLst/>
              <a:ahLst/>
              <a:cxnLst/>
              <a:rect l="l" t="t" r="r" b="b"/>
              <a:pathLst>
                <a:path w="9063" h="10849" extrusionOk="0">
                  <a:moveTo>
                    <a:pt x="1650" y="4152"/>
                  </a:moveTo>
                  <a:cubicBezTo>
                    <a:pt x="1651" y="4645"/>
                    <a:pt x="1662" y="4986"/>
                    <a:pt x="1726" y="5279"/>
                  </a:cubicBezTo>
                  <a:cubicBezTo>
                    <a:pt x="1430" y="5201"/>
                    <a:pt x="1210" y="4930"/>
                    <a:pt x="1210" y="4609"/>
                  </a:cubicBezTo>
                  <a:lnTo>
                    <a:pt x="1211" y="4609"/>
                  </a:lnTo>
                  <a:cubicBezTo>
                    <a:pt x="1211" y="4363"/>
                    <a:pt x="1406" y="4161"/>
                    <a:pt x="1650" y="4152"/>
                  </a:cubicBezTo>
                  <a:close/>
                  <a:moveTo>
                    <a:pt x="7050" y="4152"/>
                  </a:moveTo>
                  <a:cubicBezTo>
                    <a:pt x="7290" y="4164"/>
                    <a:pt x="7482" y="4364"/>
                    <a:pt x="7482" y="4609"/>
                  </a:cubicBezTo>
                  <a:cubicBezTo>
                    <a:pt x="7482" y="4932"/>
                    <a:pt x="7260" y="5204"/>
                    <a:pt x="6961" y="5280"/>
                  </a:cubicBezTo>
                  <a:cubicBezTo>
                    <a:pt x="7032" y="4983"/>
                    <a:pt x="7048" y="4642"/>
                    <a:pt x="7050" y="4152"/>
                  </a:cubicBezTo>
                  <a:close/>
                  <a:moveTo>
                    <a:pt x="5372" y="7280"/>
                  </a:moveTo>
                  <a:lnTo>
                    <a:pt x="5455" y="7994"/>
                  </a:lnTo>
                  <a:cubicBezTo>
                    <a:pt x="5476" y="8177"/>
                    <a:pt x="5424" y="8361"/>
                    <a:pt x="5314" y="8499"/>
                  </a:cubicBezTo>
                  <a:cubicBezTo>
                    <a:pt x="5104" y="8761"/>
                    <a:pt x="4778" y="8894"/>
                    <a:pt x="4347" y="8894"/>
                  </a:cubicBezTo>
                  <a:cubicBezTo>
                    <a:pt x="3915" y="8894"/>
                    <a:pt x="3590" y="8761"/>
                    <a:pt x="3379" y="8499"/>
                  </a:cubicBezTo>
                  <a:cubicBezTo>
                    <a:pt x="3269" y="8361"/>
                    <a:pt x="3217" y="8177"/>
                    <a:pt x="3238" y="7994"/>
                  </a:cubicBezTo>
                  <a:lnTo>
                    <a:pt x="3320" y="7287"/>
                  </a:lnTo>
                  <a:cubicBezTo>
                    <a:pt x="3664" y="7495"/>
                    <a:pt x="4009" y="7606"/>
                    <a:pt x="4339" y="7606"/>
                  </a:cubicBezTo>
                  <a:cubicBezTo>
                    <a:pt x="4667" y="7606"/>
                    <a:pt x="5025" y="7495"/>
                    <a:pt x="5372" y="7280"/>
                  </a:cubicBezTo>
                  <a:close/>
                  <a:moveTo>
                    <a:pt x="4890" y="1"/>
                  </a:moveTo>
                  <a:cubicBezTo>
                    <a:pt x="4169" y="1"/>
                    <a:pt x="3512" y="245"/>
                    <a:pt x="3033" y="707"/>
                  </a:cubicBezTo>
                  <a:cubicBezTo>
                    <a:pt x="2898" y="657"/>
                    <a:pt x="2758" y="631"/>
                    <a:pt x="2607" y="630"/>
                  </a:cubicBezTo>
                  <a:cubicBezTo>
                    <a:pt x="2604" y="630"/>
                    <a:pt x="2602" y="630"/>
                    <a:pt x="2599" y="630"/>
                  </a:cubicBezTo>
                  <a:cubicBezTo>
                    <a:pt x="2175" y="630"/>
                    <a:pt x="1775" y="794"/>
                    <a:pt x="1471" y="1096"/>
                  </a:cubicBezTo>
                  <a:cubicBezTo>
                    <a:pt x="1207" y="1357"/>
                    <a:pt x="893" y="1843"/>
                    <a:pt x="893" y="2675"/>
                  </a:cubicBezTo>
                  <a:cubicBezTo>
                    <a:pt x="893" y="2983"/>
                    <a:pt x="974" y="3332"/>
                    <a:pt x="1110" y="3605"/>
                  </a:cubicBezTo>
                  <a:cubicBezTo>
                    <a:pt x="1171" y="3730"/>
                    <a:pt x="1242" y="3833"/>
                    <a:pt x="1319" y="3917"/>
                  </a:cubicBezTo>
                  <a:cubicBezTo>
                    <a:pt x="1067" y="4045"/>
                    <a:pt x="893" y="4307"/>
                    <a:pt x="893" y="4610"/>
                  </a:cubicBezTo>
                  <a:cubicBezTo>
                    <a:pt x="893" y="5144"/>
                    <a:pt x="1309" y="5581"/>
                    <a:pt x="1833" y="5617"/>
                  </a:cubicBezTo>
                  <a:cubicBezTo>
                    <a:pt x="1902" y="5782"/>
                    <a:pt x="1998" y="5944"/>
                    <a:pt x="2130" y="6128"/>
                  </a:cubicBezTo>
                  <a:cubicBezTo>
                    <a:pt x="2411" y="6519"/>
                    <a:pt x="2715" y="6839"/>
                    <a:pt x="3025" y="7082"/>
                  </a:cubicBezTo>
                  <a:lnTo>
                    <a:pt x="2939" y="7822"/>
                  </a:lnTo>
                  <a:lnTo>
                    <a:pt x="2443" y="7971"/>
                  </a:lnTo>
                  <a:cubicBezTo>
                    <a:pt x="2413" y="7919"/>
                    <a:pt x="2372" y="7874"/>
                    <a:pt x="2320" y="7838"/>
                  </a:cubicBezTo>
                  <a:cubicBezTo>
                    <a:pt x="2250" y="7790"/>
                    <a:pt x="2169" y="7765"/>
                    <a:pt x="2087" y="7765"/>
                  </a:cubicBezTo>
                  <a:cubicBezTo>
                    <a:pt x="2047" y="7765"/>
                    <a:pt x="2006" y="7771"/>
                    <a:pt x="1966" y="7783"/>
                  </a:cubicBezTo>
                  <a:lnTo>
                    <a:pt x="1208" y="8012"/>
                  </a:lnTo>
                  <a:cubicBezTo>
                    <a:pt x="915" y="8091"/>
                    <a:pt x="529" y="8333"/>
                    <a:pt x="305" y="8589"/>
                  </a:cubicBezTo>
                  <a:cubicBezTo>
                    <a:pt x="203" y="8706"/>
                    <a:pt x="113" y="8835"/>
                    <a:pt x="41" y="8973"/>
                  </a:cubicBezTo>
                  <a:cubicBezTo>
                    <a:pt x="0" y="9051"/>
                    <a:pt x="29" y="9147"/>
                    <a:pt x="107" y="9188"/>
                  </a:cubicBezTo>
                  <a:cubicBezTo>
                    <a:pt x="131" y="9200"/>
                    <a:pt x="156" y="9206"/>
                    <a:pt x="181" y="9206"/>
                  </a:cubicBezTo>
                  <a:cubicBezTo>
                    <a:pt x="238" y="9206"/>
                    <a:pt x="294" y="9175"/>
                    <a:pt x="322" y="9121"/>
                  </a:cubicBezTo>
                  <a:cubicBezTo>
                    <a:pt x="383" y="9006"/>
                    <a:pt x="457" y="8898"/>
                    <a:pt x="543" y="8801"/>
                  </a:cubicBezTo>
                  <a:cubicBezTo>
                    <a:pt x="745" y="8588"/>
                    <a:pt x="980" y="8414"/>
                    <a:pt x="1301" y="8316"/>
                  </a:cubicBezTo>
                  <a:lnTo>
                    <a:pt x="2059" y="8087"/>
                  </a:lnTo>
                  <a:cubicBezTo>
                    <a:pt x="2068" y="8084"/>
                    <a:pt x="2078" y="8083"/>
                    <a:pt x="2086" y="8083"/>
                  </a:cubicBezTo>
                  <a:cubicBezTo>
                    <a:pt x="2110" y="8083"/>
                    <a:pt x="2129" y="8093"/>
                    <a:pt x="2139" y="8100"/>
                  </a:cubicBezTo>
                  <a:cubicBezTo>
                    <a:pt x="2154" y="8109"/>
                    <a:pt x="2178" y="8132"/>
                    <a:pt x="2181" y="8171"/>
                  </a:cubicBezTo>
                  <a:cubicBezTo>
                    <a:pt x="2266" y="9358"/>
                    <a:pt x="2788" y="10692"/>
                    <a:pt x="2811" y="10748"/>
                  </a:cubicBezTo>
                  <a:cubicBezTo>
                    <a:pt x="2836" y="10810"/>
                    <a:pt x="2895" y="10849"/>
                    <a:pt x="2959" y="10849"/>
                  </a:cubicBezTo>
                  <a:cubicBezTo>
                    <a:pt x="2978" y="10849"/>
                    <a:pt x="2998" y="10844"/>
                    <a:pt x="3018" y="10837"/>
                  </a:cubicBezTo>
                  <a:cubicBezTo>
                    <a:pt x="3098" y="10805"/>
                    <a:pt x="3139" y="10713"/>
                    <a:pt x="3107" y="10631"/>
                  </a:cubicBezTo>
                  <a:cubicBezTo>
                    <a:pt x="3102" y="10618"/>
                    <a:pt x="2619" y="9390"/>
                    <a:pt x="2510" y="8283"/>
                  </a:cubicBezTo>
                  <a:lnTo>
                    <a:pt x="2919" y="8160"/>
                  </a:lnTo>
                  <a:cubicBezTo>
                    <a:pt x="2936" y="8357"/>
                    <a:pt x="3009" y="8546"/>
                    <a:pt x="3132" y="8698"/>
                  </a:cubicBezTo>
                  <a:cubicBezTo>
                    <a:pt x="3319" y="8932"/>
                    <a:pt x="3683" y="9211"/>
                    <a:pt x="4347" y="9211"/>
                  </a:cubicBezTo>
                  <a:cubicBezTo>
                    <a:pt x="5010" y="9211"/>
                    <a:pt x="5373" y="8932"/>
                    <a:pt x="5562" y="8698"/>
                  </a:cubicBezTo>
                  <a:cubicBezTo>
                    <a:pt x="5685" y="8545"/>
                    <a:pt x="5759" y="8353"/>
                    <a:pt x="5775" y="8154"/>
                  </a:cubicBezTo>
                  <a:lnTo>
                    <a:pt x="6185" y="8279"/>
                  </a:lnTo>
                  <a:cubicBezTo>
                    <a:pt x="6161" y="8561"/>
                    <a:pt x="6115" y="8944"/>
                    <a:pt x="6025" y="9353"/>
                  </a:cubicBezTo>
                  <a:cubicBezTo>
                    <a:pt x="5930" y="9709"/>
                    <a:pt x="5777" y="10302"/>
                    <a:pt x="5593" y="10616"/>
                  </a:cubicBezTo>
                  <a:cubicBezTo>
                    <a:pt x="5553" y="10694"/>
                    <a:pt x="5583" y="10789"/>
                    <a:pt x="5660" y="10830"/>
                  </a:cubicBezTo>
                  <a:cubicBezTo>
                    <a:pt x="5684" y="10842"/>
                    <a:pt x="5709" y="10849"/>
                    <a:pt x="5734" y="10849"/>
                  </a:cubicBezTo>
                  <a:cubicBezTo>
                    <a:pt x="5791" y="10849"/>
                    <a:pt x="5847" y="10817"/>
                    <a:pt x="5875" y="10763"/>
                  </a:cubicBezTo>
                  <a:cubicBezTo>
                    <a:pt x="6069" y="10435"/>
                    <a:pt x="6238" y="9795"/>
                    <a:pt x="6335" y="9426"/>
                  </a:cubicBezTo>
                  <a:cubicBezTo>
                    <a:pt x="6443" y="8929"/>
                    <a:pt x="6491" y="8470"/>
                    <a:pt x="6513" y="8171"/>
                  </a:cubicBezTo>
                  <a:cubicBezTo>
                    <a:pt x="6516" y="8132"/>
                    <a:pt x="6540" y="8109"/>
                    <a:pt x="6554" y="8100"/>
                  </a:cubicBezTo>
                  <a:cubicBezTo>
                    <a:pt x="6564" y="8093"/>
                    <a:pt x="6583" y="8083"/>
                    <a:pt x="6607" y="8083"/>
                  </a:cubicBezTo>
                  <a:cubicBezTo>
                    <a:pt x="6616" y="8083"/>
                    <a:pt x="6625" y="8084"/>
                    <a:pt x="6635" y="8087"/>
                  </a:cubicBezTo>
                  <a:lnTo>
                    <a:pt x="7393" y="8316"/>
                  </a:lnTo>
                  <a:cubicBezTo>
                    <a:pt x="7991" y="8497"/>
                    <a:pt x="8430" y="8994"/>
                    <a:pt x="8538" y="9613"/>
                  </a:cubicBezTo>
                  <a:lnTo>
                    <a:pt x="8734" y="10718"/>
                  </a:lnTo>
                  <a:cubicBezTo>
                    <a:pt x="8748" y="10795"/>
                    <a:pt x="8815" y="10849"/>
                    <a:pt x="8891" y="10849"/>
                  </a:cubicBezTo>
                  <a:cubicBezTo>
                    <a:pt x="8900" y="10849"/>
                    <a:pt x="8909" y="10848"/>
                    <a:pt x="8918" y="10846"/>
                  </a:cubicBezTo>
                  <a:cubicBezTo>
                    <a:pt x="9004" y="10831"/>
                    <a:pt x="9062" y="10748"/>
                    <a:pt x="9047" y="10662"/>
                  </a:cubicBezTo>
                  <a:lnTo>
                    <a:pt x="8851" y="9558"/>
                  </a:lnTo>
                  <a:lnTo>
                    <a:pt x="8850" y="9558"/>
                  </a:lnTo>
                  <a:cubicBezTo>
                    <a:pt x="8722" y="8819"/>
                    <a:pt x="8200" y="8227"/>
                    <a:pt x="7484" y="8012"/>
                  </a:cubicBezTo>
                  <a:lnTo>
                    <a:pt x="6726" y="7783"/>
                  </a:lnTo>
                  <a:cubicBezTo>
                    <a:pt x="6687" y="7771"/>
                    <a:pt x="6647" y="7765"/>
                    <a:pt x="6606" y="7765"/>
                  </a:cubicBezTo>
                  <a:cubicBezTo>
                    <a:pt x="6524" y="7765"/>
                    <a:pt x="6443" y="7790"/>
                    <a:pt x="6374" y="7838"/>
                  </a:cubicBezTo>
                  <a:cubicBezTo>
                    <a:pt x="6323" y="7873"/>
                    <a:pt x="6283" y="7916"/>
                    <a:pt x="6252" y="7967"/>
                  </a:cubicBezTo>
                  <a:lnTo>
                    <a:pt x="5754" y="7816"/>
                  </a:lnTo>
                  <a:lnTo>
                    <a:pt x="5668" y="7071"/>
                  </a:lnTo>
                  <a:cubicBezTo>
                    <a:pt x="5811" y="6957"/>
                    <a:pt x="5953" y="6826"/>
                    <a:pt x="6094" y="6677"/>
                  </a:cubicBezTo>
                  <a:cubicBezTo>
                    <a:pt x="6154" y="6614"/>
                    <a:pt x="6151" y="6514"/>
                    <a:pt x="6088" y="6453"/>
                  </a:cubicBezTo>
                  <a:cubicBezTo>
                    <a:pt x="6057" y="6424"/>
                    <a:pt x="6017" y="6409"/>
                    <a:pt x="5978" y="6409"/>
                  </a:cubicBezTo>
                  <a:cubicBezTo>
                    <a:pt x="5936" y="6409"/>
                    <a:pt x="5894" y="6426"/>
                    <a:pt x="5863" y="6460"/>
                  </a:cubicBezTo>
                  <a:cubicBezTo>
                    <a:pt x="5357" y="6994"/>
                    <a:pt x="4815" y="7288"/>
                    <a:pt x="4339" y="7288"/>
                  </a:cubicBezTo>
                  <a:cubicBezTo>
                    <a:pt x="3714" y="7288"/>
                    <a:pt x="3004" y="6798"/>
                    <a:pt x="2388" y="5942"/>
                  </a:cubicBezTo>
                  <a:cubicBezTo>
                    <a:pt x="1984" y="5380"/>
                    <a:pt x="1967" y="5074"/>
                    <a:pt x="1967" y="3993"/>
                  </a:cubicBezTo>
                  <a:cubicBezTo>
                    <a:pt x="1967" y="3719"/>
                    <a:pt x="2034" y="3575"/>
                    <a:pt x="2275" y="3323"/>
                  </a:cubicBezTo>
                  <a:cubicBezTo>
                    <a:pt x="2336" y="3260"/>
                    <a:pt x="2334" y="3159"/>
                    <a:pt x="2271" y="3098"/>
                  </a:cubicBezTo>
                  <a:cubicBezTo>
                    <a:pt x="2240" y="3069"/>
                    <a:pt x="2201" y="3055"/>
                    <a:pt x="2161" y="3055"/>
                  </a:cubicBezTo>
                  <a:cubicBezTo>
                    <a:pt x="2120" y="3055"/>
                    <a:pt x="2078" y="3071"/>
                    <a:pt x="2046" y="3103"/>
                  </a:cubicBezTo>
                  <a:cubicBezTo>
                    <a:pt x="1807" y="3354"/>
                    <a:pt x="1697" y="3542"/>
                    <a:pt x="1662" y="3792"/>
                  </a:cubicBezTo>
                  <a:cubicBezTo>
                    <a:pt x="1394" y="3635"/>
                    <a:pt x="1211" y="3072"/>
                    <a:pt x="1211" y="2675"/>
                  </a:cubicBezTo>
                  <a:cubicBezTo>
                    <a:pt x="1211" y="2103"/>
                    <a:pt x="1378" y="1635"/>
                    <a:pt x="1695" y="1321"/>
                  </a:cubicBezTo>
                  <a:cubicBezTo>
                    <a:pt x="1937" y="1080"/>
                    <a:pt x="2257" y="948"/>
                    <a:pt x="2596" y="948"/>
                  </a:cubicBezTo>
                  <a:lnTo>
                    <a:pt x="2605" y="948"/>
                  </a:lnTo>
                  <a:cubicBezTo>
                    <a:pt x="2718" y="948"/>
                    <a:pt x="2822" y="968"/>
                    <a:pt x="2921" y="1005"/>
                  </a:cubicBezTo>
                  <a:lnTo>
                    <a:pt x="3004" y="1817"/>
                  </a:lnTo>
                  <a:cubicBezTo>
                    <a:pt x="2916" y="2092"/>
                    <a:pt x="2797" y="2394"/>
                    <a:pt x="2591" y="2609"/>
                  </a:cubicBezTo>
                  <a:cubicBezTo>
                    <a:pt x="2530" y="2672"/>
                    <a:pt x="2533" y="2773"/>
                    <a:pt x="2597" y="2834"/>
                  </a:cubicBezTo>
                  <a:cubicBezTo>
                    <a:pt x="2627" y="2863"/>
                    <a:pt x="2667" y="2878"/>
                    <a:pt x="2706" y="2878"/>
                  </a:cubicBezTo>
                  <a:cubicBezTo>
                    <a:pt x="2748" y="2878"/>
                    <a:pt x="2790" y="2861"/>
                    <a:pt x="2821" y="2829"/>
                  </a:cubicBezTo>
                  <a:cubicBezTo>
                    <a:pt x="3017" y="2624"/>
                    <a:pt x="3143" y="2368"/>
                    <a:pt x="3236" y="2118"/>
                  </a:cubicBezTo>
                  <a:cubicBezTo>
                    <a:pt x="4050" y="2840"/>
                    <a:pt x="4713" y="2863"/>
                    <a:pt x="5253" y="2881"/>
                  </a:cubicBezTo>
                  <a:cubicBezTo>
                    <a:pt x="5598" y="2892"/>
                    <a:pt x="5896" y="2902"/>
                    <a:pt x="6180" y="3088"/>
                  </a:cubicBezTo>
                  <a:cubicBezTo>
                    <a:pt x="6386" y="3223"/>
                    <a:pt x="6733" y="3519"/>
                    <a:pt x="6733" y="3992"/>
                  </a:cubicBezTo>
                  <a:lnTo>
                    <a:pt x="6733" y="3993"/>
                  </a:lnTo>
                  <a:cubicBezTo>
                    <a:pt x="6733" y="5061"/>
                    <a:pt x="6694" y="5365"/>
                    <a:pt x="6316" y="5903"/>
                  </a:cubicBezTo>
                  <a:cubicBezTo>
                    <a:pt x="6266" y="5974"/>
                    <a:pt x="6283" y="6074"/>
                    <a:pt x="6355" y="6124"/>
                  </a:cubicBezTo>
                  <a:cubicBezTo>
                    <a:pt x="6382" y="6143"/>
                    <a:pt x="6414" y="6153"/>
                    <a:pt x="6446" y="6153"/>
                  </a:cubicBezTo>
                  <a:cubicBezTo>
                    <a:pt x="6496" y="6153"/>
                    <a:pt x="6545" y="6129"/>
                    <a:pt x="6576" y="6085"/>
                  </a:cubicBezTo>
                  <a:cubicBezTo>
                    <a:pt x="6693" y="5918"/>
                    <a:pt x="6781" y="5768"/>
                    <a:pt x="6848" y="5617"/>
                  </a:cubicBezTo>
                  <a:cubicBezTo>
                    <a:pt x="7377" y="5588"/>
                    <a:pt x="7800" y="5147"/>
                    <a:pt x="7800" y="4609"/>
                  </a:cubicBezTo>
                  <a:cubicBezTo>
                    <a:pt x="7800" y="4281"/>
                    <a:pt x="7596" y="4000"/>
                    <a:pt x="7309" y="3887"/>
                  </a:cubicBezTo>
                  <a:cubicBezTo>
                    <a:pt x="7566" y="3614"/>
                    <a:pt x="7676" y="3199"/>
                    <a:pt x="7644" y="2632"/>
                  </a:cubicBezTo>
                  <a:cubicBezTo>
                    <a:pt x="7639" y="2547"/>
                    <a:pt x="7568" y="2481"/>
                    <a:pt x="7486" y="2481"/>
                  </a:cubicBezTo>
                  <a:cubicBezTo>
                    <a:pt x="7483" y="2481"/>
                    <a:pt x="7480" y="2481"/>
                    <a:pt x="7477" y="2481"/>
                  </a:cubicBezTo>
                  <a:cubicBezTo>
                    <a:pt x="7389" y="2487"/>
                    <a:pt x="7321" y="2561"/>
                    <a:pt x="7327" y="2649"/>
                  </a:cubicBezTo>
                  <a:cubicBezTo>
                    <a:pt x="7357" y="3176"/>
                    <a:pt x="7261" y="3518"/>
                    <a:pt x="7022" y="3723"/>
                  </a:cubicBezTo>
                  <a:cubicBezTo>
                    <a:pt x="6920" y="3259"/>
                    <a:pt x="6574" y="2966"/>
                    <a:pt x="6353" y="2821"/>
                  </a:cubicBezTo>
                  <a:cubicBezTo>
                    <a:pt x="5995" y="2588"/>
                    <a:pt x="5640" y="2576"/>
                    <a:pt x="5263" y="2563"/>
                  </a:cubicBezTo>
                  <a:cubicBezTo>
                    <a:pt x="4694" y="2545"/>
                    <a:pt x="4106" y="2524"/>
                    <a:pt x="3317" y="1761"/>
                  </a:cubicBezTo>
                  <a:lnTo>
                    <a:pt x="3235" y="955"/>
                  </a:lnTo>
                  <a:cubicBezTo>
                    <a:pt x="3655" y="539"/>
                    <a:pt x="4242" y="319"/>
                    <a:pt x="4891" y="319"/>
                  </a:cubicBezTo>
                  <a:cubicBezTo>
                    <a:pt x="5142" y="319"/>
                    <a:pt x="5403" y="352"/>
                    <a:pt x="5667" y="419"/>
                  </a:cubicBezTo>
                  <a:cubicBezTo>
                    <a:pt x="6378" y="601"/>
                    <a:pt x="6935" y="1163"/>
                    <a:pt x="7195" y="1960"/>
                  </a:cubicBezTo>
                  <a:cubicBezTo>
                    <a:pt x="7217" y="2027"/>
                    <a:pt x="7279" y="2069"/>
                    <a:pt x="7346" y="2069"/>
                  </a:cubicBezTo>
                  <a:cubicBezTo>
                    <a:pt x="7362" y="2069"/>
                    <a:pt x="7379" y="2067"/>
                    <a:pt x="7395" y="2061"/>
                  </a:cubicBezTo>
                  <a:cubicBezTo>
                    <a:pt x="7479" y="2034"/>
                    <a:pt x="7525" y="1944"/>
                    <a:pt x="7498" y="1861"/>
                  </a:cubicBezTo>
                  <a:cubicBezTo>
                    <a:pt x="7203" y="958"/>
                    <a:pt x="6565" y="321"/>
                    <a:pt x="5744" y="111"/>
                  </a:cubicBezTo>
                  <a:cubicBezTo>
                    <a:pt x="5455" y="37"/>
                    <a:pt x="5168" y="1"/>
                    <a:pt x="48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2711;p68">
              <a:extLst>
                <a:ext uri="{FF2B5EF4-FFF2-40B4-BE49-F238E27FC236}">
                  <a16:creationId xmlns:a16="http://schemas.microsoft.com/office/drawing/2014/main" id="{E6307217-008A-A32B-1B46-1520166634F1}"/>
                </a:ext>
              </a:extLst>
            </p:cNvPr>
            <p:cNvSpPr/>
            <p:nvPr/>
          </p:nvSpPr>
          <p:spPr>
            <a:xfrm>
              <a:off x="1919449" y="2704494"/>
              <a:ext cx="30745" cy="12745"/>
            </a:xfrm>
            <a:custGeom>
              <a:avLst/>
              <a:gdLst/>
              <a:ahLst/>
              <a:cxnLst/>
              <a:rect l="l" t="t" r="r" b="b"/>
              <a:pathLst>
                <a:path w="866" h="359" extrusionOk="0">
                  <a:moveTo>
                    <a:pt x="179" y="0"/>
                  </a:moveTo>
                  <a:cubicBezTo>
                    <a:pt x="112" y="0"/>
                    <a:pt x="50" y="42"/>
                    <a:pt x="28" y="108"/>
                  </a:cubicBezTo>
                  <a:cubicBezTo>
                    <a:pt x="0" y="192"/>
                    <a:pt x="46" y="282"/>
                    <a:pt x="129" y="309"/>
                  </a:cubicBezTo>
                  <a:cubicBezTo>
                    <a:pt x="227" y="342"/>
                    <a:pt x="330" y="359"/>
                    <a:pt x="434" y="359"/>
                  </a:cubicBezTo>
                  <a:cubicBezTo>
                    <a:pt x="536" y="359"/>
                    <a:pt x="640" y="342"/>
                    <a:pt x="738" y="309"/>
                  </a:cubicBezTo>
                  <a:cubicBezTo>
                    <a:pt x="821" y="282"/>
                    <a:pt x="866" y="192"/>
                    <a:pt x="838" y="108"/>
                  </a:cubicBezTo>
                  <a:cubicBezTo>
                    <a:pt x="816" y="42"/>
                    <a:pt x="754" y="0"/>
                    <a:pt x="688" y="0"/>
                  </a:cubicBezTo>
                  <a:cubicBezTo>
                    <a:pt x="671" y="0"/>
                    <a:pt x="654" y="3"/>
                    <a:pt x="637" y="9"/>
                  </a:cubicBezTo>
                  <a:cubicBezTo>
                    <a:pt x="571" y="30"/>
                    <a:pt x="502" y="41"/>
                    <a:pt x="433" y="41"/>
                  </a:cubicBezTo>
                  <a:cubicBezTo>
                    <a:pt x="364" y="41"/>
                    <a:pt x="295" y="30"/>
                    <a:pt x="229" y="9"/>
                  </a:cubicBezTo>
                  <a:cubicBezTo>
                    <a:pt x="212" y="3"/>
                    <a:pt x="195" y="0"/>
                    <a:pt x="1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2712;p68">
              <a:extLst>
                <a:ext uri="{FF2B5EF4-FFF2-40B4-BE49-F238E27FC236}">
                  <a16:creationId xmlns:a16="http://schemas.microsoft.com/office/drawing/2014/main" id="{CBA1488E-37F1-D10A-3F38-1EFAEE311DD2}"/>
                </a:ext>
              </a:extLst>
            </p:cNvPr>
            <p:cNvSpPr/>
            <p:nvPr/>
          </p:nvSpPr>
          <p:spPr>
            <a:xfrm>
              <a:off x="1913058" y="2734068"/>
              <a:ext cx="43313" cy="14343"/>
            </a:xfrm>
            <a:custGeom>
              <a:avLst/>
              <a:gdLst/>
              <a:ahLst/>
              <a:cxnLst/>
              <a:rect l="l" t="t" r="r" b="b"/>
              <a:pathLst>
                <a:path w="1220" h="404" extrusionOk="0">
                  <a:moveTo>
                    <a:pt x="613" y="0"/>
                  </a:moveTo>
                  <a:cubicBezTo>
                    <a:pt x="446" y="0"/>
                    <a:pt x="279" y="33"/>
                    <a:pt x="121" y="97"/>
                  </a:cubicBezTo>
                  <a:cubicBezTo>
                    <a:pt x="39" y="130"/>
                    <a:pt x="1" y="223"/>
                    <a:pt x="34" y="305"/>
                  </a:cubicBezTo>
                  <a:cubicBezTo>
                    <a:pt x="59" y="366"/>
                    <a:pt x="118" y="403"/>
                    <a:pt x="181" y="403"/>
                  </a:cubicBezTo>
                  <a:cubicBezTo>
                    <a:pt x="201" y="403"/>
                    <a:pt x="222" y="400"/>
                    <a:pt x="241" y="392"/>
                  </a:cubicBezTo>
                  <a:cubicBezTo>
                    <a:pt x="361" y="343"/>
                    <a:pt x="487" y="318"/>
                    <a:pt x="613" y="318"/>
                  </a:cubicBezTo>
                  <a:cubicBezTo>
                    <a:pt x="734" y="318"/>
                    <a:pt x="856" y="341"/>
                    <a:pt x="972" y="387"/>
                  </a:cubicBezTo>
                  <a:cubicBezTo>
                    <a:pt x="1001" y="397"/>
                    <a:pt x="982" y="394"/>
                    <a:pt x="1045" y="403"/>
                  </a:cubicBezTo>
                  <a:cubicBezTo>
                    <a:pt x="1108" y="403"/>
                    <a:pt x="1168" y="365"/>
                    <a:pt x="1193" y="303"/>
                  </a:cubicBezTo>
                  <a:cubicBezTo>
                    <a:pt x="1219" y="238"/>
                    <a:pt x="1188" y="123"/>
                    <a:pt x="1088" y="91"/>
                  </a:cubicBezTo>
                  <a:cubicBezTo>
                    <a:pt x="935" y="31"/>
                    <a:pt x="774" y="0"/>
                    <a:pt x="6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2713;p68">
              <a:extLst>
                <a:ext uri="{FF2B5EF4-FFF2-40B4-BE49-F238E27FC236}">
                  <a16:creationId xmlns:a16="http://schemas.microsoft.com/office/drawing/2014/main" id="{4BDB0C23-2905-CA70-5B82-E2BA8E8C0974}"/>
                </a:ext>
              </a:extLst>
            </p:cNvPr>
            <p:cNvSpPr/>
            <p:nvPr/>
          </p:nvSpPr>
          <p:spPr>
            <a:xfrm>
              <a:off x="1950656" y="2659193"/>
              <a:ext cx="29254" cy="30532"/>
            </a:xfrm>
            <a:custGeom>
              <a:avLst/>
              <a:gdLst/>
              <a:ahLst/>
              <a:cxnLst/>
              <a:rect l="l" t="t" r="r" b="b"/>
              <a:pathLst>
                <a:path w="824" h="860" extrusionOk="0">
                  <a:moveTo>
                    <a:pt x="182" y="0"/>
                  </a:moveTo>
                  <a:cubicBezTo>
                    <a:pt x="122" y="0"/>
                    <a:pt x="65" y="34"/>
                    <a:pt x="38" y="92"/>
                  </a:cubicBezTo>
                  <a:cubicBezTo>
                    <a:pt x="0" y="172"/>
                    <a:pt x="35" y="266"/>
                    <a:pt x="114" y="304"/>
                  </a:cubicBezTo>
                  <a:lnTo>
                    <a:pt x="243" y="363"/>
                  </a:lnTo>
                  <a:lnTo>
                    <a:pt x="243" y="701"/>
                  </a:lnTo>
                  <a:cubicBezTo>
                    <a:pt x="243" y="789"/>
                    <a:pt x="313" y="859"/>
                    <a:pt x="402" y="859"/>
                  </a:cubicBezTo>
                  <a:cubicBezTo>
                    <a:pt x="490" y="859"/>
                    <a:pt x="560" y="789"/>
                    <a:pt x="560" y="701"/>
                  </a:cubicBezTo>
                  <a:lnTo>
                    <a:pt x="560" y="511"/>
                  </a:lnTo>
                  <a:lnTo>
                    <a:pt x="576" y="518"/>
                  </a:lnTo>
                  <a:cubicBezTo>
                    <a:pt x="598" y="529"/>
                    <a:pt x="620" y="533"/>
                    <a:pt x="642" y="533"/>
                  </a:cubicBezTo>
                  <a:cubicBezTo>
                    <a:pt x="702" y="533"/>
                    <a:pt x="759" y="499"/>
                    <a:pt x="786" y="442"/>
                  </a:cubicBezTo>
                  <a:cubicBezTo>
                    <a:pt x="824" y="362"/>
                    <a:pt x="789" y="267"/>
                    <a:pt x="710" y="230"/>
                  </a:cubicBezTo>
                  <a:lnTo>
                    <a:pt x="249" y="15"/>
                  </a:lnTo>
                  <a:cubicBezTo>
                    <a:pt x="227" y="5"/>
                    <a:pt x="204" y="0"/>
                    <a:pt x="1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2714;p68">
              <a:extLst>
                <a:ext uri="{FF2B5EF4-FFF2-40B4-BE49-F238E27FC236}">
                  <a16:creationId xmlns:a16="http://schemas.microsoft.com/office/drawing/2014/main" id="{ADEF766A-817B-C542-B53F-39A80E7F7C31}"/>
                </a:ext>
              </a:extLst>
            </p:cNvPr>
            <p:cNvSpPr/>
            <p:nvPr/>
          </p:nvSpPr>
          <p:spPr>
            <a:xfrm>
              <a:off x="1889733" y="2658803"/>
              <a:ext cx="29254" cy="30923"/>
            </a:xfrm>
            <a:custGeom>
              <a:avLst/>
              <a:gdLst/>
              <a:ahLst/>
              <a:cxnLst/>
              <a:rect l="l" t="t" r="r" b="b"/>
              <a:pathLst>
                <a:path w="824" h="871" extrusionOk="0">
                  <a:moveTo>
                    <a:pt x="641" y="1"/>
                  </a:moveTo>
                  <a:cubicBezTo>
                    <a:pt x="619" y="1"/>
                    <a:pt x="596" y="5"/>
                    <a:pt x="575" y="15"/>
                  </a:cubicBezTo>
                  <a:lnTo>
                    <a:pt x="114" y="231"/>
                  </a:lnTo>
                  <a:cubicBezTo>
                    <a:pt x="35" y="267"/>
                    <a:pt x="0" y="362"/>
                    <a:pt x="38" y="441"/>
                  </a:cubicBezTo>
                  <a:cubicBezTo>
                    <a:pt x="65" y="499"/>
                    <a:pt x="122" y="533"/>
                    <a:pt x="182" y="533"/>
                  </a:cubicBezTo>
                  <a:cubicBezTo>
                    <a:pt x="205" y="533"/>
                    <a:pt x="227" y="528"/>
                    <a:pt x="248" y="519"/>
                  </a:cubicBezTo>
                  <a:lnTo>
                    <a:pt x="264" y="512"/>
                  </a:lnTo>
                  <a:lnTo>
                    <a:pt x="264" y="712"/>
                  </a:lnTo>
                  <a:cubicBezTo>
                    <a:pt x="264" y="800"/>
                    <a:pt x="334" y="870"/>
                    <a:pt x="422" y="870"/>
                  </a:cubicBezTo>
                  <a:cubicBezTo>
                    <a:pt x="511" y="870"/>
                    <a:pt x="582" y="800"/>
                    <a:pt x="582" y="712"/>
                  </a:cubicBezTo>
                  <a:lnTo>
                    <a:pt x="582" y="363"/>
                  </a:lnTo>
                  <a:lnTo>
                    <a:pt x="710" y="303"/>
                  </a:lnTo>
                  <a:cubicBezTo>
                    <a:pt x="789" y="267"/>
                    <a:pt x="824" y="172"/>
                    <a:pt x="786" y="93"/>
                  </a:cubicBezTo>
                  <a:cubicBezTo>
                    <a:pt x="759" y="35"/>
                    <a:pt x="701" y="1"/>
                    <a:pt x="6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2715;p68">
              <a:extLst>
                <a:ext uri="{FF2B5EF4-FFF2-40B4-BE49-F238E27FC236}">
                  <a16:creationId xmlns:a16="http://schemas.microsoft.com/office/drawing/2014/main" id="{A4FE66D0-6E27-A0FF-B1AD-897DEE7048C3}"/>
                </a:ext>
              </a:extLst>
            </p:cNvPr>
            <p:cNvSpPr/>
            <p:nvPr/>
          </p:nvSpPr>
          <p:spPr>
            <a:xfrm>
              <a:off x="1758694" y="2560745"/>
              <a:ext cx="51834" cy="164022"/>
            </a:xfrm>
            <a:custGeom>
              <a:avLst/>
              <a:gdLst/>
              <a:ahLst/>
              <a:cxnLst/>
              <a:rect l="l" t="t" r="r" b="b"/>
              <a:pathLst>
                <a:path w="1460" h="4620" extrusionOk="0">
                  <a:moveTo>
                    <a:pt x="1285" y="1"/>
                  </a:moveTo>
                  <a:cubicBezTo>
                    <a:pt x="1274" y="1"/>
                    <a:pt x="1262" y="2"/>
                    <a:pt x="1251" y="5"/>
                  </a:cubicBezTo>
                  <a:cubicBezTo>
                    <a:pt x="1044" y="49"/>
                    <a:pt x="837" y="112"/>
                    <a:pt x="636" y="193"/>
                  </a:cubicBezTo>
                  <a:cubicBezTo>
                    <a:pt x="546" y="229"/>
                    <a:pt x="494" y="324"/>
                    <a:pt x="513" y="420"/>
                  </a:cubicBezTo>
                  <a:cubicBezTo>
                    <a:pt x="545" y="583"/>
                    <a:pt x="587" y="744"/>
                    <a:pt x="640" y="898"/>
                  </a:cubicBezTo>
                  <a:cubicBezTo>
                    <a:pt x="498" y="975"/>
                    <a:pt x="359" y="1061"/>
                    <a:pt x="225" y="1157"/>
                  </a:cubicBezTo>
                  <a:cubicBezTo>
                    <a:pt x="143" y="1215"/>
                    <a:pt x="116" y="1321"/>
                    <a:pt x="161" y="1411"/>
                  </a:cubicBezTo>
                  <a:cubicBezTo>
                    <a:pt x="233" y="1557"/>
                    <a:pt x="313" y="1699"/>
                    <a:pt x="403" y="1831"/>
                  </a:cubicBezTo>
                  <a:cubicBezTo>
                    <a:pt x="284" y="1938"/>
                    <a:pt x="171" y="2054"/>
                    <a:pt x="66" y="2178"/>
                  </a:cubicBezTo>
                  <a:cubicBezTo>
                    <a:pt x="0" y="2254"/>
                    <a:pt x="0" y="2365"/>
                    <a:pt x="66" y="2441"/>
                  </a:cubicBezTo>
                  <a:cubicBezTo>
                    <a:pt x="171" y="2565"/>
                    <a:pt x="284" y="2681"/>
                    <a:pt x="403" y="2788"/>
                  </a:cubicBezTo>
                  <a:cubicBezTo>
                    <a:pt x="313" y="2921"/>
                    <a:pt x="233" y="3062"/>
                    <a:pt x="160" y="3208"/>
                  </a:cubicBezTo>
                  <a:cubicBezTo>
                    <a:pt x="116" y="3299"/>
                    <a:pt x="143" y="3405"/>
                    <a:pt x="224" y="3463"/>
                  </a:cubicBezTo>
                  <a:cubicBezTo>
                    <a:pt x="359" y="3559"/>
                    <a:pt x="498" y="3645"/>
                    <a:pt x="640" y="3722"/>
                  </a:cubicBezTo>
                  <a:cubicBezTo>
                    <a:pt x="587" y="3876"/>
                    <a:pt x="544" y="4037"/>
                    <a:pt x="513" y="4200"/>
                  </a:cubicBezTo>
                  <a:cubicBezTo>
                    <a:pt x="494" y="4296"/>
                    <a:pt x="546" y="4391"/>
                    <a:pt x="636" y="4428"/>
                  </a:cubicBezTo>
                  <a:cubicBezTo>
                    <a:pt x="838" y="4508"/>
                    <a:pt x="1044" y="4571"/>
                    <a:pt x="1251" y="4615"/>
                  </a:cubicBezTo>
                  <a:cubicBezTo>
                    <a:pt x="1262" y="4618"/>
                    <a:pt x="1274" y="4619"/>
                    <a:pt x="1285" y="4619"/>
                  </a:cubicBezTo>
                  <a:cubicBezTo>
                    <a:pt x="1359" y="4619"/>
                    <a:pt x="1424" y="4569"/>
                    <a:pt x="1440" y="4494"/>
                  </a:cubicBezTo>
                  <a:cubicBezTo>
                    <a:pt x="1459" y="4409"/>
                    <a:pt x="1404" y="4324"/>
                    <a:pt x="1319" y="4305"/>
                  </a:cubicBezTo>
                  <a:cubicBezTo>
                    <a:pt x="1159" y="4271"/>
                    <a:pt x="1001" y="4224"/>
                    <a:pt x="844" y="4166"/>
                  </a:cubicBezTo>
                  <a:cubicBezTo>
                    <a:pt x="877" y="4019"/>
                    <a:pt x="920" y="3874"/>
                    <a:pt x="973" y="3736"/>
                  </a:cubicBezTo>
                  <a:cubicBezTo>
                    <a:pt x="1009" y="3639"/>
                    <a:pt x="967" y="3531"/>
                    <a:pt x="873" y="3484"/>
                  </a:cubicBezTo>
                  <a:cubicBezTo>
                    <a:pt x="744" y="3419"/>
                    <a:pt x="615" y="3344"/>
                    <a:pt x="491" y="3261"/>
                  </a:cubicBezTo>
                  <a:cubicBezTo>
                    <a:pt x="560" y="3130"/>
                    <a:pt x="637" y="3004"/>
                    <a:pt x="721" y="2886"/>
                  </a:cubicBezTo>
                  <a:cubicBezTo>
                    <a:pt x="781" y="2800"/>
                    <a:pt x="767" y="2684"/>
                    <a:pt x="687" y="2615"/>
                  </a:cubicBezTo>
                  <a:cubicBezTo>
                    <a:pt x="578" y="2522"/>
                    <a:pt x="472" y="2419"/>
                    <a:pt x="374" y="2309"/>
                  </a:cubicBezTo>
                  <a:cubicBezTo>
                    <a:pt x="472" y="2201"/>
                    <a:pt x="578" y="2098"/>
                    <a:pt x="687" y="2005"/>
                  </a:cubicBezTo>
                  <a:cubicBezTo>
                    <a:pt x="767" y="1936"/>
                    <a:pt x="781" y="1820"/>
                    <a:pt x="721" y="1734"/>
                  </a:cubicBezTo>
                  <a:cubicBezTo>
                    <a:pt x="637" y="1616"/>
                    <a:pt x="560" y="1490"/>
                    <a:pt x="491" y="1359"/>
                  </a:cubicBezTo>
                  <a:cubicBezTo>
                    <a:pt x="615" y="1276"/>
                    <a:pt x="744" y="1201"/>
                    <a:pt x="873" y="1136"/>
                  </a:cubicBezTo>
                  <a:cubicBezTo>
                    <a:pt x="967" y="1089"/>
                    <a:pt x="1009" y="981"/>
                    <a:pt x="973" y="884"/>
                  </a:cubicBezTo>
                  <a:cubicBezTo>
                    <a:pt x="920" y="745"/>
                    <a:pt x="877" y="601"/>
                    <a:pt x="844" y="454"/>
                  </a:cubicBezTo>
                  <a:cubicBezTo>
                    <a:pt x="1001" y="397"/>
                    <a:pt x="1159" y="350"/>
                    <a:pt x="1319" y="315"/>
                  </a:cubicBezTo>
                  <a:cubicBezTo>
                    <a:pt x="1404" y="296"/>
                    <a:pt x="1459" y="212"/>
                    <a:pt x="1440" y="126"/>
                  </a:cubicBezTo>
                  <a:cubicBezTo>
                    <a:pt x="1424" y="51"/>
                    <a:pt x="1358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2716;p68">
              <a:extLst>
                <a:ext uri="{FF2B5EF4-FFF2-40B4-BE49-F238E27FC236}">
                  <a16:creationId xmlns:a16="http://schemas.microsoft.com/office/drawing/2014/main" id="{E318206B-049E-9FF0-AE59-E638C0FBD616}"/>
                </a:ext>
              </a:extLst>
            </p:cNvPr>
            <p:cNvSpPr/>
            <p:nvPr/>
          </p:nvSpPr>
          <p:spPr>
            <a:xfrm>
              <a:off x="2059151" y="2560745"/>
              <a:ext cx="51798" cy="164022"/>
            </a:xfrm>
            <a:custGeom>
              <a:avLst/>
              <a:gdLst/>
              <a:ahLst/>
              <a:cxnLst/>
              <a:rect l="l" t="t" r="r" b="b"/>
              <a:pathLst>
                <a:path w="1459" h="4620" extrusionOk="0">
                  <a:moveTo>
                    <a:pt x="174" y="1"/>
                  </a:moveTo>
                  <a:cubicBezTo>
                    <a:pt x="101" y="1"/>
                    <a:pt x="36" y="51"/>
                    <a:pt x="20" y="126"/>
                  </a:cubicBezTo>
                  <a:cubicBezTo>
                    <a:pt x="1" y="212"/>
                    <a:pt x="55" y="296"/>
                    <a:pt x="141" y="315"/>
                  </a:cubicBezTo>
                  <a:cubicBezTo>
                    <a:pt x="300" y="350"/>
                    <a:pt x="459" y="395"/>
                    <a:pt x="615" y="454"/>
                  </a:cubicBezTo>
                  <a:cubicBezTo>
                    <a:pt x="582" y="601"/>
                    <a:pt x="539" y="745"/>
                    <a:pt x="487" y="884"/>
                  </a:cubicBezTo>
                  <a:cubicBezTo>
                    <a:pt x="450" y="980"/>
                    <a:pt x="492" y="1089"/>
                    <a:pt x="586" y="1136"/>
                  </a:cubicBezTo>
                  <a:cubicBezTo>
                    <a:pt x="716" y="1201"/>
                    <a:pt x="844" y="1276"/>
                    <a:pt x="968" y="1359"/>
                  </a:cubicBezTo>
                  <a:cubicBezTo>
                    <a:pt x="899" y="1490"/>
                    <a:pt x="822" y="1616"/>
                    <a:pt x="739" y="1734"/>
                  </a:cubicBezTo>
                  <a:cubicBezTo>
                    <a:pt x="678" y="1820"/>
                    <a:pt x="692" y="1936"/>
                    <a:pt x="772" y="2005"/>
                  </a:cubicBezTo>
                  <a:cubicBezTo>
                    <a:pt x="882" y="2098"/>
                    <a:pt x="987" y="2201"/>
                    <a:pt x="1086" y="2309"/>
                  </a:cubicBezTo>
                  <a:cubicBezTo>
                    <a:pt x="987" y="2419"/>
                    <a:pt x="882" y="2522"/>
                    <a:pt x="772" y="2615"/>
                  </a:cubicBezTo>
                  <a:cubicBezTo>
                    <a:pt x="692" y="2684"/>
                    <a:pt x="678" y="2800"/>
                    <a:pt x="739" y="2886"/>
                  </a:cubicBezTo>
                  <a:cubicBezTo>
                    <a:pt x="822" y="3004"/>
                    <a:pt x="900" y="3130"/>
                    <a:pt x="968" y="3260"/>
                  </a:cubicBezTo>
                  <a:cubicBezTo>
                    <a:pt x="845" y="3344"/>
                    <a:pt x="716" y="3419"/>
                    <a:pt x="586" y="3484"/>
                  </a:cubicBezTo>
                  <a:cubicBezTo>
                    <a:pt x="492" y="3531"/>
                    <a:pt x="451" y="3639"/>
                    <a:pt x="487" y="3736"/>
                  </a:cubicBezTo>
                  <a:cubicBezTo>
                    <a:pt x="539" y="3874"/>
                    <a:pt x="582" y="4019"/>
                    <a:pt x="616" y="4166"/>
                  </a:cubicBezTo>
                  <a:cubicBezTo>
                    <a:pt x="459" y="4224"/>
                    <a:pt x="300" y="4271"/>
                    <a:pt x="141" y="4305"/>
                  </a:cubicBezTo>
                  <a:cubicBezTo>
                    <a:pt x="55" y="4324"/>
                    <a:pt x="1" y="4409"/>
                    <a:pt x="20" y="4494"/>
                  </a:cubicBezTo>
                  <a:cubicBezTo>
                    <a:pt x="35" y="4569"/>
                    <a:pt x="101" y="4619"/>
                    <a:pt x="174" y="4619"/>
                  </a:cubicBezTo>
                  <a:cubicBezTo>
                    <a:pt x="185" y="4619"/>
                    <a:pt x="197" y="4618"/>
                    <a:pt x="208" y="4615"/>
                  </a:cubicBezTo>
                  <a:cubicBezTo>
                    <a:pt x="415" y="4571"/>
                    <a:pt x="622" y="4508"/>
                    <a:pt x="823" y="4428"/>
                  </a:cubicBezTo>
                  <a:cubicBezTo>
                    <a:pt x="914" y="4391"/>
                    <a:pt x="966" y="4296"/>
                    <a:pt x="948" y="4201"/>
                  </a:cubicBezTo>
                  <a:cubicBezTo>
                    <a:pt x="915" y="4037"/>
                    <a:pt x="872" y="3876"/>
                    <a:pt x="819" y="3722"/>
                  </a:cubicBezTo>
                  <a:cubicBezTo>
                    <a:pt x="961" y="3645"/>
                    <a:pt x="1101" y="3559"/>
                    <a:pt x="1235" y="3463"/>
                  </a:cubicBezTo>
                  <a:cubicBezTo>
                    <a:pt x="1316" y="3405"/>
                    <a:pt x="1343" y="3299"/>
                    <a:pt x="1299" y="3209"/>
                  </a:cubicBezTo>
                  <a:cubicBezTo>
                    <a:pt x="1226" y="3062"/>
                    <a:pt x="1146" y="2921"/>
                    <a:pt x="1057" y="2788"/>
                  </a:cubicBezTo>
                  <a:cubicBezTo>
                    <a:pt x="1176" y="2681"/>
                    <a:pt x="1289" y="2565"/>
                    <a:pt x="1393" y="2441"/>
                  </a:cubicBezTo>
                  <a:cubicBezTo>
                    <a:pt x="1459" y="2365"/>
                    <a:pt x="1459" y="2254"/>
                    <a:pt x="1393" y="2178"/>
                  </a:cubicBezTo>
                  <a:cubicBezTo>
                    <a:pt x="1288" y="2054"/>
                    <a:pt x="1175" y="1938"/>
                    <a:pt x="1056" y="1831"/>
                  </a:cubicBezTo>
                  <a:cubicBezTo>
                    <a:pt x="1146" y="1698"/>
                    <a:pt x="1226" y="1557"/>
                    <a:pt x="1298" y="1411"/>
                  </a:cubicBezTo>
                  <a:cubicBezTo>
                    <a:pt x="1343" y="1321"/>
                    <a:pt x="1316" y="1215"/>
                    <a:pt x="1234" y="1157"/>
                  </a:cubicBezTo>
                  <a:cubicBezTo>
                    <a:pt x="1100" y="1061"/>
                    <a:pt x="961" y="975"/>
                    <a:pt x="819" y="898"/>
                  </a:cubicBezTo>
                  <a:cubicBezTo>
                    <a:pt x="872" y="744"/>
                    <a:pt x="914" y="583"/>
                    <a:pt x="946" y="419"/>
                  </a:cubicBezTo>
                  <a:cubicBezTo>
                    <a:pt x="965" y="324"/>
                    <a:pt x="913" y="229"/>
                    <a:pt x="823" y="192"/>
                  </a:cubicBezTo>
                  <a:cubicBezTo>
                    <a:pt x="622" y="112"/>
                    <a:pt x="415" y="49"/>
                    <a:pt x="208" y="5"/>
                  </a:cubicBezTo>
                  <a:cubicBezTo>
                    <a:pt x="197" y="2"/>
                    <a:pt x="185" y="1"/>
                    <a:pt x="1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9" name="Google Shape;2672;p68">
            <a:extLst>
              <a:ext uri="{FF2B5EF4-FFF2-40B4-BE49-F238E27FC236}">
                <a16:creationId xmlns:a16="http://schemas.microsoft.com/office/drawing/2014/main" id="{4FC5F052-8D46-D4E6-1A52-E7988B9D3937}"/>
              </a:ext>
            </a:extLst>
          </p:cNvPr>
          <p:cNvGrpSpPr/>
          <p:nvPr/>
        </p:nvGrpSpPr>
        <p:grpSpPr>
          <a:xfrm>
            <a:off x="5454611" y="2491850"/>
            <a:ext cx="382520" cy="413581"/>
            <a:chOff x="5540526" y="1544841"/>
            <a:chExt cx="337380" cy="385167"/>
          </a:xfrm>
        </p:grpSpPr>
        <p:sp>
          <p:nvSpPr>
            <p:cNvPr id="1980" name="Google Shape;2673;p68">
              <a:extLst>
                <a:ext uri="{FF2B5EF4-FFF2-40B4-BE49-F238E27FC236}">
                  <a16:creationId xmlns:a16="http://schemas.microsoft.com/office/drawing/2014/main" id="{FDBD8D4E-6A64-1912-48BA-4ED2549D370E}"/>
                </a:ext>
              </a:extLst>
            </p:cNvPr>
            <p:cNvSpPr/>
            <p:nvPr/>
          </p:nvSpPr>
          <p:spPr>
            <a:xfrm>
              <a:off x="5642454" y="1886268"/>
              <a:ext cx="23503" cy="43739"/>
            </a:xfrm>
            <a:custGeom>
              <a:avLst/>
              <a:gdLst/>
              <a:ahLst/>
              <a:cxnLst/>
              <a:rect l="l" t="t" r="r" b="b"/>
              <a:pathLst>
                <a:path w="662" h="1232" extrusionOk="0">
                  <a:moveTo>
                    <a:pt x="177" y="1"/>
                  </a:moveTo>
                  <a:cubicBezTo>
                    <a:pt x="162" y="1"/>
                    <a:pt x="148" y="3"/>
                    <a:pt x="133" y="7"/>
                  </a:cubicBezTo>
                  <a:cubicBezTo>
                    <a:pt x="48" y="32"/>
                    <a:pt x="0" y="120"/>
                    <a:pt x="24" y="204"/>
                  </a:cubicBezTo>
                  <a:cubicBezTo>
                    <a:pt x="180" y="738"/>
                    <a:pt x="328" y="1115"/>
                    <a:pt x="334" y="1131"/>
                  </a:cubicBezTo>
                  <a:cubicBezTo>
                    <a:pt x="359" y="1193"/>
                    <a:pt x="419" y="1231"/>
                    <a:pt x="482" y="1231"/>
                  </a:cubicBezTo>
                  <a:cubicBezTo>
                    <a:pt x="501" y="1231"/>
                    <a:pt x="522" y="1228"/>
                    <a:pt x="541" y="1220"/>
                  </a:cubicBezTo>
                  <a:cubicBezTo>
                    <a:pt x="622" y="1188"/>
                    <a:pt x="662" y="1096"/>
                    <a:pt x="630" y="1014"/>
                  </a:cubicBezTo>
                  <a:cubicBezTo>
                    <a:pt x="629" y="1011"/>
                    <a:pt x="480" y="634"/>
                    <a:pt x="329" y="116"/>
                  </a:cubicBezTo>
                  <a:lnTo>
                    <a:pt x="330" y="116"/>
                  </a:lnTo>
                  <a:cubicBezTo>
                    <a:pt x="310" y="46"/>
                    <a:pt x="246" y="1"/>
                    <a:pt x="1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2674;p68">
              <a:extLst>
                <a:ext uri="{FF2B5EF4-FFF2-40B4-BE49-F238E27FC236}">
                  <a16:creationId xmlns:a16="http://schemas.microsoft.com/office/drawing/2014/main" id="{2FF52FA5-563E-8DBB-EBFC-43D7BE880F77}"/>
                </a:ext>
              </a:extLst>
            </p:cNvPr>
            <p:cNvSpPr/>
            <p:nvPr/>
          </p:nvSpPr>
          <p:spPr>
            <a:xfrm>
              <a:off x="5540526" y="1544841"/>
              <a:ext cx="337380" cy="385167"/>
            </a:xfrm>
            <a:custGeom>
              <a:avLst/>
              <a:gdLst/>
              <a:ahLst/>
              <a:cxnLst/>
              <a:rect l="l" t="t" r="r" b="b"/>
              <a:pathLst>
                <a:path w="9503" h="10849" extrusionOk="0">
                  <a:moveTo>
                    <a:pt x="2038" y="4166"/>
                  </a:moveTo>
                  <a:cubicBezTo>
                    <a:pt x="2038" y="4663"/>
                    <a:pt x="2048" y="5006"/>
                    <a:pt x="2116" y="5303"/>
                  </a:cubicBezTo>
                  <a:cubicBezTo>
                    <a:pt x="1994" y="5272"/>
                    <a:pt x="1884" y="5209"/>
                    <a:pt x="1794" y="5118"/>
                  </a:cubicBezTo>
                  <a:cubicBezTo>
                    <a:pt x="1663" y="4986"/>
                    <a:pt x="1591" y="4811"/>
                    <a:pt x="1592" y="4625"/>
                  </a:cubicBezTo>
                  <a:cubicBezTo>
                    <a:pt x="1592" y="4502"/>
                    <a:pt x="1641" y="4386"/>
                    <a:pt x="1728" y="4299"/>
                  </a:cubicBezTo>
                  <a:cubicBezTo>
                    <a:pt x="1812" y="4216"/>
                    <a:pt x="1921" y="4169"/>
                    <a:pt x="2038" y="4166"/>
                  </a:cubicBezTo>
                  <a:close/>
                  <a:moveTo>
                    <a:pt x="7472" y="4183"/>
                  </a:moveTo>
                  <a:cubicBezTo>
                    <a:pt x="7589" y="4187"/>
                    <a:pt x="7698" y="4235"/>
                    <a:pt x="7781" y="4318"/>
                  </a:cubicBezTo>
                  <a:cubicBezTo>
                    <a:pt x="7868" y="4406"/>
                    <a:pt x="7915" y="4522"/>
                    <a:pt x="7915" y="4645"/>
                  </a:cubicBezTo>
                  <a:cubicBezTo>
                    <a:pt x="7914" y="4831"/>
                    <a:pt x="7842" y="5006"/>
                    <a:pt x="7710" y="5137"/>
                  </a:cubicBezTo>
                  <a:cubicBezTo>
                    <a:pt x="7619" y="5227"/>
                    <a:pt x="7508" y="5289"/>
                    <a:pt x="7388" y="5319"/>
                  </a:cubicBezTo>
                  <a:cubicBezTo>
                    <a:pt x="7456" y="5023"/>
                    <a:pt x="7469" y="4680"/>
                    <a:pt x="7472" y="4183"/>
                  </a:cubicBezTo>
                  <a:close/>
                  <a:moveTo>
                    <a:pt x="5306" y="319"/>
                  </a:moveTo>
                  <a:cubicBezTo>
                    <a:pt x="5562" y="319"/>
                    <a:pt x="5828" y="353"/>
                    <a:pt x="6097" y="422"/>
                  </a:cubicBezTo>
                  <a:cubicBezTo>
                    <a:pt x="7175" y="701"/>
                    <a:pt x="7714" y="1781"/>
                    <a:pt x="7760" y="2668"/>
                  </a:cubicBezTo>
                  <a:cubicBezTo>
                    <a:pt x="7784" y="3151"/>
                    <a:pt x="7666" y="3548"/>
                    <a:pt x="7448" y="3755"/>
                  </a:cubicBezTo>
                  <a:cubicBezTo>
                    <a:pt x="7377" y="3391"/>
                    <a:pt x="7158" y="3091"/>
                    <a:pt x="6780" y="2843"/>
                  </a:cubicBezTo>
                  <a:cubicBezTo>
                    <a:pt x="6421" y="2607"/>
                    <a:pt x="6063" y="2594"/>
                    <a:pt x="5684" y="2580"/>
                  </a:cubicBezTo>
                  <a:cubicBezTo>
                    <a:pt x="5629" y="2578"/>
                    <a:pt x="5574" y="2577"/>
                    <a:pt x="5518" y="2574"/>
                  </a:cubicBezTo>
                  <a:cubicBezTo>
                    <a:pt x="5516" y="2573"/>
                    <a:pt x="5513" y="2573"/>
                    <a:pt x="5511" y="2573"/>
                  </a:cubicBezTo>
                  <a:cubicBezTo>
                    <a:pt x="5426" y="2573"/>
                    <a:pt x="5355" y="2639"/>
                    <a:pt x="5351" y="2724"/>
                  </a:cubicBezTo>
                  <a:cubicBezTo>
                    <a:pt x="5347" y="2812"/>
                    <a:pt x="5415" y="2887"/>
                    <a:pt x="5503" y="2891"/>
                  </a:cubicBezTo>
                  <a:cubicBezTo>
                    <a:pt x="5560" y="2894"/>
                    <a:pt x="5616" y="2896"/>
                    <a:pt x="5672" y="2898"/>
                  </a:cubicBezTo>
                  <a:cubicBezTo>
                    <a:pt x="6020" y="2911"/>
                    <a:pt x="6321" y="2921"/>
                    <a:pt x="6606" y="3109"/>
                  </a:cubicBezTo>
                  <a:cubicBezTo>
                    <a:pt x="6980" y="3354"/>
                    <a:pt x="7154" y="3645"/>
                    <a:pt x="7154" y="4022"/>
                  </a:cubicBezTo>
                  <a:cubicBezTo>
                    <a:pt x="7151" y="5079"/>
                    <a:pt x="7132" y="5409"/>
                    <a:pt x="6715" y="5983"/>
                  </a:cubicBezTo>
                  <a:cubicBezTo>
                    <a:pt x="6093" y="6840"/>
                    <a:pt x="5376" y="7332"/>
                    <a:pt x="4748" y="7332"/>
                  </a:cubicBezTo>
                  <a:lnTo>
                    <a:pt x="4745" y="7332"/>
                  </a:lnTo>
                  <a:cubicBezTo>
                    <a:pt x="4116" y="7329"/>
                    <a:pt x="3401" y="6834"/>
                    <a:pt x="2783" y="5970"/>
                  </a:cubicBezTo>
                  <a:lnTo>
                    <a:pt x="2783" y="5971"/>
                  </a:lnTo>
                  <a:cubicBezTo>
                    <a:pt x="2370" y="5394"/>
                    <a:pt x="2353" y="5064"/>
                    <a:pt x="2356" y="4006"/>
                  </a:cubicBezTo>
                  <a:cubicBezTo>
                    <a:pt x="2354" y="3624"/>
                    <a:pt x="2547" y="3289"/>
                    <a:pt x="2918" y="3075"/>
                  </a:cubicBezTo>
                  <a:cubicBezTo>
                    <a:pt x="3297" y="2855"/>
                    <a:pt x="3500" y="2499"/>
                    <a:pt x="3642" y="2124"/>
                  </a:cubicBezTo>
                  <a:cubicBezTo>
                    <a:pt x="4000" y="2443"/>
                    <a:pt x="4360" y="2657"/>
                    <a:pt x="4739" y="2772"/>
                  </a:cubicBezTo>
                  <a:cubicBezTo>
                    <a:pt x="4754" y="2776"/>
                    <a:pt x="4769" y="2778"/>
                    <a:pt x="4784" y="2778"/>
                  </a:cubicBezTo>
                  <a:cubicBezTo>
                    <a:pt x="4853" y="2778"/>
                    <a:pt x="4916" y="2735"/>
                    <a:pt x="4937" y="2666"/>
                  </a:cubicBezTo>
                  <a:cubicBezTo>
                    <a:pt x="4963" y="2582"/>
                    <a:pt x="4915" y="2493"/>
                    <a:pt x="4831" y="2468"/>
                  </a:cubicBezTo>
                  <a:cubicBezTo>
                    <a:pt x="4454" y="2353"/>
                    <a:pt x="4092" y="2123"/>
                    <a:pt x="3724" y="1766"/>
                  </a:cubicBezTo>
                  <a:lnTo>
                    <a:pt x="3644" y="954"/>
                  </a:lnTo>
                  <a:cubicBezTo>
                    <a:pt x="4067" y="538"/>
                    <a:pt x="4655" y="319"/>
                    <a:pt x="5306" y="319"/>
                  </a:cubicBezTo>
                  <a:close/>
                  <a:moveTo>
                    <a:pt x="5791" y="7318"/>
                  </a:moveTo>
                  <a:lnTo>
                    <a:pt x="5870" y="7976"/>
                  </a:lnTo>
                  <a:cubicBezTo>
                    <a:pt x="5892" y="8161"/>
                    <a:pt x="5839" y="8347"/>
                    <a:pt x="5727" y="8487"/>
                  </a:cubicBezTo>
                  <a:lnTo>
                    <a:pt x="5728" y="8487"/>
                  </a:lnTo>
                  <a:cubicBezTo>
                    <a:pt x="5515" y="8750"/>
                    <a:pt x="5188" y="8884"/>
                    <a:pt x="4752" y="8884"/>
                  </a:cubicBezTo>
                  <a:cubicBezTo>
                    <a:pt x="4316" y="8884"/>
                    <a:pt x="3988" y="8750"/>
                    <a:pt x="3775" y="8487"/>
                  </a:cubicBezTo>
                  <a:cubicBezTo>
                    <a:pt x="3663" y="8347"/>
                    <a:pt x="3612" y="8161"/>
                    <a:pt x="3633" y="7978"/>
                  </a:cubicBezTo>
                  <a:lnTo>
                    <a:pt x="3712" y="7320"/>
                  </a:lnTo>
                  <a:cubicBezTo>
                    <a:pt x="4037" y="7525"/>
                    <a:pt x="4419" y="7650"/>
                    <a:pt x="4744" y="7650"/>
                  </a:cubicBezTo>
                  <a:cubicBezTo>
                    <a:pt x="4745" y="7650"/>
                    <a:pt x="4747" y="7650"/>
                    <a:pt x="4748" y="7650"/>
                  </a:cubicBezTo>
                  <a:cubicBezTo>
                    <a:pt x="5086" y="7650"/>
                    <a:pt x="5441" y="7535"/>
                    <a:pt x="5791" y="7318"/>
                  </a:cubicBezTo>
                  <a:close/>
                  <a:moveTo>
                    <a:pt x="5307" y="1"/>
                  </a:moveTo>
                  <a:cubicBezTo>
                    <a:pt x="4584" y="1"/>
                    <a:pt x="3925" y="245"/>
                    <a:pt x="3443" y="706"/>
                  </a:cubicBezTo>
                  <a:cubicBezTo>
                    <a:pt x="3307" y="654"/>
                    <a:pt x="3166" y="627"/>
                    <a:pt x="3013" y="626"/>
                  </a:cubicBezTo>
                  <a:cubicBezTo>
                    <a:pt x="3007" y="626"/>
                    <a:pt x="3000" y="626"/>
                    <a:pt x="2993" y="626"/>
                  </a:cubicBezTo>
                  <a:cubicBezTo>
                    <a:pt x="2419" y="626"/>
                    <a:pt x="1896" y="932"/>
                    <a:pt x="1590" y="1444"/>
                  </a:cubicBezTo>
                  <a:cubicBezTo>
                    <a:pt x="1545" y="1520"/>
                    <a:pt x="1570" y="1618"/>
                    <a:pt x="1645" y="1662"/>
                  </a:cubicBezTo>
                  <a:cubicBezTo>
                    <a:pt x="1671" y="1678"/>
                    <a:pt x="1699" y="1685"/>
                    <a:pt x="1727" y="1685"/>
                  </a:cubicBezTo>
                  <a:cubicBezTo>
                    <a:pt x="1781" y="1685"/>
                    <a:pt x="1833" y="1657"/>
                    <a:pt x="1863" y="1607"/>
                  </a:cubicBezTo>
                  <a:cubicBezTo>
                    <a:pt x="2116" y="1185"/>
                    <a:pt x="2527" y="944"/>
                    <a:pt x="2996" y="944"/>
                  </a:cubicBezTo>
                  <a:lnTo>
                    <a:pt x="3010" y="944"/>
                  </a:lnTo>
                  <a:cubicBezTo>
                    <a:pt x="3124" y="945"/>
                    <a:pt x="3229" y="964"/>
                    <a:pt x="3330" y="1004"/>
                  </a:cubicBezTo>
                  <a:lnTo>
                    <a:pt x="3411" y="1821"/>
                  </a:lnTo>
                  <a:cubicBezTo>
                    <a:pt x="3264" y="2267"/>
                    <a:pt x="3095" y="2605"/>
                    <a:pt x="2758" y="2802"/>
                  </a:cubicBezTo>
                  <a:cubicBezTo>
                    <a:pt x="2348" y="3041"/>
                    <a:pt x="2106" y="3389"/>
                    <a:pt x="2050" y="3814"/>
                  </a:cubicBezTo>
                  <a:cubicBezTo>
                    <a:pt x="2010" y="3793"/>
                    <a:pt x="1971" y="3765"/>
                    <a:pt x="1934" y="3727"/>
                  </a:cubicBezTo>
                  <a:cubicBezTo>
                    <a:pt x="1712" y="3504"/>
                    <a:pt x="1597" y="3031"/>
                    <a:pt x="1598" y="2678"/>
                  </a:cubicBezTo>
                  <a:cubicBezTo>
                    <a:pt x="1598" y="2530"/>
                    <a:pt x="1611" y="2386"/>
                    <a:pt x="1633" y="2251"/>
                  </a:cubicBezTo>
                  <a:cubicBezTo>
                    <a:pt x="1648" y="2165"/>
                    <a:pt x="1590" y="2083"/>
                    <a:pt x="1504" y="2069"/>
                  </a:cubicBezTo>
                  <a:cubicBezTo>
                    <a:pt x="1494" y="2067"/>
                    <a:pt x="1485" y="2066"/>
                    <a:pt x="1476" y="2066"/>
                  </a:cubicBezTo>
                  <a:cubicBezTo>
                    <a:pt x="1400" y="2066"/>
                    <a:pt x="1333" y="2121"/>
                    <a:pt x="1320" y="2198"/>
                  </a:cubicBezTo>
                  <a:cubicBezTo>
                    <a:pt x="1294" y="2350"/>
                    <a:pt x="1281" y="2511"/>
                    <a:pt x="1280" y="2677"/>
                  </a:cubicBezTo>
                  <a:cubicBezTo>
                    <a:pt x="1279" y="3089"/>
                    <a:pt x="1406" y="3632"/>
                    <a:pt x="1694" y="3935"/>
                  </a:cubicBezTo>
                  <a:cubicBezTo>
                    <a:pt x="1624" y="3971"/>
                    <a:pt x="1561" y="4017"/>
                    <a:pt x="1504" y="4074"/>
                  </a:cubicBezTo>
                  <a:cubicBezTo>
                    <a:pt x="1357" y="4220"/>
                    <a:pt x="1275" y="4416"/>
                    <a:pt x="1274" y="4624"/>
                  </a:cubicBezTo>
                  <a:cubicBezTo>
                    <a:pt x="1274" y="4895"/>
                    <a:pt x="1377" y="5150"/>
                    <a:pt x="1568" y="5342"/>
                  </a:cubicBezTo>
                  <a:cubicBezTo>
                    <a:pt x="1745" y="5520"/>
                    <a:pt x="1976" y="5624"/>
                    <a:pt x="2223" y="5639"/>
                  </a:cubicBezTo>
                  <a:cubicBezTo>
                    <a:pt x="2294" y="5805"/>
                    <a:pt x="2391" y="5969"/>
                    <a:pt x="2524" y="6156"/>
                  </a:cubicBezTo>
                  <a:cubicBezTo>
                    <a:pt x="2805" y="6547"/>
                    <a:pt x="3107" y="6869"/>
                    <a:pt x="3417" y="7113"/>
                  </a:cubicBezTo>
                  <a:lnTo>
                    <a:pt x="3334" y="7805"/>
                  </a:lnTo>
                  <a:lnTo>
                    <a:pt x="2833" y="7956"/>
                  </a:lnTo>
                  <a:cubicBezTo>
                    <a:pt x="2803" y="7903"/>
                    <a:pt x="2760" y="7857"/>
                    <a:pt x="2709" y="7821"/>
                  </a:cubicBezTo>
                  <a:cubicBezTo>
                    <a:pt x="2638" y="7773"/>
                    <a:pt x="2557" y="7748"/>
                    <a:pt x="2474" y="7748"/>
                  </a:cubicBezTo>
                  <a:cubicBezTo>
                    <a:pt x="2433" y="7748"/>
                    <a:pt x="2393" y="7754"/>
                    <a:pt x="2353" y="7766"/>
                  </a:cubicBezTo>
                  <a:lnTo>
                    <a:pt x="1590" y="7996"/>
                  </a:lnTo>
                  <a:cubicBezTo>
                    <a:pt x="1293" y="8075"/>
                    <a:pt x="905" y="8319"/>
                    <a:pt x="680" y="8577"/>
                  </a:cubicBezTo>
                  <a:cubicBezTo>
                    <a:pt x="438" y="8851"/>
                    <a:pt x="276" y="9187"/>
                    <a:pt x="214" y="9549"/>
                  </a:cubicBezTo>
                  <a:lnTo>
                    <a:pt x="16" y="10662"/>
                  </a:lnTo>
                  <a:cubicBezTo>
                    <a:pt x="0" y="10748"/>
                    <a:pt x="58" y="10831"/>
                    <a:pt x="145" y="10846"/>
                  </a:cubicBezTo>
                  <a:cubicBezTo>
                    <a:pt x="154" y="10847"/>
                    <a:pt x="163" y="10848"/>
                    <a:pt x="173" y="10848"/>
                  </a:cubicBezTo>
                  <a:cubicBezTo>
                    <a:pt x="248" y="10848"/>
                    <a:pt x="316" y="10795"/>
                    <a:pt x="329" y="10717"/>
                  </a:cubicBezTo>
                  <a:lnTo>
                    <a:pt x="527" y="9604"/>
                  </a:lnTo>
                  <a:cubicBezTo>
                    <a:pt x="580" y="9299"/>
                    <a:pt x="715" y="9017"/>
                    <a:pt x="916" y="8788"/>
                  </a:cubicBezTo>
                  <a:cubicBezTo>
                    <a:pt x="1121" y="8574"/>
                    <a:pt x="1361" y="8396"/>
                    <a:pt x="1681" y="8300"/>
                  </a:cubicBezTo>
                  <a:lnTo>
                    <a:pt x="2445" y="8070"/>
                  </a:lnTo>
                  <a:cubicBezTo>
                    <a:pt x="2455" y="8067"/>
                    <a:pt x="2465" y="8066"/>
                    <a:pt x="2473" y="8066"/>
                  </a:cubicBezTo>
                  <a:cubicBezTo>
                    <a:pt x="2498" y="8066"/>
                    <a:pt x="2517" y="8076"/>
                    <a:pt x="2528" y="8083"/>
                  </a:cubicBezTo>
                  <a:cubicBezTo>
                    <a:pt x="2543" y="8093"/>
                    <a:pt x="2567" y="8115"/>
                    <a:pt x="2570" y="8156"/>
                  </a:cubicBezTo>
                  <a:cubicBezTo>
                    <a:pt x="2590" y="8441"/>
                    <a:pt x="2638" y="8759"/>
                    <a:pt x="2713" y="9102"/>
                  </a:cubicBezTo>
                  <a:cubicBezTo>
                    <a:pt x="2728" y="9176"/>
                    <a:pt x="2794" y="9227"/>
                    <a:pt x="2868" y="9227"/>
                  </a:cubicBezTo>
                  <a:cubicBezTo>
                    <a:pt x="2879" y="9227"/>
                    <a:pt x="2890" y="9226"/>
                    <a:pt x="2901" y="9224"/>
                  </a:cubicBezTo>
                  <a:cubicBezTo>
                    <a:pt x="2987" y="9205"/>
                    <a:pt x="3041" y="9121"/>
                    <a:pt x="3023" y="9035"/>
                  </a:cubicBezTo>
                  <a:cubicBezTo>
                    <a:pt x="2964" y="8760"/>
                    <a:pt x="2922" y="8503"/>
                    <a:pt x="2898" y="8268"/>
                  </a:cubicBezTo>
                  <a:lnTo>
                    <a:pt x="3314" y="8142"/>
                  </a:lnTo>
                  <a:cubicBezTo>
                    <a:pt x="3331" y="8341"/>
                    <a:pt x="3404" y="8532"/>
                    <a:pt x="3528" y="8686"/>
                  </a:cubicBezTo>
                  <a:cubicBezTo>
                    <a:pt x="3717" y="8921"/>
                    <a:pt x="4083" y="9201"/>
                    <a:pt x="4751" y="9201"/>
                  </a:cubicBezTo>
                  <a:cubicBezTo>
                    <a:pt x="5420" y="9201"/>
                    <a:pt x="5786" y="8921"/>
                    <a:pt x="5975" y="8686"/>
                  </a:cubicBezTo>
                  <a:cubicBezTo>
                    <a:pt x="6099" y="8530"/>
                    <a:pt x="6174" y="8337"/>
                    <a:pt x="6189" y="8137"/>
                  </a:cubicBezTo>
                  <a:lnTo>
                    <a:pt x="6606" y="8264"/>
                  </a:lnTo>
                  <a:cubicBezTo>
                    <a:pt x="6587" y="8717"/>
                    <a:pt x="6407" y="9564"/>
                    <a:pt x="6246" y="10060"/>
                  </a:cubicBezTo>
                  <a:cubicBezTo>
                    <a:pt x="6176" y="10263"/>
                    <a:pt x="6096" y="10450"/>
                    <a:pt x="6009" y="10615"/>
                  </a:cubicBezTo>
                  <a:cubicBezTo>
                    <a:pt x="5968" y="10693"/>
                    <a:pt x="5998" y="10789"/>
                    <a:pt x="6076" y="10830"/>
                  </a:cubicBezTo>
                  <a:cubicBezTo>
                    <a:pt x="6100" y="10842"/>
                    <a:pt x="6125" y="10848"/>
                    <a:pt x="6150" y="10848"/>
                  </a:cubicBezTo>
                  <a:cubicBezTo>
                    <a:pt x="6207" y="10848"/>
                    <a:pt x="6263" y="10817"/>
                    <a:pt x="6291" y="10762"/>
                  </a:cubicBezTo>
                  <a:cubicBezTo>
                    <a:pt x="6385" y="10582"/>
                    <a:pt x="6472" y="10379"/>
                    <a:pt x="6548" y="10160"/>
                  </a:cubicBezTo>
                  <a:cubicBezTo>
                    <a:pt x="6734" y="9606"/>
                    <a:pt x="6923" y="8614"/>
                    <a:pt x="6934" y="8156"/>
                  </a:cubicBezTo>
                  <a:cubicBezTo>
                    <a:pt x="6936" y="8115"/>
                    <a:pt x="6961" y="8093"/>
                    <a:pt x="6975" y="8082"/>
                  </a:cubicBezTo>
                  <a:cubicBezTo>
                    <a:pt x="6986" y="8075"/>
                    <a:pt x="7005" y="8066"/>
                    <a:pt x="7030" y="8066"/>
                  </a:cubicBezTo>
                  <a:cubicBezTo>
                    <a:pt x="7039" y="8066"/>
                    <a:pt x="7048" y="8067"/>
                    <a:pt x="7058" y="8070"/>
                  </a:cubicBezTo>
                  <a:lnTo>
                    <a:pt x="7822" y="8300"/>
                  </a:lnTo>
                  <a:cubicBezTo>
                    <a:pt x="8427" y="8481"/>
                    <a:pt x="8868" y="8982"/>
                    <a:pt x="8976" y="9605"/>
                  </a:cubicBezTo>
                  <a:lnTo>
                    <a:pt x="9174" y="10717"/>
                  </a:lnTo>
                  <a:cubicBezTo>
                    <a:pt x="9188" y="10794"/>
                    <a:pt x="9255" y="10848"/>
                    <a:pt x="9330" y="10848"/>
                  </a:cubicBezTo>
                  <a:cubicBezTo>
                    <a:pt x="9340" y="10848"/>
                    <a:pt x="9349" y="10847"/>
                    <a:pt x="9359" y="10845"/>
                  </a:cubicBezTo>
                  <a:cubicBezTo>
                    <a:pt x="9445" y="10830"/>
                    <a:pt x="9503" y="10748"/>
                    <a:pt x="9487" y="10661"/>
                  </a:cubicBezTo>
                  <a:lnTo>
                    <a:pt x="9289" y="9550"/>
                  </a:lnTo>
                  <a:cubicBezTo>
                    <a:pt x="9161" y="8808"/>
                    <a:pt x="8634" y="8213"/>
                    <a:pt x="7913" y="7995"/>
                  </a:cubicBezTo>
                  <a:lnTo>
                    <a:pt x="7150" y="7765"/>
                  </a:lnTo>
                  <a:cubicBezTo>
                    <a:pt x="7111" y="7753"/>
                    <a:pt x="7071" y="7747"/>
                    <a:pt x="7031" y="7747"/>
                  </a:cubicBezTo>
                  <a:cubicBezTo>
                    <a:pt x="6948" y="7747"/>
                    <a:pt x="6865" y="7773"/>
                    <a:pt x="6795" y="7821"/>
                  </a:cubicBezTo>
                  <a:cubicBezTo>
                    <a:pt x="6745" y="7856"/>
                    <a:pt x="6703" y="7901"/>
                    <a:pt x="6673" y="7952"/>
                  </a:cubicBezTo>
                  <a:lnTo>
                    <a:pt x="6168" y="7798"/>
                  </a:lnTo>
                  <a:lnTo>
                    <a:pt x="6087" y="7112"/>
                  </a:lnTo>
                  <a:cubicBezTo>
                    <a:pt x="6393" y="6871"/>
                    <a:pt x="6694" y="6554"/>
                    <a:pt x="6973" y="6169"/>
                  </a:cubicBezTo>
                  <a:cubicBezTo>
                    <a:pt x="7108" y="5984"/>
                    <a:pt x="7205" y="5820"/>
                    <a:pt x="7277" y="5655"/>
                  </a:cubicBezTo>
                  <a:cubicBezTo>
                    <a:pt x="7525" y="5642"/>
                    <a:pt x="7757" y="5539"/>
                    <a:pt x="7934" y="5362"/>
                  </a:cubicBezTo>
                  <a:cubicBezTo>
                    <a:pt x="8126" y="5171"/>
                    <a:pt x="8232" y="4917"/>
                    <a:pt x="8233" y="4646"/>
                  </a:cubicBezTo>
                  <a:cubicBezTo>
                    <a:pt x="8234" y="4438"/>
                    <a:pt x="8153" y="4242"/>
                    <a:pt x="8007" y="4095"/>
                  </a:cubicBezTo>
                  <a:cubicBezTo>
                    <a:pt x="7928" y="4015"/>
                    <a:pt x="7835" y="3955"/>
                    <a:pt x="7733" y="3915"/>
                  </a:cubicBezTo>
                  <a:cubicBezTo>
                    <a:pt x="7978" y="3636"/>
                    <a:pt x="8104" y="3188"/>
                    <a:pt x="8077" y="2651"/>
                  </a:cubicBezTo>
                  <a:cubicBezTo>
                    <a:pt x="8050" y="2114"/>
                    <a:pt x="7872" y="1574"/>
                    <a:pt x="7576" y="1130"/>
                  </a:cubicBezTo>
                  <a:cubicBezTo>
                    <a:pt x="7231" y="613"/>
                    <a:pt x="6747" y="261"/>
                    <a:pt x="6177" y="114"/>
                  </a:cubicBezTo>
                  <a:cubicBezTo>
                    <a:pt x="5882" y="38"/>
                    <a:pt x="5589" y="1"/>
                    <a:pt x="53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2675;p68">
              <a:extLst>
                <a:ext uri="{FF2B5EF4-FFF2-40B4-BE49-F238E27FC236}">
                  <a16:creationId xmlns:a16="http://schemas.microsoft.com/office/drawing/2014/main" id="{926C2247-A492-BB86-4316-87BF8EA6B89A}"/>
                </a:ext>
              </a:extLst>
            </p:cNvPr>
            <p:cNvSpPr/>
            <p:nvPr/>
          </p:nvSpPr>
          <p:spPr>
            <a:xfrm>
              <a:off x="5693791" y="1731797"/>
              <a:ext cx="30923" cy="12852"/>
            </a:xfrm>
            <a:custGeom>
              <a:avLst/>
              <a:gdLst/>
              <a:ahLst/>
              <a:cxnLst/>
              <a:rect l="l" t="t" r="r" b="b"/>
              <a:pathLst>
                <a:path w="871" h="362" extrusionOk="0">
                  <a:moveTo>
                    <a:pt x="180" y="0"/>
                  </a:moveTo>
                  <a:cubicBezTo>
                    <a:pt x="114" y="0"/>
                    <a:pt x="52" y="42"/>
                    <a:pt x="29" y="109"/>
                  </a:cubicBezTo>
                  <a:cubicBezTo>
                    <a:pt x="1" y="192"/>
                    <a:pt x="46" y="282"/>
                    <a:pt x="129" y="310"/>
                  </a:cubicBezTo>
                  <a:cubicBezTo>
                    <a:pt x="229" y="343"/>
                    <a:pt x="334" y="361"/>
                    <a:pt x="438" y="361"/>
                  </a:cubicBezTo>
                  <a:cubicBezTo>
                    <a:pt x="543" y="361"/>
                    <a:pt x="645" y="344"/>
                    <a:pt x="742" y="312"/>
                  </a:cubicBezTo>
                  <a:cubicBezTo>
                    <a:pt x="826" y="284"/>
                    <a:pt x="871" y="194"/>
                    <a:pt x="844" y="111"/>
                  </a:cubicBezTo>
                  <a:cubicBezTo>
                    <a:pt x="821" y="45"/>
                    <a:pt x="759" y="2"/>
                    <a:pt x="693" y="2"/>
                  </a:cubicBezTo>
                  <a:cubicBezTo>
                    <a:pt x="676" y="2"/>
                    <a:pt x="659" y="5"/>
                    <a:pt x="643" y="11"/>
                  </a:cubicBezTo>
                  <a:cubicBezTo>
                    <a:pt x="577" y="32"/>
                    <a:pt x="508" y="43"/>
                    <a:pt x="439" y="43"/>
                  </a:cubicBezTo>
                  <a:cubicBezTo>
                    <a:pt x="369" y="43"/>
                    <a:pt x="298" y="32"/>
                    <a:pt x="231" y="9"/>
                  </a:cubicBezTo>
                  <a:cubicBezTo>
                    <a:pt x="214" y="3"/>
                    <a:pt x="197" y="0"/>
                    <a:pt x="1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2676;p68">
              <a:extLst>
                <a:ext uri="{FF2B5EF4-FFF2-40B4-BE49-F238E27FC236}">
                  <a16:creationId xmlns:a16="http://schemas.microsoft.com/office/drawing/2014/main" id="{98DC38D4-B618-56B0-01EB-E2CBB110D107}"/>
                </a:ext>
              </a:extLst>
            </p:cNvPr>
            <p:cNvSpPr/>
            <p:nvPr/>
          </p:nvSpPr>
          <p:spPr>
            <a:xfrm>
              <a:off x="5652714" y="1691821"/>
              <a:ext cx="31207" cy="30106"/>
            </a:xfrm>
            <a:custGeom>
              <a:avLst/>
              <a:gdLst/>
              <a:ahLst/>
              <a:cxnLst/>
              <a:rect l="l" t="t" r="r" b="b"/>
              <a:pathLst>
                <a:path w="879" h="848" extrusionOk="0">
                  <a:moveTo>
                    <a:pt x="174" y="0"/>
                  </a:moveTo>
                  <a:cubicBezTo>
                    <a:pt x="134" y="0"/>
                    <a:pt x="93" y="16"/>
                    <a:pt x="63" y="47"/>
                  </a:cubicBezTo>
                  <a:cubicBezTo>
                    <a:pt x="1" y="109"/>
                    <a:pt x="1" y="210"/>
                    <a:pt x="63" y="272"/>
                  </a:cubicBezTo>
                  <a:lnTo>
                    <a:pt x="215" y="424"/>
                  </a:lnTo>
                  <a:lnTo>
                    <a:pt x="63" y="577"/>
                  </a:lnTo>
                  <a:cubicBezTo>
                    <a:pt x="1" y="639"/>
                    <a:pt x="1" y="739"/>
                    <a:pt x="63" y="802"/>
                  </a:cubicBezTo>
                  <a:cubicBezTo>
                    <a:pt x="93" y="832"/>
                    <a:pt x="134" y="847"/>
                    <a:pt x="175" y="847"/>
                  </a:cubicBezTo>
                  <a:cubicBezTo>
                    <a:pt x="215" y="847"/>
                    <a:pt x="256" y="832"/>
                    <a:pt x="287" y="802"/>
                  </a:cubicBezTo>
                  <a:lnTo>
                    <a:pt x="439" y="648"/>
                  </a:lnTo>
                  <a:lnTo>
                    <a:pt x="593" y="802"/>
                  </a:lnTo>
                  <a:cubicBezTo>
                    <a:pt x="623" y="832"/>
                    <a:pt x="664" y="847"/>
                    <a:pt x="705" y="847"/>
                  </a:cubicBezTo>
                  <a:cubicBezTo>
                    <a:pt x="745" y="847"/>
                    <a:pt x="786" y="832"/>
                    <a:pt x="817" y="802"/>
                  </a:cubicBezTo>
                  <a:cubicBezTo>
                    <a:pt x="879" y="739"/>
                    <a:pt x="879" y="639"/>
                    <a:pt x="817" y="577"/>
                  </a:cubicBezTo>
                  <a:lnTo>
                    <a:pt x="664" y="424"/>
                  </a:lnTo>
                  <a:lnTo>
                    <a:pt x="817" y="272"/>
                  </a:lnTo>
                  <a:cubicBezTo>
                    <a:pt x="879" y="210"/>
                    <a:pt x="879" y="109"/>
                    <a:pt x="817" y="47"/>
                  </a:cubicBezTo>
                  <a:cubicBezTo>
                    <a:pt x="786" y="16"/>
                    <a:pt x="745" y="0"/>
                    <a:pt x="704" y="0"/>
                  </a:cubicBezTo>
                  <a:cubicBezTo>
                    <a:pt x="664" y="0"/>
                    <a:pt x="623" y="16"/>
                    <a:pt x="593" y="47"/>
                  </a:cubicBezTo>
                  <a:lnTo>
                    <a:pt x="439" y="199"/>
                  </a:lnTo>
                  <a:lnTo>
                    <a:pt x="287" y="47"/>
                  </a:lnTo>
                  <a:cubicBezTo>
                    <a:pt x="256" y="16"/>
                    <a:pt x="215" y="0"/>
                    <a:pt x="1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2677;p68">
              <a:extLst>
                <a:ext uri="{FF2B5EF4-FFF2-40B4-BE49-F238E27FC236}">
                  <a16:creationId xmlns:a16="http://schemas.microsoft.com/office/drawing/2014/main" id="{00F1E43E-6600-AFCD-D66C-135837B869A8}"/>
                </a:ext>
              </a:extLst>
            </p:cNvPr>
            <p:cNvSpPr/>
            <p:nvPr/>
          </p:nvSpPr>
          <p:spPr>
            <a:xfrm>
              <a:off x="5734512" y="1691821"/>
              <a:ext cx="31242" cy="30106"/>
            </a:xfrm>
            <a:custGeom>
              <a:avLst/>
              <a:gdLst/>
              <a:ahLst/>
              <a:cxnLst/>
              <a:rect l="l" t="t" r="r" b="b"/>
              <a:pathLst>
                <a:path w="880" h="848" extrusionOk="0">
                  <a:moveTo>
                    <a:pt x="175" y="0"/>
                  </a:moveTo>
                  <a:cubicBezTo>
                    <a:pt x="134" y="0"/>
                    <a:pt x="94" y="16"/>
                    <a:pt x="63" y="47"/>
                  </a:cubicBezTo>
                  <a:cubicBezTo>
                    <a:pt x="0" y="109"/>
                    <a:pt x="0" y="210"/>
                    <a:pt x="63" y="272"/>
                  </a:cubicBezTo>
                  <a:lnTo>
                    <a:pt x="215" y="424"/>
                  </a:lnTo>
                  <a:lnTo>
                    <a:pt x="63" y="577"/>
                  </a:lnTo>
                  <a:cubicBezTo>
                    <a:pt x="0" y="639"/>
                    <a:pt x="0" y="739"/>
                    <a:pt x="63" y="802"/>
                  </a:cubicBezTo>
                  <a:cubicBezTo>
                    <a:pt x="94" y="832"/>
                    <a:pt x="134" y="847"/>
                    <a:pt x="175" y="847"/>
                  </a:cubicBezTo>
                  <a:cubicBezTo>
                    <a:pt x="216" y="847"/>
                    <a:pt x="257" y="832"/>
                    <a:pt x="288" y="802"/>
                  </a:cubicBezTo>
                  <a:lnTo>
                    <a:pt x="440" y="648"/>
                  </a:lnTo>
                  <a:lnTo>
                    <a:pt x="592" y="802"/>
                  </a:lnTo>
                  <a:cubicBezTo>
                    <a:pt x="624" y="832"/>
                    <a:pt x="664" y="847"/>
                    <a:pt x="704" y="847"/>
                  </a:cubicBezTo>
                  <a:cubicBezTo>
                    <a:pt x="746" y="847"/>
                    <a:pt x="786" y="832"/>
                    <a:pt x="817" y="802"/>
                  </a:cubicBezTo>
                  <a:cubicBezTo>
                    <a:pt x="880" y="739"/>
                    <a:pt x="880" y="639"/>
                    <a:pt x="817" y="577"/>
                  </a:cubicBezTo>
                  <a:lnTo>
                    <a:pt x="665" y="424"/>
                  </a:lnTo>
                  <a:lnTo>
                    <a:pt x="817" y="272"/>
                  </a:lnTo>
                  <a:cubicBezTo>
                    <a:pt x="880" y="210"/>
                    <a:pt x="880" y="109"/>
                    <a:pt x="817" y="47"/>
                  </a:cubicBezTo>
                  <a:cubicBezTo>
                    <a:pt x="786" y="16"/>
                    <a:pt x="746" y="0"/>
                    <a:pt x="705" y="0"/>
                  </a:cubicBezTo>
                  <a:cubicBezTo>
                    <a:pt x="664" y="0"/>
                    <a:pt x="624" y="16"/>
                    <a:pt x="592" y="47"/>
                  </a:cubicBezTo>
                  <a:lnTo>
                    <a:pt x="440" y="199"/>
                  </a:lnTo>
                  <a:lnTo>
                    <a:pt x="288" y="47"/>
                  </a:lnTo>
                  <a:cubicBezTo>
                    <a:pt x="257" y="16"/>
                    <a:pt x="216" y="0"/>
                    <a:pt x="1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2678;p68">
              <a:extLst>
                <a:ext uri="{FF2B5EF4-FFF2-40B4-BE49-F238E27FC236}">
                  <a16:creationId xmlns:a16="http://schemas.microsoft.com/office/drawing/2014/main" id="{B677745E-4E67-2807-B127-FAB6E3A7B9CD}"/>
                </a:ext>
              </a:extLst>
            </p:cNvPr>
            <p:cNvSpPr/>
            <p:nvPr/>
          </p:nvSpPr>
          <p:spPr>
            <a:xfrm>
              <a:off x="5693329" y="1752921"/>
              <a:ext cx="31846" cy="34118"/>
            </a:xfrm>
            <a:custGeom>
              <a:avLst/>
              <a:gdLst/>
              <a:ahLst/>
              <a:cxnLst/>
              <a:rect l="l" t="t" r="r" b="b"/>
              <a:pathLst>
                <a:path w="897" h="961" extrusionOk="0">
                  <a:moveTo>
                    <a:pt x="451" y="319"/>
                  </a:moveTo>
                  <a:cubicBezTo>
                    <a:pt x="521" y="319"/>
                    <a:pt x="578" y="376"/>
                    <a:pt x="578" y="445"/>
                  </a:cubicBezTo>
                  <a:lnTo>
                    <a:pt x="578" y="643"/>
                  </a:lnTo>
                  <a:lnTo>
                    <a:pt x="318" y="643"/>
                  </a:lnTo>
                  <a:lnTo>
                    <a:pt x="318" y="445"/>
                  </a:lnTo>
                  <a:cubicBezTo>
                    <a:pt x="318" y="376"/>
                    <a:pt x="375" y="319"/>
                    <a:pt x="445" y="319"/>
                  </a:cubicBezTo>
                  <a:close/>
                  <a:moveTo>
                    <a:pt x="445" y="0"/>
                  </a:moveTo>
                  <a:cubicBezTo>
                    <a:pt x="199" y="0"/>
                    <a:pt x="0" y="200"/>
                    <a:pt x="0" y="445"/>
                  </a:cubicBezTo>
                  <a:lnTo>
                    <a:pt x="0" y="739"/>
                  </a:lnTo>
                  <a:cubicBezTo>
                    <a:pt x="0" y="861"/>
                    <a:pt x="100" y="960"/>
                    <a:pt x="222" y="960"/>
                  </a:cubicBezTo>
                  <a:lnTo>
                    <a:pt x="673" y="960"/>
                  </a:lnTo>
                  <a:cubicBezTo>
                    <a:pt x="795" y="960"/>
                    <a:pt x="896" y="861"/>
                    <a:pt x="896" y="739"/>
                  </a:cubicBezTo>
                  <a:lnTo>
                    <a:pt x="896" y="445"/>
                  </a:lnTo>
                  <a:cubicBezTo>
                    <a:pt x="896" y="200"/>
                    <a:pt x="696" y="0"/>
                    <a:pt x="4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2679;p68">
              <a:extLst>
                <a:ext uri="{FF2B5EF4-FFF2-40B4-BE49-F238E27FC236}">
                  <a16:creationId xmlns:a16="http://schemas.microsoft.com/office/drawing/2014/main" id="{32F6F901-23F4-53E3-8D55-8A24E220D768}"/>
                </a:ext>
              </a:extLst>
            </p:cNvPr>
            <p:cNvSpPr/>
            <p:nvPr/>
          </p:nvSpPr>
          <p:spPr>
            <a:xfrm>
              <a:off x="5843824" y="1704318"/>
              <a:ext cx="11361" cy="96318"/>
            </a:xfrm>
            <a:custGeom>
              <a:avLst/>
              <a:gdLst/>
              <a:ahLst/>
              <a:cxnLst/>
              <a:rect l="l" t="t" r="r" b="b"/>
              <a:pathLst>
                <a:path w="320" h="2713" extrusionOk="0">
                  <a:moveTo>
                    <a:pt x="160" y="1"/>
                  </a:moveTo>
                  <a:cubicBezTo>
                    <a:pt x="72" y="1"/>
                    <a:pt x="1" y="71"/>
                    <a:pt x="1" y="159"/>
                  </a:cubicBezTo>
                  <a:lnTo>
                    <a:pt x="1" y="2553"/>
                  </a:lnTo>
                  <a:cubicBezTo>
                    <a:pt x="1" y="2642"/>
                    <a:pt x="72" y="2712"/>
                    <a:pt x="160" y="2712"/>
                  </a:cubicBezTo>
                  <a:cubicBezTo>
                    <a:pt x="248" y="2712"/>
                    <a:pt x="319" y="2642"/>
                    <a:pt x="319" y="2553"/>
                  </a:cubicBezTo>
                  <a:lnTo>
                    <a:pt x="319" y="159"/>
                  </a:lnTo>
                  <a:cubicBezTo>
                    <a:pt x="319" y="71"/>
                    <a:pt x="248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2680;p68">
              <a:extLst>
                <a:ext uri="{FF2B5EF4-FFF2-40B4-BE49-F238E27FC236}">
                  <a16:creationId xmlns:a16="http://schemas.microsoft.com/office/drawing/2014/main" id="{EC370E01-72F5-26D0-AED2-654E0594D1C5}"/>
                </a:ext>
              </a:extLst>
            </p:cNvPr>
            <p:cNvSpPr/>
            <p:nvPr/>
          </p:nvSpPr>
          <p:spPr>
            <a:xfrm>
              <a:off x="5866404" y="1772128"/>
              <a:ext cx="11325" cy="73632"/>
            </a:xfrm>
            <a:custGeom>
              <a:avLst/>
              <a:gdLst/>
              <a:ahLst/>
              <a:cxnLst/>
              <a:rect l="l" t="t" r="r" b="b"/>
              <a:pathLst>
                <a:path w="319" h="2074" extrusionOk="0">
                  <a:moveTo>
                    <a:pt x="160" y="1"/>
                  </a:moveTo>
                  <a:cubicBezTo>
                    <a:pt x="72" y="1"/>
                    <a:pt x="0" y="72"/>
                    <a:pt x="0" y="160"/>
                  </a:cubicBezTo>
                  <a:lnTo>
                    <a:pt x="0" y="1915"/>
                  </a:lnTo>
                  <a:cubicBezTo>
                    <a:pt x="0" y="2003"/>
                    <a:pt x="72" y="2073"/>
                    <a:pt x="160" y="2073"/>
                  </a:cubicBezTo>
                  <a:cubicBezTo>
                    <a:pt x="247" y="2073"/>
                    <a:pt x="319" y="2003"/>
                    <a:pt x="319" y="1915"/>
                  </a:cubicBezTo>
                  <a:lnTo>
                    <a:pt x="319" y="160"/>
                  </a:lnTo>
                  <a:cubicBezTo>
                    <a:pt x="319" y="72"/>
                    <a:pt x="247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2681;p68">
              <a:extLst>
                <a:ext uri="{FF2B5EF4-FFF2-40B4-BE49-F238E27FC236}">
                  <a16:creationId xmlns:a16="http://schemas.microsoft.com/office/drawing/2014/main" id="{EB2084B9-4DCB-5A12-582E-76487CD5C447}"/>
                </a:ext>
              </a:extLst>
            </p:cNvPr>
            <p:cNvSpPr/>
            <p:nvPr/>
          </p:nvSpPr>
          <p:spPr>
            <a:xfrm>
              <a:off x="5866404" y="1681774"/>
              <a:ext cx="11325" cy="75301"/>
            </a:xfrm>
            <a:custGeom>
              <a:avLst/>
              <a:gdLst/>
              <a:ahLst/>
              <a:cxnLst/>
              <a:rect l="l" t="t" r="r" b="b"/>
              <a:pathLst>
                <a:path w="319" h="2121" extrusionOk="0">
                  <a:moveTo>
                    <a:pt x="160" y="0"/>
                  </a:moveTo>
                  <a:cubicBezTo>
                    <a:pt x="72" y="0"/>
                    <a:pt x="0" y="71"/>
                    <a:pt x="0" y="159"/>
                  </a:cubicBezTo>
                  <a:lnTo>
                    <a:pt x="0" y="1961"/>
                  </a:lnTo>
                  <a:cubicBezTo>
                    <a:pt x="0" y="2049"/>
                    <a:pt x="72" y="2120"/>
                    <a:pt x="160" y="2120"/>
                  </a:cubicBezTo>
                  <a:cubicBezTo>
                    <a:pt x="247" y="2120"/>
                    <a:pt x="319" y="2049"/>
                    <a:pt x="319" y="1961"/>
                  </a:cubicBezTo>
                  <a:lnTo>
                    <a:pt x="319" y="159"/>
                  </a:lnTo>
                  <a:cubicBezTo>
                    <a:pt x="319" y="71"/>
                    <a:pt x="24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2682;p68">
              <a:extLst>
                <a:ext uri="{FF2B5EF4-FFF2-40B4-BE49-F238E27FC236}">
                  <a16:creationId xmlns:a16="http://schemas.microsoft.com/office/drawing/2014/main" id="{DDBC1D31-4F10-7ACA-F741-F1E874559846}"/>
                </a:ext>
              </a:extLst>
            </p:cNvPr>
            <p:cNvSpPr/>
            <p:nvPr/>
          </p:nvSpPr>
          <p:spPr>
            <a:xfrm>
              <a:off x="5563283" y="1704318"/>
              <a:ext cx="11325" cy="96318"/>
            </a:xfrm>
            <a:custGeom>
              <a:avLst/>
              <a:gdLst/>
              <a:ahLst/>
              <a:cxnLst/>
              <a:rect l="l" t="t" r="r" b="b"/>
              <a:pathLst>
                <a:path w="319" h="2713" extrusionOk="0">
                  <a:moveTo>
                    <a:pt x="160" y="1"/>
                  </a:moveTo>
                  <a:cubicBezTo>
                    <a:pt x="72" y="1"/>
                    <a:pt x="0" y="71"/>
                    <a:pt x="0" y="159"/>
                  </a:cubicBezTo>
                  <a:lnTo>
                    <a:pt x="0" y="2553"/>
                  </a:lnTo>
                  <a:cubicBezTo>
                    <a:pt x="0" y="2642"/>
                    <a:pt x="72" y="2712"/>
                    <a:pt x="160" y="2712"/>
                  </a:cubicBezTo>
                  <a:cubicBezTo>
                    <a:pt x="247" y="2712"/>
                    <a:pt x="318" y="2642"/>
                    <a:pt x="318" y="2553"/>
                  </a:cubicBezTo>
                  <a:lnTo>
                    <a:pt x="318" y="159"/>
                  </a:lnTo>
                  <a:cubicBezTo>
                    <a:pt x="318" y="71"/>
                    <a:pt x="247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2683;p68">
              <a:extLst>
                <a:ext uri="{FF2B5EF4-FFF2-40B4-BE49-F238E27FC236}">
                  <a16:creationId xmlns:a16="http://schemas.microsoft.com/office/drawing/2014/main" id="{B509A99A-40E9-6371-6FA3-B3B258A445A2}"/>
                </a:ext>
              </a:extLst>
            </p:cNvPr>
            <p:cNvSpPr/>
            <p:nvPr/>
          </p:nvSpPr>
          <p:spPr>
            <a:xfrm>
              <a:off x="5540704" y="1681774"/>
              <a:ext cx="11325" cy="163986"/>
            </a:xfrm>
            <a:custGeom>
              <a:avLst/>
              <a:gdLst/>
              <a:ahLst/>
              <a:cxnLst/>
              <a:rect l="l" t="t" r="r" b="b"/>
              <a:pathLst>
                <a:path w="319" h="4619" extrusionOk="0">
                  <a:moveTo>
                    <a:pt x="160" y="0"/>
                  </a:moveTo>
                  <a:cubicBezTo>
                    <a:pt x="72" y="0"/>
                    <a:pt x="1" y="71"/>
                    <a:pt x="1" y="159"/>
                  </a:cubicBezTo>
                  <a:lnTo>
                    <a:pt x="1" y="4460"/>
                  </a:lnTo>
                  <a:cubicBezTo>
                    <a:pt x="1" y="4548"/>
                    <a:pt x="72" y="4618"/>
                    <a:pt x="160" y="4618"/>
                  </a:cubicBezTo>
                  <a:cubicBezTo>
                    <a:pt x="247" y="4618"/>
                    <a:pt x="319" y="4548"/>
                    <a:pt x="319" y="4460"/>
                  </a:cubicBezTo>
                  <a:lnTo>
                    <a:pt x="319" y="159"/>
                  </a:lnTo>
                  <a:cubicBezTo>
                    <a:pt x="319" y="71"/>
                    <a:pt x="24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1" name="Google Shape;2725;p68">
            <a:extLst>
              <a:ext uri="{FF2B5EF4-FFF2-40B4-BE49-F238E27FC236}">
                <a16:creationId xmlns:a16="http://schemas.microsoft.com/office/drawing/2014/main" id="{F37D1B05-6374-A126-9523-437EE47C5E74}"/>
              </a:ext>
            </a:extLst>
          </p:cNvPr>
          <p:cNvGrpSpPr/>
          <p:nvPr/>
        </p:nvGrpSpPr>
        <p:grpSpPr>
          <a:xfrm>
            <a:off x="4508817" y="2536616"/>
            <a:ext cx="361358" cy="307777"/>
            <a:chOff x="3046014" y="2518568"/>
            <a:chExt cx="358114" cy="385167"/>
          </a:xfrm>
        </p:grpSpPr>
        <p:sp>
          <p:nvSpPr>
            <p:cNvPr id="1992" name="Google Shape;2726;p68">
              <a:extLst>
                <a:ext uri="{FF2B5EF4-FFF2-40B4-BE49-F238E27FC236}">
                  <a16:creationId xmlns:a16="http://schemas.microsoft.com/office/drawing/2014/main" id="{01F3E221-6E58-7001-8508-DAADA0CDCFE8}"/>
                </a:ext>
              </a:extLst>
            </p:cNvPr>
            <p:cNvSpPr/>
            <p:nvPr/>
          </p:nvSpPr>
          <p:spPr>
            <a:xfrm>
              <a:off x="3177338" y="2663418"/>
              <a:ext cx="11325" cy="26343"/>
            </a:xfrm>
            <a:custGeom>
              <a:avLst/>
              <a:gdLst/>
              <a:ahLst/>
              <a:cxnLst/>
              <a:rect l="l" t="t" r="r" b="b"/>
              <a:pathLst>
                <a:path w="319" h="742" extrusionOk="0">
                  <a:moveTo>
                    <a:pt x="160" y="0"/>
                  </a:moveTo>
                  <a:cubicBezTo>
                    <a:pt x="72" y="0"/>
                    <a:pt x="0" y="71"/>
                    <a:pt x="0" y="159"/>
                  </a:cubicBezTo>
                  <a:lnTo>
                    <a:pt x="0" y="583"/>
                  </a:lnTo>
                  <a:cubicBezTo>
                    <a:pt x="0" y="670"/>
                    <a:pt x="72" y="741"/>
                    <a:pt x="160" y="741"/>
                  </a:cubicBezTo>
                  <a:cubicBezTo>
                    <a:pt x="247" y="741"/>
                    <a:pt x="319" y="670"/>
                    <a:pt x="319" y="583"/>
                  </a:cubicBezTo>
                  <a:lnTo>
                    <a:pt x="319" y="159"/>
                  </a:lnTo>
                  <a:cubicBezTo>
                    <a:pt x="319" y="71"/>
                    <a:pt x="24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2727;p68">
              <a:extLst>
                <a:ext uri="{FF2B5EF4-FFF2-40B4-BE49-F238E27FC236}">
                  <a16:creationId xmlns:a16="http://schemas.microsoft.com/office/drawing/2014/main" id="{F0D423C8-104B-3B41-D2CA-38F144F6558E}"/>
                </a:ext>
              </a:extLst>
            </p:cNvPr>
            <p:cNvSpPr/>
            <p:nvPr/>
          </p:nvSpPr>
          <p:spPr>
            <a:xfrm>
              <a:off x="3164983" y="2637927"/>
              <a:ext cx="35360" cy="13491"/>
            </a:xfrm>
            <a:custGeom>
              <a:avLst/>
              <a:gdLst/>
              <a:ahLst/>
              <a:cxnLst/>
              <a:rect l="l" t="t" r="r" b="b"/>
              <a:pathLst>
                <a:path w="996" h="380" extrusionOk="0">
                  <a:moveTo>
                    <a:pt x="499" y="0"/>
                  </a:moveTo>
                  <a:cubicBezTo>
                    <a:pt x="370" y="0"/>
                    <a:pt x="239" y="24"/>
                    <a:pt x="122" y="72"/>
                  </a:cubicBezTo>
                  <a:cubicBezTo>
                    <a:pt x="41" y="103"/>
                    <a:pt x="0" y="196"/>
                    <a:pt x="31" y="277"/>
                  </a:cubicBezTo>
                  <a:cubicBezTo>
                    <a:pt x="56" y="341"/>
                    <a:pt x="116" y="379"/>
                    <a:pt x="179" y="379"/>
                  </a:cubicBezTo>
                  <a:cubicBezTo>
                    <a:pt x="275" y="351"/>
                    <a:pt x="396" y="319"/>
                    <a:pt x="519" y="319"/>
                  </a:cubicBezTo>
                  <a:cubicBezTo>
                    <a:pt x="598" y="319"/>
                    <a:pt x="678" y="332"/>
                    <a:pt x="754" y="367"/>
                  </a:cubicBezTo>
                  <a:cubicBezTo>
                    <a:pt x="774" y="375"/>
                    <a:pt x="794" y="379"/>
                    <a:pt x="815" y="379"/>
                  </a:cubicBezTo>
                  <a:cubicBezTo>
                    <a:pt x="877" y="379"/>
                    <a:pt x="936" y="342"/>
                    <a:pt x="962" y="281"/>
                  </a:cubicBezTo>
                  <a:cubicBezTo>
                    <a:pt x="995" y="200"/>
                    <a:pt x="957" y="106"/>
                    <a:pt x="876" y="73"/>
                  </a:cubicBezTo>
                  <a:cubicBezTo>
                    <a:pt x="765" y="25"/>
                    <a:pt x="633" y="0"/>
                    <a:pt x="4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2728;p68">
              <a:extLst>
                <a:ext uri="{FF2B5EF4-FFF2-40B4-BE49-F238E27FC236}">
                  <a16:creationId xmlns:a16="http://schemas.microsoft.com/office/drawing/2014/main" id="{21794C9F-965C-C489-2F0D-91CC70A2ABFC}"/>
                </a:ext>
              </a:extLst>
            </p:cNvPr>
            <p:cNvSpPr/>
            <p:nvPr/>
          </p:nvSpPr>
          <p:spPr>
            <a:xfrm>
              <a:off x="3279514" y="2860457"/>
              <a:ext cx="24674" cy="43278"/>
            </a:xfrm>
            <a:custGeom>
              <a:avLst/>
              <a:gdLst/>
              <a:ahLst/>
              <a:cxnLst/>
              <a:rect l="l" t="t" r="r" b="b"/>
              <a:pathLst>
                <a:path w="695" h="1219" extrusionOk="0">
                  <a:moveTo>
                    <a:pt x="517" y="0"/>
                  </a:moveTo>
                  <a:cubicBezTo>
                    <a:pt x="447" y="0"/>
                    <a:pt x="384" y="47"/>
                    <a:pt x="365" y="116"/>
                  </a:cubicBezTo>
                  <a:lnTo>
                    <a:pt x="276" y="435"/>
                  </a:lnTo>
                  <a:cubicBezTo>
                    <a:pt x="206" y="636"/>
                    <a:pt x="127" y="821"/>
                    <a:pt x="41" y="986"/>
                  </a:cubicBezTo>
                  <a:cubicBezTo>
                    <a:pt x="1" y="1064"/>
                    <a:pt x="31" y="1159"/>
                    <a:pt x="108" y="1201"/>
                  </a:cubicBezTo>
                  <a:cubicBezTo>
                    <a:pt x="131" y="1212"/>
                    <a:pt x="157" y="1219"/>
                    <a:pt x="182" y="1219"/>
                  </a:cubicBezTo>
                  <a:cubicBezTo>
                    <a:pt x="239" y="1219"/>
                    <a:pt x="294" y="1187"/>
                    <a:pt x="323" y="1133"/>
                  </a:cubicBezTo>
                  <a:cubicBezTo>
                    <a:pt x="416" y="954"/>
                    <a:pt x="502" y="752"/>
                    <a:pt x="578" y="534"/>
                  </a:cubicBezTo>
                  <a:cubicBezTo>
                    <a:pt x="579" y="531"/>
                    <a:pt x="580" y="527"/>
                    <a:pt x="581" y="524"/>
                  </a:cubicBezTo>
                  <a:lnTo>
                    <a:pt x="670" y="201"/>
                  </a:lnTo>
                  <a:cubicBezTo>
                    <a:pt x="694" y="117"/>
                    <a:pt x="645" y="29"/>
                    <a:pt x="560" y="6"/>
                  </a:cubicBezTo>
                  <a:cubicBezTo>
                    <a:pt x="545" y="2"/>
                    <a:pt x="531" y="0"/>
                    <a:pt x="5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2729;p68">
              <a:extLst>
                <a:ext uri="{FF2B5EF4-FFF2-40B4-BE49-F238E27FC236}">
                  <a16:creationId xmlns:a16="http://schemas.microsoft.com/office/drawing/2014/main" id="{38E2F4DA-E15C-4CD2-D99A-A6E6D1B2EE24}"/>
                </a:ext>
              </a:extLst>
            </p:cNvPr>
            <p:cNvSpPr/>
            <p:nvPr/>
          </p:nvSpPr>
          <p:spPr>
            <a:xfrm>
              <a:off x="3230308" y="2518568"/>
              <a:ext cx="173820" cy="385167"/>
            </a:xfrm>
            <a:custGeom>
              <a:avLst/>
              <a:gdLst/>
              <a:ahLst/>
              <a:cxnLst/>
              <a:rect l="l" t="t" r="r" b="b"/>
              <a:pathLst>
                <a:path w="4896" h="10849" extrusionOk="0">
                  <a:moveTo>
                    <a:pt x="2872" y="4153"/>
                  </a:moveTo>
                  <a:cubicBezTo>
                    <a:pt x="3118" y="4159"/>
                    <a:pt x="3316" y="4362"/>
                    <a:pt x="3316" y="4610"/>
                  </a:cubicBezTo>
                  <a:cubicBezTo>
                    <a:pt x="3316" y="4936"/>
                    <a:pt x="3091" y="5208"/>
                    <a:pt x="2788" y="5282"/>
                  </a:cubicBezTo>
                  <a:cubicBezTo>
                    <a:pt x="2859" y="4982"/>
                    <a:pt x="2871" y="4639"/>
                    <a:pt x="2872" y="4153"/>
                  </a:cubicBezTo>
                  <a:close/>
                  <a:moveTo>
                    <a:pt x="318" y="2801"/>
                  </a:moveTo>
                  <a:cubicBezTo>
                    <a:pt x="598" y="2865"/>
                    <a:pt x="855" y="2874"/>
                    <a:pt x="1087" y="2882"/>
                  </a:cubicBezTo>
                  <a:cubicBezTo>
                    <a:pt x="1431" y="2893"/>
                    <a:pt x="1730" y="2903"/>
                    <a:pt x="2013" y="3088"/>
                  </a:cubicBezTo>
                  <a:cubicBezTo>
                    <a:pt x="2388" y="3334"/>
                    <a:pt x="2555" y="3613"/>
                    <a:pt x="2555" y="3993"/>
                  </a:cubicBezTo>
                  <a:cubicBezTo>
                    <a:pt x="2555" y="5039"/>
                    <a:pt x="2536" y="5366"/>
                    <a:pt x="2122" y="5943"/>
                  </a:cubicBezTo>
                  <a:cubicBezTo>
                    <a:pt x="1554" y="6732"/>
                    <a:pt x="905" y="7210"/>
                    <a:pt x="318" y="7280"/>
                  </a:cubicBezTo>
                  <a:lnTo>
                    <a:pt x="318" y="6375"/>
                  </a:lnTo>
                  <a:cubicBezTo>
                    <a:pt x="429" y="6375"/>
                    <a:pt x="590" y="6400"/>
                    <a:pt x="693" y="6529"/>
                  </a:cubicBezTo>
                  <a:cubicBezTo>
                    <a:pt x="724" y="6570"/>
                    <a:pt x="771" y="6590"/>
                    <a:pt x="818" y="6590"/>
                  </a:cubicBezTo>
                  <a:cubicBezTo>
                    <a:pt x="853" y="6590"/>
                    <a:pt x="887" y="6579"/>
                    <a:pt x="916" y="6556"/>
                  </a:cubicBezTo>
                  <a:cubicBezTo>
                    <a:pt x="985" y="6502"/>
                    <a:pt x="997" y="6403"/>
                    <a:pt x="943" y="6333"/>
                  </a:cubicBezTo>
                  <a:cubicBezTo>
                    <a:pt x="762" y="6104"/>
                    <a:pt x="502" y="6057"/>
                    <a:pt x="324" y="6057"/>
                  </a:cubicBezTo>
                  <a:cubicBezTo>
                    <a:pt x="322" y="6057"/>
                    <a:pt x="320" y="6057"/>
                    <a:pt x="318" y="6057"/>
                  </a:cubicBezTo>
                  <a:lnTo>
                    <a:pt x="318" y="5586"/>
                  </a:lnTo>
                  <a:cubicBezTo>
                    <a:pt x="372" y="5577"/>
                    <a:pt x="424" y="5565"/>
                    <a:pt x="476" y="5547"/>
                  </a:cubicBezTo>
                  <a:cubicBezTo>
                    <a:pt x="559" y="5519"/>
                    <a:pt x="605" y="5429"/>
                    <a:pt x="577" y="5346"/>
                  </a:cubicBezTo>
                  <a:cubicBezTo>
                    <a:pt x="555" y="5280"/>
                    <a:pt x="492" y="5237"/>
                    <a:pt x="426" y="5237"/>
                  </a:cubicBezTo>
                  <a:cubicBezTo>
                    <a:pt x="409" y="5237"/>
                    <a:pt x="392" y="5240"/>
                    <a:pt x="376" y="5246"/>
                  </a:cubicBezTo>
                  <a:cubicBezTo>
                    <a:pt x="357" y="5252"/>
                    <a:pt x="337" y="5257"/>
                    <a:pt x="318" y="5262"/>
                  </a:cubicBezTo>
                  <a:lnTo>
                    <a:pt x="318" y="2801"/>
                  </a:lnTo>
                  <a:close/>
                  <a:moveTo>
                    <a:pt x="1205" y="7278"/>
                  </a:moveTo>
                  <a:lnTo>
                    <a:pt x="1288" y="7994"/>
                  </a:lnTo>
                  <a:cubicBezTo>
                    <a:pt x="1310" y="8177"/>
                    <a:pt x="1258" y="8361"/>
                    <a:pt x="1147" y="8499"/>
                  </a:cubicBezTo>
                  <a:lnTo>
                    <a:pt x="1147" y="8500"/>
                  </a:lnTo>
                  <a:cubicBezTo>
                    <a:pt x="961" y="8732"/>
                    <a:pt x="682" y="8863"/>
                    <a:pt x="318" y="8889"/>
                  </a:cubicBezTo>
                  <a:lnTo>
                    <a:pt x="318" y="7599"/>
                  </a:lnTo>
                  <a:cubicBezTo>
                    <a:pt x="608" y="7571"/>
                    <a:pt x="908" y="7461"/>
                    <a:pt x="1205" y="7278"/>
                  </a:cubicBezTo>
                  <a:close/>
                  <a:moveTo>
                    <a:pt x="414" y="1"/>
                  </a:moveTo>
                  <a:cubicBezTo>
                    <a:pt x="364" y="1"/>
                    <a:pt x="314" y="1"/>
                    <a:pt x="265" y="1"/>
                  </a:cubicBezTo>
                  <a:cubicBezTo>
                    <a:pt x="119" y="1"/>
                    <a:pt x="0" y="121"/>
                    <a:pt x="0" y="267"/>
                  </a:cubicBezTo>
                  <a:lnTo>
                    <a:pt x="0" y="976"/>
                  </a:lnTo>
                  <a:cubicBezTo>
                    <a:pt x="0" y="1064"/>
                    <a:pt x="71" y="1136"/>
                    <a:pt x="159" y="1136"/>
                  </a:cubicBezTo>
                  <a:cubicBezTo>
                    <a:pt x="247" y="1136"/>
                    <a:pt x="318" y="1064"/>
                    <a:pt x="318" y="976"/>
                  </a:cubicBezTo>
                  <a:lnTo>
                    <a:pt x="318" y="320"/>
                  </a:lnTo>
                  <a:cubicBezTo>
                    <a:pt x="353" y="320"/>
                    <a:pt x="388" y="319"/>
                    <a:pt x="423" y="319"/>
                  </a:cubicBezTo>
                  <a:cubicBezTo>
                    <a:pt x="803" y="319"/>
                    <a:pt x="1141" y="328"/>
                    <a:pt x="1500" y="420"/>
                  </a:cubicBezTo>
                  <a:cubicBezTo>
                    <a:pt x="2575" y="695"/>
                    <a:pt x="3115" y="1766"/>
                    <a:pt x="3162" y="2645"/>
                  </a:cubicBezTo>
                  <a:cubicBezTo>
                    <a:pt x="3188" y="3124"/>
                    <a:pt x="3068" y="3519"/>
                    <a:pt x="2849" y="3725"/>
                  </a:cubicBezTo>
                  <a:cubicBezTo>
                    <a:pt x="2758" y="3251"/>
                    <a:pt x="2438" y="2986"/>
                    <a:pt x="2187" y="2822"/>
                  </a:cubicBezTo>
                  <a:cubicBezTo>
                    <a:pt x="1829" y="2588"/>
                    <a:pt x="1474" y="2577"/>
                    <a:pt x="1097" y="2564"/>
                  </a:cubicBezTo>
                  <a:cubicBezTo>
                    <a:pt x="850" y="2556"/>
                    <a:pt x="595" y="2547"/>
                    <a:pt x="318" y="2473"/>
                  </a:cubicBezTo>
                  <a:lnTo>
                    <a:pt x="318" y="1720"/>
                  </a:lnTo>
                  <a:cubicBezTo>
                    <a:pt x="318" y="1632"/>
                    <a:pt x="247" y="1561"/>
                    <a:pt x="159" y="1561"/>
                  </a:cubicBezTo>
                  <a:cubicBezTo>
                    <a:pt x="71" y="1561"/>
                    <a:pt x="0" y="1632"/>
                    <a:pt x="0" y="1720"/>
                  </a:cubicBezTo>
                  <a:lnTo>
                    <a:pt x="0" y="10690"/>
                  </a:lnTo>
                  <a:cubicBezTo>
                    <a:pt x="0" y="10777"/>
                    <a:pt x="71" y="10849"/>
                    <a:pt x="159" y="10849"/>
                  </a:cubicBezTo>
                  <a:cubicBezTo>
                    <a:pt x="247" y="10849"/>
                    <a:pt x="318" y="10777"/>
                    <a:pt x="318" y="10690"/>
                  </a:cubicBezTo>
                  <a:lnTo>
                    <a:pt x="318" y="9207"/>
                  </a:lnTo>
                  <a:cubicBezTo>
                    <a:pt x="895" y="9172"/>
                    <a:pt x="1221" y="8916"/>
                    <a:pt x="1395" y="8698"/>
                  </a:cubicBezTo>
                  <a:cubicBezTo>
                    <a:pt x="1518" y="8545"/>
                    <a:pt x="1592" y="8354"/>
                    <a:pt x="1608" y="8155"/>
                  </a:cubicBezTo>
                  <a:lnTo>
                    <a:pt x="2019" y="8279"/>
                  </a:lnTo>
                  <a:cubicBezTo>
                    <a:pt x="2001" y="8481"/>
                    <a:pt x="1970" y="8751"/>
                    <a:pt x="1919" y="9047"/>
                  </a:cubicBezTo>
                  <a:cubicBezTo>
                    <a:pt x="1904" y="9133"/>
                    <a:pt x="1962" y="9216"/>
                    <a:pt x="2048" y="9230"/>
                  </a:cubicBezTo>
                  <a:cubicBezTo>
                    <a:pt x="2058" y="9232"/>
                    <a:pt x="2067" y="9233"/>
                    <a:pt x="2076" y="9233"/>
                  </a:cubicBezTo>
                  <a:cubicBezTo>
                    <a:pt x="2152" y="9233"/>
                    <a:pt x="2219" y="9178"/>
                    <a:pt x="2232" y="9101"/>
                  </a:cubicBezTo>
                  <a:cubicBezTo>
                    <a:pt x="2298" y="8723"/>
                    <a:pt x="2330" y="8387"/>
                    <a:pt x="2346" y="8172"/>
                  </a:cubicBezTo>
                  <a:cubicBezTo>
                    <a:pt x="2349" y="8132"/>
                    <a:pt x="2373" y="8109"/>
                    <a:pt x="2387" y="8100"/>
                  </a:cubicBezTo>
                  <a:cubicBezTo>
                    <a:pt x="2397" y="8093"/>
                    <a:pt x="2416" y="8083"/>
                    <a:pt x="2440" y="8083"/>
                  </a:cubicBezTo>
                  <a:cubicBezTo>
                    <a:pt x="2449" y="8083"/>
                    <a:pt x="2458" y="8084"/>
                    <a:pt x="2468" y="8087"/>
                  </a:cubicBezTo>
                  <a:lnTo>
                    <a:pt x="3226" y="8316"/>
                  </a:lnTo>
                  <a:cubicBezTo>
                    <a:pt x="3825" y="8497"/>
                    <a:pt x="4264" y="8994"/>
                    <a:pt x="4371" y="9613"/>
                  </a:cubicBezTo>
                  <a:lnTo>
                    <a:pt x="4567" y="10717"/>
                  </a:lnTo>
                  <a:cubicBezTo>
                    <a:pt x="4580" y="10795"/>
                    <a:pt x="4647" y="10849"/>
                    <a:pt x="4723" y="10849"/>
                  </a:cubicBezTo>
                  <a:cubicBezTo>
                    <a:pt x="4732" y="10849"/>
                    <a:pt x="4742" y="10847"/>
                    <a:pt x="4751" y="10846"/>
                  </a:cubicBezTo>
                  <a:cubicBezTo>
                    <a:pt x="4837" y="10831"/>
                    <a:pt x="4895" y="10748"/>
                    <a:pt x="4880" y="10662"/>
                  </a:cubicBezTo>
                  <a:lnTo>
                    <a:pt x="4684" y="9558"/>
                  </a:lnTo>
                  <a:cubicBezTo>
                    <a:pt x="4556" y="8819"/>
                    <a:pt x="4033" y="8227"/>
                    <a:pt x="3318" y="8012"/>
                  </a:cubicBezTo>
                  <a:lnTo>
                    <a:pt x="2560" y="7783"/>
                  </a:lnTo>
                  <a:cubicBezTo>
                    <a:pt x="2521" y="7771"/>
                    <a:pt x="2481" y="7765"/>
                    <a:pt x="2442" y="7765"/>
                  </a:cubicBezTo>
                  <a:cubicBezTo>
                    <a:pt x="2359" y="7765"/>
                    <a:pt x="2277" y="7790"/>
                    <a:pt x="2207" y="7839"/>
                  </a:cubicBezTo>
                  <a:cubicBezTo>
                    <a:pt x="2157" y="7873"/>
                    <a:pt x="2116" y="7917"/>
                    <a:pt x="2085" y="7968"/>
                  </a:cubicBezTo>
                  <a:lnTo>
                    <a:pt x="1588" y="7816"/>
                  </a:lnTo>
                  <a:lnTo>
                    <a:pt x="1501" y="7069"/>
                  </a:lnTo>
                  <a:cubicBezTo>
                    <a:pt x="1806" y="6829"/>
                    <a:pt x="2103" y="6513"/>
                    <a:pt x="2379" y="6129"/>
                  </a:cubicBezTo>
                  <a:cubicBezTo>
                    <a:pt x="2511" y="5945"/>
                    <a:pt x="2607" y="5782"/>
                    <a:pt x="2679" y="5618"/>
                  </a:cubicBezTo>
                  <a:cubicBezTo>
                    <a:pt x="3209" y="5591"/>
                    <a:pt x="3633" y="5149"/>
                    <a:pt x="3633" y="4610"/>
                  </a:cubicBezTo>
                  <a:cubicBezTo>
                    <a:pt x="3633" y="4279"/>
                    <a:pt x="3426" y="3997"/>
                    <a:pt x="3136" y="3885"/>
                  </a:cubicBezTo>
                  <a:cubicBezTo>
                    <a:pt x="3380" y="3606"/>
                    <a:pt x="3508" y="3162"/>
                    <a:pt x="3479" y="2629"/>
                  </a:cubicBezTo>
                  <a:cubicBezTo>
                    <a:pt x="3451" y="2095"/>
                    <a:pt x="3272" y="1559"/>
                    <a:pt x="2974" y="1118"/>
                  </a:cubicBezTo>
                  <a:cubicBezTo>
                    <a:pt x="2629" y="605"/>
                    <a:pt x="2146" y="256"/>
                    <a:pt x="1578" y="112"/>
                  </a:cubicBezTo>
                  <a:cubicBezTo>
                    <a:pt x="1205" y="16"/>
                    <a:pt x="804" y="1"/>
                    <a:pt x="4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2730;p68">
              <a:extLst>
                <a:ext uri="{FF2B5EF4-FFF2-40B4-BE49-F238E27FC236}">
                  <a16:creationId xmlns:a16="http://schemas.microsoft.com/office/drawing/2014/main" id="{C5CC35EA-1476-1B05-41A0-609EB091B352}"/>
                </a:ext>
              </a:extLst>
            </p:cNvPr>
            <p:cNvSpPr/>
            <p:nvPr/>
          </p:nvSpPr>
          <p:spPr>
            <a:xfrm>
              <a:off x="3252248" y="2659193"/>
              <a:ext cx="29254" cy="30568"/>
            </a:xfrm>
            <a:custGeom>
              <a:avLst/>
              <a:gdLst/>
              <a:ahLst/>
              <a:cxnLst/>
              <a:rect l="l" t="t" r="r" b="b"/>
              <a:pathLst>
                <a:path w="824" h="861" extrusionOk="0">
                  <a:moveTo>
                    <a:pt x="182" y="1"/>
                  </a:moveTo>
                  <a:cubicBezTo>
                    <a:pt x="122" y="1"/>
                    <a:pt x="65" y="35"/>
                    <a:pt x="38" y="92"/>
                  </a:cubicBezTo>
                  <a:cubicBezTo>
                    <a:pt x="0" y="172"/>
                    <a:pt x="35" y="266"/>
                    <a:pt x="114" y="304"/>
                  </a:cubicBezTo>
                  <a:lnTo>
                    <a:pt x="242" y="364"/>
                  </a:lnTo>
                  <a:lnTo>
                    <a:pt x="242" y="702"/>
                  </a:lnTo>
                  <a:cubicBezTo>
                    <a:pt x="242" y="789"/>
                    <a:pt x="313" y="860"/>
                    <a:pt x="402" y="860"/>
                  </a:cubicBezTo>
                  <a:cubicBezTo>
                    <a:pt x="489" y="860"/>
                    <a:pt x="560" y="789"/>
                    <a:pt x="560" y="702"/>
                  </a:cubicBezTo>
                  <a:lnTo>
                    <a:pt x="560" y="512"/>
                  </a:lnTo>
                  <a:lnTo>
                    <a:pt x="575" y="518"/>
                  </a:lnTo>
                  <a:cubicBezTo>
                    <a:pt x="597" y="529"/>
                    <a:pt x="619" y="534"/>
                    <a:pt x="642" y="534"/>
                  </a:cubicBezTo>
                  <a:cubicBezTo>
                    <a:pt x="702" y="534"/>
                    <a:pt x="759" y="500"/>
                    <a:pt x="786" y="442"/>
                  </a:cubicBezTo>
                  <a:cubicBezTo>
                    <a:pt x="824" y="362"/>
                    <a:pt x="789" y="267"/>
                    <a:pt x="710" y="231"/>
                  </a:cubicBezTo>
                  <a:lnTo>
                    <a:pt x="248" y="15"/>
                  </a:lnTo>
                  <a:cubicBezTo>
                    <a:pt x="227" y="6"/>
                    <a:pt x="204" y="1"/>
                    <a:pt x="1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2731;p68">
              <a:extLst>
                <a:ext uri="{FF2B5EF4-FFF2-40B4-BE49-F238E27FC236}">
                  <a16:creationId xmlns:a16="http://schemas.microsoft.com/office/drawing/2014/main" id="{B133AA70-9BFE-9D52-DE0F-5D35FA2CE127}"/>
                </a:ext>
              </a:extLst>
            </p:cNvPr>
            <p:cNvSpPr/>
            <p:nvPr/>
          </p:nvSpPr>
          <p:spPr>
            <a:xfrm>
              <a:off x="3046014" y="2519562"/>
              <a:ext cx="173039" cy="384173"/>
            </a:xfrm>
            <a:custGeom>
              <a:avLst/>
              <a:gdLst/>
              <a:ahLst/>
              <a:cxnLst/>
              <a:rect l="l" t="t" r="r" b="b"/>
              <a:pathLst>
                <a:path w="4874" h="10821" extrusionOk="0">
                  <a:moveTo>
                    <a:pt x="4556" y="335"/>
                  </a:moveTo>
                  <a:lnTo>
                    <a:pt x="4556" y="2341"/>
                  </a:lnTo>
                  <a:cubicBezTo>
                    <a:pt x="4262" y="2215"/>
                    <a:pt x="3976" y="2014"/>
                    <a:pt x="3686" y="1733"/>
                  </a:cubicBezTo>
                  <a:lnTo>
                    <a:pt x="3603" y="927"/>
                  </a:lnTo>
                  <a:cubicBezTo>
                    <a:pt x="3886" y="642"/>
                    <a:pt x="4214" y="439"/>
                    <a:pt x="4556" y="335"/>
                  </a:cubicBezTo>
                  <a:close/>
                  <a:moveTo>
                    <a:pt x="2016" y="4125"/>
                  </a:moveTo>
                  <a:cubicBezTo>
                    <a:pt x="2018" y="4617"/>
                    <a:pt x="2028" y="4958"/>
                    <a:pt x="2093" y="5251"/>
                  </a:cubicBezTo>
                  <a:cubicBezTo>
                    <a:pt x="1798" y="5173"/>
                    <a:pt x="1579" y="4902"/>
                    <a:pt x="1579" y="4582"/>
                  </a:cubicBezTo>
                  <a:cubicBezTo>
                    <a:pt x="1579" y="4336"/>
                    <a:pt x="1773" y="4135"/>
                    <a:pt x="2016" y="4125"/>
                  </a:cubicBezTo>
                  <a:close/>
                  <a:moveTo>
                    <a:pt x="3689" y="7261"/>
                  </a:moveTo>
                  <a:cubicBezTo>
                    <a:pt x="3979" y="7439"/>
                    <a:pt x="4272" y="7544"/>
                    <a:pt x="4556" y="7571"/>
                  </a:cubicBezTo>
                  <a:lnTo>
                    <a:pt x="4556" y="8860"/>
                  </a:lnTo>
                  <a:cubicBezTo>
                    <a:pt x="4202" y="8830"/>
                    <a:pt x="3932" y="8700"/>
                    <a:pt x="3748" y="8472"/>
                  </a:cubicBezTo>
                  <a:lnTo>
                    <a:pt x="3748" y="8471"/>
                  </a:lnTo>
                  <a:cubicBezTo>
                    <a:pt x="3637" y="8333"/>
                    <a:pt x="3585" y="8149"/>
                    <a:pt x="3607" y="7966"/>
                  </a:cubicBezTo>
                  <a:lnTo>
                    <a:pt x="3689" y="7261"/>
                  </a:lnTo>
                  <a:close/>
                  <a:moveTo>
                    <a:pt x="4610" y="0"/>
                  </a:moveTo>
                  <a:cubicBezTo>
                    <a:pt x="4587" y="0"/>
                    <a:pt x="4564" y="3"/>
                    <a:pt x="4541" y="10"/>
                  </a:cubicBezTo>
                  <a:cubicBezTo>
                    <a:pt x="4130" y="118"/>
                    <a:pt x="3737" y="349"/>
                    <a:pt x="3401" y="680"/>
                  </a:cubicBezTo>
                  <a:cubicBezTo>
                    <a:pt x="3297" y="640"/>
                    <a:pt x="3129" y="603"/>
                    <a:pt x="2976" y="603"/>
                  </a:cubicBezTo>
                  <a:cubicBezTo>
                    <a:pt x="2971" y="603"/>
                    <a:pt x="2967" y="603"/>
                    <a:pt x="2963" y="603"/>
                  </a:cubicBezTo>
                  <a:cubicBezTo>
                    <a:pt x="2318" y="603"/>
                    <a:pt x="1764" y="972"/>
                    <a:pt x="1475" y="1592"/>
                  </a:cubicBezTo>
                  <a:cubicBezTo>
                    <a:pt x="1438" y="1672"/>
                    <a:pt x="1473" y="1766"/>
                    <a:pt x="1552" y="1803"/>
                  </a:cubicBezTo>
                  <a:cubicBezTo>
                    <a:pt x="1574" y="1813"/>
                    <a:pt x="1596" y="1818"/>
                    <a:pt x="1619" y="1818"/>
                  </a:cubicBezTo>
                  <a:cubicBezTo>
                    <a:pt x="1679" y="1818"/>
                    <a:pt x="1736" y="1784"/>
                    <a:pt x="1764" y="1726"/>
                  </a:cubicBezTo>
                  <a:cubicBezTo>
                    <a:pt x="1998" y="1221"/>
                    <a:pt x="2446" y="920"/>
                    <a:pt x="2963" y="920"/>
                  </a:cubicBezTo>
                  <a:lnTo>
                    <a:pt x="2974" y="920"/>
                  </a:lnTo>
                  <a:cubicBezTo>
                    <a:pt x="3086" y="921"/>
                    <a:pt x="3190" y="941"/>
                    <a:pt x="3289" y="978"/>
                  </a:cubicBezTo>
                  <a:lnTo>
                    <a:pt x="3373" y="1790"/>
                  </a:lnTo>
                  <a:cubicBezTo>
                    <a:pt x="3229" y="2233"/>
                    <a:pt x="3062" y="2568"/>
                    <a:pt x="2729" y="2765"/>
                  </a:cubicBezTo>
                  <a:cubicBezTo>
                    <a:pt x="2305" y="3015"/>
                    <a:pt x="2079" y="3338"/>
                    <a:pt x="2029" y="3770"/>
                  </a:cubicBezTo>
                  <a:cubicBezTo>
                    <a:pt x="1738" y="3623"/>
                    <a:pt x="1579" y="3056"/>
                    <a:pt x="1579" y="2647"/>
                  </a:cubicBezTo>
                  <a:cubicBezTo>
                    <a:pt x="1579" y="2561"/>
                    <a:pt x="1583" y="2476"/>
                    <a:pt x="1591" y="2394"/>
                  </a:cubicBezTo>
                  <a:cubicBezTo>
                    <a:pt x="1599" y="2306"/>
                    <a:pt x="1535" y="2229"/>
                    <a:pt x="1447" y="2221"/>
                  </a:cubicBezTo>
                  <a:cubicBezTo>
                    <a:pt x="1442" y="2221"/>
                    <a:pt x="1437" y="2220"/>
                    <a:pt x="1432" y="2220"/>
                  </a:cubicBezTo>
                  <a:cubicBezTo>
                    <a:pt x="1352" y="2220"/>
                    <a:pt x="1282" y="2282"/>
                    <a:pt x="1274" y="2364"/>
                  </a:cubicBezTo>
                  <a:cubicBezTo>
                    <a:pt x="1266" y="2455"/>
                    <a:pt x="1262" y="2551"/>
                    <a:pt x="1262" y="2647"/>
                  </a:cubicBezTo>
                  <a:cubicBezTo>
                    <a:pt x="1262" y="3064"/>
                    <a:pt x="1393" y="3597"/>
                    <a:pt x="1676" y="3896"/>
                  </a:cubicBezTo>
                  <a:cubicBezTo>
                    <a:pt x="1430" y="4025"/>
                    <a:pt x="1262" y="4284"/>
                    <a:pt x="1262" y="4582"/>
                  </a:cubicBezTo>
                  <a:cubicBezTo>
                    <a:pt x="1262" y="5115"/>
                    <a:pt x="1677" y="5553"/>
                    <a:pt x="2200" y="5589"/>
                  </a:cubicBezTo>
                  <a:cubicBezTo>
                    <a:pt x="2270" y="5754"/>
                    <a:pt x="2366" y="5916"/>
                    <a:pt x="2499" y="6101"/>
                  </a:cubicBezTo>
                  <a:lnTo>
                    <a:pt x="2515" y="6125"/>
                  </a:lnTo>
                  <a:cubicBezTo>
                    <a:pt x="2546" y="6167"/>
                    <a:pt x="2595" y="6190"/>
                    <a:pt x="2645" y="6190"/>
                  </a:cubicBezTo>
                  <a:cubicBezTo>
                    <a:pt x="2677" y="6190"/>
                    <a:pt x="2709" y="6180"/>
                    <a:pt x="2738" y="6160"/>
                  </a:cubicBezTo>
                  <a:cubicBezTo>
                    <a:pt x="2809" y="6108"/>
                    <a:pt x="2824" y="6009"/>
                    <a:pt x="2773" y="5937"/>
                  </a:cubicBezTo>
                  <a:lnTo>
                    <a:pt x="2757" y="5915"/>
                  </a:lnTo>
                  <a:cubicBezTo>
                    <a:pt x="2354" y="5354"/>
                    <a:pt x="2334" y="5049"/>
                    <a:pt x="2334" y="3990"/>
                  </a:cubicBezTo>
                  <a:cubicBezTo>
                    <a:pt x="2330" y="3579"/>
                    <a:pt x="2500" y="3264"/>
                    <a:pt x="2891" y="3038"/>
                  </a:cubicBezTo>
                  <a:cubicBezTo>
                    <a:pt x="3265" y="2817"/>
                    <a:pt x="3464" y="2465"/>
                    <a:pt x="3604" y="2090"/>
                  </a:cubicBezTo>
                  <a:cubicBezTo>
                    <a:pt x="3917" y="2368"/>
                    <a:pt x="4230" y="2564"/>
                    <a:pt x="4556" y="2684"/>
                  </a:cubicBezTo>
                  <a:lnTo>
                    <a:pt x="4556" y="5233"/>
                  </a:lnTo>
                  <a:cubicBezTo>
                    <a:pt x="4538" y="5228"/>
                    <a:pt x="4520" y="5224"/>
                    <a:pt x="4503" y="5218"/>
                  </a:cubicBezTo>
                  <a:cubicBezTo>
                    <a:pt x="4486" y="5212"/>
                    <a:pt x="4469" y="5209"/>
                    <a:pt x="4452" y="5209"/>
                  </a:cubicBezTo>
                  <a:cubicBezTo>
                    <a:pt x="4385" y="5209"/>
                    <a:pt x="4323" y="5251"/>
                    <a:pt x="4301" y="5318"/>
                  </a:cubicBezTo>
                  <a:cubicBezTo>
                    <a:pt x="4274" y="5401"/>
                    <a:pt x="4318" y="5491"/>
                    <a:pt x="4401" y="5519"/>
                  </a:cubicBezTo>
                  <a:cubicBezTo>
                    <a:pt x="4452" y="5536"/>
                    <a:pt x="4504" y="5548"/>
                    <a:pt x="4556" y="5557"/>
                  </a:cubicBezTo>
                  <a:lnTo>
                    <a:pt x="4556" y="6056"/>
                  </a:lnTo>
                  <a:cubicBezTo>
                    <a:pt x="4455" y="6055"/>
                    <a:pt x="4307" y="6026"/>
                    <a:pt x="4215" y="5883"/>
                  </a:cubicBezTo>
                  <a:cubicBezTo>
                    <a:pt x="4184" y="5836"/>
                    <a:pt x="4133" y="5810"/>
                    <a:pt x="4081" y="5810"/>
                  </a:cubicBezTo>
                  <a:cubicBezTo>
                    <a:pt x="4052" y="5810"/>
                    <a:pt x="4022" y="5818"/>
                    <a:pt x="3995" y="5835"/>
                  </a:cubicBezTo>
                  <a:cubicBezTo>
                    <a:pt x="3921" y="5883"/>
                    <a:pt x="3900" y="5982"/>
                    <a:pt x="3947" y="6055"/>
                  </a:cubicBezTo>
                  <a:cubicBezTo>
                    <a:pt x="4118" y="6321"/>
                    <a:pt x="4382" y="6373"/>
                    <a:pt x="4556" y="6374"/>
                  </a:cubicBezTo>
                  <a:lnTo>
                    <a:pt x="4556" y="7252"/>
                  </a:lnTo>
                  <a:cubicBezTo>
                    <a:pt x="4131" y="7201"/>
                    <a:pt x="3677" y="6938"/>
                    <a:pt x="3232" y="6485"/>
                  </a:cubicBezTo>
                  <a:cubicBezTo>
                    <a:pt x="3201" y="6452"/>
                    <a:pt x="3159" y="6436"/>
                    <a:pt x="3118" y="6436"/>
                  </a:cubicBezTo>
                  <a:cubicBezTo>
                    <a:pt x="3078" y="6436"/>
                    <a:pt x="3038" y="6451"/>
                    <a:pt x="3007" y="6481"/>
                  </a:cubicBezTo>
                  <a:cubicBezTo>
                    <a:pt x="2945" y="6544"/>
                    <a:pt x="2944" y="6644"/>
                    <a:pt x="3005" y="6706"/>
                  </a:cubicBezTo>
                  <a:cubicBezTo>
                    <a:pt x="3133" y="6837"/>
                    <a:pt x="3263" y="6953"/>
                    <a:pt x="3393" y="7056"/>
                  </a:cubicBezTo>
                  <a:lnTo>
                    <a:pt x="3306" y="7794"/>
                  </a:lnTo>
                  <a:lnTo>
                    <a:pt x="2812" y="7944"/>
                  </a:lnTo>
                  <a:cubicBezTo>
                    <a:pt x="2782" y="7891"/>
                    <a:pt x="2739" y="7846"/>
                    <a:pt x="2688" y="7811"/>
                  </a:cubicBezTo>
                  <a:cubicBezTo>
                    <a:pt x="2617" y="7762"/>
                    <a:pt x="2536" y="7737"/>
                    <a:pt x="2453" y="7737"/>
                  </a:cubicBezTo>
                  <a:cubicBezTo>
                    <a:pt x="2414" y="7737"/>
                    <a:pt x="2374" y="7743"/>
                    <a:pt x="2335" y="7755"/>
                  </a:cubicBezTo>
                  <a:lnTo>
                    <a:pt x="1577" y="7984"/>
                  </a:lnTo>
                  <a:cubicBezTo>
                    <a:pt x="1283" y="8063"/>
                    <a:pt x="897" y="8305"/>
                    <a:pt x="673" y="8561"/>
                  </a:cubicBezTo>
                  <a:cubicBezTo>
                    <a:pt x="433" y="8834"/>
                    <a:pt x="274" y="9168"/>
                    <a:pt x="212" y="9529"/>
                  </a:cubicBezTo>
                  <a:lnTo>
                    <a:pt x="16" y="10634"/>
                  </a:lnTo>
                  <a:cubicBezTo>
                    <a:pt x="0" y="10720"/>
                    <a:pt x="57" y="10803"/>
                    <a:pt x="144" y="10818"/>
                  </a:cubicBezTo>
                  <a:cubicBezTo>
                    <a:pt x="153" y="10820"/>
                    <a:pt x="162" y="10821"/>
                    <a:pt x="171" y="10821"/>
                  </a:cubicBezTo>
                  <a:cubicBezTo>
                    <a:pt x="247" y="10821"/>
                    <a:pt x="315" y="10767"/>
                    <a:pt x="328" y="10689"/>
                  </a:cubicBezTo>
                  <a:lnTo>
                    <a:pt x="525" y="9584"/>
                  </a:lnTo>
                  <a:cubicBezTo>
                    <a:pt x="577" y="9281"/>
                    <a:pt x="710" y="9001"/>
                    <a:pt x="910" y="8773"/>
                  </a:cubicBezTo>
                  <a:cubicBezTo>
                    <a:pt x="1114" y="8560"/>
                    <a:pt x="1348" y="8386"/>
                    <a:pt x="1669" y="8288"/>
                  </a:cubicBezTo>
                  <a:lnTo>
                    <a:pt x="2426" y="8059"/>
                  </a:lnTo>
                  <a:cubicBezTo>
                    <a:pt x="2436" y="8056"/>
                    <a:pt x="2446" y="8055"/>
                    <a:pt x="2454" y="8055"/>
                  </a:cubicBezTo>
                  <a:cubicBezTo>
                    <a:pt x="2479" y="8055"/>
                    <a:pt x="2497" y="8065"/>
                    <a:pt x="2508" y="8072"/>
                  </a:cubicBezTo>
                  <a:cubicBezTo>
                    <a:pt x="2522" y="8081"/>
                    <a:pt x="2546" y="8104"/>
                    <a:pt x="2549" y="8143"/>
                  </a:cubicBezTo>
                  <a:cubicBezTo>
                    <a:pt x="2634" y="9330"/>
                    <a:pt x="3157" y="10664"/>
                    <a:pt x="3179" y="10720"/>
                  </a:cubicBezTo>
                  <a:cubicBezTo>
                    <a:pt x="3204" y="10782"/>
                    <a:pt x="3264" y="10821"/>
                    <a:pt x="3327" y="10821"/>
                  </a:cubicBezTo>
                  <a:cubicBezTo>
                    <a:pt x="3347" y="10821"/>
                    <a:pt x="3367" y="10816"/>
                    <a:pt x="3385" y="10809"/>
                  </a:cubicBezTo>
                  <a:cubicBezTo>
                    <a:pt x="3467" y="10777"/>
                    <a:pt x="3507" y="10685"/>
                    <a:pt x="3474" y="10603"/>
                  </a:cubicBezTo>
                  <a:cubicBezTo>
                    <a:pt x="3469" y="10590"/>
                    <a:pt x="2987" y="9361"/>
                    <a:pt x="2877" y="8256"/>
                  </a:cubicBezTo>
                  <a:lnTo>
                    <a:pt x="3288" y="8132"/>
                  </a:lnTo>
                  <a:cubicBezTo>
                    <a:pt x="3304" y="8329"/>
                    <a:pt x="3378" y="8519"/>
                    <a:pt x="3499" y="8670"/>
                  </a:cubicBezTo>
                  <a:cubicBezTo>
                    <a:pt x="3672" y="8885"/>
                    <a:pt x="3992" y="9138"/>
                    <a:pt x="4556" y="9178"/>
                  </a:cubicBezTo>
                  <a:lnTo>
                    <a:pt x="4556" y="10662"/>
                  </a:lnTo>
                  <a:cubicBezTo>
                    <a:pt x="4556" y="10749"/>
                    <a:pt x="4626" y="10821"/>
                    <a:pt x="4714" y="10821"/>
                  </a:cubicBezTo>
                  <a:cubicBezTo>
                    <a:pt x="4803" y="10821"/>
                    <a:pt x="4873" y="10749"/>
                    <a:pt x="4873" y="10662"/>
                  </a:cubicBezTo>
                  <a:lnTo>
                    <a:pt x="4873" y="266"/>
                  </a:lnTo>
                  <a:cubicBezTo>
                    <a:pt x="4873" y="183"/>
                    <a:pt x="4836" y="106"/>
                    <a:pt x="4770" y="55"/>
                  </a:cubicBezTo>
                  <a:cubicBezTo>
                    <a:pt x="4724" y="20"/>
                    <a:pt x="4667" y="0"/>
                    <a:pt x="46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28769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2000;p45">
            <a:extLst>
              <a:ext uri="{FF2B5EF4-FFF2-40B4-BE49-F238E27FC236}">
                <a16:creationId xmlns:a16="http://schemas.microsoft.com/office/drawing/2014/main" id="{B43906DF-5E6F-7246-EEBB-184196840C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699" y="17998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Model Training &amp; Implementation</a:t>
            </a:r>
            <a:endParaRPr b="0" i="1" dirty="0">
              <a:highlight>
                <a:schemeClr val="accent2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C2E3A-438D-70A8-88F8-8DBB47BDDFC8}"/>
              </a:ext>
            </a:extLst>
          </p:cNvPr>
          <p:cNvSpPr txBox="1"/>
          <p:nvPr/>
        </p:nvSpPr>
        <p:spPr>
          <a:xfrm>
            <a:off x="1701775" y="1329971"/>
            <a:ext cx="5739848" cy="3001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Pre-trained DeBERTa-v3-base used for text classification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Binary classification: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Class 0 → Healthy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Class 1 → Alzheimer's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Maximum sequence length: 256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Train / Validation / Test: 347 / 75 / 75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Training performed using CUDA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GPU: NVIDIA RTX 4070 Laptop GPU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" name="Google Shape;2099;p49"/>
          <p:cNvSpPr/>
          <p:nvPr/>
        </p:nvSpPr>
        <p:spPr>
          <a:xfrm>
            <a:off x="2142912" y="2115591"/>
            <a:ext cx="819300" cy="8193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0" name="Google Shape;2100;p49"/>
          <p:cNvSpPr/>
          <p:nvPr/>
        </p:nvSpPr>
        <p:spPr>
          <a:xfrm>
            <a:off x="3869716" y="3375078"/>
            <a:ext cx="876272" cy="8193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1" name="Google Shape;2101;p49"/>
          <p:cNvSpPr/>
          <p:nvPr/>
        </p:nvSpPr>
        <p:spPr>
          <a:xfrm>
            <a:off x="130361" y="1157465"/>
            <a:ext cx="819300" cy="819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2" name="Google Shape;2102;p49"/>
          <p:cNvSpPr txBox="1">
            <a:spLocks noGrp="1"/>
          </p:cNvSpPr>
          <p:nvPr>
            <p:ph type="title"/>
          </p:nvPr>
        </p:nvSpPr>
        <p:spPr>
          <a:xfrm>
            <a:off x="547722" y="215472"/>
            <a:ext cx="823847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>
                <a:highlight>
                  <a:schemeClr val="accent2"/>
                </a:highlight>
              </a:rPr>
              <a:t>Experimental Phases &amp; Model Evolution</a:t>
            </a:r>
            <a:endParaRPr i="1" dirty="0">
              <a:highlight>
                <a:schemeClr val="accent2"/>
              </a:highlight>
            </a:endParaRPr>
          </a:p>
        </p:txBody>
      </p:sp>
      <p:sp>
        <p:nvSpPr>
          <p:cNvPr id="2104" name="Google Shape;2104;p49"/>
          <p:cNvSpPr txBox="1"/>
          <p:nvPr/>
        </p:nvSpPr>
        <p:spPr>
          <a:xfrm>
            <a:off x="1105036" y="1517220"/>
            <a:ext cx="2112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DeBERTa-v3-base</a:t>
            </a:r>
          </a:p>
          <a:p>
            <a:r>
              <a:rPr lang="en-IN" dirty="0"/>
              <a:t>Test Accuracy: 74.67%</a:t>
            </a:r>
          </a:p>
        </p:txBody>
      </p:sp>
      <p:sp>
        <p:nvSpPr>
          <p:cNvPr id="2105" name="Google Shape;2105;p49"/>
          <p:cNvSpPr txBox="1"/>
          <p:nvPr/>
        </p:nvSpPr>
        <p:spPr>
          <a:xfrm>
            <a:off x="1105023" y="1106656"/>
            <a:ext cx="3023111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2400" dirty="0"/>
              <a:t>Phase 1 — Baseline</a:t>
            </a:r>
            <a:endParaRPr sz="2400" dirty="0">
              <a:solidFill>
                <a:schemeClr val="lt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106" name="Google Shape;2106;p49"/>
          <p:cNvSpPr txBox="1"/>
          <p:nvPr/>
        </p:nvSpPr>
        <p:spPr>
          <a:xfrm>
            <a:off x="3111141" y="2358891"/>
            <a:ext cx="4979517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DeBERTa-v3 + Attention Pooling</a:t>
            </a:r>
          </a:p>
          <a:p>
            <a:r>
              <a:rPr lang="en-IN" dirty="0"/>
              <a:t>Test Accuracy: 78.67%</a:t>
            </a:r>
          </a:p>
          <a:p>
            <a:r>
              <a:rPr lang="en-IN" dirty="0"/>
              <a:t>Improvement: +4.00 percentage points</a:t>
            </a:r>
          </a:p>
        </p:txBody>
      </p:sp>
      <p:sp>
        <p:nvSpPr>
          <p:cNvPr id="2107" name="Google Shape;2107;p49"/>
          <p:cNvSpPr txBox="1"/>
          <p:nvPr/>
        </p:nvSpPr>
        <p:spPr>
          <a:xfrm>
            <a:off x="3111141" y="2064478"/>
            <a:ext cx="316398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2400" dirty="0"/>
              <a:t>Phase 2 — Attention</a:t>
            </a:r>
            <a:endParaRPr sz="2400" dirty="0">
              <a:solidFill>
                <a:schemeClr val="lt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108" name="Google Shape;2108;p49"/>
          <p:cNvSpPr txBox="1"/>
          <p:nvPr/>
        </p:nvSpPr>
        <p:spPr>
          <a:xfrm>
            <a:off x="4831040" y="3762729"/>
            <a:ext cx="443878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DeBERTa-v3 + Attention + Regularization</a:t>
            </a:r>
          </a:p>
          <a:p>
            <a:r>
              <a:rPr lang="en-IN" dirty="0"/>
              <a:t>Test Accuracy: 82.67%</a:t>
            </a:r>
          </a:p>
          <a:p>
            <a:r>
              <a:rPr lang="en-IN" dirty="0"/>
              <a:t>Improvement over baseline: +8.00 percentage points</a:t>
            </a:r>
          </a:p>
        </p:txBody>
      </p:sp>
      <p:sp>
        <p:nvSpPr>
          <p:cNvPr id="2109" name="Google Shape;2109;p49"/>
          <p:cNvSpPr txBox="1"/>
          <p:nvPr/>
        </p:nvSpPr>
        <p:spPr>
          <a:xfrm>
            <a:off x="4831040" y="3432473"/>
            <a:ext cx="4236169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2400" dirty="0"/>
              <a:t>Phase 3 — Regularization</a:t>
            </a:r>
            <a:endParaRPr sz="2400" dirty="0">
              <a:solidFill>
                <a:schemeClr val="lt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grpSp>
        <p:nvGrpSpPr>
          <p:cNvPr id="2110" name="Google Shape;2110;p49"/>
          <p:cNvGrpSpPr/>
          <p:nvPr/>
        </p:nvGrpSpPr>
        <p:grpSpPr>
          <a:xfrm>
            <a:off x="2310545" y="2283523"/>
            <a:ext cx="484002" cy="483423"/>
            <a:chOff x="4121278" y="1544841"/>
            <a:chExt cx="385628" cy="385167"/>
          </a:xfrm>
        </p:grpSpPr>
        <p:sp>
          <p:nvSpPr>
            <p:cNvPr id="2111" name="Google Shape;2111;p49"/>
            <p:cNvSpPr/>
            <p:nvPr/>
          </p:nvSpPr>
          <p:spPr>
            <a:xfrm>
              <a:off x="4148864" y="1544876"/>
              <a:ext cx="358043" cy="385131"/>
            </a:xfrm>
            <a:custGeom>
              <a:avLst/>
              <a:gdLst/>
              <a:ahLst/>
              <a:cxnLst/>
              <a:rect l="l" t="t" r="r" b="b"/>
              <a:pathLst>
                <a:path w="10085" h="10848" extrusionOk="0">
                  <a:moveTo>
                    <a:pt x="1946" y="3962"/>
                  </a:moveTo>
                  <a:cubicBezTo>
                    <a:pt x="2139" y="3962"/>
                    <a:pt x="2296" y="4118"/>
                    <a:pt x="2296" y="4311"/>
                  </a:cubicBezTo>
                  <a:cubicBezTo>
                    <a:pt x="2296" y="4504"/>
                    <a:pt x="2139" y="4661"/>
                    <a:pt x="1946" y="4661"/>
                  </a:cubicBezTo>
                  <a:cubicBezTo>
                    <a:pt x="1754" y="4661"/>
                    <a:pt x="1597" y="4504"/>
                    <a:pt x="1597" y="4311"/>
                  </a:cubicBezTo>
                  <a:cubicBezTo>
                    <a:pt x="1597" y="4118"/>
                    <a:pt x="1754" y="3962"/>
                    <a:pt x="1946" y="3962"/>
                  </a:cubicBezTo>
                  <a:close/>
                  <a:moveTo>
                    <a:pt x="5588" y="4155"/>
                  </a:moveTo>
                  <a:lnTo>
                    <a:pt x="5588" y="4156"/>
                  </a:lnTo>
                  <a:lnTo>
                    <a:pt x="5600" y="4275"/>
                  </a:lnTo>
                  <a:cubicBezTo>
                    <a:pt x="5501" y="4581"/>
                    <a:pt x="5383" y="4812"/>
                    <a:pt x="5156" y="4946"/>
                  </a:cubicBezTo>
                  <a:cubicBezTo>
                    <a:pt x="4881" y="5108"/>
                    <a:pt x="4700" y="5354"/>
                    <a:pt x="4640" y="5641"/>
                  </a:cubicBezTo>
                  <a:cubicBezTo>
                    <a:pt x="4477" y="5509"/>
                    <a:pt x="4388" y="5158"/>
                    <a:pt x="4388" y="4899"/>
                  </a:cubicBezTo>
                  <a:cubicBezTo>
                    <a:pt x="4388" y="4611"/>
                    <a:pt x="4450" y="4356"/>
                    <a:pt x="4569" y="4155"/>
                  </a:cubicBezTo>
                  <a:close/>
                  <a:moveTo>
                    <a:pt x="8622" y="6017"/>
                  </a:moveTo>
                  <a:cubicBezTo>
                    <a:pt x="8751" y="6044"/>
                    <a:pt x="8849" y="6159"/>
                    <a:pt x="8849" y="6297"/>
                  </a:cubicBezTo>
                  <a:cubicBezTo>
                    <a:pt x="8849" y="6482"/>
                    <a:pt x="8737" y="6642"/>
                    <a:pt x="8577" y="6713"/>
                  </a:cubicBezTo>
                  <a:cubicBezTo>
                    <a:pt x="8612" y="6523"/>
                    <a:pt x="8620" y="6305"/>
                    <a:pt x="8622" y="6017"/>
                  </a:cubicBezTo>
                  <a:close/>
                  <a:moveTo>
                    <a:pt x="4619" y="6016"/>
                  </a:moveTo>
                  <a:cubicBezTo>
                    <a:pt x="4621" y="6305"/>
                    <a:pt x="4630" y="6524"/>
                    <a:pt x="4664" y="6715"/>
                  </a:cubicBezTo>
                  <a:cubicBezTo>
                    <a:pt x="4502" y="6644"/>
                    <a:pt x="4388" y="6483"/>
                    <a:pt x="4388" y="6297"/>
                  </a:cubicBezTo>
                  <a:cubicBezTo>
                    <a:pt x="4388" y="6158"/>
                    <a:pt x="4488" y="6042"/>
                    <a:pt x="4619" y="6016"/>
                  </a:cubicBezTo>
                  <a:close/>
                  <a:moveTo>
                    <a:pt x="5831" y="4572"/>
                  </a:moveTo>
                  <a:cubicBezTo>
                    <a:pt x="6412" y="5063"/>
                    <a:pt x="6886" y="5080"/>
                    <a:pt x="7275" y="5092"/>
                  </a:cubicBezTo>
                  <a:cubicBezTo>
                    <a:pt x="7528" y="5100"/>
                    <a:pt x="7729" y="5108"/>
                    <a:pt x="7924" y="5235"/>
                  </a:cubicBezTo>
                  <a:cubicBezTo>
                    <a:pt x="8108" y="5354"/>
                    <a:pt x="8305" y="5579"/>
                    <a:pt x="8305" y="5851"/>
                  </a:cubicBezTo>
                  <a:cubicBezTo>
                    <a:pt x="8305" y="6639"/>
                    <a:pt x="8278" y="6844"/>
                    <a:pt x="7997" y="7234"/>
                  </a:cubicBezTo>
                  <a:cubicBezTo>
                    <a:pt x="7559" y="7840"/>
                    <a:pt x="7057" y="8188"/>
                    <a:pt x="6618" y="8188"/>
                  </a:cubicBezTo>
                  <a:cubicBezTo>
                    <a:pt x="6181" y="8188"/>
                    <a:pt x="5678" y="7840"/>
                    <a:pt x="5240" y="7234"/>
                  </a:cubicBezTo>
                  <a:lnTo>
                    <a:pt x="5240" y="7233"/>
                  </a:lnTo>
                  <a:cubicBezTo>
                    <a:pt x="4949" y="6831"/>
                    <a:pt x="4937" y="6614"/>
                    <a:pt x="4937" y="5851"/>
                  </a:cubicBezTo>
                  <a:cubicBezTo>
                    <a:pt x="4937" y="5592"/>
                    <a:pt x="5076" y="5363"/>
                    <a:pt x="5317" y="5220"/>
                  </a:cubicBezTo>
                  <a:cubicBezTo>
                    <a:pt x="5580" y="5065"/>
                    <a:pt x="5728" y="4828"/>
                    <a:pt x="5831" y="4572"/>
                  </a:cubicBezTo>
                  <a:close/>
                  <a:moveTo>
                    <a:pt x="5197" y="0"/>
                  </a:moveTo>
                  <a:cubicBezTo>
                    <a:pt x="5109" y="0"/>
                    <a:pt x="5037" y="71"/>
                    <a:pt x="5037" y="159"/>
                  </a:cubicBezTo>
                  <a:cubicBezTo>
                    <a:pt x="5037" y="246"/>
                    <a:pt x="5109" y="318"/>
                    <a:pt x="5197" y="318"/>
                  </a:cubicBezTo>
                  <a:lnTo>
                    <a:pt x="6013" y="318"/>
                  </a:lnTo>
                  <a:cubicBezTo>
                    <a:pt x="6983" y="318"/>
                    <a:pt x="7773" y="1108"/>
                    <a:pt x="7773" y="2078"/>
                  </a:cubicBezTo>
                  <a:cubicBezTo>
                    <a:pt x="7773" y="3048"/>
                    <a:pt x="6983" y="3838"/>
                    <a:pt x="6013" y="3838"/>
                  </a:cubicBezTo>
                  <a:lnTo>
                    <a:pt x="2416" y="3838"/>
                  </a:lnTo>
                  <a:cubicBezTo>
                    <a:pt x="2296" y="3718"/>
                    <a:pt x="2130" y="3644"/>
                    <a:pt x="1946" y="3644"/>
                  </a:cubicBezTo>
                  <a:cubicBezTo>
                    <a:pt x="1764" y="3644"/>
                    <a:pt x="1598" y="3718"/>
                    <a:pt x="1477" y="3838"/>
                  </a:cubicBezTo>
                  <a:lnTo>
                    <a:pt x="1301" y="3838"/>
                  </a:lnTo>
                  <a:cubicBezTo>
                    <a:pt x="929" y="3838"/>
                    <a:pt x="574" y="3722"/>
                    <a:pt x="273" y="3506"/>
                  </a:cubicBezTo>
                  <a:cubicBezTo>
                    <a:pt x="245" y="3486"/>
                    <a:pt x="213" y="3476"/>
                    <a:pt x="181" y="3476"/>
                  </a:cubicBezTo>
                  <a:cubicBezTo>
                    <a:pt x="131" y="3476"/>
                    <a:pt x="82" y="3499"/>
                    <a:pt x="51" y="3542"/>
                  </a:cubicBezTo>
                  <a:cubicBezTo>
                    <a:pt x="0" y="3613"/>
                    <a:pt x="16" y="3712"/>
                    <a:pt x="87" y="3764"/>
                  </a:cubicBezTo>
                  <a:cubicBezTo>
                    <a:pt x="442" y="4019"/>
                    <a:pt x="860" y="4155"/>
                    <a:pt x="1297" y="4156"/>
                  </a:cubicBezTo>
                  <a:cubicBezTo>
                    <a:pt x="1286" y="4206"/>
                    <a:pt x="1279" y="4257"/>
                    <a:pt x="1279" y="4311"/>
                  </a:cubicBezTo>
                  <a:cubicBezTo>
                    <a:pt x="1279" y="4679"/>
                    <a:pt x="1578" y="4979"/>
                    <a:pt x="1946" y="4979"/>
                  </a:cubicBezTo>
                  <a:cubicBezTo>
                    <a:pt x="2314" y="4979"/>
                    <a:pt x="2614" y="4679"/>
                    <a:pt x="2614" y="4311"/>
                  </a:cubicBezTo>
                  <a:cubicBezTo>
                    <a:pt x="2614" y="4257"/>
                    <a:pt x="2607" y="4206"/>
                    <a:pt x="2595" y="4156"/>
                  </a:cubicBezTo>
                  <a:lnTo>
                    <a:pt x="4213" y="4156"/>
                  </a:lnTo>
                  <a:cubicBezTo>
                    <a:pt x="4120" y="4373"/>
                    <a:pt x="4070" y="4625"/>
                    <a:pt x="4070" y="4899"/>
                  </a:cubicBezTo>
                  <a:cubicBezTo>
                    <a:pt x="4070" y="5173"/>
                    <a:pt x="4150" y="5556"/>
                    <a:pt x="4344" y="5792"/>
                  </a:cubicBezTo>
                  <a:cubicBezTo>
                    <a:pt x="4179" y="5900"/>
                    <a:pt x="4070" y="6085"/>
                    <a:pt x="4070" y="6297"/>
                  </a:cubicBezTo>
                  <a:cubicBezTo>
                    <a:pt x="4070" y="6698"/>
                    <a:pt x="4379" y="7030"/>
                    <a:pt x="4772" y="7066"/>
                  </a:cubicBezTo>
                  <a:cubicBezTo>
                    <a:pt x="4823" y="7180"/>
                    <a:pt x="4891" y="7293"/>
                    <a:pt x="4982" y="7420"/>
                  </a:cubicBezTo>
                  <a:cubicBezTo>
                    <a:pt x="5180" y="7694"/>
                    <a:pt x="5394" y="7922"/>
                    <a:pt x="5614" y="8097"/>
                  </a:cubicBezTo>
                  <a:lnTo>
                    <a:pt x="5557" y="8583"/>
                  </a:lnTo>
                  <a:lnTo>
                    <a:pt x="5257" y="8674"/>
                  </a:lnTo>
                  <a:cubicBezTo>
                    <a:pt x="5234" y="8643"/>
                    <a:pt x="5206" y="8615"/>
                    <a:pt x="5174" y="8592"/>
                  </a:cubicBezTo>
                  <a:cubicBezTo>
                    <a:pt x="5115" y="8553"/>
                    <a:pt x="5048" y="8532"/>
                    <a:pt x="4979" y="8532"/>
                  </a:cubicBezTo>
                  <a:cubicBezTo>
                    <a:pt x="4946" y="8532"/>
                    <a:pt x="4912" y="8537"/>
                    <a:pt x="4880" y="8547"/>
                  </a:cubicBezTo>
                  <a:lnTo>
                    <a:pt x="4330" y="8712"/>
                  </a:lnTo>
                  <a:cubicBezTo>
                    <a:pt x="4100" y="8778"/>
                    <a:pt x="3844" y="8935"/>
                    <a:pt x="3655" y="9142"/>
                  </a:cubicBezTo>
                  <a:cubicBezTo>
                    <a:pt x="3476" y="9345"/>
                    <a:pt x="3356" y="9594"/>
                    <a:pt x="3310" y="9862"/>
                  </a:cubicBezTo>
                  <a:lnTo>
                    <a:pt x="3167" y="10661"/>
                  </a:lnTo>
                  <a:cubicBezTo>
                    <a:pt x="3151" y="10747"/>
                    <a:pt x="3209" y="10830"/>
                    <a:pt x="3295" y="10845"/>
                  </a:cubicBezTo>
                  <a:cubicBezTo>
                    <a:pt x="3304" y="10847"/>
                    <a:pt x="3313" y="10848"/>
                    <a:pt x="3322" y="10848"/>
                  </a:cubicBezTo>
                  <a:cubicBezTo>
                    <a:pt x="3399" y="10848"/>
                    <a:pt x="3466" y="10794"/>
                    <a:pt x="3480" y="10717"/>
                  </a:cubicBezTo>
                  <a:lnTo>
                    <a:pt x="3622" y="9917"/>
                  </a:lnTo>
                  <a:cubicBezTo>
                    <a:pt x="3659" y="9707"/>
                    <a:pt x="3753" y="9512"/>
                    <a:pt x="3891" y="9354"/>
                  </a:cubicBezTo>
                  <a:cubicBezTo>
                    <a:pt x="4019" y="9220"/>
                    <a:pt x="4201" y="9079"/>
                    <a:pt x="4421" y="9016"/>
                  </a:cubicBezTo>
                  <a:lnTo>
                    <a:pt x="4971" y="8851"/>
                  </a:lnTo>
                  <a:cubicBezTo>
                    <a:pt x="4973" y="8850"/>
                    <a:pt x="4976" y="8849"/>
                    <a:pt x="4978" y="8849"/>
                  </a:cubicBezTo>
                  <a:cubicBezTo>
                    <a:pt x="4985" y="8849"/>
                    <a:pt x="4989" y="8852"/>
                    <a:pt x="4993" y="8855"/>
                  </a:cubicBezTo>
                  <a:cubicBezTo>
                    <a:pt x="5000" y="8859"/>
                    <a:pt x="5003" y="8865"/>
                    <a:pt x="5004" y="8873"/>
                  </a:cubicBezTo>
                  <a:cubicBezTo>
                    <a:pt x="5066" y="9736"/>
                    <a:pt x="5448" y="10706"/>
                    <a:pt x="5464" y="10747"/>
                  </a:cubicBezTo>
                  <a:cubicBezTo>
                    <a:pt x="5488" y="10809"/>
                    <a:pt x="5548" y="10847"/>
                    <a:pt x="5612" y="10847"/>
                  </a:cubicBezTo>
                  <a:cubicBezTo>
                    <a:pt x="5631" y="10847"/>
                    <a:pt x="5651" y="10843"/>
                    <a:pt x="5671" y="10836"/>
                  </a:cubicBezTo>
                  <a:cubicBezTo>
                    <a:pt x="5752" y="10804"/>
                    <a:pt x="5792" y="10712"/>
                    <a:pt x="5760" y="10630"/>
                  </a:cubicBezTo>
                  <a:cubicBezTo>
                    <a:pt x="5756" y="10620"/>
                    <a:pt x="5419" y="9765"/>
                    <a:pt x="5333" y="8982"/>
                  </a:cubicBezTo>
                  <a:lnTo>
                    <a:pt x="5546" y="8918"/>
                  </a:lnTo>
                  <a:cubicBezTo>
                    <a:pt x="5567" y="9050"/>
                    <a:pt x="5620" y="9175"/>
                    <a:pt x="5703" y="9278"/>
                  </a:cubicBezTo>
                  <a:cubicBezTo>
                    <a:pt x="5750" y="9336"/>
                    <a:pt x="5803" y="9389"/>
                    <a:pt x="5862" y="9434"/>
                  </a:cubicBezTo>
                  <a:cubicBezTo>
                    <a:pt x="5892" y="9457"/>
                    <a:pt x="5926" y="9467"/>
                    <a:pt x="5960" y="9467"/>
                  </a:cubicBezTo>
                  <a:cubicBezTo>
                    <a:pt x="6008" y="9467"/>
                    <a:pt x="6054" y="9447"/>
                    <a:pt x="6085" y="9406"/>
                  </a:cubicBezTo>
                  <a:cubicBezTo>
                    <a:pt x="6139" y="9337"/>
                    <a:pt x="6127" y="9237"/>
                    <a:pt x="6057" y="9183"/>
                  </a:cubicBezTo>
                  <a:cubicBezTo>
                    <a:pt x="6018" y="9152"/>
                    <a:pt x="5982" y="9117"/>
                    <a:pt x="5951" y="9079"/>
                  </a:cubicBezTo>
                  <a:cubicBezTo>
                    <a:pt x="5878" y="8987"/>
                    <a:pt x="5844" y="8867"/>
                    <a:pt x="5858" y="8746"/>
                  </a:cubicBezTo>
                  <a:lnTo>
                    <a:pt x="5910" y="8299"/>
                  </a:lnTo>
                  <a:cubicBezTo>
                    <a:pt x="6149" y="8434"/>
                    <a:pt x="6388" y="8505"/>
                    <a:pt x="6618" y="8505"/>
                  </a:cubicBezTo>
                  <a:cubicBezTo>
                    <a:pt x="6848" y="8505"/>
                    <a:pt x="7088" y="8434"/>
                    <a:pt x="7326" y="8299"/>
                  </a:cubicBezTo>
                  <a:lnTo>
                    <a:pt x="7378" y="8746"/>
                  </a:lnTo>
                  <a:cubicBezTo>
                    <a:pt x="7393" y="8867"/>
                    <a:pt x="7359" y="8987"/>
                    <a:pt x="7286" y="9079"/>
                  </a:cubicBezTo>
                  <a:cubicBezTo>
                    <a:pt x="7148" y="9249"/>
                    <a:pt x="6938" y="9339"/>
                    <a:pt x="6658" y="9346"/>
                  </a:cubicBezTo>
                  <a:cubicBezTo>
                    <a:pt x="6571" y="9349"/>
                    <a:pt x="6501" y="9422"/>
                    <a:pt x="6503" y="9510"/>
                  </a:cubicBezTo>
                  <a:cubicBezTo>
                    <a:pt x="6506" y="9596"/>
                    <a:pt x="6577" y="9664"/>
                    <a:pt x="6662" y="9664"/>
                  </a:cubicBezTo>
                  <a:lnTo>
                    <a:pt x="6667" y="9664"/>
                  </a:lnTo>
                  <a:cubicBezTo>
                    <a:pt x="7136" y="9651"/>
                    <a:pt x="7397" y="9447"/>
                    <a:pt x="7533" y="9278"/>
                  </a:cubicBezTo>
                  <a:cubicBezTo>
                    <a:pt x="7617" y="9174"/>
                    <a:pt x="7671" y="9048"/>
                    <a:pt x="7690" y="8915"/>
                  </a:cubicBezTo>
                  <a:lnTo>
                    <a:pt x="7905" y="8979"/>
                  </a:lnTo>
                  <a:cubicBezTo>
                    <a:pt x="7886" y="9177"/>
                    <a:pt x="7853" y="9436"/>
                    <a:pt x="7793" y="9713"/>
                  </a:cubicBezTo>
                  <a:lnTo>
                    <a:pt x="7651" y="10223"/>
                  </a:lnTo>
                  <a:cubicBezTo>
                    <a:pt x="7601" y="10366"/>
                    <a:pt x="7545" y="10498"/>
                    <a:pt x="7484" y="10614"/>
                  </a:cubicBezTo>
                  <a:cubicBezTo>
                    <a:pt x="7443" y="10692"/>
                    <a:pt x="7473" y="10788"/>
                    <a:pt x="7550" y="10829"/>
                  </a:cubicBezTo>
                  <a:cubicBezTo>
                    <a:pt x="7574" y="10841"/>
                    <a:pt x="7599" y="10847"/>
                    <a:pt x="7624" y="10847"/>
                  </a:cubicBezTo>
                  <a:cubicBezTo>
                    <a:pt x="7681" y="10847"/>
                    <a:pt x="7737" y="10816"/>
                    <a:pt x="7765" y="10762"/>
                  </a:cubicBezTo>
                  <a:cubicBezTo>
                    <a:pt x="7835" y="10631"/>
                    <a:pt x="7898" y="10483"/>
                    <a:pt x="7953" y="10323"/>
                  </a:cubicBezTo>
                  <a:cubicBezTo>
                    <a:pt x="7954" y="10320"/>
                    <a:pt x="7955" y="10317"/>
                    <a:pt x="7956" y="10314"/>
                  </a:cubicBezTo>
                  <a:lnTo>
                    <a:pt x="8100" y="9794"/>
                  </a:lnTo>
                  <a:cubicBezTo>
                    <a:pt x="8101" y="9791"/>
                    <a:pt x="8102" y="9788"/>
                    <a:pt x="8103" y="9785"/>
                  </a:cubicBezTo>
                  <a:cubicBezTo>
                    <a:pt x="8182" y="9424"/>
                    <a:pt x="8217" y="9089"/>
                    <a:pt x="8233" y="8873"/>
                  </a:cubicBezTo>
                  <a:cubicBezTo>
                    <a:pt x="8233" y="8865"/>
                    <a:pt x="8237" y="8859"/>
                    <a:pt x="8243" y="8855"/>
                  </a:cubicBezTo>
                  <a:cubicBezTo>
                    <a:pt x="8246" y="8852"/>
                    <a:pt x="8251" y="8849"/>
                    <a:pt x="8257" y="8849"/>
                  </a:cubicBezTo>
                  <a:cubicBezTo>
                    <a:pt x="8260" y="8849"/>
                    <a:pt x="8262" y="8850"/>
                    <a:pt x="8265" y="8851"/>
                  </a:cubicBezTo>
                  <a:lnTo>
                    <a:pt x="8814" y="9016"/>
                  </a:lnTo>
                  <a:cubicBezTo>
                    <a:pt x="9233" y="9142"/>
                    <a:pt x="9539" y="9487"/>
                    <a:pt x="9614" y="9918"/>
                  </a:cubicBezTo>
                  <a:lnTo>
                    <a:pt x="9757" y="10717"/>
                  </a:lnTo>
                  <a:cubicBezTo>
                    <a:pt x="9770" y="10794"/>
                    <a:pt x="9838" y="10848"/>
                    <a:pt x="9913" y="10848"/>
                  </a:cubicBezTo>
                  <a:cubicBezTo>
                    <a:pt x="9922" y="10848"/>
                    <a:pt x="9931" y="10847"/>
                    <a:pt x="9940" y="10845"/>
                  </a:cubicBezTo>
                  <a:cubicBezTo>
                    <a:pt x="10027" y="10830"/>
                    <a:pt x="10084" y="10747"/>
                    <a:pt x="10069" y="10661"/>
                  </a:cubicBezTo>
                  <a:lnTo>
                    <a:pt x="10070" y="10661"/>
                  </a:lnTo>
                  <a:lnTo>
                    <a:pt x="9927" y="9864"/>
                  </a:lnTo>
                  <a:cubicBezTo>
                    <a:pt x="9831" y="9314"/>
                    <a:pt x="9441" y="8872"/>
                    <a:pt x="8907" y="8712"/>
                  </a:cubicBezTo>
                  <a:lnTo>
                    <a:pt x="8357" y="8547"/>
                  </a:lnTo>
                  <a:cubicBezTo>
                    <a:pt x="8324" y="8537"/>
                    <a:pt x="8291" y="8532"/>
                    <a:pt x="8257" y="8532"/>
                  </a:cubicBezTo>
                  <a:cubicBezTo>
                    <a:pt x="8189" y="8532"/>
                    <a:pt x="8121" y="8553"/>
                    <a:pt x="8063" y="8592"/>
                  </a:cubicBezTo>
                  <a:cubicBezTo>
                    <a:pt x="8032" y="8614"/>
                    <a:pt x="8005" y="8641"/>
                    <a:pt x="7982" y="8671"/>
                  </a:cubicBezTo>
                  <a:lnTo>
                    <a:pt x="7679" y="8579"/>
                  </a:lnTo>
                  <a:lnTo>
                    <a:pt x="7623" y="8097"/>
                  </a:lnTo>
                  <a:cubicBezTo>
                    <a:pt x="7843" y="7922"/>
                    <a:pt x="8056" y="7694"/>
                    <a:pt x="8254" y="7420"/>
                  </a:cubicBezTo>
                  <a:cubicBezTo>
                    <a:pt x="8346" y="7293"/>
                    <a:pt x="8415" y="7179"/>
                    <a:pt x="8466" y="7066"/>
                  </a:cubicBezTo>
                  <a:cubicBezTo>
                    <a:pt x="8859" y="7029"/>
                    <a:pt x="9167" y="6698"/>
                    <a:pt x="9167" y="6297"/>
                  </a:cubicBezTo>
                  <a:cubicBezTo>
                    <a:pt x="9167" y="6060"/>
                    <a:pt x="9030" y="5856"/>
                    <a:pt x="8832" y="5757"/>
                  </a:cubicBezTo>
                  <a:cubicBezTo>
                    <a:pt x="9082" y="5434"/>
                    <a:pt x="9136" y="4898"/>
                    <a:pt x="8951" y="4317"/>
                  </a:cubicBezTo>
                  <a:cubicBezTo>
                    <a:pt x="8929" y="4249"/>
                    <a:pt x="8867" y="4205"/>
                    <a:pt x="8800" y="4205"/>
                  </a:cubicBezTo>
                  <a:cubicBezTo>
                    <a:pt x="8784" y="4205"/>
                    <a:pt x="8767" y="4208"/>
                    <a:pt x="8751" y="4213"/>
                  </a:cubicBezTo>
                  <a:cubicBezTo>
                    <a:pt x="8667" y="4240"/>
                    <a:pt x="8621" y="4329"/>
                    <a:pt x="8647" y="4412"/>
                  </a:cubicBezTo>
                  <a:cubicBezTo>
                    <a:pt x="8800" y="4891"/>
                    <a:pt x="8766" y="5333"/>
                    <a:pt x="8577" y="5568"/>
                  </a:cubicBezTo>
                  <a:cubicBezTo>
                    <a:pt x="8500" y="5335"/>
                    <a:pt x="8333" y="5121"/>
                    <a:pt x="8097" y="4969"/>
                  </a:cubicBezTo>
                  <a:cubicBezTo>
                    <a:pt x="7827" y="4792"/>
                    <a:pt x="7551" y="4783"/>
                    <a:pt x="7285" y="4775"/>
                  </a:cubicBezTo>
                  <a:cubicBezTo>
                    <a:pt x="6884" y="4761"/>
                    <a:pt x="6469" y="4747"/>
                    <a:pt x="5914" y="4218"/>
                  </a:cubicBezTo>
                  <a:lnTo>
                    <a:pt x="5908" y="4156"/>
                  </a:lnTo>
                  <a:lnTo>
                    <a:pt x="6013" y="4156"/>
                  </a:lnTo>
                  <a:cubicBezTo>
                    <a:pt x="6684" y="4156"/>
                    <a:pt x="7281" y="3835"/>
                    <a:pt x="7661" y="3341"/>
                  </a:cubicBezTo>
                  <a:cubicBezTo>
                    <a:pt x="7923" y="3427"/>
                    <a:pt x="8148" y="3586"/>
                    <a:pt x="8331" y="3813"/>
                  </a:cubicBezTo>
                  <a:cubicBezTo>
                    <a:pt x="8362" y="3852"/>
                    <a:pt x="8408" y="3873"/>
                    <a:pt x="8455" y="3873"/>
                  </a:cubicBezTo>
                  <a:cubicBezTo>
                    <a:pt x="8490" y="3873"/>
                    <a:pt x="8525" y="3860"/>
                    <a:pt x="8554" y="3838"/>
                  </a:cubicBezTo>
                  <a:cubicBezTo>
                    <a:pt x="8622" y="3783"/>
                    <a:pt x="8633" y="3682"/>
                    <a:pt x="8578" y="3614"/>
                  </a:cubicBezTo>
                  <a:cubicBezTo>
                    <a:pt x="8378" y="3365"/>
                    <a:pt x="8125" y="3178"/>
                    <a:pt x="7840" y="3067"/>
                  </a:cubicBezTo>
                  <a:cubicBezTo>
                    <a:pt x="7999" y="2773"/>
                    <a:pt x="8091" y="2436"/>
                    <a:pt x="8091" y="2078"/>
                  </a:cubicBezTo>
                  <a:cubicBezTo>
                    <a:pt x="8091" y="932"/>
                    <a:pt x="7158" y="0"/>
                    <a:pt x="60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49"/>
            <p:cNvSpPr/>
            <p:nvPr/>
          </p:nvSpPr>
          <p:spPr>
            <a:xfrm>
              <a:off x="4121278" y="1544841"/>
              <a:ext cx="191039" cy="115419"/>
            </a:xfrm>
            <a:custGeom>
              <a:avLst/>
              <a:gdLst/>
              <a:ahLst/>
              <a:cxnLst/>
              <a:rect l="l" t="t" r="r" b="b"/>
              <a:pathLst>
                <a:path w="5381" h="3251" extrusionOk="0">
                  <a:moveTo>
                    <a:pt x="2078" y="0"/>
                  </a:moveTo>
                  <a:cubicBezTo>
                    <a:pt x="933" y="0"/>
                    <a:pt x="1" y="933"/>
                    <a:pt x="1" y="2078"/>
                  </a:cubicBezTo>
                  <a:cubicBezTo>
                    <a:pt x="1" y="2468"/>
                    <a:pt x="110" y="2847"/>
                    <a:pt x="314" y="3176"/>
                  </a:cubicBezTo>
                  <a:cubicBezTo>
                    <a:pt x="344" y="3224"/>
                    <a:pt x="396" y="3251"/>
                    <a:pt x="449" y="3251"/>
                  </a:cubicBezTo>
                  <a:cubicBezTo>
                    <a:pt x="478" y="3251"/>
                    <a:pt x="507" y="3242"/>
                    <a:pt x="533" y="3227"/>
                  </a:cubicBezTo>
                  <a:cubicBezTo>
                    <a:pt x="607" y="3180"/>
                    <a:pt x="630" y="3082"/>
                    <a:pt x="583" y="3008"/>
                  </a:cubicBezTo>
                  <a:cubicBezTo>
                    <a:pt x="410" y="2729"/>
                    <a:pt x="319" y="2408"/>
                    <a:pt x="319" y="2079"/>
                  </a:cubicBezTo>
                  <a:cubicBezTo>
                    <a:pt x="319" y="1109"/>
                    <a:pt x="1108" y="319"/>
                    <a:pt x="2078" y="319"/>
                  </a:cubicBezTo>
                  <a:lnTo>
                    <a:pt x="5221" y="319"/>
                  </a:lnTo>
                  <a:cubicBezTo>
                    <a:pt x="5309" y="319"/>
                    <a:pt x="5381" y="247"/>
                    <a:pt x="5381" y="160"/>
                  </a:cubicBezTo>
                  <a:cubicBezTo>
                    <a:pt x="5381" y="72"/>
                    <a:pt x="5309" y="0"/>
                    <a:pt x="52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49"/>
            <p:cNvSpPr/>
            <p:nvPr/>
          </p:nvSpPr>
          <p:spPr>
            <a:xfrm>
              <a:off x="4401109" y="1750187"/>
              <a:ext cx="11325" cy="21088"/>
            </a:xfrm>
            <a:custGeom>
              <a:avLst/>
              <a:gdLst/>
              <a:ahLst/>
              <a:cxnLst/>
              <a:rect l="l" t="t" r="r" b="b"/>
              <a:pathLst>
                <a:path w="319" h="594" extrusionOk="0">
                  <a:moveTo>
                    <a:pt x="159" y="1"/>
                  </a:moveTo>
                  <a:cubicBezTo>
                    <a:pt x="72" y="1"/>
                    <a:pt x="1" y="72"/>
                    <a:pt x="1" y="159"/>
                  </a:cubicBezTo>
                  <a:lnTo>
                    <a:pt x="1" y="435"/>
                  </a:lnTo>
                  <a:cubicBezTo>
                    <a:pt x="1" y="523"/>
                    <a:pt x="72" y="594"/>
                    <a:pt x="159" y="594"/>
                  </a:cubicBezTo>
                  <a:cubicBezTo>
                    <a:pt x="247" y="594"/>
                    <a:pt x="319" y="523"/>
                    <a:pt x="319" y="435"/>
                  </a:cubicBezTo>
                  <a:lnTo>
                    <a:pt x="319" y="159"/>
                  </a:lnTo>
                  <a:cubicBezTo>
                    <a:pt x="319" y="72"/>
                    <a:pt x="247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49"/>
            <p:cNvSpPr/>
            <p:nvPr/>
          </p:nvSpPr>
          <p:spPr>
            <a:xfrm>
              <a:off x="4355985" y="1750187"/>
              <a:ext cx="11325" cy="21088"/>
            </a:xfrm>
            <a:custGeom>
              <a:avLst/>
              <a:gdLst/>
              <a:ahLst/>
              <a:cxnLst/>
              <a:rect l="l" t="t" r="r" b="b"/>
              <a:pathLst>
                <a:path w="319" h="594" extrusionOk="0">
                  <a:moveTo>
                    <a:pt x="159" y="1"/>
                  </a:moveTo>
                  <a:cubicBezTo>
                    <a:pt x="72" y="1"/>
                    <a:pt x="0" y="72"/>
                    <a:pt x="0" y="159"/>
                  </a:cubicBezTo>
                  <a:lnTo>
                    <a:pt x="0" y="435"/>
                  </a:lnTo>
                  <a:cubicBezTo>
                    <a:pt x="0" y="523"/>
                    <a:pt x="72" y="594"/>
                    <a:pt x="159" y="594"/>
                  </a:cubicBezTo>
                  <a:cubicBezTo>
                    <a:pt x="247" y="594"/>
                    <a:pt x="319" y="523"/>
                    <a:pt x="319" y="435"/>
                  </a:cubicBezTo>
                  <a:lnTo>
                    <a:pt x="319" y="159"/>
                  </a:lnTo>
                  <a:cubicBezTo>
                    <a:pt x="319" y="72"/>
                    <a:pt x="247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49"/>
            <p:cNvSpPr/>
            <p:nvPr/>
          </p:nvSpPr>
          <p:spPr>
            <a:xfrm>
              <a:off x="4369938" y="1798044"/>
              <a:ext cx="37313" cy="20165"/>
            </a:xfrm>
            <a:custGeom>
              <a:avLst/>
              <a:gdLst/>
              <a:ahLst/>
              <a:cxnLst/>
              <a:rect l="l" t="t" r="r" b="b"/>
              <a:pathLst>
                <a:path w="1051" h="568" extrusionOk="0">
                  <a:moveTo>
                    <a:pt x="785" y="0"/>
                  </a:moveTo>
                  <a:cubicBezTo>
                    <a:pt x="668" y="0"/>
                    <a:pt x="552" y="20"/>
                    <a:pt x="442" y="59"/>
                  </a:cubicBezTo>
                  <a:cubicBezTo>
                    <a:pt x="301" y="108"/>
                    <a:pt x="170" y="191"/>
                    <a:pt x="64" y="296"/>
                  </a:cubicBezTo>
                  <a:cubicBezTo>
                    <a:pt x="1" y="358"/>
                    <a:pt x="0" y="459"/>
                    <a:pt x="63" y="521"/>
                  </a:cubicBezTo>
                  <a:cubicBezTo>
                    <a:pt x="94" y="552"/>
                    <a:pt x="134" y="568"/>
                    <a:pt x="176" y="568"/>
                  </a:cubicBezTo>
                  <a:cubicBezTo>
                    <a:pt x="216" y="568"/>
                    <a:pt x="255" y="553"/>
                    <a:pt x="287" y="522"/>
                  </a:cubicBezTo>
                  <a:cubicBezTo>
                    <a:pt x="360" y="449"/>
                    <a:pt x="450" y="393"/>
                    <a:pt x="548" y="358"/>
                  </a:cubicBezTo>
                  <a:cubicBezTo>
                    <a:pt x="635" y="328"/>
                    <a:pt x="717" y="318"/>
                    <a:pt x="784" y="318"/>
                  </a:cubicBezTo>
                  <a:cubicBezTo>
                    <a:pt x="814" y="318"/>
                    <a:pt x="842" y="320"/>
                    <a:pt x="865" y="323"/>
                  </a:cubicBezTo>
                  <a:cubicBezTo>
                    <a:pt x="871" y="324"/>
                    <a:pt x="877" y="324"/>
                    <a:pt x="882" y="324"/>
                  </a:cubicBezTo>
                  <a:cubicBezTo>
                    <a:pt x="962" y="324"/>
                    <a:pt x="1032" y="264"/>
                    <a:pt x="1040" y="183"/>
                  </a:cubicBezTo>
                  <a:cubicBezTo>
                    <a:pt x="1051" y="96"/>
                    <a:pt x="989" y="17"/>
                    <a:pt x="901" y="7"/>
                  </a:cubicBezTo>
                  <a:cubicBezTo>
                    <a:pt x="863" y="2"/>
                    <a:pt x="824" y="0"/>
                    <a:pt x="7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49"/>
            <p:cNvSpPr/>
            <p:nvPr/>
          </p:nvSpPr>
          <p:spPr>
            <a:xfrm>
              <a:off x="4246922" y="1703537"/>
              <a:ext cx="33869" cy="33905"/>
            </a:xfrm>
            <a:custGeom>
              <a:avLst/>
              <a:gdLst/>
              <a:ahLst/>
              <a:cxnLst/>
              <a:rect l="l" t="t" r="r" b="b"/>
              <a:pathLst>
                <a:path w="954" h="955" extrusionOk="0">
                  <a:moveTo>
                    <a:pt x="477" y="319"/>
                  </a:moveTo>
                  <a:cubicBezTo>
                    <a:pt x="564" y="319"/>
                    <a:pt x="636" y="390"/>
                    <a:pt x="636" y="478"/>
                  </a:cubicBezTo>
                  <a:cubicBezTo>
                    <a:pt x="636" y="565"/>
                    <a:pt x="564" y="637"/>
                    <a:pt x="477" y="637"/>
                  </a:cubicBezTo>
                  <a:cubicBezTo>
                    <a:pt x="389" y="637"/>
                    <a:pt x="318" y="565"/>
                    <a:pt x="318" y="478"/>
                  </a:cubicBezTo>
                  <a:cubicBezTo>
                    <a:pt x="318" y="390"/>
                    <a:pt x="389" y="319"/>
                    <a:pt x="477" y="319"/>
                  </a:cubicBezTo>
                  <a:close/>
                  <a:moveTo>
                    <a:pt x="477" y="1"/>
                  </a:moveTo>
                  <a:cubicBezTo>
                    <a:pt x="214" y="1"/>
                    <a:pt x="0" y="215"/>
                    <a:pt x="0" y="478"/>
                  </a:cubicBezTo>
                  <a:cubicBezTo>
                    <a:pt x="0" y="740"/>
                    <a:pt x="214" y="955"/>
                    <a:pt x="477" y="955"/>
                  </a:cubicBezTo>
                  <a:cubicBezTo>
                    <a:pt x="740" y="955"/>
                    <a:pt x="953" y="740"/>
                    <a:pt x="953" y="478"/>
                  </a:cubicBezTo>
                  <a:cubicBezTo>
                    <a:pt x="953" y="215"/>
                    <a:pt x="740" y="1"/>
                    <a:pt x="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49"/>
            <p:cNvSpPr/>
            <p:nvPr/>
          </p:nvSpPr>
          <p:spPr>
            <a:xfrm>
              <a:off x="4372246" y="1775003"/>
              <a:ext cx="24142" cy="12994"/>
            </a:xfrm>
            <a:custGeom>
              <a:avLst/>
              <a:gdLst/>
              <a:ahLst/>
              <a:cxnLst/>
              <a:rect l="l" t="t" r="r" b="b"/>
              <a:pathLst>
                <a:path w="680" h="366" extrusionOk="0">
                  <a:moveTo>
                    <a:pt x="182" y="1"/>
                  </a:moveTo>
                  <a:cubicBezTo>
                    <a:pt x="131" y="1"/>
                    <a:pt x="80" y="26"/>
                    <a:pt x="49" y="72"/>
                  </a:cubicBezTo>
                  <a:cubicBezTo>
                    <a:pt x="1" y="145"/>
                    <a:pt x="20" y="243"/>
                    <a:pt x="93" y="292"/>
                  </a:cubicBezTo>
                  <a:cubicBezTo>
                    <a:pt x="168" y="342"/>
                    <a:pt x="254" y="365"/>
                    <a:pt x="341" y="365"/>
                  </a:cubicBezTo>
                  <a:cubicBezTo>
                    <a:pt x="427" y="365"/>
                    <a:pt x="514" y="342"/>
                    <a:pt x="588" y="292"/>
                  </a:cubicBezTo>
                  <a:cubicBezTo>
                    <a:pt x="660" y="243"/>
                    <a:pt x="680" y="145"/>
                    <a:pt x="631" y="72"/>
                  </a:cubicBezTo>
                  <a:cubicBezTo>
                    <a:pt x="600" y="26"/>
                    <a:pt x="550" y="1"/>
                    <a:pt x="499" y="1"/>
                  </a:cubicBezTo>
                  <a:cubicBezTo>
                    <a:pt x="469" y="1"/>
                    <a:pt x="438" y="9"/>
                    <a:pt x="411" y="27"/>
                  </a:cubicBezTo>
                  <a:cubicBezTo>
                    <a:pt x="391" y="41"/>
                    <a:pt x="366" y="48"/>
                    <a:pt x="340" y="48"/>
                  </a:cubicBezTo>
                  <a:cubicBezTo>
                    <a:pt x="315" y="48"/>
                    <a:pt x="290" y="41"/>
                    <a:pt x="269" y="27"/>
                  </a:cubicBezTo>
                  <a:cubicBezTo>
                    <a:pt x="242" y="9"/>
                    <a:pt x="212" y="1"/>
                    <a:pt x="1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49"/>
            <p:cNvSpPr/>
            <p:nvPr/>
          </p:nvSpPr>
          <p:spPr>
            <a:xfrm>
              <a:off x="4163668" y="1565148"/>
              <a:ext cx="225725" cy="104235"/>
            </a:xfrm>
            <a:custGeom>
              <a:avLst/>
              <a:gdLst/>
              <a:ahLst/>
              <a:cxnLst/>
              <a:rect l="l" t="t" r="r" b="b"/>
              <a:pathLst>
                <a:path w="6358" h="2936" extrusionOk="0">
                  <a:moveTo>
                    <a:pt x="1546" y="629"/>
                  </a:moveTo>
                  <a:cubicBezTo>
                    <a:pt x="1616" y="629"/>
                    <a:pt x="1688" y="636"/>
                    <a:pt x="1759" y="653"/>
                  </a:cubicBezTo>
                  <a:cubicBezTo>
                    <a:pt x="1467" y="1021"/>
                    <a:pt x="1092" y="1188"/>
                    <a:pt x="785" y="1188"/>
                  </a:cubicBezTo>
                  <a:cubicBezTo>
                    <a:pt x="748" y="1188"/>
                    <a:pt x="712" y="1185"/>
                    <a:pt x="677" y="1180"/>
                  </a:cubicBezTo>
                  <a:cubicBezTo>
                    <a:pt x="745" y="996"/>
                    <a:pt x="893" y="852"/>
                    <a:pt x="1046" y="763"/>
                  </a:cubicBezTo>
                  <a:cubicBezTo>
                    <a:pt x="1189" y="680"/>
                    <a:pt x="1364" y="629"/>
                    <a:pt x="1546" y="629"/>
                  </a:cubicBezTo>
                  <a:close/>
                  <a:moveTo>
                    <a:pt x="2755" y="384"/>
                  </a:moveTo>
                  <a:cubicBezTo>
                    <a:pt x="3091" y="384"/>
                    <a:pt x="3442" y="528"/>
                    <a:pt x="3603" y="738"/>
                  </a:cubicBezTo>
                  <a:cubicBezTo>
                    <a:pt x="3633" y="775"/>
                    <a:pt x="3657" y="813"/>
                    <a:pt x="3677" y="851"/>
                  </a:cubicBezTo>
                  <a:cubicBezTo>
                    <a:pt x="3467" y="1004"/>
                    <a:pt x="3285" y="1188"/>
                    <a:pt x="3104" y="1369"/>
                  </a:cubicBezTo>
                  <a:cubicBezTo>
                    <a:pt x="3037" y="1437"/>
                    <a:pt x="2971" y="1504"/>
                    <a:pt x="2904" y="1568"/>
                  </a:cubicBezTo>
                  <a:cubicBezTo>
                    <a:pt x="2903" y="1566"/>
                    <a:pt x="2902" y="1564"/>
                    <a:pt x="2902" y="1563"/>
                  </a:cubicBezTo>
                  <a:cubicBezTo>
                    <a:pt x="2789" y="1194"/>
                    <a:pt x="2601" y="843"/>
                    <a:pt x="2423" y="669"/>
                  </a:cubicBezTo>
                  <a:cubicBezTo>
                    <a:pt x="2370" y="617"/>
                    <a:pt x="2314" y="572"/>
                    <a:pt x="2257" y="532"/>
                  </a:cubicBezTo>
                  <a:cubicBezTo>
                    <a:pt x="2401" y="419"/>
                    <a:pt x="2587" y="391"/>
                    <a:pt x="2701" y="385"/>
                  </a:cubicBezTo>
                  <a:cubicBezTo>
                    <a:pt x="2719" y="384"/>
                    <a:pt x="2737" y="384"/>
                    <a:pt x="2755" y="384"/>
                  </a:cubicBezTo>
                  <a:close/>
                  <a:moveTo>
                    <a:pt x="2059" y="781"/>
                  </a:moveTo>
                  <a:cubicBezTo>
                    <a:pt x="2108" y="814"/>
                    <a:pt x="2156" y="853"/>
                    <a:pt x="2202" y="897"/>
                  </a:cubicBezTo>
                  <a:cubicBezTo>
                    <a:pt x="2310" y="1002"/>
                    <a:pt x="2419" y="1192"/>
                    <a:pt x="2506" y="1401"/>
                  </a:cubicBezTo>
                  <a:cubicBezTo>
                    <a:pt x="2364" y="1318"/>
                    <a:pt x="2209" y="1264"/>
                    <a:pt x="2032" y="1264"/>
                  </a:cubicBezTo>
                  <a:cubicBezTo>
                    <a:pt x="1880" y="1264"/>
                    <a:pt x="1712" y="1304"/>
                    <a:pt x="1522" y="1401"/>
                  </a:cubicBezTo>
                  <a:cubicBezTo>
                    <a:pt x="1372" y="1478"/>
                    <a:pt x="1264" y="1611"/>
                    <a:pt x="1209" y="1785"/>
                  </a:cubicBezTo>
                  <a:cubicBezTo>
                    <a:pt x="1179" y="1881"/>
                    <a:pt x="1167" y="1984"/>
                    <a:pt x="1172" y="2089"/>
                  </a:cubicBezTo>
                  <a:cubicBezTo>
                    <a:pt x="875" y="1975"/>
                    <a:pt x="692" y="1772"/>
                    <a:pt x="646" y="1498"/>
                  </a:cubicBezTo>
                  <a:lnTo>
                    <a:pt x="646" y="1498"/>
                  </a:lnTo>
                  <a:cubicBezTo>
                    <a:pt x="691" y="1503"/>
                    <a:pt x="737" y="1506"/>
                    <a:pt x="784" y="1506"/>
                  </a:cubicBezTo>
                  <a:cubicBezTo>
                    <a:pt x="960" y="1506"/>
                    <a:pt x="1144" y="1466"/>
                    <a:pt x="1326" y="1387"/>
                  </a:cubicBezTo>
                  <a:cubicBezTo>
                    <a:pt x="1609" y="1262"/>
                    <a:pt x="1861" y="1055"/>
                    <a:pt x="2059" y="781"/>
                  </a:cubicBezTo>
                  <a:close/>
                  <a:moveTo>
                    <a:pt x="2032" y="1583"/>
                  </a:moveTo>
                  <a:cubicBezTo>
                    <a:pt x="2232" y="1583"/>
                    <a:pt x="2396" y="1689"/>
                    <a:pt x="2581" y="1846"/>
                  </a:cubicBezTo>
                  <a:cubicBezTo>
                    <a:pt x="2416" y="1966"/>
                    <a:pt x="2239" y="2061"/>
                    <a:pt x="2032" y="2106"/>
                  </a:cubicBezTo>
                  <a:cubicBezTo>
                    <a:pt x="1875" y="2141"/>
                    <a:pt x="1731" y="2157"/>
                    <a:pt x="1600" y="2157"/>
                  </a:cubicBezTo>
                  <a:cubicBezTo>
                    <a:pt x="1565" y="2157"/>
                    <a:pt x="1530" y="2156"/>
                    <a:pt x="1497" y="2154"/>
                  </a:cubicBezTo>
                  <a:cubicBezTo>
                    <a:pt x="1482" y="2059"/>
                    <a:pt x="1486" y="1963"/>
                    <a:pt x="1512" y="1880"/>
                  </a:cubicBezTo>
                  <a:cubicBezTo>
                    <a:pt x="1541" y="1788"/>
                    <a:pt x="1594" y="1722"/>
                    <a:pt x="1666" y="1684"/>
                  </a:cubicBezTo>
                  <a:cubicBezTo>
                    <a:pt x="1805" y="1614"/>
                    <a:pt x="1923" y="1583"/>
                    <a:pt x="2032" y="1583"/>
                  </a:cubicBezTo>
                  <a:close/>
                  <a:moveTo>
                    <a:pt x="4990" y="755"/>
                  </a:moveTo>
                  <a:cubicBezTo>
                    <a:pt x="5052" y="755"/>
                    <a:pt x="5112" y="758"/>
                    <a:pt x="5170" y="766"/>
                  </a:cubicBezTo>
                  <a:cubicBezTo>
                    <a:pt x="5317" y="1123"/>
                    <a:pt x="5290" y="1483"/>
                    <a:pt x="5079" y="1800"/>
                  </a:cubicBezTo>
                  <a:cubicBezTo>
                    <a:pt x="4931" y="2024"/>
                    <a:pt x="4713" y="2189"/>
                    <a:pt x="4474" y="2277"/>
                  </a:cubicBezTo>
                  <a:cubicBezTo>
                    <a:pt x="4078" y="2040"/>
                    <a:pt x="4081" y="1787"/>
                    <a:pt x="4086" y="1445"/>
                  </a:cubicBezTo>
                  <a:cubicBezTo>
                    <a:pt x="4087" y="1300"/>
                    <a:pt x="4089" y="1143"/>
                    <a:pt x="4057" y="983"/>
                  </a:cubicBezTo>
                  <a:cubicBezTo>
                    <a:pt x="4137" y="940"/>
                    <a:pt x="4222" y="902"/>
                    <a:pt x="4311" y="874"/>
                  </a:cubicBezTo>
                  <a:cubicBezTo>
                    <a:pt x="4558" y="794"/>
                    <a:pt x="4787" y="755"/>
                    <a:pt x="4990" y="755"/>
                  </a:cubicBezTo>
                  <a:close/>
                  <a:moveTo>
                    <a:pt x="3765" y="1185"/>
                  </a:moveTo>
                  <a:cubicBezTo>
                    <a:pt x="3770" y="1266"/>
                    <a:pt x="3769" y="1352"/>
                    <a:pt x="3768" y="1441"/>
                  </a:cubicBezTo>
                  <a:cubicBezTo>
                    <a:pt x="3764" y="1735"/>
                    <a:pt x="3760" y="2060"/>
                    <a:pt x="4048" y="2348"/>
                  </a:cubicBezTo>
                  <a:cubicBezTo>
                    <a:pt x="3949" y="2345"/>
                    <a:pt x="3853" y="2328"/>
                    <a:pt x="3761" y="2296"/>
                  </a:cubicBezTo>
                  <a:cubicBezTo>
                    <a:pt x="3482" y="2200"/>
                    <a:pt x="3267" y="2030"/>
                    <a:pt x="3066" y="1852"/>
                  </a:cubicBezTo>
                  <a:cubicBezTo>
                    <a:pt x="3156" y="1767"/>
                    <a:pt x="3243" y="1680"/>
                    <a:pt x="3330" y="1593"/>
                  </a:cubicBezTo>
                  <a:cubicBezTo>
                    <a:pt x="3474" y="1448"/>
                    <a:pt x="3614" y="1307"/>
                    <a:pt x="3765" y="1185"/>
                  </a:cubicBezTo>
                  <a:close/>
                  <a:moveTo>
                    <a:pt x="5540" y="880"/>
                  </a:moveTo>
                  <a:cubicBezTo>
                    <a:pt x="5617" y="923"/>
                    <a:pt x="5686" y="976"/>
                    <a:pt x="5746" y="1039"/>
                  </a:cubicBezTo>
                  <a:cubicBezTo>
                    <a:pt x="5978" y="1287"/>
                    <a:pt x="5999" y="1614"/>
                    <a:pt x="5921" y="1814"/>
                  </a:cubicBezTo>
                  <a:cubicBezTo>
                    <a:pt x="5821" y="2069"/>
                    <a:pt x="5621" y="2264"/>
                    <a:pt x="5357" y="2362"/>
                  </a:cubicBezTo>
                  <a:cubicBezTo>
                    <a:pt x="5239" y="2407"/>
                    <a:pt x="5116" y="2429"/>
                    <a:pt x="4995" y="2429"/>
                  </a:cubicBezTo>
                  <a:cubicBezTo>
                    <a:pt x="4961" y="2429"/>
                    <a:pt x="4926" y="2427"/>
                    <a:pt x="4892" y="2424"/>
                  </a:cubicBezTo>
                  <a:cubicBezTo>
                    <a:pt x="5068" y="2311"/>
                    <a:pt x="5224" y="2159"/>
                    <a:pt x="5345" y="1977"/>
                  </a:cubicBezTo>
                  <a:cubicBezTo>
                    <a:pt x="5568" y="1639"/>
                    <a:pt x="5631" y="1260"/>
                    <a:pt x="5540" y="880"/>
                  </a:cubicBezTo>
                  <a:close/>
                  <a:moveTo>
                    <a:pt x="2681" y="2163"/>
                  </a:moveTo>
                  <a:lnTo>
                    <a:pt x="2681" y="2163"/>
                  </a:lnTo>
                  <a:cubicBezTo>
                    <a:pt x="2678" y="2242"/>
                    <a:pt x="2662" y="2307"/>
                    <a:pt x="2628" y="2349"/>
                  </a:cubicBezTo>
                  <a:cubicBezTo>
                    <a:pt x="2460" y="2564"/>
                    <a:pt x="2257" y="2617"/>
                    <a:pt x="2098" y="2617"/>
                  </a:cubicBezTo>
                  <a:cubicBezTo>
                    <a:pt x="2076" y="2617"/>
                    <a:pt x="2055" y="2616"/>
                    <a:pt x="2034" y="2614"/>
                  </a:cubicBezTo>
                  <a:cubicBezTo>
                    <a:pt x="1881" y="2601"/>
                    <a:pt x="1748" y="2542"/>
                    <a:pt x="1661" y="2473"/>
                  </a:cubicBezTo>
                  <a:cubicBezTo>
                    <a:pt x="1802" y="2469"/>
                    <a:pt x="1949" y="2451"/>
                    <a:pt x="2101" y="2416"/>
                  </a:cubicBezTo>
                  <a:cubicBezTo>
                    <a:pt x="2320" y="2368"/>
                    <a:pt x="2510" y="2277"/>
                    <a:pt x="2681" y="2163"/>
                  </a:cubicBezTo>
                  <a:close/>
                  <a:moveTo>
                    <a:pt x="4962" y="1"/>
                  </a:moveTo>
                  <a:cubicBezTo>
                    <a:pt x="4924" y="1"/>
                    <a:pt x="4886" y="14"/>
                    <a:pt x="4856" y="42"/>
                  </a:cubicBezTo>
                  <a:cubicBezTo>
                    <a:pt x="4790" y="101"/>
                    <a:pt x="4785" y="202"/>
                    <a:pt x="4844" y="266"/>
                  </a:cubicBezTo>
                  <a:cubicBezTo>
                    <a:pt x="4895" y="323"/>
                    <a:pt x="4941" y="379"/>
                    <a:pt x="4983" y="437"/>
                  </a:cubicBezTo>
                  <a:cubicBezTo>
                    <a:pt x="4765" y="438"/>
                    <a:pt x="4511" y="476"/>
                    <a:pt x="4215" y="571"/>
                  </a:cubicBezTo>
                  <a:cubicBezTo>
                    <a:pt x="4120" y="601"/>
                    <a:pt x="4031" y="639"/>
                    <a:pt x="3947" y="683"/>
                  </a:cubicBezTo>
                  <a:cubicBezTo>
                    <a:pt x="3921" y="636"/>
                    <a:pt x="3891" y="589"/>
                    <a:pt x="3855" y="543"/>
                  </a:cubicBezTo>
                  <a:cubicBezTo>
                    <a:pt x="3634" y="256"/>
                    <a:pt x="3189" y="66"/>
                    <a:pt x="2755" y="66"/>
                  </a:cubicBezTo>
                  <a:cubicBezTo>
                    <a:pt x="2732" y="66"/>
                    <a:pt x="2709" y="67"/>
                    <a:pt x="2685" y="68"/>
                  </a:cubicBezTo>
                  <a:cubicBezTo>
                    <a:pt x="2380" y="83"/>
                    <a:pt x="2127" y="192"/>
                    <a:pt x="1958" y="378"/>
                  </a:cubicBezTo>
                  <a:cubicBezTo>
                    <a:pt x="1823" y="331"/>
                    <a:pt x="1685" y="310"/>
                    <a:pt x="1550" y="310"/>
                  </a:cubicBezTo>
                  <a:cubicBezTo>
                    <a:pt x="1308" y="310"/>
                    <a:pt x="1076" y="378"/>
                    <a:pt x="888" y="488"/>
                  </a:cubicBezTo>
                  <a:cubicBezTo>
                    <a:pt x="653" y="623"/>
                    <a:pt x="484" y="814"/>
                    <a:pt x="395" y="1032"/>
                  </a:cubicBezTo>
                  <a:cubicBezTo>
                    <a:pt x="341" y="947"/>
                    <a:pt x="318" y="812"/>
                    <a:pt x="367" y="677"/>
                  </a:cubicBezTo>
                  <a:cubicBezTo>
                    <a:pt x="399" y="595"/>
                    <a:pt x="358" y="502"/>
                    <a:pt x="276" y="471"/>
                  </a:cubicBezTo>
                  <a:cubicBezTo>
                    <a:pt x="257" y="464"/>
                    <a:pt x="238" y="460"/>
                    <a:pt x="219" y="460"/>
                  </a:cubicBezTo>
                  <a:cubicBezTo>
                    <a:pt x="155" y="460"/>
                    <a:pt x="95" y="499"/>
                    <a:pt x="71" y="562"/>
                  </a:cubicBezTo>
                  <a:cubicBezTo>
                    <a:pt x="0" y="746"/>
                    <a:pt x="4" y="949"/>
                    <a:pt x="83" y="1121"/>
                  </a:cubicBezTo>
                  <a:cubicBezTo>
                    <a:pt x="135" y="1236"/>
                    <a:pt x="218" y="1330"/>
                    <a:pt x="321" y="1393"/>
                  </a:cubicBezTo>
                  <a:cubicBezTo>
                    <a:pt x="321" y="1476"/>
                    <a:pt x="331" y="1560"/>
                    <a:pt x="353" y="1644"/>
                  </a:cubicBezTo>
                  <a:cubicBezTo>
                    <a:pt x="430" y="1951"/>
                    <a:pt x="643" y="2198"/>
                    <a:pt x="949" y="2340"/>
                  </a:cubicBezTo>
                  <a:cubicBezTo>
                    <a:pt x="1042" y="2384"/>
                    <a:pt x="1144" y="2416"/>
                    <a:pt x="1250" y="2439"/>
                  </a:cubicBezTo>
                  <a:cubicBezTo>
                    <a:pt x="1355" y="2722"/>
                    <a:pt x="1721" y="2936"/>
                    <a:pt x="2091" y="2936"/>
                  </a:cubicBezTo>
                  <a:cubicBezTo>
                    <a:pt x="2093" y="2936"/>
                    <a:pt x="2096" y="2936"/>
                    <a:pt x="2099" y="2936"/>
                  </a:cubicBezTo>
                  <a:cubicBezTo>
                    <a:pt x="2407" y="2936"/>
                    <a:pt x="2680" y="2799"/>
                    <a:pt x="2879" y="2544"/>
                  </a:cubicBezTo>
                  <a:cubicBezTo>
                    <a:pt x="2951" y="2453"/>
                    <a:pt x="2984" y="2334"/>
                    <a:pt x="2994" y="2208"/>
                  </a:cubicBezTo>
                  <a:cubicBezTo>
                    <a:pt x="3180" y="2360"/>
                    <a:pt x="3393" y="2504"/>
                    <a:pt x="3657" y="2597"/>
                  </a:cubicBezTo>
                  <a:cubicBezTo>
                    <a:pt x="3796" y="2645"/>
                    <a:pt x="3941" y="2668"/>
                    <a:pt x="4086" y="2668"/>
                  </a:cubicBezTo>
                  <a:cubicBezTo>
                    <a:pt x="4206" y="2668"/>
                    <a:pt x="4326" y="2652"/>
                    <a:pt x="4444" y="2622"/>
                  </a:cubicBezTo>
                  <a:cubicBezTo>
                    <a:pt x="4615" y="2705"/>
                    <a:pt x="4803" y="2747"/>
                    <a:pt x="4995" y="2747"/>
                  </a:cubicBezTo>
                  <a:cubicBezTo>
                    <a:pt x="5154" y="2747"/>
                    <a:pt x="5315" y="2718"/>
                    <a:pt x="5469" y="2660"/>
                  </a:cubicBezTo>
                  <a:cubicBezTo>
                    <a:pt x="5818" y="2529"/>
                    <a:pt x="6083" y="2270"/>
                    <a:pt x="6217" y="1930"/>
                  </a:cubicBezTo>
                  <a:cubicBezTo>
                    <a:pt x="6358" y="1570"/>
                    <a:pt x="6262" y="1125"/>
                    <a:pt x="5978" y="823"/>
                  </a:cubicBezTo>
                  <a:cubicBezTo>
                    <a:pt x="5866" y="703"/>
                    <a:pt x="5678" y="556"/>
                    <a:pt x="5386" y="483"/>
                  </a:cubicBezTo>
                  <a:cubicBezTo>
                    <a:pt x="5308" y="336"/>
                    <a:pt x="5205" y="192"/>
                    <a:pt x="5079" y="53"/>
                  </a:cubicBezTo>
                  <a:cubicBezTo>
                    <a:pt x="5049" y="19"/>
                    <a:pt x="5005" y="1"/>
                    <a:pt x="49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9" name="Google Shape;2119;p49"/>
          <p:cNvGrpSpPr/>
          <p:nvPr/>
        </p:nvGrpSpPr>
        <p:grpSpPr>
          <a:xfrm>
            <a:off x="4037406" y="3521079"/>
            <a:ext cx="517576" cy="483301"/>
            <a:chOff x="5778926" y="2518568"/>
            <a:chExt cx="385628" cy="385131"/>
          </a:xfrm>
        </p:grpSpPr>
        <p:sp>
          <p:nvSpPr>
            <p:cNvPr id="2120" name="Google Shape;2120;p49"/>
            <p:cNvSpPr/>
            <p:nvPr/>
          </p:nvSpPr>
          <p:spPr>
            <a:xfrm>
              <a:off x="5778926" y="2518568"/>
              <a:ext cx="385628" cy="385131"/>
            </a:xfrm>
            <a:custGeom>
              <a:avLst/>
              <a:gdLst/>
              <a:ahLst/>
              <a:cxnLst/>
              <a:rect l="l" t="t" r="r" b="b"/>
              <a:pathLst>
                <a:path w="10862" h="10848" extrusionOk="0">
                  <a:moveTo>
                    <a:pt x="8977" y="5153"/>
                  </a:moveTo>
                  <a:cubicBezTo>
                    <a:pt x="9143" y="5174"/>
                    <a:pt x="9270" y="5316"/>
                    <a:pt x="9270" y="5487"/>
                  </a:cubicBezTo>
                  <a:cubicBezTo>
                    <a:pt x="9270" y="5714"/>
                    <a:pt x="9125" y="5909"/>
                    <a:pt x="8922" y="5982"/>
                  </a:cubicBezTo>
                  <a:lnTo>
                    <a:pt x="8921" y="5982"/>
                  </a:lnTo>
                  <a:cubicBezTo>
                    <a:pt x="8965" y="5759"/>
                    <a:pt x="8975" y="5502"/>
                    <a:pt x="8977" y="5153"/>
                  </a:cubicBezTo>
                  <a:close/>
                  <a:moveTo>
                    <a:pt x="1559" y="5165"/>
                  </a:moveTo>
                  <a:cubicBezTo>
                    <a:pt x="1583" y="5191"/>
                    <a:pt x="1607" y="5216"/>
                    <a:pt x="1630" y="5242"/>
                  </a:cubicBezTo>
                  <a:cubicBezTo>
                    <a:pt x="1632" y="5580"/>
                    <a:pt x="1642" y="5834"/>
                    <a:pt x="1689" y="6059"/>
                  </a:cubicBezTo>
                  <a:cubicBezTo>
                    <a:pt x="1458" y="5989"/>
                    <a:pt x="1289" y="5773"/>
                    <a:pt x="1289" y="5518"/>
                  </a:cubicBezTo>
                  <a:cubicBezTo>
                    <a:pt x="1289" y="5351"/>
                    <a:pt x="1403" y="5207"/>
                    <a:pt x="1559" y="5165"/>
                  </a:cubicBezTo>
                  <a:close/>
                  <a:moveTo>
                    <a:pt x="6265" y="5154"/>
                  </a:moveTo>
                  <a:cubicBezTo>
                    <a:pt x="6451" y="5172"/>
                    <a:pt x="6595" y="5328"/>
                    <a:pt x="6595" y="5518"/>
                  </a:cubicBezTo>
                  <a:cubicBezTo>
                    <a:pt x="6595" y="5773"/>
                    <a:pt x="6426" y="5990"/>
                    <a:pt x="6195" y="6059"/>
                  </a:cubicBezTo>
                  <a:cubicBezTo>
                    <a:pt x="6245" y="5820"/>
                    <a:pt x="6255" y="5544"/>
                    <a:pt x="6256" y="5166"/>
                  </a:cubicBezTo>
                  <a:cubicBezTo>
                    <a:pt x="6259" y="5163"/>
                    <a:pt x="6262" y="5158"/>
                    <a:pt x="6265" y="5154"/>
                  </a:cubicBezTo>
                  <a:close/>
                  <a:moveTo>
                    <a:pt x="7205" y="2064"/>
                  </a:moveTo>
                  <a:cubicBezTo>
                    <a:pt x="7406" y="2064"/>
                    <a:pt x="7615" y="2091"/>
                    <a:pt x="7826" y="2144"/>
                  </a:cubicBezTo>
                  <a:cubicBezTo>
                    <a:pt x="8682" y="2362"/>
                    <a:pt x="9108" y="3220"/>
                    <a:pt x="9143" y="3925"/>
                  </a:cubicBezTo>
                  <a:cubicBezTo>
                    <a:pt x="9159" y="4275"/>
                    <a:pt x="9079" y="4565"/>
                    <a:pt x="8932" y="4726"/>
                  </a:cubicBezTo>
                  <a:cubicBezTo>
                    <a:pt x="8868" y="4512"/>
                    <a:pt x="8739" y="4306"/>
                    <a:pt x="8566" y="4148"/>
                  </a:cubicBezTo>
                  <a:cubicBezTo>
                    <a:pt x="8536" y="4120"/>
                    <a:pt x="8497" y="4106"/>
                    <a:pt x="8459" y="4106"/>
                  </a:cubicBezTo>
                  <a:cubicBezTo>
                    <a:pt x="8416" y="4106"/>
                    <a:pt x="8373" y="4123"/>
                    <a:pt x="8342" y="4157"/>
                  </a:cubicBezTo>
                  <a:cubicBezTo>
                    <a:pt x="8282" y="4222"/>
                    <a:pt x="8287" y="4322"/>
                    <a:pt x="8351" y="4382"/>
                  </a:cubicBezTo>
                  <a:cubicBezTo>
                    <a:pt x="8523" y="4538"/>
                    <a:pt x="8637" y="4755"/>
                    <a:pt x="8656" y="4959"/>
                  </a:cubicBezTo>
                  <a:cubicBezTo>
                    <a:pt x="8670" y="5784"/>
                    <a:pt x="8643" y="6104"/>
                    <a:pt x="8318" y="6542"/>
                  </a:cubicBezTo>
                  <a:cubicBezTo>
                    <a:pt x="7827" y="7223"/>
                    <a:pt x="7261" y="7613"/>
                    <a:pt x="6767" y="7613"/>
                  </a:cubicBezTo>
                  <a:cubicBezTo>
                    <a:pt x="6422" y="7613"/>
                    <a:pt x="6032" y="7416"/>
                    <a:pt x="5659" y="7057"/>
                  </a:cubicBezTo>
                  <a:cubicBezTo>
                    <a:pt x="5719" y="6982"/>
                    <a:pt x="5778" y="6905"/>
                    <a:pt x="5836" y="6825"/>
                  </a:cubicBezTo>
                  <a:cubicBezTo>
                    <a:pt x="5946" y="6672"/>
                    <a:pt x="6027" y="6536"/>
                    <a:pt x="6086" y="6400"/>
                  </a:cubicBezTo>
                  <a:cubicBezTo>
                    <a:pt x="6305" y="6386"/>
                    <a:pt x="6502" y="6293"/>
                    <a:pt x="6649" y="6148"/>
                  </a:cubicBezTo>
                  <a:cubicBezTo>
                    <a:pt x="6692" y="6159"/>
                    <a:pt x="6735" y="6165"/>
                    <a:pt x="6779" y="6165"/>
                  </a:cubicBezTo>
                  <a:cubicBezTo>
                    <a:pt x="6872" y="6165"/>
                    <a:pt x="6965" y="6139"/>
                    <a:pt x="7044" y="6086"/>
                  </a:cubicBezTo>
                  <a:cubicBezTo>
                    <a:pt x="7117" y="6038"/>
                    <a:pt x="7136" y="5939"/>
                    <a:pt x="7088" y="5867"/>
                  </a:cubicBezTo>
                  <a:cubicBezTo>
                    <a:pt x="7057" y="5820"/>
                    <a:pt x="7007" y="5795"/>
                    <a:pt x="6955" y="5795"/>
                  </a:cubicBezTo>
                  <a:cubicBezTo>
                    <a:pt x="6925" y="5795"/>
                    <a:pt x="6895" y="5804"/>
                    <a:pt x="6868" y="5822"/>
                  </a:cubicBezTo>
                  <a:cubicBezTo>
                    <a:pt x="6865" y="5824"/>
                    <a:pt x="6861" y="5826"/>
                    <a:pt x="6857" y="5828"/>
                  </a:cubicBezTo>
                  <a:cubicBezTo>
                    <a:pt x="6894" y="5732"/>
                    <a:pt x="6913" y="5627"/>
                    <a:pt x="6913" y="5518"/>
                  </a:cubicBezTo>
                  <a:cubicBezTo>
                    <a:pt x="6913" y="5237"/>
                    <a:pt x="6742" y="4996"/>
                    <a:pt x="6500" y="4891"/>
                  </a:cubicBezTo>
                  <a:cubicBezTo>
                    <a:pt x="6665" y="4684"/>
                    <a:pt x="6757" y="4379"/>
                    <a:pt x="6768" y="4035"/>
                  </a:cubicBezTo>
                  <a:cubicBezTo>
                    <a:pt x="7037" y="4111"/>
                    <a:pt x="7279" y="4120"/>
                    <a:pt x="7498" y="4127"/>
                  </a:cubicBezTo>
                  <a:cubicBezTo>
                    <a:pt x="7595" y="4130"/>
                    <a:pt x="7685" y="4133"/>
                    <a:pt x="7772" y="4141"/>
                  </a:cubicBezTo>
                  <a:cubicBezTo>
                    <a:pt x="7777" y="4142"/>
                    <a:pt x="7782" y="4142"/>
                    <a:pt x="7787" y="4142"/>
                  </a:cubicBezTo>
                  <a:cubicBezTo>
                    <a:pt x="7868" y="4142"/>
                    <a:pt x="7937" y="4081"/>
                    <a:pt x="7945" y="3998"/>
                  </a:cubicBezTo>
                  <a:cubicBezTo>
                    <a:pt x="7953" y="3911"/>
                    <a:pt x="7890" y="3833"/>
                    <a:pt x="7803" y="3825"/>
                  </a:cubicBezTo>
                  <a:cubicBezTo>
                    <a:pt x="7706" y="3816"/>
                    <a:pt x="7610" y="3813"/>
                    <a:pt x="7509" y="3808"/>
                  </a:cubicBezTo>
                  <a:cubicBezTo>
                    <a:pt x="7271" y="3801"/>
                    <a:pt x="7026" y="3793"/>
                    <a:pt x="6755" y="3697"/>
                  </a:cubicBezTo>
                  <a:cubicBezTo>
                    <a:pt x="6740" y="3562"/>
                    <a:pt x="6714" y="3425"/>
                    <a:pt x="6677" y="3287"/>
                  </a:cubicBezTo>
                  <a:cubicBezTo>
                    <a:pt x="6576" y="2921"/>
                    <a:pt x="6406" y="2599"/>
                    <a:pt x="6186" y="2336"/>
                  </a:cubicBezTo>
                  <a:cubicBezTo>
                    <a:pt x="6477" y="2157"/>
                    <a:pt x="6828" y="2064"/>
                    <a:pt x="7205" y="2064"/>
                  </a:cubicBezTo>
                  <a:close/>
                  <a:moveTo>
                    <a:pt x="5448" y="7296"/>
                  </a:moveTo>
                  <a:cubicBezTo>
                    <a:pt x="5661" y="7500"/>
                    <a:pt x="5878" y="7655"/>
                    <a:pt x="6094" y="7762"/>
                  </a:cubicBezTo>
                  <a:lnTo>
                    <a:pt x="6045" y="8178"/>
                  </a:lnTo>
                  <a:lnTo>
                    <a:pt x="5765" y="8262"/>
                  </a:lnTo>
                  <a:cubicBezTo>
                    <a:pt x="5745" y="8230"/>
                    <a:pt x="5719" y="8200"/>
                    <a:pt x="5687" y="8179"/>
                  </a:cubicBezTo>
                  <a:cubicBezTo>
                    <a:pt x="5640" y="8147"/>
                    <a:pt x="5587" y="8130"/>
                    <a:pt x="5532" y="8130"/>
                  </a:cubicBezTo>
                  <a:cubicBezTo>
                    <a:pt x="5505" y="8130"/>
                    <a:pt x="5478" y="8134"/>
                    <a:pt x="5451" y="8142"/>
                  </a:cubicBezTo>
                  <a:lnTo>
                    <a:pt x="5301" y="8187"/>
                  </a:lnTo>
                  <a:lnTo>
                    <a:pt x="5301" y="7471"/>
                  </a:lnTo>
                  <a:cubicBezTo>
                    <a:pt x="5301" y="7454"/>
                    <a:pt x="5307" y="7437"/>
                    <a:pt x="5320" y="7426"/>
                  </a:cubicBezTo>
                  <a:cubicBezTo>
                    <a:pt x="5363" y="7384"/>
                    <a:pt x="5406" y="7341"/>
                    <a:pt x="5448" y="7296"/>
                  </a:cubicBezTo>
                  <a:close/>
                  <a:moveTo>
                    <a:pt x="7132" y="7878"/>
                  </a:moveTo>
                  <a:lnTo>
                    <a:pt x="7177" y="8243"/>
                  </a:lnTo>
                  <a:cubicBezTo>
                    <a:pt x="7184" y="8301"/>
                    <a:pt x="7167" y="8360"/>
                    <a:pt x="7132" y="8404"/>
                  </a:cubicBezTo>
                  <a:cubicBezTo>
                    <a:pt x="7055" y="8499"/>
                    <a:pt x="6933" y="8547"/>
                    <a:pt x="6767" y="8547"/>
                  </a:cubicBezTo>
                  <a:cubicBezTo>
                    <a:pt x="6601" y="8547"/>
                    <a:pt x="6478" y="8499"/>
                    <a:pt x="6401" y="8404"/>
                  </a:cubicBezTo>
                  <a:cubicBezTo>
                    <a:pt x="6367" y="8360"/>
                    <a:pt x="6350" y="8301"/>
                    <a:pt x="6358" y="8243"/>
                  </a:cubicBezTo>
                  <a:lnTo>
                    <a:pt x="6401" y="7879"/>
                  </a:lnTo>
                  <a:cubicBezTo>
                    <a:pt x="6524" y="7913"/>
                    <a:pt x="6647" y="7930"/>
                    <a:pt x="6767" y="7930"/>
                  </a:cubicBezTo>
                  <a:cubicBezTo>
                    <a:pt x="6887" y="7930"/>
                    <a:pt x="7009" y="7912"/>
                    <a:pt x="7132" y="7878"/>
                  </a:cubicBezTo>
                  <a:close/>
                  <a:moveTo>
                    <a:pt x="5923" y="5686"/>
                  </a:moveTo>
                  <a:lnTo>
                    <a:pt x="5923" y="5686"/>
                  </a:lnTo>
                  <a:cubicBezTo>
                    <a:pt x="5894" y="6093"/>
                    <a:pt x="5811" y="6317"/>
                    <a:pt x="5578" y="6639"/>
                  </a:cubicBezTo>
                  <a:cubicBezTo>
                    <a:pt x="5427" y="6849"/>
                    <a:pt x="5266" y="7037"/>
                    <a:pt x="5100" y="7197"/>
                  </a:cubicBezTo>
                  <a:cubicBezTo>
                    <a:pt x="5026" y="7267"/>
                    <a:pt x="4984" y="7368"/>
                    <a:pt x="4984" y="7471"/>
                  </a:cubicBezTo>
                  <a:lnTo>
                    <a:pt x="4984" y="8730"/>
                  </a:lnTo>
                  <a:lnTo>
                    <a:pt x="2903" y="8730"/>
                  </a:lnTo>
                  <a:lnTo>
                    <a:pt x="2903" y="7476"/>
                  </a:lnTo>
                  <a:cubicBezTo>
                    <a:pt x="2903" y="7372"/>
                    <a:pt x="2859" y="7273"/>
                    <a:pt x="2786" y="7201"/>
                  </a:cubicBezTo>
                  <a:cubicBezTo>
                    <a:pt x="2618" y="7041"/>
                    <a:pt x="2455" y="6853"/>
                    <a:pt x="2303" y="6639"/>
                  </a:cubicBezTo>
                  <a:lnTo>
                    <a:pt x="2302" y="6639"/>
                  </a:lnTo>
                  <a:cubicBezTo>
                    <a:pt x="2074" y="6322"/>
                    <a:pt x="1991" y="6101"/>
                    <a:pt x="1962" y="5698"/>
                  </a:cubicBezTo>
                  <a:lnTo>
                    <a:pt x="1962" y="5698"/>
                  </a:lnTo>
                  <a:cubicBezTo>
                    <a:pt x="1996" y="5754"/>
                    <a:pt x="2027" y="5811"/>
                    <a:pt x="2056" y="5869"/>
                  </a:cubicBezTo>
                  <a:cubicBezTo>
                    <a:pt x="2420" y="6580"/>
                    <a:pt x="3144" y="7023"/>
                    <a:pt x="3943" y="7023"/>
                  </a:cubicBezTo>
                  <a:cubicBezTo>
                    <a:pt x="4742" y="7023"/>
                    <a:pt x="5465" y="6580"/>
                    <a:pt x="5829" y="5869"/>
                  </a:cubicBezTo>
                  <a:lnTo>
                    <a:pt x="5923" y="5686"/>
                  </a:lnTo>
                  <a:close/>
                  <a:moveTo>
                    <a:pt x="5492" y="8462"/>
                  </a:moveTo>
                  <a:cubicBezTo>
                    <a:pt x="5499" y="8531"/>
                    <a:pt x="5510" y="8614"/>
                    <a:pt x="5531" y="8739"/>
                  </a:cubicBezTo>
                  <a:cubicBezTo>
                    <a:pt x="5455" y="8733"/>
                    <a:pt x="5378" y="8731"/>
                    <a:pt x="5301" y="8730"/>
                  </a:cubicBezTo>
                  <a:lnTo>
                    <a:pt x="5301" y="8519"/>
                  </a:lnTo>
                  <a:lnTo>
                    <a:pt x="5492" y="8462"/>
                  </a:lnTo>
                  <a:close/>
                  <a:moveTo>
                    <a:pt x="7447" y="8494"/>
                  </a:moveTo>
                  <a:lnTo>
                    <a:pt x="7712" y="8575"/>
                  </a:lnTo>
                  <a:cubicBezTo>
                    <a:pt x="7685" y="8807"/>
                    <a:pt x="7611" y="9145"/>
                    <a:pt x="7504" y="9387"/>
                  </a:cubicBezTo>
                  <a:lnTo>
                    <a:pt x="7361" y="9387"/>
                  </a:lnTo>
                  <a:cubicBezTo>
                    <a:pt x="7162" y="9177"/>
                    <a:pt x="6909" y="9019"/>
                    <a:pt x="6620" y="8931"/>
                  </a:cubicBezTo>
                  <a:cubicBezTo>
                    <a:pt x="6372" y="8857"/>
                    <a:pt x="6118" y="8802"/>
                    <a:pt x="5862" y="8769"/>
                  </a:cubicBezTo>
                  <a:cubicBezTo>
                    <a:pt x="5848" y="8701"/>
                    <a:pt x="5836" y="8637"/>
                    <a:pt x="5827" y="8575"/>
                  </a:cubicBezTo>
                  <a:lnTo>
                    <a:pt x="6088" y="8496"/>
                  </a:lnTo>
                  <a:cubicBezTo>
                    <a:pt x="6106" y="8534"/>
                    <a:pt x="6127" y="8571"/>
                    <a:pt x="6154" y="8603"/>
                  </a:cubicBezTo>
                  <a:cubicBezTo>
                    <a:pt x="6251" y="8722"/>
                    <a:pt x="6435" y="8865"/>
                    <a:pt x="6767" y="8865"/>
                  </a:cubicBezTo>
                  <a:cubicBezTo>
                    <a:pt x="7099" y="8865"/>
                    <a:pt x="7284" y="8722"/>
                    <a:pt x="7380" y="8603"/>
                  </a:cubicBezTo>
                  <a:cubicBezTo>
                    <a:pt x="7407" y="8570"/>
                    <a:pt x="7430" y="8533"/>
                    <a:pt x="7447" y="8494"/>
                  </a:cubicBezTo>
                  <a:close/>
                  <a:moveTo>
                    <a:pt x="8042" y="8462"/>
                  </a:moveTo>
                  <a:lnTo>
                    <a:pt x="8334" y="8549"/>
                  </a:lnTo>
                  <a:lnTo>
                    <a:pt x="8334" y="8550"/>
                  </a:lnTo>
                  <a:cubicBezTo>
                    <a:pt x="8573" y="8621"/>
                    <a:pt x="8749" y="8819"/>
                    <a:pt x="8792" y="9066"/>
                  </a:cubicBezTo>
                  <a:lnTo>
                    <a:pt x="8849" y="9387"/>
                  </a:lnTo>
                  <a:lnTo>
                    <a:pt x="7848" y="9387"/>
                  </a:lnTo>
                  <a:cubicBezTo>
                    <a:pt x="7940" y="9136"/>
                    <a:pt x="8029" y="8712"/>
                    <a:pt x="8042" y="8462"/>
                  </a:cubicBezTo>
                  <a:close/>
                  <a:moveTo>
                    <a:pt x="9962" y="0"/>
                  </a:moveTo>
                  <a:lnTo>
                    <a:pt x="9961" y="1"/>
                  </a:lnTo>
                  <a:lnTo>
                    <a:pt x="4070" y="1"/>
                  </a:lnTo>
                  <a:cubicBezTo>
                    <a:pt x="3575" y="1"/>
                    <a:pt x="3170" y="405"/>
                    <a:pt x="3170" y="901"/>
                  </a:cubicBezTo>
                  <a:lnTo>
                    <a:pt x="3170" y="1906"/>
                  </a:lnTo>
                  <a:cubicBezTo>
                    <a:pt x="3046" y="1982"/>
                    <a:pt x="2931" y="2071"/>
                    <a:pt x="2824" y="2171"/>
                  </a:cubicBezTo>
                  <a:cubicBezTo>
                    <a:pt x="2712" y="2130"/>
                    <a:pt x="2595" y="2110"/>
                    <a:pt x="2470" y="2109"/>
                  </a:cubicBezTo>
                  <a:lnTo>
                    <a:pt x="2458" y="2109"/>
                  </a:lnTo>
                  <a:cubicBezTo>
                    <a:pt x="1981" y="2109"/>
                    <a:pt x="1554" y="2347"/>
                    <a:pt x="1284" y="2761"/>
                  </a:cubicBezTo>
                  <a:cubicBezTo>
                    <a:pt x="1237" y="2835"/>
                    <a:pt x="1258" y="2933"/>
                    <a:pt x="1331" y="2981"/>
                  </a:cubicBezTo>
                  <a:cubicBezTo>
                    <a:pt x="1358" y="2998"/>
                    <a:pt x="1388" y="3007"/>
                    <a:pt x="1418" y="3007"/>
                  </a:cubicBezTo>
                  <a:cubicBezTo>
                    <a:pt x="1470" y="3007"/>
                    <a:pt x="1521" y="2981"/>
                    <a:pt x="1551" y="2934"/>
                  </a:cubicBezTo>
                  <a:cubicBezTo>
                    <a:pt x="1760" y="2611"/>
                    <a:pt x="2091" y="2426"/>
                    <a:pt x="2458" y="2426"/>
                  </a:cubicBezTo>
                  <a:lnTo>
                    <a:pt x="2466" y="2426"/>
                  </a:lnTo>
                  <a:cubicBezTo>
                    <a:pt x="2584" y="2427"/>
                    <a:pt x="2690" y="2452"/>
                    <a:pt x="2791" y="2502"/>
                  </a:cubicBezTo>
                  <a:cubicBezTo>
                    <a:pt x="2813" y="2513"/>
                    <a:pt x="2837" y="2519"/>
                    <a:pt x="2861" y="2519"/>
                  </a:cubicBezTo>
                  <a:cubicBezTo>
                    <a:pt x="2904" y="2519"/>
                    <a:pt x="2946" y="2501"/>
                    <a:pt x="2977" y="2469"/>
                  </a:cubicBezTo>
                  <a:cubicBezTo>
                    <a:pt x="3332" y="2092"/>
                    <a:pt x="3842" y="1892"/>
                    <a:pt x="4409" y="1892"/>
                  </a:cubicBezTo>
                  <a:cubicBezTo>
                    <a:pt x="4620" y="1892"/>
                    <a:pt x="4840" y="1920"/>
                    <a:pt x="5062" y="1976"/>
                  </a:cubicBezTo>
                  <a:cubicBezTo>
                    <a:pt x="5685" y="2136"/>
                    <a:pt x="6174" y="2658"/>
                    <a:pt x="6371" y="3372"/>
                  </a:cubicBezTo>
                  <a:cubicBezTo>
                    <a:pt x="6524" y="3929"/>
                    <a:pt x="6458" y="4490"/>
                    <a:pt x="6211" y="4739"/>
                  </a:cubicBezTo>
                  <a:cubicBezTo>
                    <a:pt x="5996" y="4955"/>
                    <a:pt x="5805" y="5223"/>
                    <a:pt x="5644" y="5534"/>
                  </a:cubicBezTo>
                  <a:lnTo>
                    <a:pt x="5547" y="5724"/>
                  </a:lnTo>
                  <a:cubicBezTo>
                    <a:pt x="5237" y="6328"/>
                    <a:pt x="4623" y="6704"/>
                    <a:pt x="3943" y="6704"/>
                  </a:cubicBezTo>
                  <a:cubicBezTo>
                    <a:pt x="3264" y="6704"/>
                    <a:pt x="2649" y="6328"/>
                    <a:pt x="2340" y="5724"/>
                  </a:cubicBezTo>
                  <a:cubicBezTo>
                    <a:pt x="2159" y="5369"/>
                    <a:pt x="1909" y="5041"/>
                    <a:pt x="1594" y="4752"/>
                  </a:cubicBezTo>
                  <a:cubicBezTo>
                    <a:pt x="1406" y="4578"/>
                    <a:pt x="1306" y="4178"/>
                    <a:pt x="1306" y="3873"/>
                  </a:cubicBezTo>
                  <a:cubicBezTo>
                    <a:pt x="1306" y="3766"/>
                    <a:pt x="1314" y="3662"/>
                    <a:pt x="1328" y="3564"/>
                  </a:cubicBezTo>
                  <a:cubicBezTo>
                    <a:pt x="1339" y="3477"/>
                    <a:pt x="1279" y="3396"/>
                    <a:pt x="1192" y="3384"/>
                  </a:cubicBezTo>
                  <a:cubicBezTo>
                    <a:pt x="1185" y="3383"/>
                    <a:pt x="1177" y="3383"/>
                    <a:pt x="1169" y="3383"/>
                  </a:cubicBezTo>
                  <a:cubicBezTo>
                    <a:pt x="1092" y="3383"/>
                    <a:pt x="1024" y="3440"/>
                    <a:pt x="1013" y="3519"/>
                  </a:cubicBezTo>
                  <a:cubicBezTo>
                    <a:pt x="997" y="3632"/>
                    <a:pt x="989" y="3750"/>
                    <a:pt x="989" y="3872"/>
                  </a:cubicBezTo>
                  <a:cubicBezTo>
                    <a:pt x="989" y="4218"/>
                    <a:pt x="1092" y="4661"/>
                    <a:pt x="1319" y="4923"/>
                  </a:cubicBezTo>
                  <a:cubicBezTo>
                    <a:pt x="1110" y="5041"/>
                    <a:pt x="970" y="5265"/>
                    <a:pt x="970" y="5518"/>
                  </a:cubicBezTo>
                  <a:cubicBezTo>
                    <a:pt x="970" y="5986"/>
                    <a:pt x="1335" y="6369"/>
                    <a:pt x="1795" y="6398"/>
                  </a:cubicBezTo>
                  <a:cubicBezTo>
                    <a:pt x="1855" y="6535"/>
                    <a:pt x="1935" y="6672"/>
                    <a:pt x="2044" y="6825"/>
                  </a:cubicBezTo>
                  <a:cubicBezTo>
                    <a:pt x="2208" y="7053"/>
                    <a:pt x="2385" y="7257"/>
                    <a:pt x="2566" y="7430"/>
                  </a:cubicBezTo>
                  <a:cubicBezTo>
                    <a:pt x="2577" y="7442"/>
                    <a:pt x="2585" y="7458"/>
                    <a:pt x="2585" y="7475"/>
                  </a:cubicBezTo>
                  <a:lnTo>
                    <a:pt x="2585" y="8730"/>
                  </a:lnTo>
                  <a:cubicBezTo>
                    <a:pt x="2138" y="8734"/>
                    <a:pt x="1694" y="8802"/>
                    <a:pt x="1266" y="8930"/>
                  </a:cubicBezTo>
                  <a:cubicBezTo>
                    <a:pt x="691" y="9093"/>
                    <a:pt x="179" y="9643"/>
                    <a:pt x="86" y="10264"/>
                  </a:cubicBezTo>
                  <a:lnTo>
                    <a:pt x="16" y="10662"/>
                  </a:lnTo>
                  <a:cubicBezTo>
                    <a:pt x="1" y="10748"/>
                    <a:pt x="58" y="10831"/>
                    <a:pt x="145" y="10845"/>
                  </a:cubicBezTo>
                  <a:cubicBezTo>
                    <a:pt x="154" y="10847"/>
                    <a:pt x="164" y="10848"/>
                    <a:pt x="173" y="10848"/>
                  </a:cubicBezTo>
                  <a:cubicBezTo>
                    <a:pt x="248" y="10848"/>
                    <a:pt x="316" y="10793"/>
                    <a:pt x="329" y="10717"/>
                  </a:cubicBezTo>
                  <a:lnTo>
                    <a:pt x="399" y="10319"/>
                  </a:lnTo>
                  <a:cubicBezTo>
                    <a:pt x="487" y="9817"/>
                    <a:pt x="844" y="9394"/>
                    <a:pt x="1357" y="9235"/>
                  </a:cubicBezTo>
                  <a:cubicBezTo>
                    <a:pt x="1770" y="9111"/>
                    <a:pt x="2198" y="9048"/>
                    <a:pt x="2630" y="9048"/>
                  </a:cubicBezTo>
                  <a:lnTo>
                    <a:pt x="5257" y="9048"/>
                  </a:lnTo>
                  <a:cubicBezTo>
                    <a:pt x="5688" y="9048"/>
                    <a:pt x="6116" y="9111"/>
                    <a:pt x="6529" y="9235"/>
                  </a:cubicBezTo>
                  <a:cubicBezTo>
                    <a:pt x="7031" y="9387"/>
                    <a:pt x="7398" y="9801"/>
                    <a:pt x="7487" y="10320"/>
                  </a:cubicBezTo>
                  <a:lnTo>
                    <a:pt x="7557" y="10717"/>
                  </a:lnTo>
                  <a:cubicBezTo>
                    <a:pt x="7567" y="10772"/>
                    <a:pt x="7632" y="10848"/>
                    <a:pt x="7717" y="10848"/>
                  </a:cubicBezTo>
                  <a:cubicBezTo>
                    <a:pt x="7725" y="10848"/>
                    <a:pt x="7733" y="10847"/>
                    <a:pt x="7742" y="10845"/>
                  </a:cubicBezTo>
                  <a:cubicBezTo>
                    <a:pt x="7828" y="10830"/>
                    <a:pt x="7886" y="10748"/>
                    <a:pt x="7870" y="10662"/>
                  </a:cubicBezTo>
                  <a:lnTo>
                    <a:pt x="7813" y="10339"/>
                  </a:lnTo>
                  <a:lnTo>
                    <a:pt x="8654" y="10339"/>
                  </a:lnTo>
                  <a:cubicBezTo>
                    <a:pt x="8741" y="10339"/>
                    <a:pt x="8813" y="10269"/>
                    <a:pt x="8813" y="10181"/>
                  </a:cubicBezTo>
                  <a:cubicBezTo>
                    <a:pt x="8813" y="10093"/>
                    <a:pt x="8741" y="10022"/>
                    <a:pt x="8654" y="10022"/>
                  </a:cubicBezTo>
                  <a:lnTo>
                    <a:pt x="7740" y="10022"/>
                  </a:lnTo>
                  <a:cubicBezTo>
                    <a:pt x="7703" y="9910"/>
                    <a:pt x="7656" y="9803"/>
                    <a:pt x="7598" y="9704"/>
                  </a:cubicBezTo>
                  <a:lnTo>
                    <a:pt x="9855" y="9704"/>
                  </a:lnTo>
                  <a:cubicBezTo>
                    <a:pt x="10059" y="9704"/>
                    <a:pt x="10226" y="9538"/>
                    <a:pt x="10226" y="9334"/>
                  </a:cubicBezTo>
                  <a:lnTo>
                    <a:pt x="10226" y="1007"/>
                  </a:lnTo>
                  <a:cubicBezTo>
                    <a:pt x="10226" y="803"/>
                    <a:pt x="10060" y="636"/>
                    <a:pt x="9855" y="636"/>
                  </a:cubicBezTo>
                  <a:lnTo>
                    <a:pt x="9179" y="636"/>
                  </a:lnTo>
                  <a:cubicBezTo>
                    <a:pt x="9092" y="636"/>
                    <a:pt x="9020" y="707"/>
                    <a:pt x="9020" y="794"/>
                  </a:cubicBezTo>
                  <a:cubicBezTo>
                    <a:pt x="9020" y="883"/>
                    <a:pt x="9092" y="954"/>
                    <a:pt x="9179" y="954"/>
                  </a:cubicBezTo>
                  <a:lnTo>
                    <a:pt x="9855" y="954"/>
                  </a:lnTo>
                  <a:cubicBezTo>
                    <a:pt x="9884" y="954"/>
                    <a:pt x="9908" y="978"/>
                    <a:pt x="9908" y="1007"/>
                  </a:cubicBezTo>
                  <a:lnTo>
                    <a:pt x="9908" y="9334"/>
                  </a:lnTo>
                  <a:cubicBezTo>
                    <a:pt x="9908" y="9363"/>
                    <a:pt x="9885" y="9387"/>
                    <a:pt x="9855" y="9387"/>
                  </a:cubicBezTo>
                  <a:lnTo>
                    <a:pt x="9173" y="9387"/>
                  </a:lnTo>
                  <a:lnTo>
                    <a:pt x="9105" y="9011"/>
                  </a:lnTo>
                  <a:cubicBezTo>
                    <a:pt x="9042" y="8645"/>
                    <a:pt x="8782" y="8352"/>
                    <a:pt x="8426" y="8245"/>
                  </a:cubicBezTo>
                  <a:lnTo>
                    <a:pt x="8083" y="8141"/>
                  </a:lnTo>
                  <a:cubicBezTo>
                    <a:pt x="8057" y="8134"/>
                    <a:pt x="8030" y="8130"/>
                    <a:pt x="8004" y="8130"/>
                  </a:cubicBezTo>
                  <a:cubicBezTo>
                    <a:pt x="7949" y="8130"/>
                    <a:pt x="7895" y="8146"/>
                    <a:pt x="7848" y="8179"/>
                  </a:cubicBezTo>
                  <a:cubicBezTo>
                    <a:pt x="7816" y="8200"/>
                    <a:pt x="7791" y="8228"/>
                    <a:pt x="7771" y="8260"/>
                  </a:cubicBezTo>
                  <a:lnTo>
                    <a:pt x="7489" y="8175"/>
                  </a:lnTo>
                  <a:lnTo>
                    <a:pt x="7438" y="7760"/>
                  </a:lnTo>
                  <a:cubicBezTo>
                    <a:pt x="7832" y="7566"/>
                    <a:pt x="8225" y="7212"/>
                    <a:pt x="8576" y="6727"/>
                  </a:cubicBezTo>
                  <a:cubicBezTo>
                    <a:pt x="8679" y="6584"/>
                    <a:pt x="8756" y="6455"/>
                    <a:pt x="8813" y="6327"/>
                  </a:cubicBezTo>
                  <a:cubicBezTo>
                    <a:pt x="9246" y="6292"/>
                    <a:pt x="9588" y="5929"/>
                    <a:pt x="9588" y="5486"/>
                  </a:cubicBezTo>
                  <a:cubicBezTo>
                    <a:pt x="9588" y="5224"/>
                    <a:pt x="9433" y="4996"/>
                    <a:pt x="9208" y="4892"/>
                  </a:cubicBezTo>
                  <a:cubicBezTo>
                    <a:pt x="9387" y="4665"/>
                    <a:pt x="9480" y="4319"/>
                    <a:pt x="9460" y="3909"/>
                  </a:cubicBezTo>
                  <a:cubicBezTo>
                    <a:pt x="9421" y="3091"/>
                    <a:pt x="8918" y="2094"/>
                    <a:pt x="7905" y="1835"/>
                  </a:cubicBezTo>
                  <a:cubicBezTo>
                    <a:pt x="7669" y="1776"/>
                    <a:pt x="7434" y="1746"/>
                    <a:pt x="7207" y="1746"/>
                  </a:cubicBezTo>
                  <a:cubicBezTo>
                    <a:pt x="6745" y="1746"/>
                    <a:pt x="6313" y="1868"/>
                    <a:pt x="5958" y="2104"/>
                  </a:cubicBezTo>
                  <a:cubicBezTo>
                    <a:pt x="5722" y="1897"/>
                    <a:pt x="5445" y="1746"/>
                    <a:pt x="5140" y="1668"/>
                  </a:cubicBezTo>
                  <a:cubicBezTo>
                    <a:pt x="4891" y="1605"/>
                    <a:pt x="4645" y="1573"/>
                    <a:pt x="4407" y="1573"/>
                  </a:cubicBezTo>
                  <a:cubicBezTo>
                    <a:pt x="4311" y="1573"/>
                    <a:pt x="4217" y="1579"/>
                    <a:pt x="4124" y="1589"/>
                  </a:cubicBezTo>
                  <a:lnTo>
                    <a:pt x="4124" y="1007"/>
                  </a:lnTo>
                  <a:cubicBezTo>
                    <a:pt x="4124" y="978"/>
                    <a:pt x="4148" y="954"/>
                    <a:pt x="4177" y="954"/>
                  </a:cubicBezTo>
                  <a:lnTo>
                    <a:pt x="8431" y="954"/>
                  </a:lnTo>
                  <a:cubicBezTo>
                    <a:pt x="8519" y="954"/>
                    <a:pt x="8591" y="883"/>
                    <a:pt x="8591" y="795"/>
                  </a:cubicBezTo>
                  <a:cubicBezTo>
                    <a:pt x="8591" y="707"/>
                    <a:pt x="8519" y="636"/>
                    <a:pt x="8431" y="636"/>
                  </a:cubicBezTo>
                  <a:lnTo>
                    <a:pt x="4177" y="636"/>
                  </a:lnTo>
                  <a:cubicBezTo>
                    <a:pt x="3973" y="636"/>
                    <a:pt x="3806" y="803"/>
                    <a:pt x="3806" y="1007"/>
                  </a:cubicBezTo>
                  <a:lnTo>
                    <a:pt x="3806" y="1645"/>
                  </a:lnTo>
                  <a:cubicBezTo>
                    <a:pt x="3697" y="1671"/>
                    <a:pt x="3591" y="1705"/>
                    <a:pt x="3489" y="1746"/>
                  </a:cubicBezTo>
                  <a:lnTo>
                    <a:pt x="3489" y="901"/>
                  </a:lnTo>
                  <a:cubicBezTo>
                    <a:pt x="3489" y="580"/>
                    <a:pt x="3750" y="319"/>
                    <a:pt x="4071" y="319"/>
                  </a:cubicBezTo>
                  <a:lnTo>
                    <a:pt x="9962" y="319"/>
                  </a:lnTo>
                  <a:cubicBezTo>
                    <a:pt x="10283" y="319"/>
                    <a:pt x="10544" y="580"/>
                    <a:pt x="10544" y="901"/>
                  </a:cubicBezTo>
                  <a:lnTo>
                    <a:pt x="10544" y="9439"/>
                  </a:lnTo>
                  <a:cubicBezTo>
                    <a:pt x="10544" y="9761"/>
                    <a:pt x="10282" y="10022"/>
                    <a:pt x="9962" y="10022"/>
                  </a:cubicBezTo>
                  <a:lnTo>
                    <a:pt x="9395" y="10022"/>
                  </a:lnTo>
                  <a:cubicBezTo>
                    <a:pt x="9307" y="10022"/>
                    <a:pt x="9236" y="10093"/>
                    <a:pt x="9236" y="10181"/>
                  </a:cubicBezTo>
                  <a:cubicBezTo>
                    <a:pt x="9236" y="10269"/>
                    <a:pt x="9307" y="10339"/>
                    <a:pt x="9395" y="10339"/>
                  </a:cubicBezTo>
                  <a:lnTo>
                    <a:pt x="9962" y="10339"/>
                  </a:lnTo>
                  <a:cubicBezTo>
                    <a:pt x="10457" y="10339"/>
                    <a:pt x="10862" y="9936"/>
                    <a:pt x="10862" y="9439"/>
                  </a:cubicBezTo>
                  <a:lnTo>
                    <a:pt x="10862" y="901"/>
                  </a:lnTo>
                  <a:cubicBezTo>
                    <a:pt x="10862" y="405"/>
                    <a:pt x="10457" y="0"/>
                    <a:pt x="99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49"/>
            <p:cNvSpPr/>
            <p:nvPr/>
          </p:nvSpPr>
          <p:spPr>
            <a:xfrm>
              <a:off x="5999325" y="2749582"/>
              <a:ext cx="40544" cy="15408"/>
            </a:xfrm>
            <a:custGeom>
              <a:avLst/>
              <a:gdLst/>
              <a:ahLst/>
              <a:cxnLst/>
              <a:rect l="l" t="t" r="r" b="b"/>
              <a:pathLst>
                <a:path w="1142" h="434" extrusionOk="0">
                  <a:moveTo>
                    <a:pt x="571" y="1"/>
                  </a:moveTo>
                  <a:cubicBezTo>
                    <a:pt x="410" y="1"/>
                    <a:pt x="248" y="47"/>
                    <a:pt x="98" y="139"/>
                  </a:cubicBezTo>
                  <a:cubicBezTo>
                    <a:pt x="23" y="185"/>
                    <a:pt x="0" y="282"/>
                    <a:pt x="46" y="358"/>
                  </a:cubicBezTo>
                  <a:cubicBezTo>
                    <a:pt x="76" y="407"/>
                    <a:pt x="128" y="433"/>
                    <a:pt x="181" y="433"/>
                  </a:cubicBezTo>
                  <a:cubicBezTo>
                    <a:pt x="210" y="433"/>
                    <a:pt x="239" y="426"/>
                    <a:pt x="265" y="410"/>
                  </a:cubicBezTo>
                  <a:cubicBezTo>
                    <a:pt x="363" y="349"/>
                    <a:pt x="467" y="319"/>
                    <a:pt x="571" y="319"/>
                  </a:cubicBezTo>
                  <a:cubicBezTo>
                    <a:pt x="675" y="319"/>
                    <a:pt x="778" y="349"/>
                    <a:pt x="877" y="410"/>
                  </a:cubicBezTo>
                  <a:cubicBezTo>
                    <a:pt x="903" y="425"/>
                    <a:pt x="931" y="434"/>
                    <a:pt x="960" y="434"/>
                  </a:cubicBezTo>
                  <a:cubicBezTo>
                    <a:pt x="1013" y="434"/>
                    <a:pt x="1066" y="407"/>
                    <a:pt x="1096" y="358"/>
                  </a:cubicBezTo>
                  <a:cubicBezTo>
                    <a:pt x="1142" y="282"/>
                    <a:pt x="1118" y="185"/>
                    <a:pt x="1043" y="139"/>
                  </a:cubicBezTo>
                  <a:cubicBezTo>
                    <a:pt x="894" y="47"/>
                    <a:pt x="732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49"/>
            <p:cNvSpPr/>
            <p:nvPr/>
          </p:nvSpPr>
          <p:spPr>
            <a:xfrm>
              <a:off x="6030567" y="2693027"/>
              <a:ext cx="27869" cy="25065"/>
            </a:xfrm>
            <a:custGeom>
              <a:avLst/>
              <a:gdLst/>
              <a:ahLst/>
              <a:cxnLst/>
              <a:rect l="l" t="t" r="r" b="b"/>
              <a:pathLst>
                <a:path w="785" h="706" extrusionOk="0">
                  <a:moveTo>
                    <a:pt x="159" y="1"/>
                  </a:moveTo>
                  <a:cubicBezTo>
                    <a:pt x="72" y="1"/>
                    <a:pt x="1" y="72"/>
                    <a:pt x="1" y="159"/>
                  </a:cubicBezTo>
                  <a:cubicBezTo>
                    <a:pt x="1" y="248"/>
                    <a:pt x="72" y="319"/>
                    <a:pt x="159" y="319"/>
                  </a:cubicBezTo>
                  <a:lnTo>
                    <a:pt x="234" y="319"/>
                  </a:lnTo>
                  <a:lnTo>
                    <a:pt x="234" y="547"/>
                  </a:lnTo>
                  <a:cubicBezTo>
                    <a:pt x="234" y="635"/>
                    <a:pt x="304" y="706"/>
                    <a:pt x="393" y="706"/>
                  </a:cubicBezTo>
                  <a:cubicBezTo>
                    <a:pt x="481" y="706"/>
                    <a:pt x="551" y="635"/>
                    <a:pt x="551" y="547"/>
                  </a:cubicBezTo>
                  <a:lnTo>
                    <a:pt x="551" y="319"/>
                  </a:lnTo>
                  <a:lnTo>
                    <a:pt x="626" y="319"/>
                  </a:lnTo>
                  <a:cubicBezTo>
                    <a:pt x="713" y="319"/>
                    <a:pt x="784" y="248"/>
                    <a:pt x="784" y="159"/>
                  </a:cubicBezTo>
                  <a:cubicBezTo>
                    <a:pt x="784" y="72"/>
                    <a:pt x="713" y="1"/>
                    <a:pt x="6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3" name="Google Shape;2123;p49"/>
          <p:cNvGrpSpPr/>
          <p:nvPr/>
        </p:nvGrpSpPr>
        <p:grpSpPr>
          <a:xfrm>
            <a:off x="319698" y="1325402"/>
            <a:ext cx="440700" cy="483429"/>
            <a:chOff x="708210" y="4507560"/>
            <a:chExt cx="351155" cy="385202"/>
          </a:xfrm>
        </p:grpSpPr>
        <p:sp>
          <p:nvSpPr>
            <p:cNvPr id="2124" name="Google Shape;2124;p49"/>
            <p:cNvSpPr/>
            <p:nvPr/>
          </p:nvSpPr>
          <p:spPr>
            <a:xfrm>
              <a:off x="784327" y="4507560"/>
              <a:ext cx="275038" cy="360528"/>
            </a:xfrm>
            <a:custGeom>
              <a:avLst/>
              <a:gdLst/>
              <a:ahLst/>
              <a:cxnLst/>
              <a:rect l="l" t="t" r="r" b="b"/>
              <a:pathLst>
                <a:path w="7747" h="10155" extrusionOk="0">
                  <a:moveTo>
                    <a:pt x="2759" y="1"/>
                  </a:moveTo>
                  <a:cubicBezTo>
                    <a:pt x="1743" y="1"/>
                    <a:pt x="794" y="277"/>
                    <a:pt x="89" y="778"/>
                  </a:cubicBezTo>
                  <a:cubicBezTo>
                    <a:pt x="17" y="828"/>
                    <a:pt x="1" y="927"/>
                    <a:pt x="51" y="998"/>
                  </a:cubicBezTo>
                  <a:cubicBezTo>
                    <a:pt x="83" y="1042"/>
                    <a:pt x="132" y="1066"/>
                    <a:pt x="182" y="1066"/>
                  </a:cubicBezTo>
                  <a:cubicBezTo>
                    <a:pt x="214" y="1066"/>
                    <a:pt x="246" y="1056"/>
                    <a:pt x="273" y="1037"/>
                  </a:cubicBezTo>
                  <a:cubicBezTo>
                    <a:pt x="924" y="573"/>
                    <a:pt x="1808" y="319"/>
                    <a:pt x="2759" y="319"/>
                  </a:cubicBezTo>
                  <a:cubicBezTo>
                    <a:pt x="3927" y="319"/>
                    <a:pt x="5072" y="623"/>
                    <a:pt x="5900" y="1153"/>
                  </a:cubicBezTo>
                  <a:cubicBezTo>
                    <a:pt x="6900" y="1793"/>
                    <a:pt x="7428" y="2745"/>
                    <a:pt x="7428" y="3910"/>
                  </a:cubicBezTo>
                  <a:cubicBezTo>
                    <a:pt x="7428" y="5352"/>
                    <a:pt x="7239" y="5944"/>
                    <a:pt x="5983" y="7080"/>
                  </a:cubicBezTo>
                  <a:cubicBezTo>
                    <a:pt x="5622" y="7407"/>
                    <a:pt x="5664" y="8150"/>
                    <a:pt x="6111" y="9355"/>
                  </a:cubicBezTo>
                  <a:cubicBezTo>
                    <a:pt x="6138" y="9428"/>
                    <a:pt x="6132" y="9505"/>
                    <a:pt x="6097" y="9574"/>
                  </a:cubicBezTo>
                  <a:cubicBezTo>
                    <a:pt x="6062" y="9641"/>
                    <a:pt x="6001" y="9690"/>
                    <a:pt x="5926" y="9709"/>
                  </a:cubicBezTo>
                  <a:lnTo>
                    <a:pt x="5411" y="9841"/>
                  </a:lnTo>
                  <a:cubicBezTo>
                    <a:pt x="5326" y="9864"/>
                    <a:pt x="5274" y="9950"/>
                    <a:pt x="5296" y="10035"/>
                  </a:cubicBezTo>
                  <a:cubicBezTo>
                    <a:pt x="5314" y="10107"/>
                    <a:pt x="5380" y="10155"/>
                    <a:pt x="5450" y="10155"/>
                  </a:cubicBezTo>
                  <a:cubicBezTo>
                    <a:pt x="5463" y="10155"/>
                    <a:pt x="5476" y="10152"/>
                    <a:pt x="5490" y="10149"/>
                  </a:cubicBezTo>
                  <a:lnTo>
                    <a:pt x="6006" y="10017"/>
                  </a:lnTo>
                  <a:cubicBezTo>
                    <a:pt x="6166" y="9975"/>
                    <a:pt x="6302" y="9867"/>
                    <a:pt x="6378" y="9721"/>
                  </a:cubicBezTo>
                  <a:cubicBezTo>
                    <a:pt x="6456" y="9574"/>
                    <a:pt x="6466" y="9400"/>
                    <a:pt x="6408" y="9244"/>
                  </a:cubicBezTo>
                  <a:cubicBezTo>
                    <a:pt x="6034" y="8235"/>
                    <a:pt x="5957" y="7532"/>
                    <a:pt x="6197" y="7316"/>
                  </a:cubicBezTo>
                  <a:cubicBezTo>
                    <a:pt x="7523" y="6116"/>
                    <a:pt x="7747" y="5413"/>
                    <a:pt x="7747" y="3910"/>
                  </a:cubicBezTo>
                  <a:cubicBezTo>
                    <a:pt x="7747" y="2631"/>
                    <a:pt x="7167" y="1585"/>
                    <a:pt x="6071" y="885"/>
                  </a:cubicBezTo>
                  <a:cubicBezTo>
                    <a:pt x="5193" y="323"/>
                    <a:pt x="3986" y="1"/>
                    <a:pt x="2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49"/>
            <p:cNvSpPr/>
            <p:nvPr/>
          </p:nvSpPr>
          <p:spPr>
            <a:xfrm>
              <a:off x="708210" y="4551441"/>
              <a:ext cx="250364" cy="341321"/>
            </a:xfrm>
            <a:custGeom>
              <a:avLst/>
              <a:gdLst/>
              <a:ahLst/>
              <a:cxnLst/>
              <a:rect l="l" t="t" r="r" b="b"/>
              <a:pathLst>
                <a:path w="7052" h="9614" extrusionOk="0">
                  <a:moveTo>
                    <a:pt x="1782" y="1"/>
                  </a:moveTo>
                  <a:cubicBezTo>
                    <a:pt x="1737" y="1"/>
                    <a:pt x="1694" y="19"/>
                    <a:pt x="1663" y="55"/>
                  </a:cubicBezTo>
                  <a:cubicBezTo>
                    <a:pt x="1210" y="571"/>
                    <a:pt x="959" y="1199"/>
                    <a:pt x="911" y="1922"/>
                  </a:cubicBezTo>
                  <a:cubicBezTo>
                    <a:pt x="896" y="2151"/>
                    <a:pt x="827" y="2297"/>
                    <a:pt x="766" y="2426"/>
                  </a:cubicBezTo>
                  <a:cubicBezTo>
                    <a:pt x="733" y="2496"/>
                    <a:pt x="701" y="2563"/>
                    <a:pt x="685" y="2633"/>
                  </a:cubicBezTo>
                  <a:cubicBezTo>
                    <a:pt x="638" y="2831"/>
                    <a:pt x="748" y="3004"/>
                    <a:pt x="843" y="3157"/>
                  </a:cubicBezTo>
                  <a:cubicBezTo>
                    <a:pt x="882" y="3217"/>
                    <a:pt x="918" y="3274"/>
                    <a:pt x="940" y="3326"/>
                  </a:cubicBezTo>
                  <a:cubicBezTo>
                    <a:pt x="955" y="3361"/>
                    <a:pt x="953" y="3404"/>
                    <a:pt x="934" y="3438"/>
                  </a:cubicBezTo>
                  <a:cubicBezTo>
                    <a:pt x="793" y="3689"/>
                    <a:pt x="617" y="3882"/>
                    <a:pt x="328" y="4105"/>
                  </a:cubicBezTo>
                  <a:cubicBezTo>
                    <a:pt x="198" y="4204"/>
                    <a:pt x="1" y="4357"/>
                    <a:pt x="1" y="4630"/>
                  </a:cubicBezTo>
                  <a:cubicBezTo>
                    <a:pt x="2" y="4912"/>
                    <a:pt x="179" y="5110"/>
                    <a:pt x="528" y="5217"/>
                  </a:cubicBezTo>
                  <a:cubicBezTo>
                    <a:pt x="597" y="5238"/>
                    <a:pt x="623" y="5259"/>
                    <a:pt x="631" y="5267"/>
                  </a:cubicBezTo>
                  <a:cubicBezTo>
                    <a:pt x="621" y="5320"/>
                    <a:pt x="498" y="5444"/>
                    <a:pt x="376" y="5524"/>
                  </a:cubicBezTo>
                  <a:cubicBezTo>
                    <a:pt x="358" y="5535"/>
                    <a:pt x="344" y="5550"/>
                    <a:pt x="331" y="5566"/>
                  </a:cubicBezTo>
                  <a:cubicBezTo>
                    <a:pt x="261" y="5668"/>
                    <a:pt x="227" y="5875"/>
                    <a:pt x="420" y="6031"/>
                  </a:cubicBezTo>
                  <a:cubicBezTo>
                    <a:pt x="473" y="6072"/>
                    <a:pt x="517" y="6112"/>
                    <a:pt x="551" y="6144"/>
                  </a:cubicBezTo>
                  <a:cubicBezTo>
                    <a:pt x="407" y="6329"/>
                    <a:pt x="444" y="6534"/>
                    <a:pt x="520" y="6645"/>
                  </a:cubicBezTo>
                  <a:cubicBezTo>
                    <a:pt x="543" y="6679"/>
                    <a:pt x="578" y="6702"/>
                    <a:pt x="617" y="6711"/>
                  </a:cubicBezTo>
                  <a:cubicBezTo>
                    <a:pt x="647" y="6717"/>
                    <a:pt x="738" y="6743"/>
                    <a:pt x="803" y="6787"/>
                  </a:cubicBezTo>
                  <a:cubicBezTo>
                    <a:pt x="734" y="6908"/>
                    <a:pt x="619" y="7111"/>
                    <a:pt x="694" y="7427"/>
                  </a:cubicBezTo>
                  <a:cubicBezTo>
                    <a:pt x="793" y="7828"/>
                    <a:pt x="1099" y="8074"/>
                    <a:pt x="1603" y="8155"/>
                  </a:cubicBezTo>
                  <a:cubicBezTo>
                    <a:pt x="1655" y="8164"/>
                    <a:pt x="1714" y="8168"/>
                    <a:pt x="1781" y="8168"/>
                  </a:cubicBezTo>
                  <a:cubicBezTo>
                    <a:pt x="2007" y="8168"/>
                    <a:pt x="2313" y="8125"/>
                    <a:pt x="2655" y="8077"/>
                  </a:cubicBezTo>
                  <a:cubicBezTo>
                    <a:pt x="2731" y="8066"/>
                    <a:pt x="2810" y="8055"/>
                    <a:pt x="2888" y="8044"/>
                  </a:cubicBezTo>
                  <a:cubicBezTo>
                    <a:pt x="2946" y="8037"/>
                    <a:pt x="3001" y="8033"/>
                    <a:pt x="3054" y="8033"/>
                  </a:cubicBezTo>
                  <a:cubicBezTo>
                    <a:pt x="3713" y="8033"/>
                    <a:pt x="4045" y="8612"/>
                    <a:pt x="4303" y="9248"/>
                  </a:cubicBezTo>
                  <a:cubicBezTo>
                    <a:pt x="4394" y="9472"/>
                    <a:pt x="4613" y="9613"/>
                    <a:pt x="4847" y="9613"/>
                  </a:cubicBezTo>
                  <a:cubicBezTo>
                    <a:pt x="4894" y="9613"/>
                    <a:pt x="4943" y="9607"/>
                    <a:pt x="4992" y="9595"/>
                  </a:cubicBezTo>
                  <a:lnTo>
                    <a:pt x="6915" y="9099"/>
                  </a:lnTo>
                  <a:cubicBezTo>
                    <a:pt x="7000" y="9077"/>
                    <a:pt x="7052" y="8990"/>
                    <a:pt x="7029" y="8906"/>
                  </a:cubicBezTo>
                  <a:cubicBezTo>
                    <a:pt x="7011" y="8834"/>
                    <a:pt x="6946" y="8786"/>
                    <a:pt x="6876" y="8786"/>
                  </a:cubicBezTo>
                  <a:cubicBezTo>
                    <a:pt x="6863" y="8786"/>
                    <a:pt x="6849" y="8788"/>
                    <a:pt x="6836" y="8791"/>
                  </a:cubicBezTo>
                  <a:lnTo>
                    <a:pt x="4912" y="9287"/>
                  </a:lnTo>
                  <a:cubicBezTo>
                    <a:pt x="4890" y="9292"/>
                    <a:pt x="4867" y="9295"/>
                    <a:pt x="4845" y="9295"/>
                  </a:cubicBezTo>
                  <a:cubicBezTo>
                    <a:pt x="4739" y="9295"/>
                    <a:pt x="4639" y="9231"/>
                    <a:pt x="4597" y="9128"/>
                  </a:cubicBezTo>
                  <a:cubicBezTo>
                    <a:pt x="4421" y="8694"/>
                    <a:pt x="4023" y="7715"/>
                    <a:pt x="3054" y="7715"/>
                  </a:cubicBezTo>
                  <a:cubicBezTo>
                    <a:pt x="2987" y="7715"/>
                    <a:pt x="2917" y="7719"/>
                    <a:pt x="2845" y="7729"/>
                  </a:cubicBezTo>
                  <a:cubicBezTo>
                    <a:pt x="2767" y="7740"/>
                    <a:pt x="2688" y="7751"/>
                    <a:pt x="2610" y="7761"/>
                  </a:cubicBezTo>
                  <a:cubicBezTo>
                    <a:pt x="2300" y="7805"/>
                    <a:pt x="1981" y="7850"/>
                    <a:pt x="1777" y="7850"/>
                  </a:cubicBezTo>
                  <a:cubicBezTo>
                    <a:pt x="1729" y="7850"/>
                    <a:pt x="1688" y="7848"/>
                    <a:pt x="1654" y="7842"/>
                  </a:cubicBezTo>
                  <a:cubicBezTo>
                    <a:pt x="1277" y="7780"/>
                    <a:pt x="1071" y="7624"/>
                    <a:pt x="1003" y="7351"/>
                  </a:cubicBezTo>
                  <a:cubicBezTo>
                    <a:pt x="960" y="7177"/>
                    <a:pt x="1013" y="7050"/>
                    <a:pt x="1087" y="6930"/>
                  </a:cubicBezTo>
                  <a:cubicBezTo>
                    <a:pt x="1170" y="6782"/>
                    <a:pt x="1101" y="6606"/>
                    <a:pt x="989" y="6529"/>
                  </a:cubicBezTo>
                  <a:cubicBezTo>
                    <a:pt x="914" y="6477"/>
                    <a:pt x="831" y="6444"/>
                    <a:pt x="770" y="6424"/>
                  </a:cubicBezTo>
                  <a:cubicBezTo>
                    <a:pt x="769" y="6390"/>
                    <a:pt x="784" y="6337"/>
                    <a:pt x="867" y="6278"/>
                  </a:cubicBezTo>
                  <a:cubicBezTo>
                    <a:pt x="902" y="6253"/>
                    <a:pt x="925" y="6214"/>
                    <a:pt x="932" y="6172"/>
                  </a:cubicBezTo>
                  <a:cubicBezTo>
                    <a:pt x="938" y="6129"/>
                    <a:pt x="926" y="6086"/>
                    <a:pt x="900" y="6053"/>
                  </a:cubicBezTo>
                  <a:cubicBezTo>
                    <a:pt x="900" y="6042"/>
                    <a:pt x="754" y="5895"/>
                    <a:pt x="596" y="5758"/>
                  </a:cubicBezTo>
                  <a:cubicBezTo>
                    <a:pt x="727" y="5665"/>
                    <a:pt x="978" y="5452"/>
                    <a:pt x="946" y="5219"/>
                  </a:cubicBezTo>
                  <a:cubicBezTo>
                    <a:pt x="933" y="5121"/>
                    <a:pt x="865" y="4988"/>
                    <a:pt x="623" y="4913"/>
                  </a:cubicBezTo>
                  <a:cubicBezTo>
                    <a:pt x="356" y="4831"/>
                    <a:pt x="319" y="4729"/>
                    <a:pt x="319" y="4629"/>
                  </a:cubicBezTo>
                  <a:cubicBezTo>
                    <a:pt x="319" y="4529"/>
                    <a:pt x="379" y="4466"/>
                    <a:pt x="522" y="4355"/>
                  </a:cubicBezTo>
                  <a:cubicBezTo>
                    <a:pt x="749" y="4181"/>
                    <a:pt x="1008" y="3954"/>
                    <a:pt x="1210" y="3593"/>
                  </a:cubicBezTo>
                  <a:cubicBezTo>
                    <a:pt x="1278" y="3473"/>
                    <a:pt x="1286" y="3326"/>
                    <a:pt x="1232" y="3200"/>
                  </a:cubicBezTo>
                  <a:cubicBezTo>
                    <a:pt x="1200" y="3126"/>
                    <a:pt x="1156" y="3055"/>
                    <a:pt x="1113" y="2987"/>
                  </a:cubicBezTo>
                  <a:cubicBezTo>
                    <a:pt x="1047" y="2882"/>
                    <a:pt x="978" y="2773"/>
                    <a:pt x="994" y="2706"/>
                  </a:cubicBezTo>
                  <a:cubicBezTo>
                    <a:pt x="1003" y="2669"/>
                    <a:pt x="1026" y="2619"/>
                    <a:pt x="1053" y="2562"/>
                  </a:cubicBezTo>
                  <a:cubicBezTo>
                    <a:pt x="1119" y="2423"/>
                    <a:pt x="1209" y="2232"/>
                    <a:pt x="1228" y="1943"/>
                  </a:cubicBezTo>
                  <a:cubicBezTo>
                    <a:pt x="1271" y="1292"/>
                    <a:pt x="1497" y="727"/>
                    <a:pt x="1901" y="264"/>
                  </a:cubicBezTo>
                  <a:cubicBezTo>
                    <a:pt x="1959" y="198"/>
                    <a:pt x="1953" y="98"/>
                    <a:pt x="1886" y="40"/>
                  </a:cubicBezTo>
                  <a:cubicBezTo>
                    <a:pt x="1856" y="14"/>
                    <a:pt x="1819" y="1"/>
                    <a:pt x="17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49"/>
            <p:cNvSpPr/>
            <p:nvPr/>
          </p:nvSpPr>
          <p:spPr>
            <a:xfrm>
              <a:off x="765476" y="4535642"/>
              <a:ext cx="272446" cy="245997"/>
            </a:xfrm>
            <a:custGeom>
              <a:avLst/>
              <a:gdLst/>
              <a:ahLst/>
              <a:cxnLst/>
              <a:rect l="l" t="t" r="r" b="b"/>
              <a:pathLst>
                <a:path w="7674" h="6929" extrusionOk="0">
                  <a:moveTo>
                    <a:pt x="4818" y="5155"/>
                  </a:moveTo>
                  <a:cubicBezTo>
                    <a:pt x="4990" y="5319"/>
                    <a:pt x="5199" y="5436"/>
                    <a:pt x="5433" y="5499"/>
                  </a:cubicBezTo>
                  <a:cubicBezTo>
                    <a:pt x="5556" y="5532"/>
                    <a:pt x="5679" y="5548"/>
                    <a:pt x="5802" y="5548"/>
                  </a:cubicBezTo>
                  <a:cubicBezTo>
                    <a:pt x="5840" y="5548"/>
                    <a:pt x="5878" y="5546"/>
                    <a:pt x="5915" y="5543"/>
                  </a:cubicBezTo>
                  <a:lnTo>
                    <a:pt x="5915" y="5543"/>
                  </a:lnTo>
                  <a:cubicBezTo>
                    <a:pt x="5814" y="5817"/>
                    <a:pt x="5553" y="5994"/>
                    <a:pt x="5269" y="5994"/>
                  </a:cubicBezTo>
                  <a:cubicBezTo>
                    <a:pt x="5210" y="5994"/>
                    <a:pt x="5150" y="5986"/>
                    <a:pt x="5091" y="5970"/>
                  </a:cubicBezTo>
                  <a:lnTo>
                    <a:pt x="5091" y="5971"/>
                  </a:lnTo>
                  <a:cubicBezTo>
                    <a:pt x="4929" y="5927"/>
                    <a:pt x="4788" y="5826"/>
                    <a:pt x="4696" y="5686"/>
                  </a:cubicBezTo>
                  <a:cubicBezTo>
                    <a:pt x="4665" y="5641"/>
                    <a:pt x="4615" y="5615"/>
                    <a:pt x="4562" y="5615"/>
                  </a:cubicBezTo>
                  <a:cubicBezTo>
                    <a:pt x="4558" y="5615"/>
                    <a:pt x="4553" y="5615"/>
                    <a:pt x="4548" y="5615"/>
                  </a:cubicBezTo>
                  <a:cubicBezTo>
                    <a:pt x="4533" y="5617"/>
                    <a:pt x="4518" y="5618"/>
                    <a:pt x="4502" y="5618"/>
                  </a:cubicBezTo>
                  <a:cubicBezTo>
                    <a:pt x="4461" y="5618"/>
                    <a:pt x="4419" y="5612"/>
                    <a:pt x="4379" y="5601"/>
                  </a:cubicBezTo>
                  <a:cubicBezTo>
                    <a:pt x="4313" y="5583"/>
                    <a:pt x="4251" y="5552"/>
                    <a:pt x="4199" y="5509"/>
                  </a:cubicBezTo>
                  <a:lnTo>
                    <a:pt x="4166" y="5343"/>
                  </a:lnTo>
                  <a:lnTo>
                    <a:pt x="4166" y="5343"/>
                  </a:lnTo>
                  <a:cubicBezTo>
                    <a:pt x="4183" y="5344"/>
                    <a:pt x="4200" y="5345"/>
                    <a:pt x="4218" y="5345"/>
                  </a:cubicBezTo>
                  <a:cubicBezTo>
                    <a:pt x="4434" y="5345"/>
                    <a:pt x="4644" y="5276"/>
                    <a:pt x="4818" y="5155"/>
                  </a:cubicBezTo>
                  <a:close/>
                  <a:moveTo>
                    <a:pt x="3644" y="5175"/>
                  </a:moveTo>
                  <a:cubicBezTo>
                    <a:pt x="3702" y="5212"/>
                    <a:pt x="3763" y="5244"/>
                    <a:pt x="3828" y="5270"/>
                  </a:cubicBezTo>
                  <a:lnTo>
                    <a:pt x="4090" y="6610"/>
                  </a:lnTo>
                  <a:lnTo>
                    <a:pt x="3569" y="6470"/>
                  </a:lnTo>
                  <a:cubicBezTo>
                    <a:pt x="3503" y="6452"/>
                    <a:pt x="3451" y="6401"/>
                    <a:pt x="3432" y="6336"/>
                  </a:cubicBezTo>
                  <a:lnTo>
                    <a:pt x="3125" y="5276"/>
                  </a:lnTo>
                  <a:lnTo>
                    <a:pt x="3125" y="5276"/>
                  </a:lnTo>
                  <a:cubicBezTo>
                    <a:pt x="3163" y="5282"/>
                    <a:pt x="3202" y="5285"/>
                    <a:pt x="3241" y="5285"/>
                  </a:cubicBezTo>
                  <a:cubicBezTo>
                    <a:pt x="3382" y="5285"/>
                    <a:pt x="3521" y="5247"/>
                    <a:pt x="3644" y="5175"/>
                  </a:cubicBezTo>
                  <a:close/>
                  <a:moveTo>
                    <a:pt x="3768" y="1"/>
                  </a:moveTo>
                  <a:cubicBezTo>
                    <a:pt x="3431" y="1"/>
                    <a:pt x="3102" y="120"/>
                    <a:pt x="2842" y="341"/>
                  </a:cubicBezTo>
                  <a:cubicBezTo>
                    <a:pt x="2768" y="302"/>
                    <a:pt x="2690" y="272"/>
                    <a:pt x="2608" y="249"/>
                  </a:cubicBezTo>
                  <a:cubicBezTo>
                    <a:pt x="2512" y="223"/>
                    <a:pt x="2415" y="211"/>
                    <a:pt x="2318" y="211"/>
                  </a:cubicBezTo>
                  <a:cubicBezTo>
                    <a:pt x="2127" y="211"/>
                    <a:pt x="1939" y="259"/>
                    <a:pt x="1769" y="356"/>
                  </a:cubicBezTo>
                  <a:cubicBezTo>
                    <a:pt x="1544" y="482"/>
                    <a:pt x="1373" y="678"/>
                    <a:pt x="1278" y="914"/>
                  </a:cubicBezTo>
                  <a:cubicBezTo>
                    <a:pt x="776" y="993"/>
                    <a:pt x="362" y="1361"/>
                    <a:pt x="228" y="1858"/>
                  </a:cubicBezTo>
                  <a:cubicBezTo>
                    <a:pt x="163" y="2104"/>
                    <a:pt x="170" y="2358"/>
                    <a:pt x="249" y="2597"/>
                  </a:cubicBezTo>
                  <a:cubicBezTo>
                    <a:pt x="162" y="2713"/>
                    <a:pt x="98" y="2845"/>
                    <a:pt x="60" y="2987"/>
                  </a:cubicBezTo>
                  <a:cubicBezTo>
                    <a:pt x="1" y="3208"/>
                    <a:pt x="8" y="3438"/>
                    <a:pt x="81" y="3653"/>
                  </a:cubicBezTo>
                  <a:cubicBezTo>
                    <a:pt x="103" y="3719"/>
                    <a:pt x="164" y="3761"/>
                    <a:pt x="230" y="3761"/>
                  </a:cubicBezTo>
                  <a:cubicBezTo>
                    <a:pt x="247" y="3761"/>
                    <a:pt x="265" y="3758"/>
                    <a:pt x="282" y="3752"/>
                  </a:cubicBezTo>
                  <a:cubicBezTo>
                    <a:pt x="365" y="3724"/>
                    <a:pt x="409" y="3634"/>
                    <a:pt x="381" y="3551"/>
                  </a:cubicBezTo>
                  <a:cubicBezTo>
                    <a:pt x="329" y="3396"/>
                    <a:pt x="323" y="3229"/>
                    <a:pt x="367" y="3070"/>
                  </a:cubicBezTo>
                  <a:cubicBezTo>
                    <a:pt x="400" y="2944"/>
                    <a:pt x="461" y="2829"/>
                    <a:pt x="548" y="2732"/>
                  </a:cubicBezTo>
                  <a:cubicBezTo>
                    <a:pt x="589" y="2686"/>
                    <a:pt x="600" y="2622"/>
                    <a:pt x="576" y="2566"/>
                  </a:cubicBezTo>
                  <a:cubicBezTo>
                    <a:pt x="493" y="2366"/>
                    <a:pt x="479" y="2149"/>
                    <a:pt x="535" y="1940"/>
                  </a:cubicBezTo>
                  <a:cubicBezTo>
                    <a:pt x="643" y="1540"/>
                    <a:pt x="993" y="1249"/>
                    <a:pt x="1407" y="1219"/>
                  </a:cubicBezTo>
                  <a:cubicBezTo>
                    <a:pt x="1473" y="1214"/>
                    <a:pt x="1529" y="1170"/>
                    <a:pt x="1548" y="1105"/>
                  </a:cubicBezTo>
                  <a:cubicBezTo>
                    <a:pt x="1649" y="758"/>
                    <a:pt x="1974" y="529"/>
                    <a:pt x="2321" y="529"/>
                  </a:cubicBezTo>
                  <a:cubicBezTo>
                    <a:pt x="2389" y="529"/>
                    <a:pt x="2457" y="537"/>
                    <a:pt x="2525" y="556"/>
                  </a:cubicBezTo>
                  <a:cubicBezTo>
                    <a:pt x="2615" y="580"/>
                    <a:pt x="2698" y="618"/>
                    <a:pt x="2772" y="670"/>
                  </a:cubicBezTo>
                  <a:cubicBezTo>
                    <a:pt x="2800" y="688"/>
                    <a:pt x="2831" y="698"/>
                    <a:pt x="2862" y="698"/>
                  </a:cubicBezTo>
                  <a:cubicBezTo>
                    <a:pt x="2904" y="698"/>
                    <a:pt x="2945" y="681"/>
                    <a:pt x="2975" y="650"/>
                  </a:cubicBezTo>
                  <a:cubicBezTo>
                    <a:pt x="3187" y="435"/>
                    <a:pt x="3473" y="318"/>
                    <a:pt x="3766" y="318"/>
                  </a:cubicBezTo>
                  <a:cubicBezTo>
                    <a:pt x="3861" y="318"/>
                    <a:pt x="3957" y="330"/>
                    <a:pt x="4052" y="356"/>
                  </a:cubicBezTo>
                  <a:cubicBezTo>
                    <a:pt x="4366" y="440"/>
                    <a:pt x="4625" y="656"/>
                    <a:pt x="4765" y="950"/>
                  </a:cubicBezTo>
                  <a:cubicBezTo>
                    <a:pt x="4785" y="992"/>
                    <a:pt x="4823" y="1023"/>
                    <a:pt x="4868" y="1036"/>
                  </a:cubicBezTo>
                  <a:cubicBezTo>
                    <a:pt x="4881" y="1039"/>
                    <a:pt x="4894" y="1041"/>
                    <a:pt x="4908" y="1041"/>
                  </a:cubicBezTo>
                  <a:cubicBezTo>
                    <a:pt x="4941" y="1041"/>
                    <a:pt x="4973" y="1031"/>
                    <a:pt x="5000" y="1011"/>
                  </a:cubicBezTo>
                  <a:cubicBezTo>
                    <a:pt x="5156" y="900"/>
                    <a:pt x="5340" y="843"/>
                    <a:pt x="5527" y="843"/>
                  </a:cubicBezTo>
                  <a:cubicBezTo>
                    <a:pt x="5606" y="843"/>
                    <a:pt x="5686" y="853"/>
                    <a:pt x="5764" y="874"/>
                  </a:cubicBezTo>
                  <a:cubicBezTo>
                    <a:pt x="6116" y="968"/>
                    <a:pt x="6377" y="1262"/>
                    <a:pt x="6430" y="1622"/>
                  </a:cubicBezTo>
                  <a:cubicBezTo>
                    <a:pt x="6439" y="1686"/>
                    <a:pt x="6486" y="1737"/>
                    <a:pt x="6548" y="1753"/>
                  </a:cubicBezTo>
                  <a:lnTo>
                    <a:pt x="6556" y="1754"/>
                  </a:lnTo>
                  <a:cubicBezTo>
                    <a:pt x="7040" y="1885"/>
                    <a:pt x="7328" y="2386"/>
                    <a:pt x="7198" y="2870"/>
                  </a:cubicBezTo>
                  <a:cubicBezTo>
                    <a:pt x="7142" y="3080"/>
                    <a:pt x="7013" y="3263"/>
                    <a:pt x="6833" y="3386"/>
                  </a:cubicBezTo>
                  <a:cubicBezTo>
                    <a:pt x="6766" y="3432"/>
                    <a:pt x="6744" y="3521"/>
                    <a:pt x="6783" y="3593"/>
                  </a:cubicBezTo>
                  <a:cubicBezTo>
                    <a:pt x="6916" y="3842"/>
                    <a:pt x="6950" y="4131"/>
                    <a:pt x="6877" y="4405"/>
                  </a:cubicBezTo>
                  <a:cubicBezTo>
                    <a:pt x="6743" y="4901"/>
                    <a:pt x="6293" y="5229"/>
                    <a:pt x="5802" y="5229"/>
                  </a:cubicBezTo>
                  <a:cubicBezTo>
                    <a:pt x="5707" y="5229"/>
                    <a:pt x="5611" y="5217"/>
                    <a:pt x="5515" y="5191"/>
                  </a:cubicBezTo>
                  <a:cubicBezTo>
                    <a:pt x="5338" y="5145"/>
                    <a:pt x="5180" y="5057"/>
                    <a:pt x="5048" y="4934"/>
                  </a:cubicBezTo>
                  <a:cubicBezTo>
                    <a:pt x="5094" y="4875"/>
                    <a:pt x="5133" y="4810"/>
                    <a:pt x="5166" y="4739"/>
                  </a:cubicBezTo>
                  <a:cubicBezTo>
                    <a:pt x="5203" y="4660"/>
                    <a:pt x="5168" y="4565"/>
                    <a:pt x="5090" y="4529"/>
                  </a:cubicBezTo>
                  <a:cubicBezTo>
                    <a:pt x="5068" y="4519"/>
                    <a:pt x="5044" y="4514"/>
                    <a:pt x="5022" y="4514"/>
                  </a:cubicBezTo>
                  <a:cubicBezTo>
                    <a:pt x="4962" y="4514"/>
                    <a:pt x="4905" y="4547"/>
                    <a:pt x="4878" y="4605"/>
                  </a:cubicBezTo>
                  <a:cubicBezTo>
                    <a:pt x="4755" y="4866"/>
                    <a:pt x="4495" y="5026"/>
                    <a:pt x="4217" y="5026"/>
                  </a:cubicBezTo>
                  <a:cubicBezTo>
                    <a:pt x="4154" y="5026"/>
                    <a:pt x="4090" y="5018"/>
                    <a:pt x="4027" y="5001"/>
                  </a:cubicBezTo>
                  <a:cubicBezTo>
                    <a:pt x="3923" y="4974"/>
                    <a:pt x="3830" y="4925"/>
                    <a:pt x="3748" y="4856"/>
                  </a:cubicBezTo>
                  <a:cubicBezTo>
                    <a:pt x="3718" y="4832"/>
                    <a:pt x="3682" y="4820"/>
                    <a:pt x="3646" y="4820"/>
                  </a:cubicBezTo>
                  <a:cubicBezTo>
                    <a:pt x="3610" y="4820"/>
                    <a:pt x="3573" y="4832"/>
                    <a:pt x="3544" y="4856"/>
                  </a:cubicBezTo>
                  <a:cubicBezTo>
                    <a:pt x="3457" y="4928"/>
                    <a:pt x="3349" y="4967"/>
                    <a:pt x="3239" y="4967"/>
                  </a:cubicBezTo>
                  <a:cubicBezTo>
                    <a:pt x="3199" y="4967"/>
                    <a:pt x="3158" y="4961"/>
                    <a:pt x="3117" y="4951"/>
                  </a:cubicBezTo>
                  <a:cubicBezTo>
                    <a:pt x="2999" y="4919"/>
                    <a:pt x="2899" y="4844"/>
                    <a:pt x="2835" y="4738"/>
                  </a:cubicBezTo>
                  <a:cubicBezTo>
                    <a:pt x="2807" y="4690"/>
                    <a:pt x="2754" y="4661"/>
                    <a:pt x="2699" y="4661"/>
                  </a:cubicBezTo>
                  <a:cubicBezTo>
                    <a:pt x="2693" y="4661"/>
                    <a:pt x="2686" y="4662"/>
                    <a:pt x="2679" y="4663"/>
                  </a:cubicBezTo>
                  <a:cubicBezTo>
                    <a:pt x="2650" y="4666"/>
                    <a:pt x="2620" y="4668"/>
                    <a:pt x="2591" y="4668"/>
                  </a:cubicBezTo>
                  <a:cubicBezTo>
                    <a:pt x="2536" y="4668"/>
                    <a:pt x="2480" y="4661"/>
                    <a:pt x="2426" y="4647"/>
                  </a:cubicBezTo>
                  <a:cubicBezTo>
                    <a:pt x="2102" y="4560"/>
                    <a:pt x="1897" y="4234"/>
                    <a:pt x="1959" y="3906"/>
                  </a:cubicBezTo>
                  <a:cubicBezTo>
                    <a:pt x="1973" y="3828"/>
                    <a:pt x="1929" y="3751"/>
                    <a:pt x="1855" y="3726"/>
                  </a:cubicBezTo>
                  <a:cubicBezTo>
                    <a:pt x="1695" y="3670"/>
                    <a:pt x="1598" y="3508"/>
                    <a:pt x="1623" y="3340"/>
                  </a:cubicBezTo>
                  <a:cubicBezTo>
                    <a:pt x="1641" y="3229"/>
                    <a:pt x="1708" y="3135"/>
                    <a:pt x="1808" y="3083"/>
                  </a:cubicBezTo>
                  <a:cubicBezTo>
                    <a:pt x="1886" y="3043"/>
                    <a:pt x="1916" y="2947"/>
                    <a:pt x="1874" y="2869"/>
                  </a:cubicBezTo>
                  <a:cubicBezTo>
                    <a:pt x="1846" y="2815"/>
                    <a:pt x="1791" y="2784"/>
                    <a:pt x="1734" y="2784"/>
                  </a:cubicBezTo>
                  <a:cubicBezTo>
                    <a:pt x="1709" y="2784"/>
                    <a:pt x="1683" y="2790"/>
                    <a:pt x="1660" y="2803"/>
                  </a:cubicBezTo>
                  <a:cubicBezTo>
                    <a:pt x="1474" y="2900"/>
                    <a:pt x="1342" y="3082"/>
                    <a:pt x="1310" y="3291"/>
                  </a:cubicBezTo>
                  <a:cubicBezTo>
                    <a:pt x="1267" y="3567"/>
                    <a:pt x="1398" y="3835"/>
                    <a:pt x="1632" y="3972"/>
                  </a:cubicBezTo>
                  <a:cubicBezTo>
                    <a:pt x="1632" y="3973"/>
                    <a:pt x="1632" y="3975"/>
                    <a:pt x="1632" y="3977"/>
                  </a:cubicBezTo>
                  <a:cubicBezTo>
                    <a:pt x="1494" y="4070"/>
                    <a:pt x="1335" y="4118"/>
                    <a:pt x="1172" y="4118"/>
                  </a:cubicBezTo>
                  <a:cubicBezTo>
                    <a:pt x="1100" y="4118"/>
                    <a:pt x="1027" y="4108"/>
                    <a:pt x="955" y="4089"/>
                  </a:cubicBezTo>
                  <a:cubicBezTo>
                    <a:pt x="896" y="4073"/>
                    <a:pt x="838" y="4051"/>
                    <a:pt x="784" y="4022"/>
                  </a:cubicBezTo>
                  <a:cubicBezTo>
                    <a:pt x="760" y="4010"/>
                    <a:pt x="735" y="4004"/>
                    <a:pt x="710" y="4004"/>
                  </a:cubicBezTo>
                  <a:cubicBezTo>
                    <a:pt x="653" y="4004"/>
                    <a:pt x="597" y="4035"/>
                    <a:pt x="569" y="4089"/>
                  </a:cubicBezTo>
                  <a:cubicBezTo>
                    <a:pt x="529" y="4167"/>
                    <a:pt x="558" y="4262"/>
                    <a:pt x="635" y="4304"/>
                  </a:cubicBezTo>
                  <a:cubicBezTo>
                    <a:pt x="711" y="4342"/>
                    <a:pt x="790" y="4373"/>
                    <a:pt x="873" y="4396"/>
                  </a:cubicBezTo>
                  <a:cubicBezTo>
                    <a:pt x="970" y="4422"/>
                    <a:pt x="1069" y="4434"/>
                    <a:pt x="1168" y="4434"/>
                  </a:cubicBezTo>
                  <a:cubicBezTo>
                    <a:pt x="1345" y="4434"/>
                    <a:pt x="1519" y="4394"/>
                    <a:pt x="1677" y="4316"/>
                  </a:cubicBezTo>
                  <a:cubicBezTo>
                    <a:pt x="1775" y="4619"/>
                    <a:pt x="2019" y="4867"/>
                    <a:pt x="2344" y="4954"/>
                  </a:cubicBezTo>
                  <a:cubicBezTo>
                    <a:pt x="2425" y="4975"/>
                    <a:pt x="2508" y="4987"/>
                    <a:pt x="2592" y="4987"/>
                  </a:cubicBezTo>
                  <a:cubicBezTo>
                    <a:pt x="2602" y="4987"/>
                    <a:pt x="2612" y="4986"/>
                    <a:pt x="2622" y="4986"/>
                  </a:cubicBezTo>
                  <a:cubicBezTo>
                    <a:pt x="2658" y="5033"/>
                    <a:pt x="2700" y="5074"/>
                    <a:pt x="2745" y="5110"/>
                  </a:cubicBezTo>
                  <a:lnTo>
                    <a:pt x="3127" y="6424"/>
                  </a:lnTo>
                  <a:cubicBezTo>
                    <a:pt x="3177" y="6595"/>
                    <a:pt x="3313" y="6730"/>
                    <a:pt x="3486" y="6776"/>
                  </a:cubicBezTo>
                  <a:lnTo>
                    <a:pt x="4010" y="6917"/>
                  </a:lnTo>
                  <a:cubicBezTo>
                    <a:pt x="4038" y="6924"/>
                    <a:pt x="4065" y="6928"/>
                    <a:pt x="4093" y="6928"/>
                  </a:cubicBezTo>
                  <a:cubicBezTo>
                    <a:pt x="4172" y="6928"/>
                    <a:pt x="4249" y="6898"/>
                    <a:pt x="4308" y="6843"/>
                  </a:cubicBezTo>
                  <a:cubicBezTo>
                    <a:pt x="4389" y="6767"/>
                    <a:pt x="4424" y="6658"/>
                    <a:pt x="4402" y="6551"/>
                  </a:cubicBezTo>
                  <a:lnTo>
                    <a:pt x="4276" y="5902"/>
                  </a:lnTo>
                  <a:lnTo>
                    <a:pt x="4276" y="5902"/>
                  </a:lnTo>
                  <a:cubicBezTo>
                    <a:pt x="4330" y="5918"/>
                    <a:pt x="4381" y="5929"/>
                    <a:pt x="4484" y="5935"/>
                  </a:cubicBezTo>
                  <a:cubicBezTo>
                    <a:pt x="4617" y="6102"/>
                    <a:pt x="4800" y="6222"/>
                    <a:pt x="5008" y="6277"/>
                  </a:cubicBezTo>
                  <a:cubicBezTo>
                    <a:pt x="5095" y="6301"/>
                    <a:pt x="5182" y="6311"/>
                    <a:pt x="5268" y="6311"/>
                  </a:cubicBezTo>
                  <a:cubicBezTo>
                    <a:pt x="5713" y="6311"/>
                    <a:pt x="6120" y="6015"/>
                    <a:pt x="6240" y="5566"/>
                  </a:cubicBezTo>
                  <a:cubicBezTo>
                    <a:pt x="6249" y="5535"/>
                    <a:pt x="6255" y="5502"/>
                    <a:pt x="6261" y="5471"/>
                  </a:cubicBezTo>
                  <a:cubicBezTo>
                    <a:pt x="6698" y="5323"/>
                    <a:pt x="7055" y="4965"/>
                    <a:pt x="7184" y="4487"/>
                  </a:cubicBezTo>
                  <a:cubicBezTo>
                    <a:pt x="7266" y="4178"/>
                    <a:pt x="7244" y="3856"/>
                    <a:pt x="7122" y="3565"/>
                  </a:cubicBezTo>
                  <a:cubicBezTo>
                    <a:pt x="7307" y="3405"/>
                    <a:pt x="7442" y="3191"/>
                    <a:pt x="7505" y="2953"/>
                  </a:cubicBezTo>
                  <a:lnTo>
                    <a:pt x="7506" y="2953"/>
                  </a:lnTo>
                  <a:cubicBezTo>
                    <a:pt x="7673" y="2329"/>
                    <a:pt x="7326" y="1686"/>
                    <a:pt x="6726" y="1475"/>
                  </a:cubicBezTo>
                  <a:cubicBezTo>
                    <a:pt x="6623" y="1036"/>
                    <a:pt x="6288" y="685"/>
                    <a:pt x="5846" y="567"/>
                  </a:cubicBezTo>
                  <a:cubicBezTo>
                    <a:pt x="5741" y="539"/>
                    <a:pt x="5633" y="525"/>
                    <a:pt x="5527" y="525"/>
                  </a:cubicBezTo>
                  <a:cubicBezTo>
                    <a:pt x="5333" y="525"/>
                    <a:pt x="5142" y="571"/>
                    <a:pt x="4967" y="660"/>
                  </a:cubicBezTo>
                  <a:cubicBezTo>
                    <a:pt x="4777" y="361"/>
                    <a:pt x="4482" y="142"/>
                    <a:pt x="4135" y="49"/>
                  </a:cubicBezTo>
                  <a:cubicBezTo>
                    <a:pt x="4014" y="16"/>
                    <a:pt x="3890" y="1"/>
                    <a:pt x="3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49"/>
            <p:cNvSpPr/>
            <p:nvPr/>
          </p:nvSpPr>
          <p:spPr>
            <a:xfrm>
              <a:off x="890622" y="4611724"/>
              <a:ext cx="36852" cy="33869"/>
            </a:xfrm>
            <a:custGeom>
              <a:avLst/>
              <a:gdLst/>
              <a:ahLst/>
              <a:cxnLst/>
              <a:rect l="l" t="t" r="r" b="b"/>
              <a:pathLst>
                <a:path w="1038" h="954" extrusionOk="0">
                  <a:moveTo>
                    <a:pt x="495" y="318"/>
                  </a:moveTo>
                  <a:cubicBezTo>
                    <a:pt x="523" y="318"/>
                    <a:pt x="552" y="326"/>
                    <a:pt x="577" y="342"/>
                  </a:cubicBezTo>
                  <a:cubicBezTo>
                    <a:pt x="652" y="388"/>
                    <a:pt x="676" y="485"/>
                    <a:pt x="630" y="560"/>
                  </a:cubicBezTo>
                  <a:cubicBezTo>
                    <a:pt x="608" y="596"/>
                    <a:pt x="573" y="622"/>
                    <a:pt x="532" y="632"/>
                  </a:cubicBezTo>
                  <a:cubicBezTo>
                    <a:pt x="519" y="635"/>
                    <a:pt x="507" y="636"/>
                    <a:pt x="494" y="636"/>
                  </a:cubicBezTo>
                  <a:cubicBezTo>
                    <a:pt x="465" y="636"/>
                    <a:pt x="437" y="628"/>
                    <a:pt x="412" y="613"/>
                  </a:cubicBezTo>
                  <a:cubicBezTo>
                    <a:pt x="375" y="591"/>
                    <a:pt x="350" y="556"/>
                    <a:pt x="340" y="514"/>
                  </a:cubicBezTo>
                  <a:cubicBezTo>
                    <a:pt x="330" y="474"/>
                    <a:pt x="337" y="430"/>
                    <a:pt x="359" y="394"/>
                  </a:cubicBezTo>
                  <a:cubicBezTo>
                    <a:pt x="389" y="345"/>
                    <a:pt x="441" y="318"/>
                    <a:pt x="495" y="318"/>
                  </a:cubicBezTo>
                  <a:close/>
                  <a:moveTo>
                    <a:pt x="495" y="1"/>
                  </a:moveTo>
                  <a:cubicBezTo>
                    <a:pt x="334" y="1"/>
                    <a:pt x="178" y="82"/>
                    <a:pt x="88" y="228"/>
                  </a:cubicBezTo>
                  <a:cubicBezTo>
                    <a:pt x="22" y="337"/>
                    <a:pt x="1" y="466"/>
                    <a:pt x="31" y="589"/>
                  </a:cubicBezTo>
                  <a:cubicBezTo>
                    <a:pt x="61" y="712"/>
                    <a:pt x="137" y="817"/>
                    <a:pt x="246" y="883"/>
                  </a:cubicBezTo>
                  <a:cubicBezTo>
                    <a:pt x="321" y="930"/>
                    <a:pt x="406" y="954"/>
                    <a:pt x="493" y="954"/>
                  </a:cubicBezTo>
                  <a:cubicBezTo>
                    <a:pt x="531" y="954"/>
                    <a:pt x="569" y="950"/>
                    <a:pt x="607" y="940"/>
                  </a:cubicBezTo>
                  <a:cubicBezTo>
                    <a:pt x="730" y="910"/>
                    <a:pt x="835" y="835"/>
                    <a:pt x="901" y="726"/>
                  </a:cubicBezTo>
                  <a:cubicBezTo>
                    <a:pt x="1038" y="501"/>
                    <a:pt x="967" y="207"/>
                    <a:pt x="743" y="71"/>
                  </a:cubicBezTo>
                  <a:cubicBezTo>
                    <a:pt x="666" y="23"/>
                    <a:pt x="580" y="1"/>
                    <a:pt x="4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49"/>
            <p:cNvSpPr/>
            <p:nvPr/>
          </p:nvSpPr>
          <p:spPr>
            <a:xfrm>
              <a:off x="866729" y="4589393"/>
              <a:ext cx="45585" cy="58437"/>
            </a:xfrm>
            <a:custGeom>
              <a:avLst/>
              <a:gdLst/>
              <a:ahLst/>
              <a:cxnLst/>
              <a:rect l="l" t="t" r="r" b="b"/>
              <a:pathLst>
                <a:path w="1284" h="1646" extrusionOk="0">
                  <a:moveTo>
                    <a:pt x="1121" y="1"/>
                  </a:moveTo>
                  <a:cubicBezTo>
                    <a:pt x="1119" y="1"/>
                    <a:pt x="1116" y="1"/>
                    <a:pt x="1114" y="1"/>
                  </a:cubicBezTo>
                  <a:cubicBezTo>
                    <a:pt x="743" y="18"/>
                    <a:pt x="408" y="216"/>
                    <a:pt x="215" y="533"/>
                  </a:cubicBezTo>
                  <a:cubicBezTo>
                    <a:pt x="27" y="839"/>
                    <a:pt x="0" y="1218"/>
                    <a:pt x="140" y="1548"/>
                  </a:cubicBezTo>
                  <a:cubicBezTo>
                    <a:pt x="166" y="1609"/>
                    <a:pt x="224" y="1645"/>
                    <a:pt x="286" y="1645"/>
                  </a:cubicBezTo>
                  <a:cubicBezTo>
                    <a:pt x="307" y="1645"/>
                    <a:pt x="328" y="1641"/>
                    <a:pt x="348" y="1632"/>
                  </a:cubicBezTo>
                  <a:cubicBezTo>
                    <a:pt x="429" y="1597"/>
                    <a:pt x="467" y="1504"/>
                    <a:pt x="432" y="1423"/>
                  </a:cubicBezTo>
                  <a:cubicBezTo>
                    <a:pt x="332" y="1188"/>
                    <a:pt x="352" y="916"/>
                    <a:pt x="485" y="699"/>
                  </a:cubicBezTo>
                  <a:cubicBezTo>
                    <a:pt x="623" y="473"/>
                    <a:pt x="864" y="330"/>
                    <a:pt x="1128" y="319"/>
                  </a:cubicBezTo>
                  <a:cubicBezTo>
                    <a:pt x="1215" y="315"/>
                    <a:pt x="1284" y="240"/>
                    <a:pt x="1280" y="152"/>
                  </a:cubicBezTo>
                  <a:cubicBezTo>
                    <a:pt x="1275" y="68"/>
                    <a:pt x="1206" y="1"/>
                    <a:pt x="11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49"/>
            <p:cNvSpPr/>
            <p:nvPr/>
          </p:nvSpPr>
          <p:spPr>
            <a:xfrm>
              <a:off x="905142" y="4609594"/>
              <a:ext cx="44272" cy="58650"/>
            </a:xfrm>
            <a:custGeom>
              <a:avLst/>
              <a:gdLst/>
              <a:ahLst/>
              <a:cxnLst/>
              <a:rect l="l" t="t" r="r" b="b"/>
              <a:pathLst>
                <a:path w="1247" h="1652" extrusionOk="0">
                  <a:moveTo>
                    <a:pt x="955" y="1"/>
                  </a:moveTo>
                  <a:cubicBezTo>
                    <a:pt x="933" y="1"/>
                    <a:pt x="912" y="5"/>
                    <a:pt x="891" y="14"/>
                  </a:cubicBezTo>
                  <a:cubicBezTo>
                    <a:pt x="810" y="50"/>
                    <a:pt x="774" y="143"/>
                    <a:pt x="809" y="224"/>
                  </a:cubicBezTo>
                  <a:cubicBezTo>
                    <a:pt x="914" y="461"/>
                    <a:pt x="895" y="736"/>
                    <a:pt x="759" y="958"/>
                  </a:cubicBezTo>
                  <a:cubicBezTo>
                    <a:pt x="628" y="1175"/>
                    <a:pt x="406" y="1312"/>
                    <a:pt x="153" y="1335"/>
                  </a:cubicBezTo>
                  <a:cubicBezTo>
                    <a:pt x="65" y="1343"/>
                    <a:pt x="1" y="1420"/>
                    <a:pt x="9" y="1507"/>
                  </a:cubicBezTo>
                  <a:cubicBezTo>
                    <a:pt x="16" y="1590"/>
                    <a:pt x="86" y="1652"/>
                    <a:pt x="166" y="1652"/>
                  </a:cubicBezTo>
                  <a:lnTo>
                    <a:pt x="181" y="1652"/>
                  </a:lnTo>
                  <a:cubicBezTo>
                    <a:pt x="530" y="1619"/>
                    <a:pt x="849" y="1422"/>
                    <a:pt x="1031" y="1124"/>
                  </a:cubicBezTo>
                  <a:cubicBezTo>
                    <a:pt x="1221" y="813"/>
                    <a:pt x="1247" y="429"/>
                    <a:pt x="1100" y="95"/>
                  </a:cubicBezTo>
                  <a:cubicBezTo>
                    <a:pt x="1073" y="36"/>
                    <a:pt x="1016" y="1"/>
                    <a:pt x="9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49"/>
            <p:cNvSpPr/>
            <p:nvPr/>
          </p:nvSpPr>
          <p:spPr>
            <a:xfrm>
              <a:off x="843084" y="4566884"/>
              <a:ext cx="68236" cy="89715"/>
            </a:xfrm>
            <a:custGeom>
              <a:avLst/>
              <a:gdLst/>
              <a:ahLst/>
              <a:cxnLst/>
              <a:rect l="l" t="t" r="r" b="b"/>
              <a:pathLst>
                <a:path w="1922" h="2527" extrusionOk="0">
                  <a:moveTo>
                    <a:pt x="1759" y="0"/>
                  </a:moveTo>
                  <a:cubicBezTo>
                    <a:pt x="1757" y="0"/>
                    <a:pt x="1754" y="0"/>
                    <a:pt x="1752" y="0"/>
                  </a:cubicBezTo>
                  <a:cubicBezTo>
                    <a:pt x="1170" y="26"/>
                    <a:pt x="641" y="338"/>
                    <a:pt x="338" y="835"/>
                  </a:cubicBezTo>
                  <a:cubicBezTo>
                    <a:pt x="45" y="1315"/>
                    <a:pt x="0" y="1912"/>
                    <a:pt x="221" y="2431"/>
                  </a:cubicBezTo>
                  <a:cubicBezTo>
                    <a:pt x="247" y="2491"/>
                    <a:pt x="305" y="2527"/>
                    <a:pt x="367" y="2527"/>
                  </a:cubicBezTo>
                  <a:cubicBezTo>
                    <a:pt x="388" y="2527"/>
                    <a:pt x="409" y="2524"/>
                    <a:pt x="430" y="2515"/>
                  </a:cubicBezTo>
                  <a:cubicBezTo>
                    <a:pt x="511" y="2480"/>
                    <a:pt x="548" y="2387"/>
                    <a:pt x="514" y="2306"/>
                  </a:cubicBezTo>
                  <a:cubicBezTo>
                    <a:pt x="333" y="1882"/>
                    <a:pt x="370" y="1394"/>
                    <a:pt x="609" y="1001"/>
                  </a:cubicBezTo>
                  <a:cubicBezTo>
                    <a:pt x="857" y="594"/>
                    <a:pt x="1289" y="339"/>
                    <a:pt x="1766" y="318"/>
                  </a:cubicBezTo>
                  <a:cubicBezTo>
                    <a:pt x="1853" y="313"/>
                    <a:pt x="1922" y="239"/>
                    <a:pt x="1918" y="152"/>
                  </a:cubicBezTo>
                  <a:cubicBezTo>
                    <a:pt x="1913" y="66"/>
                    <a:pt x="1843" y="0"/>
                    <a:pt x="17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49"/>
            <p:cNvSpPr/>
            <p:nvPr/>
          </p:nvSpPr>
          <p:spPr>
            <a:xfrm>
              <a:off x="953248" y="4600505"/>
              <a:ext cx="17574" cy="39124"/>
            </a:xfrm>
            <a:custGeom>
              <a:avLst/>
              <a:gdLst/>
              <a:ahLst/>
              <a:cxnLst/>
              <a:rect l="l" t="t" r="r" b="b"/>
              <a:pathLst>
                <a:path w="495" h="1102" extrusionOk="0">
                  <a:moveTo>
                    <a:pt x="182" y="1"/>
                  </a:moveTo>
                  <a:cubicBezTo>
                    <a:pt x="160" y="1"/>
                    <a:pt x="139" y="5"/>
                    <a:pt x="118" y="14"/>
                  </a:cubicBezTo>
                  <a:cubicBezTo>
                    <a:pt x="37" y="50"/>
                    <a:pt x="1" y="143"/>
                    <a:pt x="36" y="224"/>
                  </a:cubicBezTo>
                  <a:cubicBezTo>
                    <a:pt x="133" y="445"/>
                    <a:pt x="173" y="688"/>
                    <a:pt x="151" y="929"/>
                  </a:cubicBezTo>
                  <a:cubicBezTo>
                    <a:pt x="144" y="1016"/>
                    <a:pt x="208" y="1094"/>
                    <a:pt x="295" y="1101"/>
                  </a:cubicBezTo>
                  <a:cubicBezTo>
                    <a:pt x="300" y="1101"/>
                    <a:pt x="305" y="1102"/>
                    <a:pt x="310" y="1102"/>
                  </a:cubicBezTo>
                  <a:cubicBezTo>
                    <a:pt x="392" y="1102"/>
                    <a:pt x="460" y="1040"/>
                    <a:pt x="468" y="957"/>
                  </a:cubicBezTo>
                  <a:cubicBezTo>
                    <a:pt x="494" y="663"/>
                    <a:pt x="445" y="366"/>
                    <a:pt x="327" y="95"/>
                  </a:cubicBezTo>
                  <a:cubicBezTo>
                    <a:pt x="301" y="36"/>
                    <a:pt x="243" y="1"/>
                    <a:pt x="1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49"/>
            <p:cNvSpPr/>
            <p:nvPr/>
          </p:nvSpPr>
          <p:spPr>
            <a:xfrm>
              <a:off x="907166" y="4653226"/>
              <a:ext cx="55100" cy="37526"/>
            </a:xfrm>
            <a:custGeom>
              <a:avLst/>
              <a:gdLst/>
              <a:ahLst/>
              <a:cxnLst/>
              <a:rect l="l" t="t" r="r" b="b"/>
              <a:pathLst>
                <a:path w="1552" h="1057" extrusionOk="0">
                  <a:moveTo>
                    <a:pt x="1371" y="0"/>
                  </a:moveTo>
                  <a:cubicBezTo>
                    <a:pt x="1318" y="0"/>
                    <a:pt x="1267" y="27"/>
                    <a:pt x="1236" y="75"/>
                  </a:cubicBezTo>
                  <a:lnTo>
                    <a:pt x="1235" y="75"/>
                  </a:lnTo>
                  <a:cubicBezTo>
                    <a:pt x="997" y="456"/>
                    <a:pt x="602" y="698"/>
                    <a:pt x="153" y="739"/>
                  </a:cubicBezTo>
                  <a:cubicBezTo>
                    <a:pt x="65" y="747"/>
                    <a:pt x="1" y="824"/>
                    <a:pt x="9" y="911"/>
                  </a:cubicBezTo>
                  <a:cubicBezTo>
                    <a:pt x="16" y="994"/>
                    <a:pt x="86" y="1056"/>
                    <a:pt x="166" y="1056"/>
                  </a:cubicBezTo>
                  <a:cubicBezTo>
                    <a:pt x="172" y="1056"/>
                    <a:pt x="177" y="1055"/>
                    <a:pt x="181" y="1055"/>
                  </a:cubicBezTo>
                  <a:cubicBezTo>
                    <a:pt x="730" y="1005"/>
                    <a:pt x="1213" y="710"/>
                    <a:pt x="1505" y="243"/>
                  </a:cubicBezTo>
                  <a:cubicBezTo>
                    <a:pt x="1552" y="170"/>
                    <a:pt x="1530" y="71"/>
                    <a:pt x="1455" y="24"/>
                  </a:cubicBezTo>
                  <a:cubicBezTo>
                    <a:pt x="1429" y="8"/>
                    <a:pt x="1400" y="0"/>
                    <a:pt x="13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8" name="Google Shape;2318;p59"/>
          <p:cNvSpPr txBox="1">
            <a:spLocks noGrp="1"/>
          </p:cNvSpPr>
          <p:nvPr>
            <p:ph type="title"/>
          </p:nvPr>
        </p:nvSpPr>
        <p:spPr>
          <a:xfrm>
            <a:off x="712356" y="1301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i="1" dirty="0">
                <a:highlight>
                  <a:schemeClr val="accent2"/>
                </a:highlight>
              </a:rPr>
              <a:t>Model Architecture</a:t>
            </a:r>
            <a:endParaRPr i="1" dirty="0">
              <a:highlight>
                <a:schemeClr val="accent2"/>
              </a:highlight>
            </a:endParaRPr>
          </a:p>
        </p:txBody>
      </p:sp>
      <p:sp>
        <p:nvSpPr>
          <p:cNvPr id="2319" name="Google Shape;2319;p59"/>
          <p:cNvSpPr txBox="1">
            <a:spLocks noGrp="1"/>
          </p:cNvSpPr>
          <p:nvPr>
            <p:ph type="subTitle" idx="4294967295"/>
          </p:nvPr>
        </p:nvSpPr>
        <p:spPr>
          <a:xfrm>
            <a:off x="3144300" y="1274286"/>
            <a:ext cx="14277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en-IN" sz="2000" dirty="0"/>
              <a:t>Attention Pooling</a:t>
            </a:r>
            <a:endParaRPr sz="2000" dirty="0"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320" name="Google Shape;2320;p59"/>
          <p:cNvSpPr txBox="1">
            <a:spLocks noGrp="1"/>
          </p:cNvSpPr>
          <p:nvPr>
            <p:ph type="subTitle" idx="4294967295"/>
          </p:nvPr>
        </p:nvSpPr>
        <p:spPr>
          <a:xfrm>
            <a:off x="1545358" y="1274878"/>
            <a:ext cx="14277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en-IN" sz="2000" dirty="0"/>
              <a:t>DeBERTa-v3 Encoder</a:t>
            </a:r>
            <a:endParaRPr sz="2000" dirty="0"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321" name="Google Shape;2321;p59"/>
          <p:cNvSpPr txBox="1">
            <a:spLocks noGrp="1"/>
          </p:cNvSpPr>
          <p:nvPr>
            <p:ph type="subTitle" idx="4294967295"/>
          </p:nvPr>
        </p:nvSpPr>
        <p:spPr>
          <a:xfrm>
            <a:off x="-229623" y="1262090"/>
            <a:ext cx="1883957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en-IN" sz="2000" dirty="0"/>
              <a:t>Input Transcript</a:t>
            </a:r>
            <a:endParaRPr sz="2000" dirty="0"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322" name="Google Shape;2322;p59"/>
          <p:cNvSpPr txBox="1">
            <a:spLocks noGrp="1"/>
          </p:cNvSpPr>
          <p:nvPr>
            <p:ph type="subTitle" idx="4294967295"/>
          </p:nvPr>
        </p:nvSpPr>
        <p:spPr>
          <a:xfrm>
            <a:off x="4592812" y="1436350"/>
            <a:ext cx="14277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en-IN" sz="2000" dirty="0"/>
              <a:t>Dropout</a:t>
            </a:r>
            <a:endParaRPr sz="2000" dirty="0"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323" name="Google Shape;2323;p59"/>
          <p:cNvSpPr txBox="1">
            <a:spLocks noGrp="1"/>
          </p:cNvSpPr>
          <p:nvPr>
            <p:ph type="subTitle" idx="4294967295"/>
          </p:nvPr>
        </p:nvSpPr>
        <p:spPr>
          <a:xfrm>
            <a:off x="6003958" y="1289628"/>
            <a:ext cx="14277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en-IN" sz="2000" dirty="0"/>
              <a:t>Linear Classifier</a:t>
            </a:r>
            <a:endParaRPr sz="2000" dirty="0"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334" name="Google Shape;2334;p59"/>
          <p:cNvSpPr/>
          <p:nvPr/>
        </p:nvSpPr>
        <p:spPr>
          <a:xfrm>
            <a:off x="1821180" y="2026247"/>
            <a:ext cx="763500" cy="7635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5" name="Google Shape;2335;p59"/>
          <p:cNvSpPr/>
          <p:nvPr/>
        </p:nvSpPr>
        <p:spPr>
          <a:xfrm>
            <a:off x="3373037" y="2026259"/>
            <a:ext cx="763500" cy="7635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6" name="Google Shape;2336;p59"/>
          <p:cNvSpPr/>
          <p:nvPr/>
        </p:nvSpPr>
        <p:spPr>
          <a:xfrm>
            <a:off x="4924912" y="2026272"/>
            <a:ext cx="763500" cy="7635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7" name="Google Shape;2337;p59"/>
          <p:cNvSpPr/>
          <p:nvPr/>
        </p:nvSpPr>
        <p:spPr>
          <a:xfrm>
            <a:off x="6410862" y="2026259"/>
            <a:ext cx="763500" cy="7635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8" name="Google Shape;2338;p59"/>
          <p:cNvSpPr/>
          <p:nvPr/>
        </p:nvSpPr>
        <p:spPr>
          <a:xfrm>
            <a:off x="7960880" y="2026272"/>
            <a:ext cx="763500" cy="7635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39" name="Google Shape;2339;p59"/>
          <p:cNvGrpSpPr/>
          <p:nvPr/>
        </p:nvGrpSpPr>
        <p:grpSpPr>
          <a:xfrm>
            <a:off x="5070614" y="2166271"/>
            <a:ext cx="483461" cy="483423"/>
            <a:chOff x="5207655" y="700094"/>
            <a:chExt cx="385167" cy="385167"/>
          </a:xfrm>
        </p:grpSpPr>
        <p:sp>
          <p:nvSpPr>
            <p:cNvPr id="2340" name="Google Shape;2340;p59"/>
            <p:cNvSpPr/>
            <p:nvPr/>
          </p:nvSpPr>
          <p:spPr>
            <a:xfrm>
              <a:off x="5207655" y="700094"/>
              <a:ext cx="385167" cy="385167"/>
            </a:xfrm>
            <a:custGeom>
              <a:avLst/>
              <a:gdLst/>
              <a:ahLst/>
              <a:cxnLst/>
              <a:rect l="l" t="t" r="r" b="b"/>
              <a:pathLst>
                <a:path w="10849" h="10849" extrusionOk="0">
                  <a:moveTo>
                    <a:pt x="3692" y="963"/>
                  </a:moveTo>
                  <a:cubicBezTo>
                    <a:pt x="3803" y="964"/>
                    <a:pt x="3908" y="984"/>
                    <a:pt x="4007" y="1021"/>
                  </a:cubicBezTo>
                  <a:lnTo>
                    <a:pt x="4091" y="1831"/>
                  </a:lnTo>
                  <a:cubicBezTo>
                    <a:pt x="3947" y="2274"/>
                    <a:pt x="3780" y="2609"/>
                    <a:pt x="3447" y="2805"/>
                  </a:cubicBezTo>
                  <a:cubicBezTo>
                    <a:pt x="3054" y="3037"/>
                    <a:pt x="2806" y="3398"/>
                    <a:pt x="2749" y="3814"/>
                  </a:cubicBezTo>
                  <a:cubicBezTo>
                    <a:pt x="2438" y="3677"/>
                    <a:pt x="2297" y="3108"/>
                    <a:pt x="2297" y="2688"/>
                  </a:cubicBezTo>
                  <a:cubicBezTo>
                    <a:pt x="2297" y="2117"/>
                    <a:pt x="2464" y="1651"/>
                    <a:pt x="2779" y="1338"/>
                  </a:cubicBezTo>
                  <a:cubicBezTo>
                    <a:pt x="3023" y="1096"/>
                    <a:pt x="3343" y="963"/>
                    <a:pt x="3681" y="963"/>
                  </a:cubicBezTo>
                  <a:close/>
                  <a:moveTo>
                    <a:pt x="2736" y="4163"/>
                  </a:moveTo>
                  <a:cubicBezTo>
                    <a:pt x="2738" y="4654"/>
                    <a:pt x="2749" y="4995"/>
                    <a:pt x="2815" y="5288"/>
                  </a:cubicBezTo>
                  <a:cubicBezTo>
                    <a:pt x="2518" y="5211"/>
                    <a:pt x="2297" y="4941"/>
                    <a:pt x="2297" y="4619"/>
                  </a:cubicBezTo>
                  <a:cubicBezTo>
                    <a:pt x="2297" y="4373"/>
                    <a:pt x="2493" y="4172"/>
                    <a:pt x="2736" y="4163"/>
                  </a:cubicBezTo>
                  <a:close/>
                  <a:moveTo>
                    <a:pt x="8130" y="4163"/>
                  </a:moveTo>
                  <a:cubicBezTo>
                    <a:pt x="8374" y="4172"/>
                    <a:pt x="8569" y="4373"/>
                    <a:pt x="8569" y="4619"/>
                  </a:cubicBezTo>
                  <a:cubicBezTo>
                    <a:pt x="8569" y="4941"/>
                    <a:pt x="8348" y="5211"/>
                    <a:pt x="8050" y="5288"/>
                  </a:cubicBezTo>
                  <a:cubicBezTo>
                    <a:pt x="8117" y="4995"/>
                    <a:pt x="8128" y="4654"/>
                    <a:pt x="8130" y="4163"/>
                  </a:cubicBezTo>
                  <a:close/>
                  <a:moveTo>
                    <a:pt x="5973" y="318"/>
                  </a:moveTo>
                  <a:cubicBezTo>
                    <a:pt x="6227" y="320"/>
                    <a:pt x="6488" y="357"/>
                    <a:pt x="6746" y="435"/>
                  </a:cubicBezTo>
                  <a:cubicBezTo>
                    <a:pt x="7725" y="728"/>
                    <a:pt x="8280" y="1910"/>
                    <a:pt x="8305" y="2873"/>
                  </a:cubicBezTo>
                  <a:cubicBezTo>
                    <a:pt x="8315" y="3256"/>
                    <a:pt x="8237" y="3567"/>
                    <a:pt x="8100" y="3732"/>
                  </a:cubicBezTo>
                  <a:cubicBezTo>
                    <a:pt x="8020" y="3380"/>
                    <a:pt x="7790" y="3063"/>
                    <a:pt x="7440" y="2835"/>
                  </a:cubicBezTo>
                  <a:cubicBezTo>
                    <a:pt x="7393" y="2805"/>
                    <a:pt x="7346" y="2777"/>
                    <a:pt x="7298" y="2753"/>
                  </a:cubicBezTo>
                  <a:cubicBezTo>
                    <a:pt x="7275" y="2742"/>
                    <a:pt x="7251" y="2737"/>
                    <a:pt x="7227" y="2737"/>
                  </a:cubicBezTo>
                  <a:cubicBezTo>
                    <a:pt x="7168" y="2737"/>
                    <a:pt x="7112" y="2768"/>
                    <a:pt x="7084" y="2824"/>
                  </a:cubicBezTo>
                  <a:cubicBezTo>
                    <a:pt x="7046" y="2903"/>
                    <a:pt x="7078" y="2999"/>
                    <a:pt x="7156" y="3038"/>
                  </a:cubicBezTo>
                  <a:cubicBezTo>
                    <a:pt x="7193" y="3057"/>
                    <a:pt x="7230" y="3077"/>
                    <a:pt x="7265" y="3100"/>
                  </a:cubicBezTo>
                  <a:cubicBezTo>
                    <a:pt x="7470" y="3234"/>
                    <a:pt x="7812" y="3528"/>
                    <a:pt x="7812" y="4004"/>
                  </a:cubicBezTo>
                  <a:cubicBezTo>
                    <a:pt x="7812" y="5052"/>
                    <a:pt x="7794" y="5379"/>
                    <a:pt x="7383" y="5950"/>
                  </a:cubicBezTo>
                  <a:cubicBezTo>
                    <a:pt x="6767" y="6804"/>
                    <a:pt x="6056" y="7294"/>
                    <a:pt x="5432" y="7294"/>
                  </a:cubicBezTo>
                  <a:cubicBezTo>
                    <a:pt x="4809" y="7294"/>
                    <a:pt x="4099" y="6804"/>
                    <a:pt x="3483" y="5950"/>
                  </a:cubicBezTo>
                  <a:cubicBezTo>
                    <a:pt x="3071" y="5379"/>
                    <a:pt x="3053" y="5052"/>
                    <a:pt x="3053" y="4003"/>
                  </a:cubicBezTo>
                  <a:lnTo>
                    <a:pt x="3054" y="4003"/>
                  </a:lnTo>
                  <a:cubicBezTo>
                    <a:pt x="3054" y="3624"/>
                    <a:pt x="3256" y="3287"/>
                    <a:pt x="3609" y="3078"/>
                  </a:cubicBezTo>
                  <a:cubicBezTo>
                    <a:pt x="3983" y="2858"/>
                    <a:pt x="4182" y="2506"/>
                    <a:pt x="4322" y="2133"/>
                  </a:cubicBezTo>
                  <a:cubicBezTo>
                    <a:pt x="5136" y="2854"/>
                    <a:pt x="5799" y="2876"/>
                    <a:pt x="6339" y="2894"/>
                  </a:cubicBezTo>
                  <a:cubicBezTo>
                    <a:pt x="6389" y="2896"/>
                    <a:pt x="6439" y="2897"/>
                    <a:pt x="6488" y="2899"/>
                  </a:cubicBezTo>
                  <a:cubicBezTo>
                    <a:pt x="6490" y="2899"/>
                    <a:pt x="6493" y="2899"/>
                    <a:pt x="6495" y="2899"/>
                  </a:cubicBezTo>
                  <a:cubicBezTo>
                    <a:pt x="6579" y="2899"/>
                    <a:pt x="6650" y="2833"/>
                    <a:pt x="6654" y="2748"/>
                  </a:cubicBezTo>
                  <a:cubicBezTo>
                    <a:pt x="6658" y="2661"/>
                    <a:pt x="6589" y="2586"/>
                    <a:pt x="6502" y="2582"/>
                  </a:cubicBezTo>
                  <a:cubicBezTo>
                    <a:pt x="6452" y="2580"/>
                    <a:pt x="6401" y="2578"/>
                    <a:pt x="6350" y="2577"/>
                  </a:cubicBezTo>
                  <a:cubicBezTo>
                    <a:pt x="5781" y="2557"/>
                    <a:pt x="5193" y="2537"/>
                    <a:pt x="4404" y="1775"/>
                  </a:cubicBezTo>
                  <a:lnTo>
                    <a:pt x="4321" y="971"/>
                  </a:lnTo>
                  <a:cubicBezTo>
                    <a:pt x="4751" y="546"/>
                    <a:pt x="5340" y="318"/>
                    <a:pt x="5967" y="318"/>
                  </a:cubicBezTo>
                  <a:close/>
                  <a:moveTo>
                    <a:pt x="6459" y="7287"/>
                  </a:moveTo>
                  <a:lnTo>
                    <a:pt x="6542" y="7998"/>
                  </a:lnTo>
                  <a:lnTo>
                    <a:pt x="6541" y="7998"/>
                  </a:lnTo>
                  <a:cubicBezTo>
                    <a:pt x="6562" y="8181"/>
                    <a:pt x="6511" y="8364"/>
                    <a:pt x="6400" y="8502"/>
                  </a:cubicBezTo>
                  <a:cubicBezTo>
                    <a:pt x="6190" y="8763"/>
                    <a:pt x="5865" y="8896"/>
                    <a:pt x="5433" y="8896"/>
                  </a:cubicBezTo>
                  <a:cubicBezTo>
                    <a:pt x="5001" y="8896"/>
                    <a:pt x="4675" y="8763"/>
                    <a:pt x="4466" y="8502"/>
                  </a:cubicBezTo>
                  <a:cubicBezTo>
                    <a:pt x="4355" y="8364"/>
                    <a:pt x="4303" y="8181"/>
                    <a:pt x="4325" y="7998"/>
                  </a:cubicBezTo>
                  <a:lnTo>
                    <a:pt x="4408" y="7288"/>
                  </a:lnTo>
                  <a:cubicBezTo>
                    <a:pt x="4752" y="7498"/>
                    <a:pt x="5101" y="7611"/>
                    <a:pt x="5433" y="7611"/>
                  </a:cubicBezTo>
                  <a:cubicBezTo>
                    <a:pt x="5765" y="7611"/>
                    <a:pt x="6114" y="7498"/>
                    <a:pt x="6459" y="7287"/>
                  </a:cubicBezTo>
                  <a:close/>
                  <a:moveTo>
                    <a:pt x="6861" y="8154"/>
                  </a:moveTo>
                  <a:lnTo>
                    <a:pt x="7837" y="8397"/>
                  </a:lnTo>
                  <a:cubicBezTo>
                    <a:pt x="8484" y="8559"/>
                    <a:pt x="9029" y="8968"/>
                    <a:pt x="9365" y="9535"/>
                  </a:cubicBezTo>
                  <a:lnTo>
                    <a:pt x="7910" y="9535"/>
                  </a:lnTo>
                  <a:cubicBezTo>
                    <a:pt x="7823" y="9535"/>
                    <a:pt x="7752" y="9605"/>
                    <a:pt x="7752" y="9693"/>
                  </a:cubicBezTo>
                  <a:cubicBezTo>
                    <a:pt x="7752" y="9782"/>
                    <a:pt x="7823" y="9852"/>
                    <a:pt x="7910" y="9852"/>
                  </a:cubicBezTo>
                  <a:lnTo>
                    <a:pt x="10530" y="9852"/>
                  </a:lnTo>
                  <a:lnTo>
                    <a:pt x="10530" y="10530"/>
                  </a:lnTo>
                  <a:lnTo>
                    <a:pt x="319" y="10530"/>
                  </a:lnTo>
                  <a:lnTo>
                    <a:pt x="319" y="9852"/>
                  </a:lnTo>
                  <a:lnTo>
                    <a:pt x="7170" y="9852"/>
                  </a:lnTo>
                  <a:cubicBezTo>
                    <a:pt x="7257" y="9852"/>
                    <a:pt x="7329" y="9782"/>
                    <a:pt x="7329" y="9693"/>
                  </a:cubicBezTo>
                  <a:cubicBezTo>
                    <a:pt x="7329" y="9605"/>
                    <a:pt x="7257" y="9535"/>
                    <a:pt x="7170" y="9535"/>
                  </a:cubicBezTo>
                  <a:lnTo>
                    <a:pt x="1504" y="9535"/>
                  </a:lnTo>
                  <a:cubicBezTo>
                    <a:pt x="1839" y="8969"/>
                    <a:pt x="2384" y="8559"/>
                    <a:pt x="3031" y="8397"/>
                  </a:cubicBezTo>
                  <a:lnTo>
                    <a:pt x="4006" y="8154"/>
                  </a:lnTo>
                  <a:cubicBezTo>
                    <a:pt x="4020" y="8355"/>
                    <a:pt x="4094" y="8547"/>
                    <a:pt x="4218" y="8701"/>
                  </a:cubicBezTo>
                  <a:cubicBezTo>
                    <a:pt x="4406" y="8935"/>
                    <a:pt x="4770" y="9213"/>
                    <a:pt x="5433" y="9213"/>
                  </a:cubicBezTo>
                  <a:cubicBezTo>
                    <a:pt x="6097" y="9213"/>
                    <a:pt x="6460" y="8935"/>
                    <a:pt x="6647" y="8701"/>
                  </a:cubicBezTo>
                  <a:cubicBezTo>
                    <a:pt x="6772" y="8547"/>
                    <a:pt x="6847" y="8354"/>
                    <a:pt x="6861" y="8154"/>
                  </a:cubicBezTo>
                  <a:close/>
                  <a:moveTo>
                    <a:pt x="1324" y="0"/>
                  </a:moveTo>
                  <a:cubicBezTo>
                    <a:pt x="595" y="0"/>
                    <a:pt x="0" y="594"/>
                    <a:pt x="0" y="1324"/>
                  </a:cubicBezTo>
                  <a:lnTo>
                    <a:pt x="0" y="4389"/>
                  </a:lnTo>
                  <a:cubicBezTo>
                    <a:pt x="0" y="4477"/>
                    <a:pt x="72" y="4549"/>
                    <a:pt x="159" y="4549"/>
                  </a:cubicBezTo>
                  <a:cubicBezTo>
                    <a:pt x="247" y="4549"/>
                    <a:pt x="318" y="4477"/>
                    <a:pt x="318" y="4389"/>
                  </a:cubicBezTo>
                  <a:lnTo>
                    <a:pt x="318" y="1324"/>
                  </a:lnTo>
                  <a:cubicBezTo>
                    <a:pt x="318" y="769"/>
                    <a:pt x="770" y="318"/>
                    <a:pt x="1324" y="318"/>
                  </a:cubicBezTo>
                  <a:lnTo>
                    <a:pt x="4675" y="318"/>
                  </a:lnTo>
                  <a:cubicBezTo>
                    <a:pt x="4473" y="427"/>
                    <a:pt x="4286" y="562"/>
                    <a:pt x="4120" y="724"/>
                  </a:cubicBezTo>
                  <a:cubicBezTo>
                    <a:pt x="3985" y="673"/>
                    <a:pt x="3845" y="647"/>
                    <a:pt x="3694" y="646"/>
                  </a:cubicBezTo>
                  <a:cubicBezTo>
                    <a:pt x="3690" y="646"/>
                    <a:pt x="3686" y="646"/>
                    <a:pt x="3682" y="646"/>
                  </a:cubicBezTo>
                  <a:cubicBezTo>
                    <a:pt x="3258" y="646"/>
                    <a:pt x="2859" y="811"/>
                    <a:pt x="2555" y="1112"/>
                  </a:cubicBezTo>
                  <a:cubicBezTo>
                    <a:pt x="2293" y="1373"/>
                    <a:pt x="1980" y="1858"/>
                    <a:pt x="1980" y="2688"/>
                  </a:cubicBezTo>
                  <a:cubicBezTo>
                    <a:pt x="1980" y="3095"/>
                    <a:pt x="2095" y="3638"/>
                    <a:pt x="2384" y="3939"/>
                  </a:cubicBezTo>
                  <a:cubicBezTo>
                    <a:pt x="2144" y="4070"/>
                    <a:pt x="1980" y="4326"/>
                    <a:pt x="1980" y="4619"/>
                  </a:cubicBezTo>
                  <a:cubicBezTo>
                    <a:pt x="1980" y="5154"/>
                    <a:pt x="2399" y="5594"/>
                    <a:pt x="2925" y="5625"/>
                  </a:cubicBezTo>
                  <a:cubicBezTo>
                    <a:pt x="2996" y="5789"/>
                    <a:pt x="3092" y="5952"/>
                    <a:pt x="3225" y="6136"/>
                  </a:cubicBezTo>
                  <a:cubicBezTo>
                    <a:pt x="3356" y="6316"/>
                    <a:pt x="3490" y="6482"/>
                    <a:pt x="3628" y="6632"/>
                  </a:cubicBezTo>
                  <a:lnTo>
                    <a:pt x="1324" y="6632"/>
                  </a:lnTo>
                  <a:cubicBezTo>
                    <a:pt x="770" y="6632"/>
                    <a:pt x="318" y="6181"/>
                    <a:pt x="318" y="5626"/>
                  </a:cubicBezTo>
                  <a:lnTo>
                    <a:pt x="318" y="5135"/>
                  </a:lnTo>
                  <a:cubicBezTo>
                    <a:pt x="318" y="5046"/>
                    <a:pt x="247" y="4976"/>
                    <a:pt x="159" y="4976"/>
                  </a:cubicBezTo>
                  <a:cubicBezTo>
                    <a:pt x="72" y="4976"/>
                    <a:pt x="0" y="5046"/>
                    <a:pt x="0" y="5135"/>
                  </a:cubicBezTo>
                  <a:lnTo>
                    <a:pt x="0" y="5626"/>
                  </a:lnTo>
                  <a:cubicBezTo>
                    <a:pt x="0" y="6356"/>
                    <a:pt x="595" y="6950"/>
                    <a:pt x="1324" y="6950"/>
                  </a:cubicBezTo>
                  <a:lnTo>
                    <a:pt x="3953" y="6950"/>
                  </a:lnTo>
                  <a:cubicBezTo>
                    <a:pt x="4006" y="6996"/>
                    <a:pt x="4059" y="7040"/>
                    <a:pt x="4111" y="7082"/>
                  </a:cubicBezTo>
                  <a:lnTo>
                    <a:pt x="4025" y="7822"/>
                  </a:lnTo>
                  <a:lnTo>
                    <a:pt x="2954" y="8089"/>
                  </a:lnTo>
                  <a:cubicBezTo>
                    <a:pt x="2163" y="8287"/>
                    <a:pt x="1508" y="8811"/>
                    <a:pt x="1141" y="9535"/>
                  </a:cubicBezTo>
                  <a:lnTo>
                    <a:pt x="265" y="9535"/>
                  </a:lnTo>
                  <a:cubicBezTo>
                    <a:pt x="119" y="9535"/>
                    <a:pt x="0" y="9653"/>
                    <a:pt x="0" y="9799"/>
                  </a:cubicBezTo>
                  <a:lnTo>
                    <a:pt x="0" y="10583"/>
                  </a:lnTo>
                  <a:cubicBezTo>
                    <a:pt x="0" y="10729"/>
                    <a:pt x="120" y="10848"/>
                    <a:pt x="265" y="10848"/>
                  </a:cubicBezTo>
                  <a:lnTo>
                    <a:pt x="10583" y="10848"/>
                  </a:lnTo>
                  <a:cubicBezTo>
                    <a:pt x="10729" y="10848"/>
                    <a:pt x="10848" y="10729"/>
                    <a:pt x="10848" y="10583"/>
                  </a:cubicBezTo>
                  <a:lnTo>
                    <a:pt x="10848" y="9799"/>
                  </a:lnTo>
                  <a:cubicBezTo>
                    <a:pt x="10848" y="9653"/>
                    <a:pt x="10729" y="9535"/>
                    <a:pt x="10583" y="9535"/>
                  </a:cubicBezTo>
                  <a:lnTo>
                    <a:pt x="9727" y="9535"/>
                  </a:lnTo>
                  <a:cubicBezTo>
                    <a:pt x="9360" y="8811"/>
                    <a:pt x="8705" y="8287"/>
                    <a:pt x="7913" y="8089"/>
                  </a:cubicBezTo>
                  <a:lnTo>
                    <a:pt x="6840" y="7821"/>
                  </a:lnTo>
                  <a:lnTo>
                    <a:pt x="6754" y="7081"/>
                  </a:lnTo>
                  <a:cubicBezTo>
                    <a:pt x="6807" y="7039"/>
                    <a:pt x="6860" y="6996"/>
                    <a:pt x="6912" y="6950"/>
                  </a:cubicBezTo>
                  <a:lnTo>
                    <a:pt x="9525" y="6950"/>
                  </a:lnTo>
                  <a:cubicBezTo>
                    <a:pt x="10255" y="6950"/>
                    <a:pt x="10849" y="6356"/>
                    <a:pt x="10849" y="5626"/>
                  </a:cubicBezTo>
                  <a:lnTo>
                    <a:pt x="10849" y="1324"/>
                  </a:lnTo>
                  <a:cubicBezTo>
                    <a:pt x="10849" y="594"/>
                    <a:pt x="10255" y="0"/>
                    <a:pt x="9525" y="0"/>
                  </a:cubicBezTo>
                  <a:lnTo>
                    <a:pt x="9005" y="0"/>
                  </a:lnTo>
                  <a:cubicBezTo>
                    <a:pt x="8917" y="0"/>
                    <a:pt x="8847" y="72"/>
                    <a:pt x="8847" y="160"/>
                  </a:cubicBezTo>
                  <a:cubicBezTo>
                    <a:pt x="8847" y="247"/>
                    <a:pt x="8917" y="318"/>
                    <a:pt x="9005" y="318"/>
                  </a:cubicBezTo>
                  <a:lnTo>
                    <a:pt x="9525" y="318"/>
                  </a:lnTo>
                  <a:cubicBezTo>
                    <a:pt x="10079" y="318"/>
                    <a:pt x="10530" y="769"/>
                    <a:pt x="10530" y="1324"/>
                  </a:cubicBezTo>
                  <a:lnTo>
                    <a:pt x="10530" y="5626"/>
                  </a:lnTo>
                  <a:cubicBezTo>
                    <a:pt x="10530" y="6181"/>
                    <a:pt x="10079" y="6632"/>
                    <a:pt x="9525" y="6632"/>
                  </a:cubicBezTo>
                  <a:lnTo>
                    <a:pt x="7237" y="6632"/>
                  </a:lnTo>
                  <a:cubicBezTo>
                    <a:pt x="7375" y="6482"/>
                    <a:pt x="7510" y="6316"/>
                    <a:pt x="7641" y="6136"/>
                  </a:cubicBezTo>
                  <a:cubicBezTo>
                    <a:pt x="7773" y="5952"/>
                    <a:pt x="7870" y="5789"/>
                    <a:pt x="7940" y="5625"/>
                  </a:cubicBezTo>
                  <a:cubicBezTo>
                    <a:pt x="8467" y="5594"/>
                    <a:pt x="8886" y="5154"/>
                    <a:pt x="8886" y="4619"/>
                  </a:cubicBezTo>
                  <a:cubicBezTo>
                    <a:pt x="8886" y="4285"/>
                    <a:pt x="8674" y="4000"/>
                    <a:pt x="8378" y="3891"/>
                  </a:cubicBezTo>
                  <a:cubicBezTo>
                    <a:pt x="8546" y="3660"/>
                    <a:pt x="8634" y="3303"/>
                    <a:pt x="8623" y="2865"/>
                  </a:cubicBezTo>
                  <a:cubicBezTo>
                    <a:pt x="8609" y="2322"/>
                    <a:pt x="8443" y="1735"/>
                    <a:pt x="8167" y="1255"/>
                  </a:cubicBezTo>
                  <a:cubicBezTo>
                    <a:pt x="7931" y="842"/>
                    <a:pt x="7625" y="524"/>
                    <a:pt x="7271" y="318"/>
                  </a:cubicBezTo>
                  <a:lnTo>
                    <a:pt x="8266" y="318"/>
                  </a:lnTo>
                  <a:cubicBezTo>
                    <a:pt x="8353" y="318"/>
                    <a:pt x="8425" y="247"/>
                    <a:pt x="8425" y="160"/>
                  </a:cubicBezTo>
                  <a:cubicBezTo>
                    <a:pt x="8425" y="72"/>
                    <a:pt x="8353" y="0"/>
                    <a:pt x="82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59"/>
            <p:cNvSpPr/>
            <p:nvPr/>
          </p:nvSpPr>
          <p:spPr>
            <a:xfrm>
              <a:off x="5387795" y="913429"/>
              <a:ext cx="24887" cy="11290"/>
            </a:xfrm>
            <a:custGeom>
              <a:avLst/>
              <a:gdLst/>
              <a:ahLst/>
              <a:cxnLst/>
              <a:rect l="l" t="t" r="r" b="b"/>
              <a:pathLst>
                <a:path w="701" h="318" extrusionOk="0">
                  <a:moveTo>
                    <a:pt x="159" y="1"/>
                  </a:moveTo>
                  <a:cubicBezTo>
                    <a:pt x="72" y="1"/>
                    <a:pt x="1" y="71"/>
                    <a:pt x="1" y="159"/>
                  </a:cubicBezTo>
                  <a:cubicBezTo>
                    <a:pt x="1" y="247"/>
                    <a:pt x="72" y="318"/>
                    <a:pt x="159" y="318"/>
                  </a:cubicBezTo>
                  <a:lnTo>
                    <a:pt x="541" y="318"/>
                  </a:lnTo>
                  <a:cubicBezTo>
                    <a:pt x="629" y="318"/>
                    <a:pt x="700" y="247"/>
                    <a:pt x="700" y="159"/>
                  </a:cubicBezTo>
                  <a:cubicBezTo>
                    <a:pt x="700" y="71"/>
                    <a:pt x="629" y="1"/>
                    <a:pt x="5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59"/>
            <p:cNvSpPr/>
            <p:nvPr/>
          </p:nvSpPr>
          <p:spPr>
            <a:xfrm>
              <a:off x="5384848" y="886305"/>
              <a:ext cx="30781" cy="12781"/>
            </a:xfrm>
            <a:custGeom>
              <a:avLst/>
              <a:gdLst/>
              <a:ahLst/>
              <a:cxnLst/>
              <a:rect l="l" t="t" r="r" b="b"/>
              <a:pathLst>
                <a:path w="867" h="360" extrusionOk="0">
                  <a:moveTo>
                    <a:pt x="179" y="0"/>
                  </a:moveTo>
                  <a:cubicBezTo>
                    <a:pt x="112" y="0"/>
                    <a:pt x="51" y="42"/>
                    <a:pt x="29" y="109"/>
                  </a:cubicBezTo>
                  <a:cubicBezTo>
                    <a:pt x="1" y="192"/>
                    <a:pt x="45" y="282"/>
                    <a:pt x="129" y="310"/>
                  </a:cubicBezTo>
                  <a:cubicBezTo>
                    <a:pt x="227" y="343"/>
                    <a:pt x="330" y="359"/>
                    <a:pt x="433" y="359"/>
                  </a:cubicBezTo>
                  <a:cubicBezTo>
                    <a:pt x="537" y="359"/>
                    <a:pt x="639" y="343"/>
                    <a:pt x="738" y="310"/>
                  </a:cubicBezTo>
                  <a:cubicBezTo>
                    <a:pt x="821" y="282"/>
                    <a:pt x="866" y="192"/>
                    <a:pt x="838" y="109"/>
                  </a:cubicBezTo>
                  <a:cubicBezTo>
                    <a:pt x="816" y="42"/>
                    <a:pt x="754" y="0"/>
                    <a:pt x="688" y="0"/>
                  </a:cubicBezTo>
                  <a:cubicBezTo>
                    <a:pt x="671" y="0"/>
                    <a:pt x="654" y="3"/>
                    <a:pt x="637" y="9"/>
                  </a:cubicBezTo>
                  <a:cubicBezTo>
                    <a:pt x="571" y="31"/>
                    <a:pt x="503" y="41"/>
                    <a:pt x="434" y="41"/>
                  </a:cubicBezTo>
                  <a:cubicBezTo>
                    <a:pt x="365" y="41"/>
                    <a:pt x="296" y="31"/>
                    <a:pt x="230" y="9"/>
                  </a:cubicBezTo>
                  <a:cubicBezTo>
                    <a:pt x="213" y="3"/>
                    <a:pt x="196" y="0"/>
                    <a:pt x="1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59"/>
            <p:cNvSpPr/>
            <p:nvPr/>
          </p:nvSpPr>
          <p:spPr>
            <a:xfrm>
              <a:off x="5344908" y="869335"/>
              <a:ext cx="35467" cy="14769"/>
            </a:xfrm>
            <a:custGeom>
              <a:avLst/>
              <a:gdLst/>
              <a:ahLst/>
              <a:cxnLst/>
              <a:rect l="l" t="t" r="r" b="b"/>
              <a:pathLst>
                <a:path w="999" h="416" extrusionOk="0">
                  <a:moveTo>
                    <a:pt x="181" y="0"/>
                  </a:moveTo>
                  <a:cubicBezTo>
                    <a:pt x="130" y="0"/>
                    <a:pt x="80" y="25"/>
                    <a:pt x="49" y="71"/>
                  </a:cubicBezTo>
                  <a:cubicBezTo>
                    <a:pt x="1" y="144"/>
                    <a:pt x="19" y="242"/>
                    <a:pt x="93" y="291"/>
                  </a:cubicBezTo>
                  <a:cubicBezTo>
                    <a:pt x="216" y="374"/>
                    <a:pt x="357" y="415"/>
                    <a:pt x="499" y="415"/>
                  </a:cubicBezTo>
                  <a:cubicBezTo>
                    <a:pt x="639" y="415"/>
                    <a:pt x="779" y="375"/>
                    <a:pt x="902" y="294"/>
                  </a:cubicBezTo>
                  <a:lnTo>
                    <a:pt x="905" y="292"/>
                  </a:lnTo>
                  <a:cubicBezTo>
                    <a:pt x="977" y="243"/>
                    <a:pt x="998" y="145"/>
                    <a:pt x="949" y="72"/>
                  </a:cubicBezTo>
                  <a:cubicBezTo>
                    <a:pt x="919" y="26"/>
                    <a:pt x="868" y="1"/>
                    <a:pt x="817" y="1"/>
                  </a:cubicBezTo>
                  <a:cubicBezTo>
                    <a:pt x="787" y="1"/>
                    <a:pt x="756" y="9"/>
                    <a:pt x="729" y="27"/>
                  </a:cubicBezTo>
                  <a:lnTo>
                    <a:pt x="727" y="28"/>
                  </a:lnTo>
                  <a:cubicBezTo>
                    <a:pt x="657" y="74"/>
                    <a:pt x="578" y="98"/>
                    <a:pt x="499" y="98"/>
                  </a:cubicBezTo>
                  <a:cubicBezTo>
                    <a:pt x="419" y="98"/>
                    <a:pt x="339" y="74"/>
                    <a:pt x="269" y="27"/>
                  </a:cubicBezTo>
                  <a:cubicBezTo>
                    <a:pt x="242" y="9"/>
                    <a:pt x="211" y="0"/>
                    <a:pt x="1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59"/>
            <p:cNvSpPr/>
            <p:nvPr/>
          </p:nvSpPr>
          <p:spPr>
            <a:xfrm>
              <a:off x="5346825" y="831702"/>
              <a:ext cx="31597" cy="30142"/>
            </a:xfrm>
            <a:custGeom>
              <a:avLst/>
              <a:gdLst/>
              <a:ahLst/>
              <a:cxnLst/>
              <a:rect l="l" t="t" r="r" b="b"/>
              <a:pathLst>
                <a:path w="890" h="849" extrusionOk="0">
                  <a:moveTo>
                    <a:pt x="710" y="1"/>
                  </a:moveTo>
                  <a:cubicBezTo>
                    <a:pt x="692" y="1"/>
                    <a:pt x="674" y="4"/>
                    <a:pt x="656" y="10"/>
                  </a:cubicBezTo>
                  <a:lnTo>
                    <a:pt x="126" y="203"/>
                  </a:lnTo>
                  <a:cubicBezTo>
                    <a:pt x="43" y="233"/>
                    <a:pt x="1" y="323"/>
                    <a:pt x="31" y="406"/>
                  </a:cubicBezTo>
                  <a:cubicBezTo>
                    <a:pt x="55" y="471"/>
                    <a:pt x="116" y="511"/>
                    <a:pt x="180" y="511"/>
                  </a:cubicBezTo>
                  <a:cubicBezTo>
                    <a:pt x="199" y="511"/>
                    <a:pt x="216" y="508"/>
                    <a:pt x="235" y="502"/>
                  </a:cubicBezTo>
                  <a:lnTo>
                    <a:pt x="286" y="482"/>
                  </a:lnTo>
                  <a:lnTo>
                    <a:pt x="286" y="689"/>
                  </a:lnTo>
                  <a:cubicBezTo>
                    <a:pt x="286" y="777"/>
                    <a:pt x="357" y="849"/>
                    <a:pt x="445" y="849"/>
                  </a:cubicBezTo>
                  <a:cubicBezTo>
                    <a:pt x="533" y="849"/>
                    <a:pt x="604" y="777"/>
                    <a:pt x="604" y="689"/>
                  </a:cubicBezTo>
                  <a:lnTo>
                    <a:pt x="604" y="367"/>
                  </a:lnTo>
                  <a:lnTo>
                    <a:pt x="764" y="309"/>
                  </a:lnTo>
                  <a:cubicBezTo>
                    <a:pt x="847" y="279"/>
                    <a:pt x="889" y="187"/>
                    <a:pt x="859" y="105"/>
                  </a:cubicBezTo>
                  <a:cubicBezTo>
                    <a:pt x="836" y="40"/>
                    <a:pt x="775" y="1"/>
                    <a:pt x="7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59"/>
            <p:cNvSpPr/>
            <p:nvPr/>
          </p:nvSpPr>
          <p:spPr>
            <a:xfrm>
              <a:off x="5420102" y="869335"/>
              <a:ext cx="35467" cy="14769"/>
            </a:xfrm>
            <a:custGeom>
              <a:avLst/>
              <a:gdLst/>
              <a:ahLst/>
              <a:cxnLst/>
              <a:rect l="l" t="t" r="r" b="b"/>
              <a:pathLst>
                <a:path w="999" h="416" extrusionOk="0">
                  <a:moveTo>
                    <a:pt x="182" y="0"/>
                  </a:moveTo>
                  <a:cubicBezTo>
                    <a:pt x="131" y="0"/>
                    <a:pt x="80" y="25"/>
                    <a:pt x="50" y="71"/>
                  </a:cubicBezTo>
                  <a:cubicBezTo>
                    <a:pt x="1" y="144"/>
                    <a:pt x="21" y="242"/>
                    <a:pt x="93" y="291"/>
                  </a:cubicBezTo>
                  <a:lnTo>
                    <a:pt x="93" y="292"/>
                  </a:lnTo>
                  <a:cubicBezTo>
                    <a:pt x="217" y="374"/>
                    <a:pt x="359" y="415"/>
                    <a:pt x="500" y="415"/>
                  </a:cubicBezTo>
                  <a:cubicBezTo>
                    <a:pt x="642" y="415"/>
                    <a:pt x="780" y="375"/>
                    <a:pt x="903" y="294"/>
                  </a:cubicBezTo>
                  <a:lnTo>
                    <a:pt x="905" y="292"/>
                  </a:lnTo>
                  <a:cubicBezTo>
                    <a:pt x="979" y="243"/>
                    <a:pt x="998" y="145"/>
                    <a:pt x="950" y="72"/>
                  </a:cubicBezTo>
                  <a:cubicBezTo>
                    <a:pt x="920" y="26"/>
                    <a:pt x="869" y="1"/>
                    <a:pt x="818" y="1"/>
                  </a:cubicBezTo>
                  <a:cubicBezTo>
                    <a:pt x="787" y="1"/>
                    <a:pt x="757" y="9"/>
                    <a:pt x="730" y="27"/>
                  </a:cubicBezTo>
                  <a:lnTo>
                    <a:pt x="727" y="28"/>
                  </a:lnTo>
                  <a:cubicBezTo>
                    <a:pt x="657" y="74"/>
                    <a:pt x="578" y="98"/>
                    <a:pt x="499" y="98"/>
                  </a:cubicBezTo>
                  <a:cubicBezTo>
                    <a:pt x="419" y="98"/>
                    <a:pt x="340" y="74"/>
                    <a:pt x="271" y="27"/>
                  </a:cubicBezTo>
                  <a:cubicBezTo>
                    <a:pt x="243" y="9"/>
                    <a:pt x="212" y="0"/>
                    <a:pt x="1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59"/>
            <p:cNvSpPr/>
            <p:nvPr/>
          </p:nvSpPr>
          <p:spPr>
            <a:xfrm>
              <a:off x="5422055" y="831666"/>
              <a:ext cx="31562" cy="30177"/>
            </a:xfrm>
            <a:custGeom>
              <a:avLst/>
              <a:gdLst/>
              <a:ahLst/>
              <a:cxnLst/>
              <a:rect l="l" t="t" r="r" b="b"/>
              <a:pathLst>
                <a:path w="889" h="850" extrusionOk="0">
                  <a:moveTo>
                    <a:pt x="180" y="0"/>
                  </a:moveTo>
                  <a:cubicBezTo>
                    <a:pt x="114" y="0"/>
                    <a:pt x="54" y="41"/>
                    <a:pt x="31" y="106"/>
                  </a:cubicBezTo>
                  <a:cubicBezTo>
                    <a:pt x="1" y="188"/>
                    <a:pt x="43" y="280"/>
                    <a:pt x="125" y="310"/>
                  </a:cubicBezTo>
                  <a:lnTo>
                    <a:pt x="286" y="368"/>
                  </a:lnTo>
                  <a:lnTo>
                    <a:pt x="286" y="690"/>
                  </a:lnTo>
                  <a:cubicBezTo>
                    <a:pt x="286" y="778"/>
                    <a:pt x="357" y="850"/>
                    <a:pt x="445" y="850"/>
                  </a:cubicBezTo>
                  <a:cubicBezTo>
                    <a:pt x="533" y="850"/>
                    <a:pt x="603" y="778"/>
                    <a:pt x="603" y="690"/>
                  </a:cubicBezTo>
                  <a:lnTo>
                    <a:pt x="603" y="483"/>
                  </a:lnTo>
                  <a:lnTo>
                    <a:pt x="655" y="502"/>
                  </a:lnTo>
                  <a:cubicBezTo>
                    <a:pt x="673" y="509"/>
                    <a:pt x="691" y="512"/>
                    <a:pt x="709" y="512"/>
                  </a:cubicBezTo>
                  <a:cubicBezTo>
                    <a:pt x="774" y="512"/>
                    <a:pt x="836" y="472"/>
                    <a:pt x="858" y="407"/>
                  </a:cubicBezTo>
                  <a:cubicBezTo>
                    <a:pt x="888" y="324"/>
                    <a:pt x="846" y="233"/>
                    <a:pt x="764" y="203"/>
                  </a:cubicBezTo>
                  <a:lnTo>
                    <a:pt x="234" y="10"/>
                  </a:lnTo>
                  <a:cubicBezTo>
                    <a:pt x="216" y="4"/>
                    <a:pt x="198" y="0"/>
                    <a:pt x="1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47" name="Google Shape;2347;p59"/>
          <p:cNvGrpSpPr/>
          <p:nvPr/>
        </p:nvGrpSpPr>
        <p:grpSpPr>
          <a:xfrm>
            <a:off x="8106600" y="2166330"/>
            <a:ext cx="472060" cy="483423"/>
            <a:chOff x="2035294" y="1544841"/>
            <a:chExt cx="376113" cy="385167"/>
          </a:xfrm>
        </p:grpSpPr>
        <p:sp>
          <p:nvSpPr>
            <p:cNvPr id="2348" name="Google Shape;2348;p59"/>
            <p:cNvSpPr/>
            <p:nvPr/>
          </p:nvSpPr>
          <p:spPr>
            <a:xfrm>
              <a:off x="2136547" y="1888185"/>
              <a:ext cx="22970" cy="41822"/>
            </a:xfrm>
            <a:custGeom>
              <a:avLst/>
              <a:gdLst/>
              <a:ahLst/>
              <a:cxnLst/>
              <a:rect l="l" t="t" r="r" b="b"/>
              <a:pathLst>
                <a:path w="647" h="1178" extrusionOk="0">
                  <a:moveTo>
                    <a:pt x="178" y="0"/>
                  </a:moveTo>
                  <a:cubicBezTo>
                    <a:pt x="163" y="0"/>
                    <a:pt x="148" y="2"/>
                    <a:pt x="133" y="7"/>
                  </a:cubicBezTo>
                  <a:cubicBezTo>
                    <a:pt x="48" y="32"/>
                    <a:pt x="0" y="120"/>
                    <a:pt x="25" y="204"/>
                  </a:cubicBezTo>
                  <a:cubicBezTo>
                    <a:pt x="173" y="709"/>
                    <a:pt x="312" y="1062"/>
                    <a:pt x="319" y="1077"/>
                  </a:cubicBezTo>
                  <a:cubicBezTo>
                    <a:pt x="343" y="1139"/>
                    <a:pt x="404" y="1177"/>
                    <a:pt x="467" y="1177"/>
                  </a:cubicBezTo>
                  <a:cubicBezTo>
                    <a:pt x="486" y="1177"/>
                    <a:pt x="506" y="1173"/>
                    <a:pt x="525" y="1166"/>
                  </a:cubicBezTo>
                  <a:cubicBezTo>
                    <a:pt x="607" y="1134"/>
                    <a:pt x="646" y="1042"/>
                    <a:pt x="614" y="960"/>
                  </a:cubicBezTo>
                  <a:cubicBezTo>
                    <a:pt x="613" y="957"/>
                    <a:pt x="474" y="605"/>
                    <a:pt x="330" y="115"/>
                  </a:cubicBezTo>
                  <a:cubicBezTo>
                    <a:pt x="310" y="45"/>
                    <a:pt x="247" y="0"/>
                    <a:pt x="1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59"/>
            <p:cNvSpPr/>
            <p:nvPr/>
          </p:nvSpPr>
          <p:spPr>
            <a:xfrm>
              <a:off x="2187919" y="1739607"/>
              <a:ext cx="29538" cy="16367"/>
            </a:xfrm>
            <a:custGeom>
              <a:avLst/>
              <a:gdLst/>
              <a:ahLst/>
              <a:cxnLst/>
              <a:rect l="l" t="t" r="r" b="b"/>
              <a:pathLst>
                <a:path w="832" h="461" extrusionOk="0">
                  <a:moveTo>
                    <a:pt x="182" y="0"/>
                  </a:moveTo>
                  <a:cubicBezTo>
                    <a:pt x="131" y="0"/>
                    <a:pt x="81" y="25"/>
                    <a:pt x="50" y="69"/>
                  </a:cubicBezTo>
                  <a:cubicBezTo>
                    <a:pt x="1" y="141"/>
                    <a:pt x="19" y="241"/>
                    <a:pt x="91" y="290"/>
                  </a:cubicBezTo>
                  <a:cubicBezTo>
                    <a:pt x="251" y="400"/>
                    <a:pt x="443" y="460"/>
                    <a:pt x="637" y="460"/>
                  </a:cubicBezTo>
                  <a:cubicBezTo>
                    <a:pt x="650" y="460"/>
                    <a:pt x="662" y="460"/>
                    <a:pt x="675" y="459"/>
                  </a:cubicBezTo>
                  <a:cubicBezTo>
                    <a:pt x="763" y="456"/>
                    <a:pt x="831" y="382"/>
                    <a:pt x="827" y="294"/>
                  </a:cubicBezTo>
                  <a:cubicBezTo>
                    <a:pt x="824" y="208"/>
                    <a:pt x="753" y="142"/>
                    <a:pt x="668" y="142"/>
                  </a:cubicBezTo>
                  <a:cubicBezTo>
                    <a:pt x="666" y="142"/>
                    <a:pt x="664" y="142"/>
                    <a:pt x="662" y="142"/>
                  </a:cubicBezTo>
                  <a:cubicBezTo>
                    <a:pt x="654" y="142"/>
                    <a:pt x="646" y="143"/>
                    <a:pt x="639" y="143"/>
                  </a:cubicBezTo>
                  <a:cubicBezTo>
                    <a:pt x="509" y="143"/>
                    <a:pt x="379" y="102"/>
                    <a:pt x="272" y="29"/>
                  </a:cubicBezTo>
                  <a:cubicBezTo>
                    <a:pt x="245" y="10"/>
                    <a:pt x="213" y="0"/>
                    <a:pt x="1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59"/>
            <p:cNvSpPr/>
            <p:nvPr/>
          </p:nvSpPr>
          <p:spPr>
            <a:xfrm>
              <a:off x="2229954" y="1716531"/>
              <a:ext cx="28828" cy="25384"/>
            </a:xfrm>
            <a:custGeom>
              <a:avLst/>
              <a:gdLst/>
              <a:ahLst/>
              <a:cxnLst/>
              <a:rect l="l" t="t" r="r" b="b"/>
              <a:pathLst>
                <a:path w="812" h="715" extrusionOk="0">
                  <a:moveTo>
                    <a:pt x="178" y="0"/>
                  </a:moveTo>
                  <a:cubicBezTo>
                    <a:pt x="134" y="0"/>
                    <a:pt x="89" y="19"/>
                    <a:pt x="58" y="55"/>
                  </a:cubicBezTo>
                  <a:cubicBezTo>
                    <a:pt x="1" y="121"/>
                    <a:pt x="8" y="222"/>
                    <a:pt x="73" y="279"/>
                  </a:cubicBezTo>
                  <a:lnTo>
                    <a:pt x="530" y="675"/>
                  </a:lnTo>
                  <a:cubicBezTo>
                    <a:pt x="560" y="701"/>
                    <a:pt x="597" y="714"/>
                    <a:pt x="633" y="714"/>
                  </a:cubicBezTo>
                  <a:cubicBezTo>
                    <a:pt x="678" y="714"/>
                    <a:pt x="722" y="696"/>
                    <a:pt x="753" y="659"/>
                  </a:cubicBezTo>
                  <a:cubicBezTo>
                    <a:pt x="812" y="593"/>
                    <a:pt x="804" y="492"/>
                    <a:pt x="738" y="435"/>
                  </a:cubicBezTo>
                  <a:lnTo>
                    <a:pt x="283" y="39"/>
                  </a:lnTo>
                  <a:cubicBezTo>
                    <a:pt x="253" y="13"/>
                    <a:pt x="215" y="0"/>
                    <a:pt x="1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59"/>
            <p:cNvSpPr/>
            <p:nvPr/>
          </p:nvSpPr>
          <p:spPr>
            <a:xfrm>
              <a:off x="2160653" y="1702472"/>
              <a:ext cx="33301" cy="14556"/>
            </a:xfrm>
            <a:custGeom>
              <a:avLst/>
              <a:gdLst/>
              <a:ahLst/>
              <a:cxnLst/>
              <a:rect l="l" t="t" r="r" b="b"/>
              <a:pathLst>
                <a:path w="938" h="410" extrusionOk="0">
                  <a:moveTo>
                    <a:pt x="766" y="0"/>
                  </a:moveTo>
                  <a:cubicBezTo>
                    <a:pt x="758" y="0"/>
                    <a:pt x="751" y="1"/>
                    <a:pt x="743" y="2"/>
                  </a:cubicBezTo>
                  <a:lnTo>
                    <a:pt x="147" y="93"/>
                  </a:lnTo>
                  <a:cubicBezTo>
                    <a:pt x="60" y="107"/>
                    <a:pt x="0" y="188"/>
                    <a:pt x="13" y="275"/>
                  </a:cubicBezTo>
                  <a:cubicBezTo>
                    <a:pt x="25" y="352"/>
                    <a:pt x="93" y="409"/>
                    <a:pt x="170" y="409"/>
                  </a:cubicBezTo>
                  <a:cubicBezTo>
                    <a:pt x="178" y="409"/>
                    <a:pt x="186" y="408"/>
                    <a:pt x="194" y="407"/>
                  </a:cubicBezTo>
                  <a:lnTo>
                    <a:pt x="792" y="316"/>
                  </a:lnTo>
                  <a:cubicBezTo>
                    <a:pt x="878" y="304"/>
                    <a:pt x="938" y="223"/>
                    <a:pt x="924" y="136"/>
                  </a:cubicBezTo>
                  <a:cubicBezTo>
                    <a:pt x="912" y="56"/>
                    <a:pt x="844" y="0"/>
                    <a:pt x="7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59"/>
            <p:cNvSpPr/>
            <p:nvPr/>
          </p:nvSpPr>
          <p:spPr>
            <a:xfrm>
              <a:off x="2173647" y="1769891"/>
              <a:ext cx="39124" cy="21088"/>
            </a:xfrm>
            <a:custGeom>
              <a:avLst/>
              <a:gdLst/>
              <a:ahLst/>
              <a:cxnLst/>
              <a:rect l="l" t="t" r="r" b="b"/>
              <a:pathLst>
                <a:path w="1102" h="594" extrusionOk="0">
                  <a:moveTo>
                    <a:pt x="415" y="1"/>
                  </a:moveTo>
                  <a:cubicBezTo>
                    <a:pt x="296" y="1"/>
                    <a:pt x="184" y="30"/>
                    <a:pt x="96" y="87"/>
                  </a:cubicBezTo>
                  <a:cubicBezTo>
                    <a:pt x="22" y="135"/>
                    <a:pt x="0" y="233"/>
                    <a:pt x="48" y="307"/>
                  </a:cubicBezTo>
                  <a:cubicBezTo>
                    <a:pt x="78" y="354"/>
                    <a:pt x="129" y="380"/>
                    <a:pt x="181" y="380"/>
                  </a:cubicBezTo>
                  <a:cubicBezTo>
                    <a:pt x="211" y="380"/>
                    <a:pt x="241" y="371"/>
                    <a:pt x="268" y="354"/>
                  </a:cubicBezTo>
                  <a:cubicBezTo>
                    <a:pt x="298" y="334"/>
                    <a:pt x="349" y="318"/>
                    <a:pt x="415" y="318"/>
                  </a:cubicBezTo>
                  <a:cubicBezTo>
                    <a:pt x="455" y="318"/>
                    <a:pt x="499" y="324"/>
                    <a:pt x="548" y="338"/>
                  </a:cubicBezTo>
                  <a:cubicBezTo>
                    <a:pt x="677" y="376"/>
                    <a:pt x="752" y="449"/>
                    <a:pt x="776" y="501"/>
                  </a:cubicBezTo>
                  <a:cubicBezTo>
                    <a:pt x="803" y="559"/>
                    <a:pt x="860" y="593"/>
                    <a:pt x="920" y="593"/>
                  </a:cubicBezTo>
                  <a:cubicBezTo>
                    <a:pt x="943" y="593"/>
                    <a:pt x="965" y="589"/>
                    <a:pt x="986" y="579"/>
                  </a:cubicBezTo>
                  <a:cubicBezTo>
                    <a:pt x="1066" y="542"/>
                    <a:pt x="1102" y="447"/>
                    <a:pt x="1064" y="368"/>
                  </a:cubicBezTo>
                  <a:cubicBezTo>
                    <a:pt x="994" y="216"/>
                    <a:pt x="834" y="91"/>
                    <a:pt x="636" y="32"/>
                  </a:cubicBezTo>
                  <a:lnTo>
                    <a:pt x="636" y="34"/>
                  </a:lnTo>
                  <a:cubicBezTo>
                    <a:pt x="562" y="12"/>
                    <a:pt x="487" y="1"/>
                    <a:pt x="4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59"/>
            <p:cNvSpPr/>
            <p:nvPr/>
          </p:nvSpPr>
          <p:spPr>
            <a:xfrm>
              <a:off x="2035294" y="1544841"/>
              <a:ext cx="376113" cy="385167"/>
            </a:xfrm>
            <a:custGeom>
              <a:avLst/>
              <a:gdLst/>
              <a:ahLst/>
              <a:cxnLst/>
              <a:rect l="l" t="t" r="r" b="b"/>
              <a:pathLst>
                <a:path w="10594" h="10849" extrusionOk="0">
                  <a:moveTo>
                    <a:pt x="3925" y="927"/>
                  </a:moveTo>
                  <a:cubicBezTo>
                    <a:pt x="4047" y="927"/>
                    <a:pt x="4169" y="944"/>
                    <a:pt x="4288" y="980"/>
                  </a:cubicBezTo>
                  <a:cubicBezTo>
                    <a:pt x="4395" y="1012"/>
                    <a:pt x="4489" y="1059"/>
                    <a:pt x="4574" y="1123"/>
                  </a:cubicBezTo>
                  <a:lnTo>
                    <a:pt x="4428" y="1921"/>
                  </a:lnTo>
                  <a:cubicBezTo>
                    <a:pt x="4204" y="2251"/>
                    <a:pt x="3986" y="2501"/>
                    <a:pt x="3691" y="2624"/>
                  </a:cubicBezTo>
                  <a:cubicBezTo>
                    <a:pt x="3306" y="2341"/>
                    <a:pt x="2955" y="2061"/>
                    <a:pt x="2650" y="1796"/>
                  </a:cubicBezTo>
                  <a:cubicBezTo>
                    <a:pt x="2814" y="1476"/>
                    <a:pt x="3038" y="1234"/>
                    <a:pt x="3312" y="1085"/>
                  </a:cubicBezTo>
                  <a:cubicBezTo>
                    <a:pt x="3504" y="980"/>
                    <a:pt x="3714" y="927"/>
                    <a:pt x="3925" y="927"/>
                  </a:cubicBezTo>
                  <a:close/>
                  <a:moveTo>
                    <a:pt x="2123" y="2344"/>
                  </a:moveTo>
                  <a:cubicBezTo>
                    <a:pt x="2074" y="2600"/>
                    <a:pt x="2064" y="2869"/>
                    <a:pt x="2101" y="3096"/>
                  </a:cubicBezTo>
                  <a:cubicBezTo>
                    <a:pt x="2120" y="3221"/>
                    <a:pt x="2155" y="3332"/>
                    <a:pt x="2199" y="3427"/>
                  </a:cubicBezTo>
                  <a:cubicBezTo>
                    <a:pt x="1143" y="3235"/>
                    <a:pt x="773" y="2956"/>
                    <a:pt x="790" y="2873"/>
                  </a:cubicBezTo>
                  <a:lnTo>
                    <a:pt x="790" y="2873"/>
                  </a:lnTo>
                  <a:lnTo>
                    <a:pt x="790" y="2874"/>
                  </a:lnTo>
                  <a:cubicBezTo>
                    <a:pt x="790" y="2814"/>
                    <a:pt x="1025" y="2562"/>
                    <a:pt x="2123" y="2344"/>
                  </a:cubicBezTo>
                  <a:close/>
                  <a:moveTo>
                    <a:pt x="2519" y="2105"/>
                  </a:moveTo>
                  <a:cubicBezTo>
                    <a:pt x="2766" y="2316"/>
                    <a:pt x="3041" y="2536"/>
                    <a:pt x="3337" y="2759"/>
                  </a:cubicBezTo>
                  <a:cubicBezTo>
                    <a:pt x="3025" y="2932"/>
                    <a:pt x="2755" y="3281"/>
                    <a:pt x="2624" y="3467"/>
                  </a:cubicBezTo>
                  <a:cubicBezTo>
                    <a:pt x="2494" y="3374"/>
                    <a:pt x="2439" y="3195"/>
                    <a:pt x="2415" y="3046"/>
                  </a:cubicBezTo>
                  <a:cubicBezTo>
                    <a:pt x="2376" y="2809"/>
                    <a:pt x="2400" y="2502"/>
                    <a:pt x="2475" y="2243"/>
                  </a:cubicBezTo>
                  <a:cubicBezTo>
                    <a:pt x="2488" y="2195"/>
                    <a:pt x="2504" y="2150"/>
                    <a:pt x="2519" y="2105"/>
                  </a:cubicBezTo>
                  <a:close/>
                  <a:moveTo>
                    <a:pt x="8550" y="2305"/>
                  </a:moveTo>
                  <a:cubicBezTo>
                    <a:pt x="9957" y="2526"/>
                    <a:pt x="10274" y="2815"/>
                    <a:pt x="10274" y="2913"/>
                  </a:cubicBezTo>
                  <a:cubicBezTo>
                    <a:pt x="10274" y="2932"/>
                    <a:pt x="10256" y="2961"/>
                    <a:pt x="10226" y="2991"/>
                  </a:cubicBezTo>
                  <a:cubicBezTo>
                    <a:pt x="10046" y="3170"/>
                    <a:pt x="9516" y="3351"/>
                    <a:pt x="8713" y="3487"/>
                  </a:cubicBezTo>
                  <a:cubicBezTo>
                    <a:pt x="8736" y="3101"/>
                    <a:pt x="8689" y="2691"/>
                    <a:pt x="8550" y="2305"/>
                  </a:cubicBezTo>
                  <a:close/>
                  <a:moveTo>
                    <a:pt x="3634" y="2978"/>
                  </a:moveTo>
                  <a:cubicBezTo>
                    <a:pt x="3961" y="3214"/>
                    <a:pt x="4308" y="3452"/>
                    <a:pt x="4672" y="3686"/>
                  </a:cubicBezTo>
                  <a:cubicBezTo>
                    <a:pt x="4061" y="3661"/>
                    <a:pt x="3482" y="3615"/>
                    <a:pt x="2959" y="3547"/>
                  </a:cubicBezTo>
                  <a:cubicBezTo>
                    <a:pt x="3129" y="3325"/>
                    <a:pt x="3389" y="3041"/>
                    <a:pt x="3621" y="2982"/>
                  </a:cubicBezTo>
                  <a:cubicBezTo>
                    <a:pt x="3626" y="2981"/>
                    <a:pt x="3630" y="2979"/>
                    <a:pt x="3634" y="2978"/>
                  </a:cubicBezTo>
                  <a:close/>
                  <a:moveTo>
                    <a:pt x="4567" y="2275"/>
                  </a:moveTo>
                  <a:cubicBezTo>
                    <a:pt x="5147" y="3192"/>
                    <a:pt x="5775" y="3397"/>
                    <a:pt x="6287" y="3564"/>
                  </a:cubicBezTo>
                  <a:cubicBezTo>
                    <a:pt x="6411" y="3604"/>
                    <a:pt x="6528" y="3643"/>
                    <a:pt x="6637" y="3688"/>
                  </a:cubicBezTo>
                  <a:cubicBezTo>
                    <a:pt x="6337" y="3700"/>
                    <a:pt x="6010" y="3707"/>
                    <a:pt x="5679" y="3707"/>
                  </a:cubicBezTo>
                  <a:cubicBezTo>
                    <a:pt x="5552" y="3707"/>
                    <a:pt x="5424" y="3706"/>
                    <a:pt x="5296" y="3704"/>
                  </a:cubicBezTo>
                  <a:cubicBezTo>
                    <a:pt x="5231" y="3663"/>
                    <a:pt x="5165" y="3623"/>
                    <a:pt x="5100" y="3581"/>
                  </a:cubicBezTo>
                  <a:cubicBezTo>
                    <a:pt x="4710" y="3337"/>
                    <a:pt x="4334" y="3086"/>
                    <a:pt x="3980" y="2834"/>
                  </a:cubicBezTo>
                  <a:cubicBezTo>
                    <a:pt x="4218" y="2694"/>
                    <a:pt x="4404" y="2494"/>
                    <a:pt x="4567" y="2275"/>
                  </a:cubicBezTo>
                  <a:close/>
                  <a:moveTo>
                    <a:pt x="8344" y="3863"/>
                  </a:moveTo>
                  <a:lnTo>
                    <a:pt x="8344" y="3863"/>
                  </a:lnTo>
                  <a:cubicBezTo>
                    <a:pt x="8330" y="3933"/>
                    <a:pt x="8313" y="4001"/>
                    <a:pt x="8294" y="4068"/>
                  </a:cubicBezTo>
                  <a:cubicBezTo>
                    <a:pt x="8173" y="4468"/>
                    <a:pt x="7967" y="4757"/>
                    <a:pt x="7730" y="4872"/>
                  </a:cubicBezTo>
                  <a:cubicBezTo>
                    <a:pt x="7743" y="4560"/>
                    <a:pt x="7648" y="4227"/>
                    <a:pt x="7467" y="3956"/>
                  </a:cubicBezTo>
                  <a:cubicBezTo>
                    <a:pt x="7776" y="3932"/>
                    <a:pt x="8070" y="3900"/>
                    <a:pt x="8344" y="3863"/>
                  </a:cubicBezTo>
                  <a:close/>
                  <a:moveTo>
                    <a:pt x="2385" y="3792"/>
                  </a:moveTo>
                  <a:cubicBezTo>
                    <a:pt x="2416" y="3792"/>
                    <a:pt x="2447" y="3794"/>
                    <a:pt x="2478" y="3799"/>
                  </a:cubicBezTo>
                  <a:cubicBezTo>
                    <a:pt x="2346" y="4258"/>
                    <a:pt x="2265" y="4581"/>
                    <a:pt x="2248" y="4875"/>
                  </a:cubicBezTo>
                  <a:cubicBezTo>
                    <a:pt x="1984" y="4720"/>
                    <a:pt x="1849" y="4399"/>
                    <a:pt x="1938" y="4093"/>
                  </a:cubicBezTo>
                  <a:cubicBezTo>
                    <a:pt x="1995" y="3889"/>
                    <a:pt x="2190" y="3792"/>
                    <a:pt x="2385" y="3792"/>
                  </a:cubicBezTo>
                  <a:close/>
                  <a:moveTo>
                    <a:pt x="8598" y="4155"/>
                  </a:moveTo>
                  <a:cubicBezTo>
                    <a:pt x="9497" y="4973"/>
                    <a:pt x="9591" y="5347"/>
                    <a:pt x="9548" y="5416"/>
                  </a:cubicBezTo>
                  <a:cubicBezTo>
                    <a:pt x="9532" y="5441"/>
                    <a:pt x="9470" y="5469"/>
                    <a:pt x="9339" y="5469"/>
                  </a:cubicBezTo>
                  <a:cubicBezTo>
                    <a:pt x="9218" y="5469"/>
                    <a:pt x="9037" y="5445"/>
                    <a:pt x="8780" y="5376"/>
                  </a:cubicBezTo>
                  <a:cubicBezTo>
                    <a:pt x="8544" y="5313"/>
                    <a:pt x="8274" y="5219"/>
                    <a:pt x="7976" y="5098"/>
                  </a:cubicBezTo>
                  <a:cubicBezTo>
                    <a:pt x="8246" y="4922"/>
                    <a:pt x="8467" y="4596"/>
                    <a:pt x="8597" y="4160"/>
                  </a:cubicBezTo>
                  <a:cubicBezTo>
                    <a:pt x="8598" y="4158"/>
                    <a:pt x="8598" y="4156"/>
                    <a:pt x="8598" y="4155"/>
                  </a:cubicBezTo>
                  <a:close/>
                  <a:moveTo>
                    <a:pt x="7642" y="5304"/>
                  </a:moveTo>
                  <a:cubicBezTo>
                    <a:pt x="7834" y="5395"/>
                    <a:pt x="8016" y="5581"/>
                    <a:pt x="7942" y="5834"/>
                  </a:cubicBezTo>
                  <a:cubicBezTo>
                    <a:pt x="7891" y="6011"/>
                    <a:pt x="7774" y="6157"/>
                    <a:pt x="7613" y="6246"/>
                  </a:cubicBezTo>
                  <a:cubicBezTo>
                    <a:pt x="7511" y="6302"/>
                    <a:pt x="7398" y="6331"/>
                    <a:pt x="7285" y="6331"/>
                  </a:cubicBezTo>
                  <a:cubicBezTo>
                    <a:pt x="7277" y="6331"/>
                    <a:pt x="7270" y="6331"/>
                    <a:pt x="7262" y="6331"/>
                  </a:cubicBezTo>
                  <a:cubicBezTo>
                    <a:pt x="7404" y="6074"/>
                    <a:pt x="7508" y="5759"/>
                    <a:pt x="7642" y="5304"/>
                  </a:cubicBezTo>
                  <a:close/>
                  <a:moveTo>
                    <a:pt x="2795" y="3846"/>
                  </a:moveTo>
                  <a:cubicBezTo>
                    <a:pt x="3510" y="3943"/>
                    <a:pt x="4335" y="4003"/>
                    <a:pt x="5204" y="4020"/>
                  </a:cubicBezTo>
                  <a:cubicBezTo>
                    <a:pt x="5507" y="4205"/>
                    <a:pt x="5808" y="4380"/>
                    <a:pt x="6106" y="4545"/>
                  </a:cubicBezTo>
                  <a:cubicBezTo>
                    <a:pt x="6131" y="4557"/>
                    <a:pt x="6157" y="4564"/>
                    <a:pt x="6183" y="4564"/>
                  </a:cubicBezTo>
                  <a:cubicBezTo>
                    <a:pt x="6239" y="4564"/>
                    <a:pt x="6294" y="4534"/>
                    <a:pt x="6323" y="4481"/>
                  </a:cubicBezTo>
                  <a:cubicBezTo>
                    <a:pt x="6365" y="4405"/>
                    <a:pt x="6337" y="4308"/>
                    <a:pt x="6259" y="4266"/>
                  </a:cubicBezTo>
                  <a:cubicBezTo>
                    <a:pt x="6118" y="4188"/>
                    <a:pt x="5975" y="4107"/>
                    <a:pt x="5832" y="4024"/>
                  </a:cubicBezTo>
                  <a:cubicBezTo>
                    <a:pt x="6267" y="4021"/>
                    <a:pt x="6686" y="4008"/>
                    <a:pt x="7085" y="3983"/>
                  </a:cubicBezTo>
                  <a:cubicBezTo>
                    <a:pt x="7096" y="3994"/>
                    <a:pt x="7106" y="4006"/>
                    <a:pt x="7117" y="4019"/>
                  </a:cubicBezTo>
                  <a:cubicBezTo>
                    <a:pt x="7313" y="4246"/>
                    <a:pt x="7423" y="4565"/>
                    <a:pt x="7412" y="4853"/>
                  </a:cubicBezTo>
                  <a:cubicBezTo>
                    <a:pt x="7248" y="4777"/>
                    <a:pt x="7078" y="4694"/>
                    <a:pt x="6903" y="4606"/>
                  </a:cubicBezTo>
                  <a:cubicBezTo>
                    <a:pt x="6881" y="4594"/>
                    <a:pt x="6856" y="4589"/>
                    <a:pt x="6833" y="4589"/>
                  </a:cubicBezTo>
                  <a:cubicBezTo>
                    <a:pt x="6775" y="4589"/>
                    <a:pt x="6718" y="4621"/>
                    <a:pt x="6690" y="4676"/>
                  </a:cubicBezTo>
                  <a:cubicBezTo>
                    <a:pt x="6650" y="4755"/>
                    <a:pt x="6682" y="4850"/>
                    <a:pt x="6760" y="4890"/>
                  </a:cubicBezTo>
                  <a:cubicBezTo>
                    <a:pt x="6963" y="4992"/>
                    <a:pt x="7160" y="5087"/>
                    <a:pt x="7350" y="5173"/>
                  </a:cubicBezTo>
                  <a:cubicBezTo>
                    <a:pt x="7083" y="6086"/>
                    <a:pt x="6967" y="6365"/>
                    <a:pt x="6438" y="6779"/>
                  </a:cubicBezTo>
                  <a:cubicBezTo>
                    <a:pt x="5774" y="7298"/>
                    <a:pt x="5117" y="7575"/>
                    <a:pt x="4575" y="7575"/>
                  </a:cubicBezTo>
                  <a:cubicBezTo>
                    <a:pt x="4442" y="7575"/>
                    <a:pt x="4315" y="7559"/>
                    <a:pt x="4197" y="7524"/>
                  </a:cubicBezTo>
                  <a:cubicBezTo>
                    <a:pt x="3600" y="7351"/>
                    <a:pt x="3056" y="6685"/>
                    <a:pt x="2704" y="5695"/>
                  </a:cubicBezTo>
                  <a:cubicBezTo>
                    <a:pt x="2479" y="5065"/>
                    <a:pt x="2536" y="4746"/>
                    <a:pt x="2795" y="3846"/>
                  </a:cubicBezTo>
                  <a:close/>
                  <a:moveTo>
                    <a:pt x="5757" y="7585"/>
                  </a:moveTo>
                  <a:lnTo>
                    <a:pt x="5806" y="8007"/>
                  </a:lnTo>
                  <a:cubicBezTo>
                    <a:pt x="5828" y="8188"/>
                    <a:pt x="5776" y="8371"/>
                    <a:pt x="5666" y="8509"/>
                  </a:cubicBezTo>
                  <a:cubicBezTo>
                    <a:pt x="5457" y="8770"/>
                    <a:pt x="5132" y="8901"/>
                    <a:pt x="4702" y="8901"/>
                  </a:cubicBezTo>
                  <a:cubicBezTo>
                    <a:pt x="4272" y="8901"/>
                    <a:pt x="3947" y="8770"/>
                    <a:pt x="3739" y="8509"/>
                  </a:cubicBezTo>
                  <a:cubicBezTo>
                    <a:pt x="3628" y="8371"/>
                    <a:pt x="3577" y="8188"/>
                    <a:pt x="3598" y="8007"/>
                  </a:cubicBezTo>
                  <a:lnTo>
                    <a:pt x="3644" y="7608"/>
                  </a:lnTo>
                  <a:cubicBezTo>
                    <a:pt x="3794" y="7709"/>
                    <a:pt x="3949" y="7784"/>
                    <a:pt x="4109" y="7829"/>
                  </a:cubicBezTo>
                  <a:cubicBezTo>
                    <a:pt x="4253" y="7872"/>
                    <a:pt x="4408" y="7892"/>
                    <a:pt x="4570" y="7892"/>
                  </a:cubicBezTo>
                  <a:cubicBezTo>
                    <a:pt x="4935" y="7892"/>
                    <a:pt x="5340" y="7787"/>
                    <a:pt x="5757" y="7585"/>
                  </a:cubicBezTo>
                  <a:close/>
                  <a:moveTo>
                    <a:pt x="1729" y="1"/>
                  </a:moveTo>
                  <a:cubicBezTo>
                    <a:pt x="1491" y="1"/>
                    <a:pt x="1332" y="68"/>
                    <a:pt x="1247" y="202"/>
                  </a:cubicBezTo>
                  <a:cubicBezTo>
                    <a:pt x="1156" y="346"/>
                    <a:pt x="1175" y="539"/>
                    <a:pt x="1300" y="775"/>
                  </a:cubicBezTo>
                  <a:cubicBezTo>
                    <a:pt x="1329" y="828"/>
                    <a:pt x="1384" y="859"/>
                    <a:pt x="1440" y="859"/>
                  </a:cubicBezTo>
                  <a:cubicBezTo>
                    <a:pt x="1466" y="859"/>
                    <a:pt x="1491" y="853"/>
                    <a:pt x="1515" y="840"/>
                  </a:cubicBezTo>
                  <a:cubicBezTo>
                    <a:pt x="1593" y="799"/>
                    <a:pt x="1622" y="703"/>
                    <a:pt x="1580" y="625"/>
                  </a:cubicBezTo>
                  <a:cubicBezTo>
                    <a:pt x="1504" y="483"/>
                    <a:pt x="1498" y="400"/>
                    <a:pt x="1516" y="371"/>
                  </a:cubicBezTo>
                  <a:cubicBezTo>
                    <a:pt x="1533" y="344"/>
                    <a:pt x="1596" y="318"/>
                    <a:pt x="1726" y="318"/>
                  </a:cubicBezTo>
                  <a:cubicBezTo>
                    <a:pt x="1966" y="318"/>
                    <a:pt x="2433" y="409"/>
                    <a:pt x="3255" y="758"/>
                  </a:cubicBezTo>
                  <a:cubicBezTo>
                    <a:pt x="3222" y="773"/>
                    <a:pt x="3190" y="788"/>
                    <a:pt x="3159" y="806"/>
                  </a:cubicBezTo>
                  <a:cubicBezTo>
                    <a:pt x="2926" y="932"/>
                    <a:pt x="2637" y="1164"/>
                    <a:pt x="2406" y="1577"/>
                  </a:cubicBezTo>
                  <a:cubicBezTo>
                    <a:pt x="2257" y="1440"/>
                    <a:pt x="2123" y="1308"/>
                    <a:pt x="2006" y="1182"/>
                  </a:cubicBezTo>
                  <a:cubicBezTo>
                    <a:pt x="1975" y="1148"/>
                    <a:pt x="1933" y="1131"/>
                    <a:pt x="1890" y="1131"/>
                  </a:cubicBezTo>
                  <a:cubicBezTo>
                    <a:pt x="1852" y="1131"/>
                    <a:pt x="1813" y="1145"/>
                    <a:pt x="1782" y="1174"/>
                  </a:cubicBezTo>
                  <a:cubicBezTo>
                    <a:pt x="1718" y="1234"/>
                    <a:pt x="1714" y="1335"/>
                    <a:pt x="1774" y="1399"/>
                  </a:cubicBezTo>
                  <a:cubicBezTo>
                    <a:pt x="1916" y="1551"/>
                    <a:pt x="2081" y="1712"/>
                    <a:pt x="2263" y="1879"/>
                  </a:cubicBezTo>
                  <a:cubicBezTo>
                    <a:pt x="2248" y="1919"/>
                    <a:pt x="2232" y="1961"/>
                    <a:pt x="2218" y="2003"/>
                  </a:cubicBezTo>
                  <a:cubicBezTo>
                    <a:pt x="1061" y="2214"/>
                    <a:pt x="474" y="2506"/>
                    <a:pt x="472" y="2873"/>
                  </a:cubicBezTo>
                  <a:cubicBezTo>
                    <a:pt x="471" y="3206"/>
                    <a:pt x="917" y="3469"/>
                    <a:pt x="1833" y="3676"/>
                  </a:cubicBezTo>
                  <a:cubicBezTo>
                    <a:pt x="1740" y="3762"/>
                    <a:pt x="1670" y="3873"/>
                    <a:pt x="1633" y="4004"/>
                  </a:cubicBezTo>
                  <a:cubicBezTo>
                    <a:pt x="1484" y="4517"/>
                    <a:pt x="1763" y="5054"/>
                    <a:pt x="2258" y="5231"/>
                  </a:cubicBezTo>
                  <a:cubicBezTo>
                    <a:pt x="2281" y="5407"/>
                    <a:pt x="2329" y="5590"/>
                    <a:pt x="2404" y="5803"/>
                  </a:cubicBezTo>
                  <a:cubicBezTo>
                    <a:pt x="2643" y="6473"/>
                    <a:pt x="2972" y="7011"/>
                    <a:pt x="3352" y="7373"/>
                  </a:cubicBezTo>
                  <a:lnTo>
                    <a:pt x="3297" y="7835"/>
                  </a:lnTo>
                  <a:lnTo>
                    <a:pt x="2805" y="7984"/>
                  </a:lnTo>
                  <a:cubicBezTo>
                    <a:pt x="2775" y="7932"/>
                    <a:pt x="2733" y="7886"/>
                    <a:pt x="2681" y="7851"/>
                  </a:cubicBezTo>
                  <a:cubicBezTo>
                    <a:pt x="2612" y="7803"/>
                    <a:pt x="2531" y="7778"/>
                    <a:pt x="2449" y="7778"/>
                  </a:cubicBezTo>
                  <a:cubicBezTo>
                    <a:pt x="2409" y="7778"/>
                    <a:pt x="2368" y="7784"/>
                    <a:pt x="2329" y="7796"/>
                  </a:cubicBezTo>
                  <a:lnTo>
                    <a:pt x="1574" y="8023"/>
                  </a:lnTo>
                  <a:cubicBezTo>
                    <a:pt x="1280" y="8102"/>
                    <a:pt x="896" y="8344"/>
                    <a:pt x="672" y="8599"/>
                  </a:cubicBezTo>
                  <a:cubicBezTo>
                    <a:pt x="433" y="8869"/>
                    <a:pt x="274" y="9203"/>
                    <a:pt x="212" y="9562"/>
                  </a:cubicBezTo>
                  <a:lnTo>
                    <a:pt x="16" y="10662"/>
                  </a:lnTo>
                  <a:cubicBezTo>
                    <a:pt x="0" y="10749"/>
                    <a:pt x="58" y="10831"/>
                    <a:pt x="144" y="10846"/>
                  </a:cubicBezTo>
                  <a:cubicBezTo>
                    <a:pt x="153" y="10848"/>
                    <a:pt x="163" y="10848"/>
                    <a:pt x="172" y="10848"/>
                  </a:cubicBezTo>
                  <a:cubicBezTo>
                    <a:pt x="248" y="10848"/>
                    <a:pt x="315" y="10795"/>
                    <a:pt x="329" y="10718"/>
                  </a:cubicBezTo>
                  <a:lnTo>
                    <a:pt x="525" y="9617"/>
                  </a:lnTo>
                  <a:cubicBezTo>
                    <a:pt x="576" y="9316"/>
                    <a:pt x="709" y="9037"/>
                    <a:pt x="909" y="8810"/>
                  </a:cubicBezTo>
                  <a:cubicBezTo>
                    <a:pt x="1111" y="8599"/>
                    <a:pt x="1346" y="8425"/>
                    <a:pt x="1665" y="8328"/>
                  </a:cubicBezTo>
                  <a:lnTo>
                    <a:pt x="2421" y="8100"/>
                  </a:lnTo>
                  <a:cubicBezTo>
                    <a:pt x="2431" y="8097"/>
                    <a:pt x="2440" y="8096"/>
                    <a:pt x="2448" y="8096"/>
                  </a:cubicBezTo>
                  <a:cubicBezTo>
                    <a:pt x="2472" y="8096"/>
                    <a:pt x="2491" y="8105"/>
                    <a:pt x="2502" y="8112"/>
                  </a:cubicBezTo>
                  <a:cubicBezTo>
                    <a:pt x="2515" y="8123"/>
                    <a:pt x="2539" y="8144"/>
                    <a:pt x="2542" y="8184"/>
                  </a:cubicBezTo>
                  <a:cubicBezTo>
                    <a:pt x="2563" y="8474"/>
                    <a:pt x="2613" y="8800"/>
                    <a:pt x="2690" y="9151"/>
                  </a:cubicBezTo>
                  <a:cubicBezTo>
                    <a:pt x="2706" y="9226"/>
                    <a:pt x="2772" y="9276"/>
                    <a:pt x="2845" y="9276"/>
                  </a:cubicBezTo>
                  <a:cubicBezTo>
                    <a:pt x="2856" y="9276"/>
                    <a:pt x="2868" y="9275"/>
                    <a:pt x="2879" y="9272"/>
                  </a:cubicBezTo>
                  <a:cubicBezTo>
                    <a:pt x="2965" y="9254"/>
                    <a:pt x="3019" y="9169"/>
                    <a:pt x="3001" y="9083"/>
                  </a:cubicBezTo>
                  <a:cubicBezTo>
                    <a:pt x="2938" y="8801"/>
                    <a:pt x="2895" y="8536"/>
                    <a:pt x="2871" y="8296"/>
                  </a:cubicBezTo>
                  <a:lnTo>
                    <a:pt x="3278" y="8172"/>
                  </a:lnTo>
                  <a:cubicBezTo>
                    <a:pt x="3295" y="8368"/>
                    <a:pt x="3369" y="8557"/>
                    <a:pt x="3490" y="8708"/>
                  </a:cubicBezTo>
                  <a:cubicBezTo>
                    <a:pt x="3678" y="8942"/>
                    <a:pt x="4041" y="9220"/>
                    <a:pt x="4702" y="9220"/>
                  </a:cubicBezTo>
                  <a:cubicBezTo>
                    <a:pt x="5363" y="9220"/>
                    <a:pt x="5726" y="8942"/>
                    <a:pt x="5914" y="8708"/>
                  </a:cubicBezTo>
                  <a:cubicBezTo>
                    <a:pt x="6036" y="8555"/>
                    <a:pt x="6110" y="8365"/>
                    <a:pt x="6126" y="8167"/>
                  </a:cubicBezTo>
                  <a:lnTo>
                    <a:pt x="6534" y="8291"/>
                  </a:lnTo>
                  <a:cubicBezTo>
                    <a:pt x="6510" y="8572"/>
                    <a:pt x="6464" y="8952"/>
                    <a:pt x="6375" y="9360"/>
                  </a:cubicBezTo>
                  <a:lnTo>
                    <a:pt x="6179" y="10067"/>
                  </a:lnTo>
                  <a:cubicBezTo>
                    <a:pt x="6109" y="10268"/>
                    <a:pt x="6030" y="10452"/>
                    <a:pt x="5945" y="10616"/>
                  </a:cubicBezTo>
                  <a:cubicBezTo>
                    <a:pt x="5904" y="10694"/>
                    <a:pt x="5934" y="10789"/>
                    <a:pt x="6012" y="10831"/>
                  </a:cubicBezTo>
                  <a:cubicBezTo>
                    <a:pt x="6035" y="10842"/>
                    <a:pt x="6060" y="10848"/>
                    <a:pt x="6085" y="10848"/>
                  </a:cubicBezTo>
                  <a:cubicBezTo>
                    <a:pt x="6143" y="10848"/>
                    <a:pt x="6198" y="10817"/>
                    <a:pt x="6226" y="10763"/>
                  </a:cubicBezTo>
                  <a:cubicBezTo>
                    <a:pt x="6320" y="10584"/>
                    <a:pt x="6405" y="10384"/>
                    <a:pt x="6481" y="10166"/>
                  </a:cubicBezTo>
                  <a:cubicBezTo>
                    <a:pt x="6482" y="10163"/>
                    <a:pt x="6483" y="10160"/>
                    <a:pt x="6484" y="10157"/>
                  </a:cubicBezTo>
                  <a:lnTo>
                    <a:pt x="6682" y="9440"/>
                  </a:lnTo>
                  <a:cubicBezTo>
                    <a:pt x="6683" y="9437"/>
                    <a:pt x="6684" y="9434"/>
                    <a:pt x="6684" y="9431"/>
                  </a:cubicBezTo>
                  <a:cubicBezTo>
                    <a:pt x="6792" y="8937"/>
                    <a:pt x="6841" y="8480"/>
                    <a:pt x="6862" y="8184"/>
                  </a:cubicBezTo>
                  <a:cubicBezTo>
                    <a:pt x="6865" y="8144"/>
                    <a:pt x="6889" y="8122"/>
                    <a:pt x="6902" y="8112"/>
                  </a:cubicBezTo>
                  <a:cubicBezTo>
                    <a:pt x="6913" y="8105"/>
                    <a:pt x="6932" y="8096"/>
                    <a:pt x="6956" y="8096"/>
                  </a:cubicBezTo>
                  <a:cubicBezTo>
                    <a:pt x="6964" y="8096"/>
                    <a:pt x="6973" y="8097"/>
                    <a:pt x="6983" y="8100"/>
                  </a:cubicBezTo>
                  <a:lnTo>
                    <a:pt x="7739" y="8327"/>
                  </a:lnTo>
                  <a:cubicBezTo>
                    <a:pt x="8336" y="8507"/>
                    <a:pt x="8773" y="9001"/>
                    <a:pt x="8879" y="9618"/>
                  </a:cubicBezTo>
                  <a:lnTo>
                    <a:pt x="9075" y="10717"/>
                  </a:lnTo>
                  <a:cubicBezTo>
                    <a:pt x="9089" y="10794"/>
                    <a:pt x="9155" y="10848"/>
                    <a:pt x="9231" y="10848"/>
                  </a:cubicBezTo>
                  <a:cubicBezTo>
                    <a:pt x="9241" y="10848"/>
                    <a:pt x="9250" y="10847"/>
                    <a:pt x="9260" y="10845"/>
                  </a:cubicBezTo>
                  <a:cubicBezTo>
                    <a:pt x="9346" y="10831"/>
                    <a:pt x="9404" y="10748"/>
                    <a:pt x="9388" y="10662"/>
                  </a:cubicBezTo>
                  <a:lnTo>
                    <a:pt x="9192" y="9562"/>
                  </a:lnTo>
                  <a:cubicBezTo>
                    <a:pt x="9065" y="8828"/>
                    <a:pt x="8543" y="8238"/>
                    <a:pt x="7830" y="8023"/>
                  </a:cubicBezTo>
                  <a:lnTo>
                    <a:pt x="7074" y="7795"/>
                  </a:lnTo>
                  <a:cubicBezTo>
                    <a:pt x="7035" y="7783"/>
                    <a:pt x="6995" y="7777"/>
                    <a:pt x="6956" y="7777"/>
                  </a:cubicBezTo>
                  <a:cubicBezTo>
                    <a:pt x="6873" y="7777"/>
                    <a:pt x="6792" y="7802"/>
                    <a:pt x="6722" y="7850"/>
                  </a:cubicBezTo>
                  <a:cubicBezTo>
                    <a:pt x="6672" y="7885"/>
                    <a:pt x="6632" y="7929"/>
                    <a:pt x="6601" y="7979"/>
                  </a:cubicBezTo>
                  <a:lnTo>
                    <a:pt x="6106" y="7828"/>
                  </a:lnTo>
                  <a:lnTo>
                    <a:pt x="6058" y="7422"/>
                  </a:lnTo>
                  <a:cubicBezTo>
                    <a:pt x="6249" y="7310"/>
                    <a:pt x="6441" y="7179"/>
                    <a:pt x="6633" y="7029"/>
                  </a:cubicBezTo>
                  <a:cubicBezTo>
                    <a:pt x="6811" y="6890"/>
                    <a:pt x="6949" y="6760"/>
                    <a:pt x="7062" y="6623"/>
                  </a:cubicBezTo>
                  <a:cubicBezTo>
                    <a:pt x="7135" y="6640"/>
                    <a:pt x="7210" y="6648"/>
                    <a:pt x="7284" y="6648"/>
                  </a:cubicBezTo>
                  <a:cubicBezTo>
                    <a:pt x="7451" y="6648"/>
                    <a:pt x="7617" y="6607"/>
                    <a:pt x="7767" y="6524"/>
                  </a:cubicBezTo>
                  <a:cubicBezTo>
                    <a:pt x="8001" y="6394"/>
                    <a:pt x="8172" y="6181"/>
                    <a:pt x="8247" y="5923"/>
                  </a:cubicBezTo>
                  <a:cubicBezTo>
                    <a:pt x="8284" y="5793"/>
                    <a:pt x="8285" y="5663"/>
                    <a:pt x="8253" y="5543"/>
                  </a:cubicBezTo>
                  <a:lnTo>
                    <a:pt x="8253" y="5543"/>
                  </a:lnTo>
                  <a:cubicBezTo>
                    <a:pt x="8411" y="5598"/>
                    <a:pt x="8560" y="5646"/>
                    <a:pt x="8697" y="5682"/>
                  </a:cubicBezTo>
                  <a:cubicBezTo>
                    <a:pt x="8951" y="5750"/>
                    <a:pt x="9162" y="5786"/>
                    <a:pt x="9333" y="5786"/>
                  </a:cubicBezTo>
                  <a:cubicBezTo>
                    <a:pt x="9572" y="5786"/>
                    <a:pt x="9732" y="5718"/>
                    <a:pt x="9817" y="5583"/>
                  </a:cubicBezTo>
                  <a:cubicBezTo>
                    <a:pt x="9936" y="5394"/>
                    <a:pt x="9871" y="5131"/>
                    <a:pt x="9618" y="4781"/>
                  </a:cubicBezTo>
                  <a:cubicBezTo>
                    <a:pt x="9417" y="4504"/>
                    <a:pt x="9106" y="4178"/>
                    <a:pt x="8692" y="3812"/>
                  </a:cubicBezTo>
                  <a:cubicBezTo>
                    <a:pt x="9566" y="3668"/>
                    <a:pt x="10200" y="3463"/>
                    <a:pt x="10449" y="3216"/>
                  </a:cubicBezTo>
                  <a:cubicBezTo>
                    <a:pt x="10542" y="3123"/>
                    <a:pt x="10591" y="3021"/>
                    <a:pt x="10591" y="2914"/>
                  </a:cubicBezTo>
                  <a:lnTo>
                    <a:pt x="10592" y="2914"/>
                  </a:lnTo>
                  <a:cubicBezTo>
                    <a:pt x="10593" y="2672"/>
                    <a:pt x="10371" y="2472"/>
                    <a:pt x="9914" y="2303"/>
                  </a:cubicBezTo>
                  <a:cubicBezTo>
                    <a:pt x="9547" y="2167"/>
                    <a:pt x="9037" y="2052"/>
                    <a:pt x="8397" y="1962"/>
                  </a:cubicBezTo>
                  <a:cubicBezTo>
                    <a:pt x="8244" y="1675"/>
                    <a:pt x="8030" y="1412"/>
                    <a:pt x="7748" y="1199"/>
                  </a:cubicBezTo>
                  <a:cubicBezTo>
                    <a:pt x="7720" y="1177"/>
                    <a:pt x="7686" y="1167"/>
                    <a:pt x="7653" y="1167"/>
                  </a:cubicBezTo>
                  <a:cubicBezTo>
                    <a:pt x="7605" y="1167"/>
                    <a:pt x="7557" y="1189"/>
                    <a:pt x="7525" y="1230"/>
                  </a:cubicBezTo>
                  <a:cubicBezTo>
                    <a:pt x="7472" y="1300"/>
                    <a:pt x="7487" y="1400"/>
                    <a:pt x="7556" y="1453"/>
                  </a:cubicBezTo>
                  <a:cubicBezTo>
                    <a:pt x="8210" y="1945"/>
                    <a:pt x="8449" y="2791"/>
                    <a:pt x="8391" y="3537"/>
                  </a:cubicBezTo>
                  <a:cubicBezTo>
                    <a:pt x="8036" y="3588"/>
                    <a:pt x="7639" y="3628"/>
                    <a:pt x="7204" y="3658"/>
                  </a:cubicBezTo>
                  <a:cubicBezTo>
                    <a:pt x="6959" y="3449"/>
                    <a:pt x="6679" y="3357"/>
                    <a:pt x="6386" y="3262"/>
                  </a:cubicBezTo>
                  <a:cubicBezTo>
                    <a:pt x="5847" y="3086"/>
                    <a:pt x="5290" y="2903"/>
                    <a:pt x="4746" y="1954"/>
                  </a:cubicBezTo>
                  <a:lnTo>
                    <a:pt x="4890" y="1161"/>
                  </a:lnTo>
                  <a:cubicBezTo>
                    <a:pt x="5204" y="991"/>
                    <a:pt x="5554" y="905"/>
                    <a:pt x="5920" y="905"/>
                  </a:cubicBezTo>
                  <a:cubicBezTo>
                    <a:pt x="6254" y="905"/>
                    <a:pt x="6602" y="976"/>
                    <a:pt x="6950" y="1119"/>
                  </a:cubicBezTo>
                  <a:cubicBezTo>
                    <a:pt x="6969" y="1127"/>
                    <a:pt x="6990" y="1131"/>
                    <a:pt x="7009" y="1131"/>
                  </a:cubicBezTo>
                  <a:cubicBezTo>
                    <a:pt x="7072" y="1131"/>
                    <a:pt x="7132" y="1093"/>
                    <a:pt x="7157" y="1032"/>
                  </a:cubicBezTo>
                  <a:cubicBezTo>
                    <a:pt x="7190" y="950"/>
                    <a:pt x="7151" y="858"/>
                    <a:pt x="7070" y="824"/>
                  </a:cubicBezTo>
                  <a:cubicBezTo>
                    <a:pt x="6689" y="668"/>
                    <a:pt x="6300" y="591"/>
                    <a:pt x="5924" y="591"/>
                  </a:cubicBezTo>
                  <a:cubicBezTo>
                    <a:pt x="5512" y="591"/>
                    <a:pt x="5117" y="683"/>
                    <a:pt x="4765" y="868"/>
                  </a:cubicBezTo>
                  <a:cubicBezTo>
                    <a:pt x="4650" y="782"/>
                    <a:pt x="4524" y="719"/>
                    <a:pt x="4379" y="675"/>
                  </a:cubicBezTo>
                  <a:cubicBezTo>
                    <a:pt x="4230" y="631"/>
                    <a:pt x="4078" y="609"/>
                    <a:pt x="3926" y="609"/>
                  </a:cubicBezTo>
                  <a:cubicBezTo>
                    <a:pt x="3861" y="609"/>
                    <a:pt x="3795" y="613"/>
                    <a:pt x="3730" y="621"/>
                  </a:cubicBezTo>
                  <a:cubicBezTo>
                    <a:pt x="3142" y="349"/>
                    <a:pt x="2562" y="139"/>
                    <a:pt x="2167" y="55"/>
                  </a:cubicBezTo>
                  <a:cubicBezTo>
                    <a:pt x="1999" y="19"/>
                    <a:pt x="1853" y="1"/>
                    <a:pt x="17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54" name="Google Shape;2354;p59"/>
          <p:cNvGrpSpPr/>
          <p:nvPr/>
        </p:nvGrpSpPr>
        <p:grpSpPr>
          <a:xfrm>
            <a:off x="1982540" y="2166340"/>
            <a:ext cx="440779" cy="483378"/>
            <a:chOff x="2735864" y="1544876"/>
            <a:chExt cx="351191" cy="385131"/>
          </a:xfrm>
        </p:grpSpPr>
        <p:sp>
          <p:nvSpPr>
            <p:cNvPr id="2355" name="Google Shape;2355;p59"/>
            <p:cNvSpPr/>
            <p:nvPr/>
          </p:nvSpPr>
          <p:spPr>
            <a:xfrm>
              <a:off x="2796503" y="1544876"/>
              <a:ext cx="290552" cy="364753"/>
            </a:xfrm>
            <a:custGeom>
              <a:avLst/>
              <a:gdLst/>
              <a:ahLst/>
              <a:cxnLst/>
              <a:rect l="l" t="t" r="r" b="b"/>
              <a:pathLst>
                <a:path w="8184" h="10274" extrusionOk="0">
                  <a:moveTo>
                    <a:pt x="3196" y="0"/>
                  </a:moveTo>
                  <a:cubicBezTo>
                    <a:pt x="1968" y="0"/>
                    <a:pt x="783" y="427"/>
                    <a:pt x="62" y="1173"/>
                  </a:cubicBezTo>
                  <a:cubicBezTo>
                    <a:pt x="0" y="1236"/>
                    <a:pt x="2" y="1337"/>
                    <a:pt x="65" y="1398"/>
                  </a:cubicBezTo>
                  <a:cubicBezTo>
                    <a:pt x="96" y="1428"/>
                    <a:pt x="136" y="1443"/>
                    <a:pt x="175" y="1443"/>
                  </a:cubicBezTo>
                  <a:cubicBezTo>
                    <a:pt x="217" y="1443"/>
                    <a:pt x="259" y="1427"/>
                    <a:pt x="290" y="1395"/>
                  </a:cubicBezTo>
                  <a:cubicBezTo>
                    <a:pt x="952" y="710"/>
                    <a:pt x="2011" y="318"/>
                    <a:pt x="3196" y="318"/>
                  </a:cubicBezTo>
                  <a:cubicBezTo>
                    <a:pt x="4380" y="318"/>
                    <a:pt x="5508" y="621"/>
                    <a:pt x="6336" y="1151"/>
                  </a:cubicBezTo>
                  <a:cubicBezTo>
                    <a:pt x="7337" y="1791"/>
                    <a:pt x="7865" y="2744"/>
                    <a:pt x="7865" y="3908"/>
                  </a:cubicBezTo>
                  <a:cubicBezTo>
                    <a:pt x="7865" y="5351"/>
                    <a:pt x="7676" y="5942"/>
                    <a:pt x="6419" y="7079"/>
                  </a:cubicBezTo>
                  <a:cubicBezTo>
                    <a:pt x="6059" y="7405"/>
                    <a:pt x="6100" y="8150"/>
                    <a:pt x="6547" y="9353"/>
                  </a:cubicBezTo>
                  <a:cubicBezTo>
                    <a:pt x="6574" y="9426"/>
                    <a:pt x="6570" y="9504"/>
                    <a:pt x="6533" y="9572"/>
                  </a:cubicBezTo>
                  <a:cubicBezTo>
                    <a:pt x="6498" y="9641"/>
                    <a:pt x="6437" y="9688"/>
                    <a:pt x="6363" y="9707"/>
                  </a:cubicBezTo>
                  <a:lnTo>
                    <a:pt x="5381" y="9961"/>
                  </a:lnTo>
                  <a:cubicBezTo>
                    <a:pt x="5296" y="9983"/>
                    <a:pt x="5245" y="10069"/>
                    <a:pt x="5266" y="10154"/>
                  </a:cubicBezTo>
                  <a:cubicBezTo>
                    <a:pt x="5285" y="10225"/>
                    <a:pt x="5349" y="10273"/>
                    <a:pt x="5420" y="10273"/>
                  </a:cubicBezTo>
                  <a:cubicBezTo>
                    <a:pt x="5433" y="10273"/>
                    <a:pt x="5447" y="10272"/>
                    <a:pt x="5460" y="10268"/>
                  </a:cubicBezTo>
                  <a:lnTo>
                    <a:pt x="6442" y="10015"/>
                  </a:lnTo>
                  <a:cubicBezTo>
                    <a:pt x="6603" y="9973"/>
                    <a:pt x="6739" y="9866"/>
                    <a:pt x="6816" y="9719"/>
                  </a:cubicBezTo>
                  <a:cubicBezTo>
                    <a:pt x="6892" y="9572"/>
                    <a:pt x="6903" y="9399"/>
                    <a:pt x="6846" y="9244"/>
                  </a:cubicBezTo>
                  <a:cubicBezTo>
                    <a:pt x="6470" y="8234"/>
                    <a:pt x="6394" y="7531"/>
                    <a:pt x="6633" y="7314"/>
                  </a:cubicBezTo>
                  <a:cubicBezTo>
                    <a:pt x="7959" y="6114"/>
                    <a:pt x="8183" y="5411"/>
                    <a:pt x="8183" y="3908"/>
                  </a:cubicBezTo>
                  <a:cubicBezTo>
                    <a:pt x="8183" y="2630"/>
                    <a:pt x="7604" y="1584"/>
                    <a:pt x="6509" y="884"/>
                  </a:cubicBezTo>
                  <a:cubicBezTo>
                    <a:pt x="5629" y="322"/>
                    <a:pt x="4423" y="0"/>
                    <a:pt x="31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59"/>
            <p:cNvSpPr/>
            <p:nvPr/>
          </p:nvSpPr>
          <p:spPr>
            <a:xfrm>
              <a:off x="2735864" y="1605869"/>
              <a:ext cx="234068" cy="324138"/>
            </a:xfrm>
            <a:custGeom>
              <a:avLst/>
              <a:gdLst/>
              <a:ahLst/>
              <a:cxnLst/>
              <a:rect l="l" t="t" r="r" b="b"/>
              <a:pathLst>
                <a:path w="6593" h="9130" extrusionOk="0">
                  <a:moveTo>
                    <a:pt x="1440" y="1"/>
                  </a:moveTo>
                  <a:cubicBezTo>
                    <a:pt x="1385" y="1"/>
                    <a:pt x="1331" y="30"/>
                    <a:pt x="1302" y="82"/>
                  </a:cubicBezTo>
                  <a:cubicBezTo>
                    <a:pt x="1075" y="487"/>
                    <a:pt x="943" y="943"/>
                    <a:pt x="911" y="1438"/>
                  </a:cubicBezTo>
                  <a:cubicBezTo>
                    <a:pt x="897" y="1667"/>
                    <a:pt x="827" y="1814"/>
                    <a:pt x="767" y="1942"/>
                  </a:cubicBezTo>
                  <a:cubicBezTo>
                    <a:pt x="733" y="2013"/>
                    <a:pt x="702" y="2079"/>
                    <a:pt x="685" y="2150"/>
                  </a:cubicBezTo>
                  <a:cubicBezTo>
                    <a:pt x="640" y="2348"/>
                    <a:pt x="748" y="2521"/>
                    <a:pt x="845" y="2673"/>
                  </a:cubicBezTo>
                  <a:cubicBezTo>
                    <a:pt x="883" y="2733"/>
                    <a:pt x="918" y="2790"/>
                    <a:pt x="941" y="2842"/>
                  </a:cubicBezTo>
                  <a:cubicBezTo>
                    <a:pt x="957" y="2877"/>
                    <a:pt x="954" y="2920"/>
                    <a:pt x="934" y="2954"/>
                  </a:cubicBezTo>
                  <a:cubicBezTo>
                    <a:pt x="794" y="3205"/>
                    <a:pt x="618" y="3398"/>
                    <a:pt x="328" y="3621"/>
                  </a:cubicBezTo>
                  <a:cubicBezTo>
                    <a:pt x="199" y="3721"/>
                    <a:pt x="1" y="3873"/>
                    <a:pt x="2" y="4148"/>
                  </a:cubicBezTo>
                  <a:cubicBezTo>
                    <a:pt x="2" y="4429"/>
                    <a:pt x="180" y="4627"/>
                    <a:pt x="530" y="4734"/>
                  </a:cubicBezTo>
                  <a:cubicBezTo>
                    <a:pt x="597" y="4755"/>
                    <a:pt x="623" y="4775"/>
                    <a:pt x="631" y="4783"/>
                  </a:cubicBezTo>
                  <a:cubicBezTo>
                    <a:pt x="622" y="4836"/>
                    <a:pt x="499" y="4960"/>
                    <a:pt x="376" y="5040"/>
                  </a:cubicBezTo>
                  <a:cubicBezTo>
                    <a:pt x="359" y="5052"/>
                    <a:pt x="344" y="5066"/>
                    <a:pt x="332" y="5083"/>
                  </a:cubicBezTo>
                  <a:cubicBezTo>
                    <a:pt x="261" y="5185"/>
                    <a:pt x="227" y="5393"/>
                    <a:pt x="421" y="5547"/>
                  </a:cubicBezTo>
                  <a:cubicBezTo>
                    <a:pt x="474" y="5590"/>
                    <a:pt x="517" y="5628"/>
                    <a:pt x="551" y="5660"/>
                  </a:cubicBezTo>
                  <a:cubicBezTo>
                    <a:pt x="408" y="5845"/>
                    <a:pt x="445" y="6050"/>
                    <a:pt x="521" y="6162"/>
                  </a:cubicBezTo>
                  <a:cubicBezTo>
                    <a:pt x="544" y="6195"/>
                    <a:pt x="579" y="6219"/>
                    <a:pt x="619" y="6227"/>
                  </a:cubicBezTo>
                  <a:cubicBezTo>
                    <a:pt x="646" y="6234"/>
                    <a:pt x="737" y="6260"/>
                    <a:pt x="803" y="6304"/>
                  </a:cubicBezTo>
                  <a:lnTo>
                    <a:pt x="800" y="6309"/>
                  </a:lnTo>
                  <a:cubicBezTo>
                    <a:pt x="728" y="6438"/>
                    <a:pt x="619" y="6632"/>
                    <a:pt x="694" y="6943"/>
                  </a:cubicBezTo>
                  <a:cubicBezTo>
                    <a:pt x="794" y="7344"/>
                    <a:pt x="1100" y="7590"/>
                    <a:pt x="1604" y="7673"/>
                  </a:cubicBezTo>
                  <a:cubicBezTo>
                    <a:pt x="1654" y="7681"/>
                    <a:pt x="1713" y="7684"/>
                    <a:pt x="1778" y="7684"/>
                  </a:cubicBezTo>
                  <a:cubicBezTo>
                    <a:pt x="2004" y="7684"/>
                    <a:pt x="2312" y="7641"/>
                    <a:pt x="2655" y="7593"/>
                  </a:cubicBezTo>
                  <a:cubicBezTo>
                    <a:pt x="2732" y="7583"/>
                    <a:pt x="2811" y="7571"/>
                    <a:pt x="2888" y="7561"/>
                  </a:cubicBezTo>
                  <a:cubicBezTo>
                    <a:pt x="2946" y="7553"/>
                    <a:pt x="3001" y="7549"/>
                    <a:pt x="3054" y="7549"/>
                  </a:cubicBezTo>
                  <a:cubicBezTo>
                    <a:pt x="3714" y="7549"/>
                    <a:pt x="4046" y="8129"/>
                    <a:pt x="4304" y="8765"/>
                  </a:cubicBezTo>
                  <a:cubicBezTo>
                    <a:pt x="4395" y="8989"/>
                    <a:pt x="4614" y="9129"/>
                    <a:pt x="4847" y="9129"/>
                  </a:cubicBezTo>
                  <a:cubicBezTo>
                    <a:pt x="4896" y="9129"/>
                    <a:pt x="4944" y="9124"/>
                    <a:pt x="4992" y="9112"/>
                  </a:cubicBezTo>
                  <a:lnTo>
                    <a:pt x="6456" y="8734"/>
                  </a:lnTo>
                  <a:cubicBezTo>
                    <a:pt x="6541" y="8713"/>
                    <a:pt x="6593" y="8626"/>
                    <a:pt x="6570" y="8541"/>
                  </a:cubicBezTo>
                  <a:cubicBezTo>
                    <a:pt x="6552" y="8469"/>
                    <a:pt x="6488" y="8421"/>
                    <a:pt x="6417" y="8421"/>
                  </a:cubicBezTo>
                  <a:cubicBezTo>
                    <a:pt x="6404" y="8421"/>
                    <a:pt x="6391" y="8423"/>
                    <a:pt x="6377" y="8426"/>
                  </a:cubicBezTo>
                  <a:lnTo>
                    <a:pt x="6377" y="8425"/>
                  </a:lnTo>
                  <a:lnTo>
                    <a:pt x="4913" y="8803"/>
                  </a:lnTo>
                  <a:cubicBezTo>
                    <a:pt x="4891" y="8809"/>
                    <a:pt x="4868" y="8812"/>
                    <a:pt x="4846" y="8812"/>
                  </a:cubicBezTo>
                  <a:cubicBezTo>
                    <a:pt x="4739" y="8812"/>
                    <a:pt x="4639" y="8747"/>
                    <a:pt x="4598" y="8645"/>
                  </a:cubicBezTo>
                  <a:cubicBezTo>
                    <a:pt x="4422" y="8211"/>
                    <a:pt x="4024" y="7231"/>
                    <a:pt x="3055" y="7231"/>
                  </a:cubicBezTo>
                  <a:cubicBezTo>
                    <a:pt x="2988" y="7231"/>
                    <a:pt x="2918" y="7236"/>
                    <a:pt x="2846" y="7246"/>
                  </a:cubicBezTo>
                  <a:cubicBezTo>
                    <a:pt x="2767" y="7256"/>
                    <a:pt x="2688" y="7267"/>
                    <a:pt x="2611" y="7279"/>
                  </a:cubicBezTo>
                  <a:cubicBezTo>
                    <a:pt x="2300" y="7322"/>
                    <a:pt x="1982" y="7367"/>
                    <a:pt x="1778" y="7367"/>
                  </a:cubicBezTo>
                  <a:cubicBezTo>
                    <a:pt x="1730" y="7367"/>
                    <a:pt x="1688" y="7364"/>
                    <a:pt x="1655" y="7359"/>
                  </a:cubicBezTo>
                  <a:cubicBezTo>
                    <a:pt x="1278" y="7296"/>
                    <a:pt x="1071" y="7141"/>
                    <a:pt x="1003" y="6867"/>
                  </a:cubicBezTo>
                  <a:cubicBezTo>
                    <a:pt x="960" y="6693"/>
                    <a:pt x="1014" y="6566"/>
                    <a:pt x="1087" y="6447"/>
                  </a:cubicBezTo>
                  <a:cubicBezTo>
                    <a:pt x="1170" y="6298"/>
                    <a:pt x="1101" y="6123"/>
                    <a:pt x="989" y="6046"/>
                  </a:cubicBezTo>
                  <a:cubicBezTo>
                    <a:pt x="914" y="5994"/>
                    <a:pt x="831" y="5960"/>
                    <a:pt x="770" y="5940"/>
                  </a:cubicBezTo>
                  <a:cubicBezTo>
                    <a:pt x="769" y="5906"/>
                    <a:pt x="785" y="5854"/>
                    <a:pt x="868" y="5794"/>
                  </a:cubicBezTo>
                  <a:cubicBezTo>
                    <a:pt x="902" y="5769"/>
                    <a:pt x="926" y="5731"/>
                    <a:pt x="932" y="5688"/>
                  </a:cubicBezTo>
                  <a:cubicBezTo>
                    <a:pt x="938" y="5646"/>
                    <a:pt x="927" y="5603"/>
                    <a:pt x="901" y="5569"/>
                  </a:cubicBezTo>
                  <a:cubicBezTo>
                    <a:pt x="902" y="5559"/>
                    <a:pt x="756" y="5412"/>
                    <a:pt x="596" y="5275"/>
                  </a:cubicBezTo>
                  <a:cubicBezTo>
                    <a:pt x="728" y="5181"/>
                    <a:pt x="980" y="4970"/>
                    <a:pt x="946" y="4735"/>
                  </a:cubicBezTo>
                  <a:cubicBezTo>
                    <a:pt x="933" y="4637"/>
                    <a:pt x="866" y="4504"/>
                    <a:pt x="623" y="4430"/>
                  </a:cubicBezTo>
                  <a:cubicBezTo>
                    <a:pt x="356" y="4348"/>
                    <a:pt x="319" y="4245"/>
                    <a:pt x="319" y="4146"/>
                  </a:cubicBezTo>
                  <a:cubicBezTo>
                    <a:pt x="319" y="4045"/>
                    <a:pt x="379" y="3983"/>
                    <a:pt x="522" y="3872"/>
                  </a:cubicBezTo>
                  <a:cubicBezTo>
                    <a:pt x="749" y="3698"/>
                    <a:pt x="1009" y="3470"/>
                    <a:pt x="1211" y="3110"/>
                  </a:cubicBezTo>
                  <a:cubicBezTo>
                    <a:pt x="1279" y="2989"/>
                    <a:pt x="1286" y="2842"/>
                    <a:pt x="1233" y="2717"/>
                  </a:cubicBezTo>
                  <a:cubicBezTo>
                    <a:pt x="1200" y="2642"/>
                    <a:pt x="1156" y="2572"/>
                    <a:pt x="1113" y="2503"/>
                  </a:cubicBezTo>
                  <a:cubicBezTo>
                    <a:pt x="1047" y="2398"/>
                    <a:pt x="979" y="2291"/>
                    <a:pt x="995" y="2222"/>
                  </a:cubicBezTo>
                  <a:cubicBezTo>
                    <a:pt x="1003" y="2185"/>
                    <a:pt x="1027" y="2135"/>
                    <a:pt x="1054" y="2078"/>
                  </a:cubicBezTo>
                  <a:cubicBezTo>
                    <a:pt x="1120" y="1939"/>
                    <a:pt x="1210" y="1748"/>
                    <a:pt x="1228" y="1459"/>
                  </a:cubicBezTo>
                  <a:cubicBezTo>
                    <a:pt x="1257" y="1011"/>
                    <a:pt x="1376" y="601"/>
                    <a:pt x="1579" y="238"/>
                  </a:cubicBezTo>
                  <a:cubicBezTo>
                    <a:pt x="1621" y="161"/>
                    <a:pt x="1594" y="65"/>
                    <a:pt x="1518" y="21"/>
                  </a:cubicBezTo>
                  <a:cubicBezTo>
                    <a:pt x="1493" y="7"/>
                    <a:pt x="1466" y="1"/>
                    <a:pt x="14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59"/>
            <p:cNvSpPr/>
            <p:nvPr/>
          </p:nvSpPr>
          <p:spPr>
            <a:xfrm>
              <a:off x="2796822" y="1570473"/>
              <a:ext cx="260091" cy="234174"/>
            </a:xfrm>
            <a:custGeom>
              <a:avLst/>
              <a:gdLst/>
              <a:ahLst/>
              <a:cxnLst/>
              <a:rect l="l" t="t" r="r" b="b"/>
              <a:pathLst>
                <a:path w="7326" h="6596" extrusionOk="0">
                  <a:moveTo>
                    <a:pt x="1451" y="2029"/>
                  </a:moveTo>
                  <a:cubicBezTo>
                    <a:pt x="1452" y="2029"/>
                    <a:pt x="1454" y="2029"/>
                    <a:pt x="1457" y="2029"/>
                  </a:cubicBezTo>
                  <a:lnTo>
                    <a:pt x="1903" y="2058"/>
                  </a:lnTo>
                  <a:cubicBezTo>
                    <a:pt x="1934" y="2060"/>
                    <a:pt x="1953" y="2078"/>
                    <a:pt x="1961" y="2088"/>
                  </a:cubicBezTo>
                  <a:cubicBezTo>
                    <a:pt x="1970" y="2098"/>
                    <a:pt x="1983" y="2120"/>
                    <a:pt x="1979" y="2151"/>
                  </a:cubicBezTo>
                  <a:lnTo>
                    <a:pt x="1566" y="5174"/>
                  </a:lnTo>
                  <a:lnTo>
                    <a:pt x="1381" y="5162"/>
                  </a:lnTo>
                  <a:lnTo>
                    <a:pt x="1368" y="2111"/>
                  </a:lnTo>
                  <a:cubicBezTo>
                    <a:pt x="1368" y="2080"/>
                    <a:pt x="1385" y="2060"/>
                    <a:pt x="1394" y="2051"/>
                  </a:cubicBezTo>
                  <a:lnTo>
                    <a:pt x="1395" y="2051"/>
                  </a:lnTo>
                  <a:cubicBezTo>
                    <a:pt x="1404" y="2042"/>
                    <a:pt x="1423" y="2029"/>
                    <a:pt x="1451" y="2029"/>
                  </a:cubicBezTo>
                  <a:close/>
                  <a:moveTo>
                    <a:pt x="5426" y="3268"/>
                  </a:moveTo>
                  <a:cubicBezTo>
                    <a:pt x="5436" y="3268"/>
                    <a:pt x="5448" y="3270"/>
                    <a:pt x="5460" y="3275"/>
                  </a:cubicBezTo>
                  <a:lnTo>
                    <a:pt x="5869" y="3457"/>
                  </a:lnTo>
                  <a:cubicBezTo>
                    <a:pt x="5897" y="3469"/>
                    <a:pt x="5909" y="3493"/>
                    <a:pt x="5913" y="3505"/>
                  </a:cubicBezTo>
                  <a:cubicBezTo>
                    <a:pt x="5918" y="3518"/>
                    <a:pt x="5923" y="3543"/>
                    <a:pt x="5909" y="3571"/>
                  </a:cubicBezTo>
                  <a:lnTo>
                    <a:pt x="4478" y="6265"/>
                  </a:lnTo>
                  <a:lnTo>
                    <a:pt x="4308" y="6190"/>
                  </a:lnTo>
                  <a:lnTo>
                    <a:pt x="5349" y="3322"/>
                  </a:lnTo>
                  <a:cubicBezTo>
                    <a:pt x="5360" y="3293"/>
                    <a:pt x="5382" y="3280"/>
                    <a:pt x="5394" y="3274"/>
                  </a:cubicBezTo>
                  <a:cubicBezTo>
                    <a:pt x="5401" y="3271"/>
                    <a:pt x="5413" y="3268"/>
                    <a:pt x="5426" y="3268"/>
                  </a:cubicBezTo>
                  <a:close/>
                  <a:moveTo>
                    <a:pt x="3647" y="1"/>
                  </a:moveTo>
                  <a:cubicBezTo>
                    <a:pt x="3320" y="1"/>
                    <a:pt x="3000" y="118"/>
                    <a:pt x="2750" y="336"/>
                  </a:cubicBezTo>
                  <a:cubicBezTo>
                    <a:pt x="2680" y="301"/>
                    <a:pt x="2605" y="273"/>
                    <a:pt x="2529" y="253"/>
                  </a:cubicBezTo>
                  <a:cubicBezTo>
                    <a:pt x="2440" y="230"/>
                    <a:pt x="2349" y="219"/>
                    <a:pt x="2260" y="219"/>
                  </a:cubicBezTo>
                  <a:cubicBezTo>
                    <a:pt x="2073" y="219"/>
                    <a:pt x="1888" y="268"/>
                    <a:pt x="1722" y="364"/>
                  </a:cubicBezTo>
                  <a:cubicBezTo>
                    <a:pt x="1508" y="488"/>
                    <a:pt x="1346" y="678"/>
                    <a:pt x="1257" y="905"/>
                  </a:cubicBezTo>
                  <a:cubicBezTo>
                    <a:pt x="777" y="987"/>
                    <a:pt x="385" y="1346"/>
                    <a:pt x="263" y="1823"/>
                  </a:cubicBezTo>
                  <a:cubicBezTo>
                    <a:pt x="203" y="2059"/>
                    <a:pt x="212" y="2302"/>
                    <a:pt x="290" y="2530"/>
                  </a:cubicBezTo>
                  <a:cubicBezTo>
                    <a:pt x="194" y="2664"/>
                    <a:pt x="127" y="2820"/>
                    <a:pt x="97" y="2985"/>
                  </a:cubicBezTo>
                  <a:cubicBezTo>
                    <a:pt x="1" y="3526"/>
                    <a:pt x="322" y="4061"/>
                    <a:pt x="845" y="4230"/>
                  </a:cubicBezTo>
                  <a:cubicBezTo>
                    <a:pt x="915" y="4253"/>
                    <a:pt x="987" y="4268"/>
                    <a:pt x="1060" y="4278"/>
                  </a:cubicBezTo>
                  <a:lnTo>
                    <a:pt x="1064" y="5198"/>
                  </a:lnTo>
                  <a:cubicBezTo>
                    <a:pt x="1065" y="5345"/>
                    <a:pt x="1179" y="5467"/>
                    <a:pt x="1325" y="5476"/>
                  </a:cubicBezTo>
                  <a:lnTo>
                    <a:pt x="1582" y="5494"/>
                  </a:lnTo>
                  <a:lnTo>
                    <a:pt x="1601" y="5494"/>
                  </a:lnTo>
                  <a:cubicBezTo>
                    <a:pt x="1739" y="5494"/>
                    <a:pt x="1858" y="5391"/>
                    <a:pt x="1877" y="5252"/>
                  </a:cubicBezTo>
                  <a:lnTo>
                    <a:pt x="2002" y="4339"/>
                  </a:lnTo>
                  <a:cubicBezTo>
                    <a:pt x="2269" y="4556"/>
                    <a:pt x="2578" y="4594"/>
                    <a:pt x="2860" y="4601"/>
                  </a:cubicBezTo>
                  <a:lnTo>
                    <a:pt x="2838" y="4739"/>
                  </a:lnTo>
                  <a:cubicBezTo>
                    <a:pt x="2813" y="4883"/>
                    <a:pt x="2904" y="5023"/>
                    <a:pt x="3046" y="5058"/>
                  </a:cubicBezTo>
                  <a:lnTo>
                    <a:pt x="3296" y="5120"/>
                  </a:lnTo>
                  <a:cubicBezTo>
                    <a:pt x="3318" y="5125"/>
                    <a:pt x="3340" y="5128"/>
                    <a:pt x="3362" y="5128"/>
                  </a:cubicBezTo>
                  <a:cubicBezTo>
                    <a:pt x="3454" y="5128"/>
                    <a:pt x="3542" y="5081"/>
                    <a:pt x="3593" y="5006"/>
                  </a:cubicBezTo>
                  <a:cubicBezTo>
                    <a:pt x="3647" y="5028"/>
                    <a:pt x="3703" y="5047"/>
                    <a:pt x="3761" y="5062"/>
                  </a:cubicBezTo>
                  <a:cubicBezTo>
                    <a:pt x="3858" y="5086"/>
                    <a:pt x="3955" y="5099"/>
                    <a:pt x="4054" y="5099"/>
                  </a:cubicBezTo>
                  <a:cubicBezTo>
                    <a:pt x="4116" y="5099"/>
                    <a:pt x="4178" y="5094"/>
                    <a:pt x="4240" y="5084"/>
                  </a:cubicBezTo>
                  <a:cubicBezTo>
                    <a:pt x="4286" y="5076"/>
                    <a:pt x="4333" y="5071"/>
                    <a:pt x="4378" y="5068"/>
                  </a:cubicBezTo>
                  <a:lnTo>
                    <a:pt x="4378" y="5068"/>
                  </a:lnTo>
                  <a:lnTo>
                    <a:pt x="3998" y="6116"/>
                  </a:lnTo>
                  <a:cubicBezTo>
                    <a:pt x="3947" y="6253"/>
                    <a:pt x="4013" y="6407"/>
                    <a:pt x="4147" y="6466"/>
                  </a:cubicBezTo>
                  <a:lnTo>
                    <a:pt x="4382" y="6571"/>
                  </a:lnTo>
                  <a:cubicBezTo>
                    <a:pt x="4419" y="6587"/>
                    <a:pt x="4457" y="6595"/>
                    <a:pt x="4494" y="6595"/>
                  </a:cubicBezTo>
                  <a:cubicBezTo>
                    <a:pt x="4595" y="6595"/>
                    <a:pt x="4692" y="6540"/>
                    <a:pt x="4742" y="6447"/>
                  </a:cubicBezTo>
                  <a:lnTo>
                    <a:pt x="5366" y="5270"/>
                  </a:lnTo>
                  <a:cubicBezTo>
                    <a:pt x="5454" y="5288"/>
                    <a:pt x="5543" y="5296"/>
                    <a:pt x="5630" y="5296"/>
                  </a:cubicBezTo>
                  <a:cubicBezTo>
                    <a:pt x="6223" y="5296"/>
                    <a:pt x="6760" y="4911"/>
                    <a:pt x="6939" y="4323"/>
                  </a:cubicBezTo>
                  <a:cubicBezTo>
                    <a:pt x="7036" y="4008"/>
                    <a:pt x="7017" y="3677"/>
                    <a:pt x="6888" y="3379"/>
                  </a:cubicBezTo>
                  <a:cubicBezTo>
                    <a:pt x="7064" y="3223"/>
                    <a:pt x="7189" y="3018"/>
                    <a:pt x="7247" y="2790"/>
                  </a:cubicBezTo>
                  <a:cubicBezTo>
                    <a:pt x="7326" y="2482"/>
                    <a:pt x="7292" y="2171"/>
                    <a:pt x="7153" y="1914"/>
                  </a:cubicBezTo>
                  <a:cubicBezTo>
                    <a:pt x="7014" y="1657"/>
                    <a:pt x="6777" y="1471"/>
                    <a:pt x="6486" y="1389"/>
                  </a:cubicBezTo>
                  <a:cubicBezTo>
                    <a:pt x="6450" y="1240"/>
                    <a:pt x="6385" y="1098"/>
                    <a:pt x="6295" y="972"/>
                  </a:cubicBezTo>
                  <a:cubicBezTo>
                    <a:pt x="6264" y="930"/>
                    <a:pt x="6215" y="907"/>
                    <a:pt x="6166" y="907"/>
                  </a:cubicBezTo>
                  <a:cubicBezTo>
                    <a:pt x="6134" y="907"/>
                    <a:pt x="6101" y="917"/>
                    <a:pt x="6073" y="937"/>
                  </a:cubicBezTo>
                  <a:cubicBezTo>
                    <a:pt x="6002" y="988"/>
                    <a:pt x="5986" y="1087"/>
                    <a:pt x="6037" y="1159"/>
                  </a:cubicBezTo>
                  <a:cubicBezTo>
                    <a:pt x="6116" y="1268"/>
                    <a:pt x="6169" y="1396"/>
                    <a:pt x="6191" y="1529"/>
                  </a:cubicBezTo>
                  <a:cubicBezTo>
                    <a:pt x="6199" y="1585"/>
                    <a:pt x="6237" y="1632"/>
                    <a:pt x="6289" y="1653"/>
                  </a:cubicBezTo>
                  <a:cubicBezTo>
                    <a:pt x="6510" y="1724"/>
                    <a:pt x="6766" y="1839"/>
                    <a:pt x="6874" y="2065"/>
                  </a:cubicBezTo>
                  <a:cubicBezTo>
                    <a:pt x="6974" y="2252"/>
                    <a:pt x="6998" y="2481"/>
                    <a:pt x="6939" y="2711"/>
                  </a:cubicBezTo>
                  <a:cubicBezTo>
                    <a:pt x="6888" y="2910"/>
                    <a:pt x="6767" y="3085"/>
                    <a:pt x="6599" y="3205"/>
                  </a:cubicBezTo>
                  <a:cubicBezTo>
                    <a:pt x="6533" y="3251"/>
                    <a:pt x="6512" y="3340"/>
                    <a:pt x="6550" y="3411"/>
                  </a:cubicBezTo>
                  <a:cubicBezTo>
                    <a:pt x="6690" y="3663"/>
                    <a:pt x="6720" y="3954"/>
                    <a:pt x="6635" y="4231"/>
                  </a:cubicBezTo>
                  <a:cubicBezTo>
                    <a:pt x="6498" y="4683"/>
                    <a:pt x="6086" y="4978"/>
                    <a:pt x="5630" y="4978"/>
                  </a:cubicBezTo>
                  <a:cubicBezTo>
                    <a:pt x="5595" y="4978"/>
                    <a:pt x="5559" y="4976"/>
                    <a:pt x="5524" y="4972"/>
                  </a:cubicBezTo>
                  <a:lnTo>
                    <a:pt x="6189" y="3720"/>
                  </a:lnTo>
                  <a:cubicBezTo>
                    <a:pt x="6240" y="3622"/>
                    <a:pt x="6250" y="3506"/>
                    <a:pt x="6213" y="3402"/>
                  </a:cubicBezTo>
                  <a:cubicBezTo>
                    <a:pt x="6177" y="3297"/>
                    <a:pt x="6099" y="3212"/>
                    <a:pt x="5998" y="3166"/>
                  </a:cubicBezTo>
                  <a:lnTo>
                    <a:pt x="5589" y="2985"/>
                  </a:lnTo>
                  <a:cubicBezTo>
                    <a:pt x="5538" y="2962"/>
                    <a:pt x="5482" y="2951"/>
                    <a:pt x="5427" y="2951"/>
                  </a:cubicBezTo>
                  <a:cubicBezTo>
                    <a:pt x="5373" y="2951"/>
                    <a:pt x="5320" y="2961"/>
                    <a:pt x="5270" y="2983"/>
                  </a:cubicBezTo>
                  <a:cubicBezTo>
                    <a:pt x="5168" y="3025"/>
                    <a:pt x="5088" y="3110"/>
                    <a:pt x="5050" y="3214"/>
                  </a:cubicBezTo>
                  <a:lnTo>
                    <a:pt x="4494" y="4744"/>
                  </a:lnTo>
                  <a:cubicBezTo>
                    <a:pt x="4394" y="4745"/>
                    <a:pt x="4292" y="4754"/>
                    <a:pt x="4190" y="4770"/>
                  </a:cubicBezTo>
                  <a:cubicBezTo>
                    <a:pt x="4145" y="4777"/>
                    <a:pt x="4099" y="4781"/>
                    <a:pt x="4054" y="4781"/>
                  </a:cubicBezTo>
                  <a:cubicBezTo>
                    <a:pt x="3982" y="4781"/>
                    <a:pt x="3910" y="4772"/>
                    <a:pt x="3839" y="4754"/>
                  </a:cubicBezTo>
                  <a:cubicBezTo>
                    <a:pt x="3792" y="4742"/>
                    <a:pt x="3746" y="4726"/>
                    <a:pt x="3701" y="4706"/>
                  </a:cubicBezTo>
                  <a:lnTo>
                    <a:pt x="3992" y="3803"/>
                  </a:lnTo>
                  <a:cubicBezTo>
                    <a:pt x="4017" y="3719"/>
                    <a:pt x="3972" y="3630"/>
                    <a:pt x="3888" y="3603"/>
                  </a:cubicBezTo>
                  <a:cubicBezTo>
                    <a:pt x="3872" y="3598"/>
                    <a:pt x="3856" y="3595"/>
                    <a:pt x="3840" y="3595"/>
                  </a:cubicBezTo>
                  <a:cubicBezTo>
                    <a:pt x="3773" y="3595"/>
                    <a:pt x="3710" y="3638"/>
                    <a:pt x="3689" y="3705"/>
                  </a:cubicBezTo>
                  <a:lnTo>
                    <a:pt x="3337" y="4802"/>
                  </a:lnTo>
                  <a:lnTo>
                    <a:pt x="3157" y="4758"/>
                  </a:lnTo>
                  <a:lnTo>
                    <a:pt x="3674" y="1751"/>
                  </a:lnTo>
                  <a:cubicBezTo>
                    <a:pt x="3679" y="1721"/>
                    <a:pt x="3699" y="1703"/>
                    <a:pt x="3710" y="1696"/>
                  </a:cubicBezTo>
                  <a:cubicBezTo>
                    <a:pt x="3718" y="1691"/>
                    <a:pt x="3734" y="1683"/>
                    <a:pt x="3754" y="1683"/>
                  </a:cubicBezTo>
                  <a:cubicBezTo>
                    <a:pt x="3760" y="1683"/>
                    <a:pt x="3767" y="1684"/>
                    <a:pt x="3775" y="1686"/>
                  </a:cubicBezTo>
                  <a:lnTo>
                    <a:pt x="4209" y="1792"/>
                  </a:lnTo>
                  <a:cubicBezTo>
                    <a:pt x="4239" y="1800"/>
                    <a:pt x="4255" y="1820"/>
                    <a:pt x="4261" y="1832"/>
                  </a:cubicBezTo>
                  <a:cubicBezTo>
                    <a:pt x="4268" y="1843"/>
                    <a:pt x="4278" y="1867"/>
                    <a:pt x="4268" y="1897"/>
                  </a:cubicBezTo>
                  <a:lnTo>
                    <a:pt x="3913" y="3006"/>
                  </a:lnTo>
                  <a:cubicBezTo>
                    <a:pt x="3887" y="3089"/>
                    <a:pt x="3932" y="3179"/>
                    <a:pt x="4016" y="3206"/>
                  </a:cubicBezTo>
                  <a:cubicBezTo>
                    <a:pt x="4032" y="3211"/>
                    <a:pt x="4048" y="3213"/>
                    <a:pt x="4064" y="3213"/>
                  </a:cubicBezTo>
                  <a:cubicBezTo>
                    <a:pt x="4131" y="3213"/>
                    <a:pt x="4194" y="3170"/>
                    <a:pt x="4215" y="3102"/>
                  </a:cubicBezTo>
                  <a:lnTo>
                    <a:pt x="4571" y="1994"/>
                  </a:lnTo>
                  <a:cubicBezTo>
                    <a:pt x="4604" y="1889"/>
                    <a:pt x="4593" y="1773"/>
                    <a:pt x="4539" y="1676"/>
                  </a:cubicBezTo>
                  <a:cubicBezTo>
                    <a:pt x="4485" y="1580"/>
                    <a:pt x="4393" y="1509"/>
                    <a:pt x="4285" y="1484"/>
                  </a:cubicBezTo>
                  <a:lnTo>
                    <a:pt x="3851" y="1377"/>
                  </a:lnTo>
                  <a:cubicBezTo>
                    <a:pt x="3819" y="1369"/>
                    <a:pt x="3788" y="1366"/>
                    <a:pt x="3756" y="1366"/>
                  </a:cubicBezTo>
                  <a:cubicBezTo>
                    <a:pt x="3679" y="1366"/>
                    <a:pt x="3602" y="1388"/>
                    <a:pt x="3536" y="1431"/>
                  </a:cubicBezTo>
                  <a:cubicBezTo>
                    <a:pt x="3443" y="1492"/>
                    <a:pt x="3380" y="1588"/>
                    <a:pt x="3361" y="1697"/>
                  </a:cubicBezTo>
                  <a:lnTo>
                    <a:pt x="2915" y="4285"/>
                  </a:lnTo>
                  <a:cubicBezTo>
                    <a:pt x="2591" y="4281"/>
                    <a:pt x="2289" y="4246"/>
                    <a:pt x="2057" y="3940"/>
                  </a:cubicBezTo>
                  <a:lnTo>
                    <a:pt x="2294" y="2195"/>
                  </a:lnTo>
                  <a:cubicBezTo>
                    <a:pt x="2310" y="2085"/>
                    <a:pt x="2278" y="1973"/>
                    <a:pt x="2208" y="1887"/>
                  </a:cubicBezTo>
                  <a:cubicBezTo>
                    <a:pt x="2138" y="1802"/>
                    <a:pt x="2035" y="1748"/>
                    <a:pt x="1924" y="1741"/>
                  </a:cubicBezTo>
                  <a:lnTo>
                    <a:pt x="1478" y="1712"/>
                  </a:lnTo>
                  <a:cubicBezTo>
                    <a:pt x="1470" y="1711"/>
                    <a:pt x="1461" y="1711"/>
                    <a:pt x="1452" y="1711"/>
                  </a:cubicBezTo>
                  <a:cubicBezTo>
                    <a:pt x="1350" y="1711"/>
                    <a:pt x="1252" y="1750"/>
                    <a:pt x="1178" y="1819"/>
                  </a:cubicBezTo>
                  <a:cubicBezTo>
                    <a:pt x="1097" y="1895"/>
                    <a:pt x="1051" y="2002"/>
                    <a:pt x="1051" y="2113"/>
                  </a:cubicBezTo>
                  <a:lnTo>
                    <a:pt x="1059" y="3956"/>
                  </a:lnTo>
                  <a:cubicBezTo>
                    <a:pt x="1020" y="3950"/>
                    <a:pt x="981" y="3941"/>
                    <a:pt x="942" y="3928"/>
                  </a:cubicBezTo>
                  <a:cubicBezTo>
                    <a:pt x="570" y="3807"/>
                    <a:pt x="342" y="3427"/>
                    <a:pt x="410" y="3041"/>
                  </a:cubicBezTo>
                  <a:cubicBezTo>
                    <a:pt x="435" y="2900"/>
                    <a:pt x="498" y="2768"/>
                    <a:pt x="591" y="2661"/>
                  </a:cubicBezTo>
                  <a:cubicBezTo>
                    <a:pt x="631" y="2616"/>
                    <a:pt x="642" y="2550"/>
                    <a:pt x="618" y="2494"/>
                  </a:cubicBezTo>
                  <a:cubicBezTo>
                    <a:pt x="536" y="2306"/>
                    <a:pt x="520" y="2100"/>
                    <a:pt x="571" y="1901"/>
                  </a:cubicBezTo>
                  <a:cubicBezTo>
                    <a:pt x="669" y="1520"/>
                    <a:pt x="997" y="1241"/>
                    <a:pt x="1390" y="1208"/>
                  </a:cubicBezTo>
                  <a:cubicBezTo>
                    <a:pt x="1455" y="1202"/>
                    <a:pt x="1511" y="1156"/>
                    <a:pt x="1529" y="1093"/>
                  </a:cubicBezTo>
                  <a:cubicBezTo>
                    <a:pt x="1623" y="759"/>
                    <a:pt x="1931" y="537"/>
                    <a:pt x="2264" y="537"/>
                  </a:cubicBezTo>
                  <a:cubicBezTo>
                    <a:pt x="2326" y="537"/>
                    <a:pt x="2388" y="545"/>
                    <a:pt x="2450" y="561"/>
                  </a:cubicBezTo>
                  <a:cubicBezTo>
                    <a:pt x="2534" y="581"/>
                    <a:pt x="2614" y="617"/>
                    <a:pt x="2685" y="665"/>
                  </a:cubicBezTo>
                  <a:cubicBezTo>
                    <a:pt x="2712" y="683"/>
                    <a:pt x="2743" y="692"/>
                    <a:pt x="2773" y="692"/>
                  </a:cubicBezTo>
                  <a:cubicBezTo>
                    <a:pt x="2815" y="692"/>
                    <a:pt x="2857" y="675"/>
                    <a:pt x="2888" y="643"/>
                  </a:cubicBezTo>
                  <a:cubicBezTo>
                    <a:pt x="3088" y="433"/>
                    <a:pt x="3364" y="318"/>
                    <a:pt x="3647" y="318"/>
                  </a:cubicBezTo>
                  <a:cubicBezTo>
                    <a:pt x="3733" y="318"/>
                    <a:pt x="3821" y="329"/>
                    <a:pt x="3907" y="351"/>
                  </a:cubicBezTo>
                  <a:cubicBezTo>
                    <a:pt x="4205" y="427"/>
                    <a:pt x="4455" y="630"/>
                    <a:pt x="4591" y="908"/>
                  </a:cubicBezTo>
                  <a:cubicBezTo>
                    <a:pt x="4612" y="950"/>
                    <a:pt x="4649" y="981"/>
                    <a:pt x="4695" y="992"/>
                  </a:cubicBezTo>
                  <a:cubicBezTo>
                    <a:pt x="4708" y="995"/>
                    <a:pt x="4721" y="997"/>
                    <a:pt x="4734" y="997"/>
                  </a:cubicBezTo>
                  <a:cubicBezTo>
                    <a:pt x="4767" y="997"/>
                    <a:pt x="4800" y="986"/>
                    <a:pt x="4827" y="966"/>
                  </a:cubicBezTo>
                  <a:cubicBezTo>
                    <a:pt x="4976" y="857"/>
                    <a:pt x="5154" y="800"/>
                    <a:pt x="5335" y="800"/>
                  </a:cubicBezTo>
                  <a:cubicBezTo>
                    <a:pt x="5399" y="800"/>
                    <a:pt x="5462" y="807"/>
                    <a:pt x="5525" y="821"/>
                  </a:cubicBezTo>
                  <a:cubicBezTo>
                    <a:pt x="5537" y="824"/>
                    <a:pt x="5549" y="825"/>
                    <a:pt x="5561" y="825"/>
                  </a:cubicBezTo>
                  <a:cubicBezTo>
                    <a:pt x="5633" y="825"/>
                    <a:pt x="5699" y="775"/>
                    <a:pt x="5715" y="701"/>
                  </a:cubicBezTo>
                  <a:cubicBezTo>
                    <a:pt x="5734" y="615"/>
                    <a:pt x="5681" y="530"/>
                    <a:pt x="5594" y="511"/>
                  </a:cubicBezTo>
                  <a:cubicBezTo>
                    <a:pt x="5509" y="492"/>
                    <a:pt x="5423" y="482"/>
                    <a:pt x="5336" y="482"/>
                  </a:cubicBezTo>
                  <a:cubicBezTo>
                    <a:pt x="5147" y="482"/>
                    <a:pt x="4959" y="528"/>
                    <a:pt x="4790" y="617"/>
                  </a:cubicBezTo>
                  <a:cubicBezTo>
                    <a:pt x="4603" y="333"/>
                    <a:pt x="4318" y="127"/>
                    <a:pt x="3985" y="43"/>
                  </a:cubicBezTo>
                  <a:cubicBezTo>
                    <a:pt x="3873" y="15"/>
                    <a:pt x="3760" y="1"/>
                    <a:pt x="36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59"/>
            <p:cNvSpPr/>
            <p:nvPr/>
          </p:nvSpPr>
          <p:spPr>
            <a:xfrm>
              <a:off x="2821958" y="1779441"/>
              <a:ext cx="47183" cy="45656"/>
            </a:xfrm>
            <a:custGeom>
              <a:avLst/>
              <a:gdLst/>
              <a:ahLst/>
              <a:cxnLst/>
              <a:rect l="l" t="t" r="r" b="b"/>
              <a:pathLst>
                <a:path w="1329" h="1286" extrusionOk="0">
                  <a:moveTo>
                    <a:pt x="666" y="320"/>
                  </a:moveTo>
                  <a:cubicBezTo>
                    <a:pt x="672" y="320"/>
                    <a:pt x="679" y="320"/>
                    <a:pt x="685" y="320"/>
                  </a:cubicBezTo>
                  <a:cubicBezTo>
                    <a:pt x="864" y="332"/>
                    <a:pt x="999" y="486"/>
                    <a:pt x="987" y="664"/>
                  </a:cubicBezTo>
                  <a:cubicBezTo>
                    <a:pt x="976" y="836"/>
                    <a:pt x="833" y="967"/>
                    <a:pt x="664" y="967"/>
                  </a:cubicBezTo>
                  <a:cubicBezTo>
                    <a:pt x="657" y="967"/>
                    <a:pt x="650" y="967"/>
                    <a:pt x="643" y="966"/>
                  </a:cubicBezTo>
                  <a:cubicBezTo>
                    <a:pt x="465" y="955"/>
                    <a:pt x="330" y="800"/>
                    <a:pt x="342" y="622"/>
                  </a:cubicBezTo>
                  <a:cubicBezTo>
                    <a:pt x="353" y="477"/>
                    <a:pt x="478" y="320"/>
                    <a:pt x="666" y="320"/>
                  </a:cubicBezTo>
                  <a:close/>
                  <a:moveTo>
                    <a:pt x="660" y="1"/>
                  </a:moveTo>
                  <a:cubicBezTo>
                    <a:pt x="351" y="1"/>
                    <a:pt x="41" y="261"/>
                    <a:pt x="25" y="601"/>
                  </a:cubicBezTo>
                  <a:cubicBezTo>
                    <a:pt x="1" y="954"/>
                    <a:pt x="269" y="1260"/>
                    <a:pt x="622" y="1283"/>
                  </a:cubicBezTo>
                  <a:cubicBezTo>
                    <a:pt x="637" y="1285"/>
                    <a:pt x="652" y="1285"/>
                    <a:pt x="668" y="1285"/>
                  </a:cubicBezTo>
                  <a:cubicBezTo>
                    <a:pt x="985" y="1285"/>
                    <a:pt x="1286" y="1021"/>
                    <a:pt x="1304" y="685"/>
                  </a:cubicBezTo>
                  <a:cubicBezTo>
                    <a:pt x="1328" y="333"/>
                    <a:pt x="1060" y="27"/>
                    <a:pt x="707" y="3"/>
                  </a:cubicBezTo>
                  <a:cubicBezTo>
                    <a:pt x="692" y="2"/>
                    <a:pt x="676" y="1"/>
                    <a:pt x="6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59"/>
            <p:cNvSpPr/>
            <p:nvPr/>
          </p:nvSpPr>
          <p:spPr>
            <a:xfrm>
              <a:off x="2875034" y="1764353"/>
              <a:ext cx="48674" cy="45621"/>
            </a:xfrm>
            <a:custGeom>
              <a:avLst/>
              <a:gdLst/>
              <a:ahLst/>
              <a:cxnLst/>
              <a:rect l="l" t="t" r="r" b="b"/>
              <a:pathLst>
                <a:path w="1371" h="1285" extrusionOk="0">
                  <a:moveTo>
                    <a:pt x="707" y="319"/>
                  </a:moveTo>
                  <a:cubicBezTo>
                    <a:pt x="731" y="319"/>
                    <a:pt x="757" y="321"/>
                    <a:pt x="784" y="327"/>
                  </a:cubicBezTo>
                  <a:cubicBezTo>
                    <a:pt x="931" y="363"/>
                    <a:pt x="1068" y="532"/>
                    <a:pt x="1021" y="719"/>
                  </a:cubicBezTo>
                  <a:cubicBezTo>
                    <a:pt x="990" y="856"/>
                    <a:pt x="850" y="964"/>
                    <a:pt x="701" y="964"/>
                  </a:cubicBezTo>
                  <a:cubicBezTo>
                    <a:pt x="678" y="964"/>
                    <a:pt x="654" y="961"/>
                    <a:pt x="630" y="956"/>
                  </a:cubicBezTo>
                  <a:cubicBezTo>
                    <a:pt x="457" y="914"/>
                    <a:pt x="350" y="738"/>
                    <a:pt x="393" y="565"/>
                  </a:cubicBezTo>
                  <a:cubicBezTo>
                    <a:pt x="429" y="436"/>
                    <a:pt x="546" y="319"/>
                    <a:pt x="707" y="319"/>
                  </a:cubicBezTo>
                  <a:close/>
                  <a:moveTo>
                    <a:pt x="714" y="0"/>
                  </a:moveTo>
                  <a:cubicBezTo>
                    <a:pt x="438" y="0"/>
                    <a:pt x="149" y="195"/>
                    <a:pt x="84" y="489"/>
                  </a:cubicBezTo>
                  <a:cubicBezTo>
                    <a:pt x="0" y="833"/>
                    <a:pt x="210" y="1181"/>
                    <a:pt x="555" y="1265"/>
                  </a:cubicBezTo>
                  <a:cubicBezTo>
                    <a:pt x="601" y="1278"/>
                    <a:pt x="649" y="1284"/>
                    <a:pt x="698" y="1284"/>
                  </a:cubicBezTo>
                  <a:cubicBezTo>
                    <a:pt x="971" y="1284"/>
                    <a:pt x="1269" y="1088"/>
                    <a:pt x="1330" y="795"/>
                  </a:cubicBezTo>
                  <a:cubicBezTo>
                    <a:pt x="1371" y="628"/>
                    <a:pt x="1345" y="456"/>
                    <a:pt x="1256" y="310"/>
                  </a:cubicBezTo>
                  <a:cubicBezTo>
                    <a:pt x="1166" y="163"/>
                    <a:pt x="1026" y="60"/>
                    <a:pt x="860" y="19"/>
                  </a:cubicBezTo>
                  <a:cubicBezTo>
                    <a:pt x="812" y="7"/>
                    <a:pt x="764" y="0"/>
                    <a:pt x="7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59"/>
            <p:cNvSpPr/>
            <p:nvPr/>
          </p:nvSpPr>
          <p:spPr>
            <a:xfrm>
              <a:off x="2907590" y="1812884"/>
              <a:ext cx="48709" cy="45621"/>
            </a:xfrm>
            <a:custGeom>
              <a:avLst/>
              <a:gdLst/>
              <a:ahLst/>
              <a:cxnLst/>
              <a:rect l="l" t="t" r="r" b="b"/>
              <a:pathLst>
                <a:path w="1372" h="1285" extrusionOk="0">
                  <a:moveTo>
                    <a:pt x="707" y="319"/>
                  </a:moveTo>
                  <a:cubicBezTo>
                    <a:pt x="732" y="319"/>
                    <a:pt x="758" y="322"/>
                    <a:pt x="785" y="328"/>
                  </a:cubicBezTo>
                  <a:cubicBezTo>
                    <a:pt x="932" y="363"/>
                    <a:pt x="1069" y="531"/>
                    <a:pt x="1022" y="719"/>
                  </a:cubicBezTo>
                  <a:cubicBezTo>
                    <a:pt x="991" y="856"/>
                    <a:pt x="851" y="965"/>
                    <a:pt x="701" y="965"/>
                  </a:cubicBezTo>
                  <a:cubicBezTo>
                    <a:pt x="678" y="965"/>
                    <a:pt x="654" y="962"/>
                    <a:pt x="631" y="956"/>
                  </a:cubicBezTo>
                  <a:cubicBezTo>
                    <a:pt x="458" y="914"/>
                    <a:pt x="351" y="739"/>
                    <a:pt x="394" y="565"/>
                  </a:cubicBezTo>
                  <a:cubicBezTo>
                    <a:pt x="430" y="436"/>
                    <a:pt x="547" y="319"/>
                    <a:pt x="707" y="319"/>
                  </a:cubicBezTo>
                  <a:close/>
                  <a:moveTo>
                    <a:pt x="716" y="0"/>
                  </a:moveTo>
                  <a:cubicBezTo>
                    <a:pt x="439" y="0"/>
                    <a:pt x="150" y="194"/>
                    <a:pt x="85" y="490"/>
                  </a:cubicBezTo>
                  <a:cubicBezTo>
                    <a:pt x="1" y="833"/>
                    <a:pt x="212" y="1181"/>
                    <a:pt x="555" y="1265"/>
                  </a:cubicBezTo>
                  <a:cubicBezTo>
                    <a:pt x="601" y="1278"/>
                    <a:pt x="649" y="1285"/>
                    <a:pt x="698" y="1285"/>
                  </a:cubicBezTo>
                  <a:cubicBezTo>
                    <a:pt x="972" y="1285"/>
                    <a:pt x="1269" y="1088"/>
                    <a:pt x="1331" y="795"/>
                  </a:cubicBezTo>
                  <a:cubicBezTo>
                    <a:pt x="1371" y="629"/>
                    <a:pt x="1345" y="457"/>
                    <a:pt x="1256" y="309"/>
                  </a:cubicBezTo>
                  <a:cubicBezTo>
                    <a:pt x="1168" y="163"/>
                    <a:pt x="1027" y="59"/>
                    <a:pt x="860" y="19"/>
                  </a:cubicBezTo>
                  <a:cubicBezTo>
                    <a:pt x="813" y="6"/>
                    <a:pt x="765" y="0"/>
                    <a:pt x="7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61" name="Google Shape;2361;p59"/>
          <p:cNvGrpSpPr/>
          <p:nvPr/>
        </p:nvGrpSpPr>
        <p:grpSpPr>
          <a:xfrm>
            <a:off x="3543072" y="2166268"/>
            <a:ext cx="423446" cy="483423"/>
            <a:chOff x="5540526" y="1544841"/>
            <a:chExt cx="337380" cy="385167"/>
          </a:xfrm>
        </p:grpSpPr>
        <p:sp>
          <p:nvSpPr>
            <p:cNvPr id="2362" name="Google Shape;2362;p59"/>
            <p:cNvSpPr/>
            <p:nvPr/>
          </p:nvSpPr>
          <p:spPr>
            <a:xfrm>
              <a:off x="5642454" y="1886268"/>
              <a:ext cx="23503" cy="43739"/>
            </a:xfrm>
            <a:custGeom>
              <a:avLst/>
              <a:gdLst/>
              <a:ahLst/>
              <a:cxnLst/>
              <a:rect l="l" t="t" r="r" b="b"/>
              <a:pathLst>
                <a:path w="662" h="1232" extrusionOk="0">
                  <a:moveTo>
                    <a:pt x="177" y="1"/>
                  </a:moveTo>
                  <a:cubicBezTo>
                    <a:pt x="162" y="1"/>
                    <a:pt x="148" y="3"/>
                    <a:pt x="133" y="7"/>
                  </a:cubicBezTo>
                  <a:cubicBezTo>
                    <a:pt x="48" y="32"/>
                    <a:pt x="0" y="120"/>
                    <a:pt x="24" y="204"/>
                  </a:cubicBezTo>
                  <a:cubicBezTo>
                    <a:pt x="180" y="738"/>
                    <a:pt x="328" y="1115"/>
                    <a:pt x="334" y="1131"/>
                  </a:cubicBezTo>
                  <a:cubicBezTo>
                    <a:pt x="359" y="1193"/>
                    <a:pt x="419" y="1231"/>
                    <a:pt x="482" y="1231"/>
                  </a:cubicBezTo>
                  <a:cubicBezTo>
                    <a:pt x="501" y="1231"/>
                    <a:pt x="522" y="1228"/>
                    <a:pt x="541" y="1220"/>
                  </a:cubicBezTo>
                  <a:cubicBezTo>
                    <a:pt x="622" y="1188"/>
                    <a:pt x="662" y="1096"/>
                    <a:pt x="630" y="1014"/>
                  </a:cubicBezTo>
                  <a:cubicBezTo>
                    <a:pt x="629" y="1011"/>
                    <a:pt x="480" y="634"/>
                    <a:pt x="329" y="116"/>
                  </a:cubicBezTo>
                  <a:lnTo>
                    <a:pt x="330" y="116"/>
                  </a:lnTo>
                  <a:cubicBezTo>
                    <a:pt x="310" y="46"/>
                    <a:pt x="246" y="1"/>
                    <a:pt x="1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59"/>
            <p:cNvSpPr/>
            <p:nvPr/>
          </p:nvSpPr>
          <p:spPr>
            <a:xfrm>
              <a:off x="5540526" y="1544841"/>
              <a:ext cx="337380" cy="385167"/>
            </a:xfrm>
            <a:custGeom>
              <a:avLst/>
              <a:gdLst/>
              <a:ahLst/>
              <a:cxnLst/>
              <a:rect l="l" t="t" r="r" b="b"/>
              <a:pathLst>
                <a:path w="9503" h="10849" extrusionOk="0">
                  <a:moveTo>
                    <a:pt x="2038" y="4166"/>
                  </a:moveTo>
                  <a:cubicBezTo>
                    <a:pt x="2038" y="4663"/>
                    <a:pt x="2048" y="5006"/>
                    <a:pt x="2116" y="5303"/>
                  </a:cubicBezTo>
                  <a:cubicBezTo>
                    <a:pt x="1994" y="5272"/>
                    <a:pt x="1884" y="5209"/>
                    <a:pt x="1794" y="5118"/>
                  </a:cubicBezTo>
                  <a:cubicBezTo>
                    <a:pt x="1663" y="4986"/>
                    <a:pt x="1591" y="4811"/>
                    <a:pt x="1592" y="4625"/>
                  </a:cubicBezTo>
                  <a:cubicBezTo>
                    <a:pt x="1592" y="4502"/>
                    <a:pt x="1641" y="4386"/>
                    <a:pt x="1728" y="4299"/>
                  </a:cubicBezTo>
                  <a:cubicBezTo>
                    <a:pt x="1812" y="4216"/>
                    <a:pt x="1921" y="4169"/>
                    <a:pt x="2038" y="4166"/>
                  </a:cubicBezTo>
                  <a:close/>
                  <a:moveTo>
                    <a:pt x="7472" y="4183"/>
                  </a:moveTo>
                  <a:cubicBezTo>
                    <a:pt x="7589" y="4187"/>
                    <a:pt x="7698" y="4235"/>
                    <a:pt x="7781" y="4318"/>
                  </a:cubicBezTo>
                  <a:cubicBezTo>
                    <a:pt x="7868" y="4406"/>
                    <a:pt x="7915" y="4522"/>
                    <a:pt x="7915" y="4645"/>
                  </a:cubicBezTo>
                  <a:cubicBezTo>
                    <a:pt x="7914" y="4831"/>
                    <a:pt x="7842" y="5006"/>
                    <a:pt x="7710" y="5137"/>
                  </a:cubicBezTo>
                  <a:cubicBezTo>
                    <a:pt x="7619" y="5227"/>
                    <a:pt x="7508" y="5289"/>
                    <a:pt x="7388" y="5319"/>
                  </a:cubicBezTo>
                  <a:cubicBezTo>
                    <a:pt x="7456" y="5023"/>
                    <a:pt x="7469" y="4680"/>
                    <a:pt x="7472" y="4183"/>
                  </a:cubicBezTo>
                  <a:close/>
                  <a:moveTo>
                    <a:pt x="5306" y="319"/>
                  </a:moveTo>
                  <a:cubicBezTo>
                    <a:pt x="5562" y="319"/>
                    <a:pt x="5828" y="353"/>
                    <a:pt x="6097" y="422"/>
                  </a:cubicBezTo>
                  <a:cubicBezTo>
                    <a:pt x="7175" y="701"/>
                    <a:pt x="7714" y="1781"/>
                    <a:pt x="7760" y="2668"/>
                  </a:cubicBezTo>
                  <a:cubicBezTo>
                    <a:pt x="7784" y="3151"/>
                    <a:pt x="7666" y="3548"/>
                    <a:pt x="7448" y="3755"/>
                  </a:cubicBezTo>
                  <a:cubicBezTo>
                    <a:pt x="7377" y="3391"/>
                    <a:pt x="7158" y="3091"/>
                    <a:pt x="6780" y="2843"/>
                  </a:cubicBezTo>
                  <a:cubicBezTo>
                    <a:pt x="6421" y="2607"/>
                    <a:pt x="6063" y="2594"/>
                    <a:pt x="5684" y="2580"/>
                  </a:cubicBezTo>
                  <a:cubicBezTo>
                    <a:pt x="5629" y="2578"/>
                    <a:pt x="5574" y="2577"/>
                    <a:pt x="5518" y="2574"/>
                  </a:cubicBezTo>
                  <a:cubicBezTo>
                    <a:pt x="5516" y="2573"/>
                    <a:pt x="5513" y="2573"/>
                    <a:pt x="5511" y="2573"/>
                  </a:cubicBezTo>
                  <a:cubicBezTo>
                    <a:pt x="5426" y="2573"/>
                    <a:pt x="5355" y="2639"/>
                    <a:pt x="5351" y="2724"/>
                  </a:cubicBezTo>
                  <a:cubicBezTo>
                    <a:pt x="5347" y="2812"/>
                    <a:pt x="5415" y="2887"/>
                    <a:pt x="5503" y="2891"/>
                  </a:cubicBezTo>
                  <a:cubicBezTo>
                    <a:pt x="5560" y="2894"/>
                    <a:pt x="5616" y="2896"/>
                    <a:pt x="5672" y="2898"/>
                  </a:cubicBezTo>
                  <a:cubicBezTo>
                    <a:pt x="6020" y="2911"/>
                    <a:pt x="6321" y="2921"/>
                    <a:pt x="6606" y="3109"/>
                  </a:cubicBezTo>
                  <a:cubicBezTo>
                    <a:pt x="6980" y="3354"/>
                    <a:pt x="7154" y="3645"/>
                    <a:pt x="7154" y="4022"/>
                  </a:cubicBezTo>
                  <a:cubicBezTo>
                    <a:pt x="7151" y="5079"/>
                    <a:pt x="7132" y="5409"/>
                    <a:pt x="6715" y="5983"/>
                  </a:cubicBezTo>
                  <a:cubicBezTo>
                    <a:pt x="6093" y="6840"/>
                    <a:pt x="5376" y="7332"/>
                    <a:pt x="4748" y="7332"/>
                  </a:cubicBezTo>
                  <a:lnTo>
                    <a:pt x="4745" y="7332"/>
                  </a:lnTo>
                  <a:cubicBezTo>
                    <a:pt x="4116" y="7329"/>
                    <a:pt x="3401" y="6834"/>
                    <a:pt x="2783" y="5970"/>
                  </a:cubicBezTo>
                  <a:lnTo>
                    <a:pt x="2783" y="5971"/>
                  </a:lnTo>
                  <a:cubicBezTo>
                    <a:pt x="2370" y="5394"/>
                    <a:pt x="2353" y="5064"/>
                    <a:pt x="2356" y="4006"/>
                  </a:cubicBezTo>
                  <a:cubicBezTo>
                    <a:pt x="2354" y="3624"/>
                    <a:pt x="2547" y="3289"/>
                    <a:pt x="2918" y="3075"/>
                  </a:cubicBezTo>
                  <a:cubicBezTo>
                    <a:pt x="3297" y="2855"/>
                    <a:pt x="3500" y="2499"/>
                    <a:pt x="3642" y="2124"/>
                  </a:cubicBezTo>
                  <a:cubicBezTo>
                    <a:pt x="4000" y="2443"/>
                    <a:pt x="4360" y="2657"/>
                    <a:pt x="4739" y="2772"/>
                  </a:cubicBezTo>
                  <a:cubicBezTo>
                    <a:pt x="4754" y="2776"/>
                    <a:pt x="4769" y="2778"/>
                    <a:pt x="4784" y="2778"/>
                  </a:cubicBezTo>
                  <a:cubicBezTo>
                    <a:pt x="4853" y="2778"/>
                    <a:pt x="4916" y="2735"/>
                    <a:pt x="4937" y="2666"/>
                  </a:cubicBezTo>
                  <a:cubicBezTo>
                    <a:pt x="4963" y="2582"/>
                    <a:pt x="4915" y="2493"/>
                    <a:pt x="4831" y="2468"/>
                  </a:cubicBezTo>
                  <a:cubicBezTo>
                    <a:pt x="4454" y="2353"/>
                    <a:pt x="4092" y="2123"/>
                    <a:pt x="3724" y="1766"/>
                  </a:cubicBezTo>
                  <a:lnTo>
                    <a:pt x="3644" y="954"/>
                  </a:lnTo>
                  <a:cubicBezTo>
                    <a:pt x="4067" y="538"/>
                    <a:pt x="4655" y="319"/>
                    <a:pt x="5306" y="319"/>
                  </a:cubicBezTo>
                  <a:close/>
                  <a:moveTo>
                    <a:pt x="5791" y="7318"/>
                  </a:moveTo>
                  <a:lnTo>
                    <a:pt x="5870" y="7976"/>
                  </a:lnTo>
                  <a:cubicBezTo>
                    <a:pt x="5892" y="8161"/>
                    <a:pt x="5839" y="8347"/>
                    <a:pt x="5727" y="8487"/>
                  </a:cubicBezTo>
                  <a:lnTo>
                    <a:pt x="5728" y="8487"/>
                  </a:lnTo>
                  <a:cubicBezTo>
                    <a:pt x="5515" y="8750"/>
                    <a:pt x="5188" y="8884"/>
                    <a:pt x="4752" y="8884"/>
                  </a:cubicBezTo>
                  <a:cubicBezTo>
                    <a:pt x="4316" y="8884"/>
                    <a:pt x="3988" y="8750"/>
                    <a:pt x="3775" y="8487"/>
                  </a:cubicBezTo>
                  <a:cubicBezTo>
                    <a:pt x="3663" y="8347"/>
                    <a:pt x="3612" y="8161"/>
                    <a:pt x="3633" y="7978"/>
                  </a:cubicBezTo>
                  <a:lnTo>
                    <a:pt x="3712" y="7320"/>
                  </a:lnTo>
                  <a:cubicBezTo>
                    <a:pt x="4037" y="7525"/>
                    <a:pt x="4419" y="7650"/>
                    <a:pt x="4744" y="7650"/>
                  </a:cubicBezTo>
                  <a:cubicBezTo>
                    <a:pt x="4745" y="7650"/>
                    <a:pt x="4747" y="7650"/>
                    <a:pt x="4748" y="7650"/>
                  </a:cubicBezTo>
                  <a:cubicBezTo>
                    <a:pt x="5086" y="7650"/>
                    <a:pt x="5441" y="7535"/>
                    <a:pt x="5791" y="7318"/>
                  </a:cubicBezTo>
                  <a:close/>
                  <a:moveTo>
                    <a:pt x="5307" y="1"/>
                  </a:moveTo>
                  <a:cubicBezTo>
                    <a:pt x="4584" y="1"/>
                    <a:pt x="3925" y="245"/>
                    <a:pt x="3443" y="706"/>
                  </a:cubicBezTo>
                  <a:cubicBezTo>
                    <a:pt x="3307" y="654"/>
                    <a:pt x="3166" y="627"/>
                    <a:pt x="3013" y="626"/>
                  </a:cubicBezTo>
                  <a:cubicBezTo>
                    <a:pt x="3007" y="626"/>
                    <a:pt x="3000" y="626"/>
                    <a:pt x="2993" y="626"/>
                  </a:cubicBezTo>
                  <a:cubicBezTo>
                    <a:pt x="2419" y="626"/>
                    <a:pt x="1896" y="932"/>
                    <a:pt x="1590" y="1444"/>
                  </a:cubicBezTo>
                  <a:cubicBezTo>
                    <a:pt x="1545" y="1520"/>
                    <a:pt x="1570" y="1618"/>
                    <a:pt x="1645" y="1662"/>
                  </a:cubicBezTo>
                  <a:cubicBezTo>
                    <a:pt x="1671" y="1678"/>
                    <a:pt x="1699" y="1685"/>
                    <a:pt x="1727" y="1685"/>
                  </a:cubicBezTo>
                  <a:cubicBezTo>
                    <a:pt x="1781" y="1685"/>
                    <a:pt x="1833" y="1657"/>
                    <a:pt x="1863" y="1607"/>
                  </a:cubicBezTo>
                  <a:cubicBezTo>
                    <a:pt x="2116" y="1185"/>
                    <a:pt x="2527" y="944"/>
                    <a:pt x="2996" y="944"/>
                  </a:cubicBezTo>
                  <a:lnTo>
                    <a:pt x="3010" y="944"/>
                  </a:lnTo>
                  <a:cubicBezTo>
                    <a:pt x="3124" y="945"/>
                    <a:pt x="3229" y="964"/>
                    <a:pt x="3330" y="1004"/>
                  </a:cubicBezTo>
                  <a:lnTo>
                    <a:pt x="3411" y="1821"/>
                  </a:lnTo>
                  <a:cubicBezTo>
                    <a:pt x="3264" y="2267"/>
                    <a:pt x="3095" y="2605"/>
                    <a:pt x="2758" y="2802"/>
                  </a:cubicBezTo>
                  <a:cubicBezTo>
                    <a:pt x="2348" y="3041"/>
                    <a:pt x="2106" y="3389"/>
                    <a:pt x="2050" y="3814"/>
                  </a:cubicBezTo>
                  <a:cubicBezTo>
                    <a:pt x="2010" y="3793"/>
                    <a:pt x="1971" y="3765"/>
                    <a:pt x="1934" y="3727"/>
                  </a:cubicBezTo>
                  <a:cubicBezTo>
                    <a:pt x="1712" y="3504"/>
                    <a:pt x="1597" y="3031"/>
                    <a:pt x="1598" y="2678"/>
                  </a:cubicBezTo>
                  <a:cubicBezTo>
                    <a:pt x="1598" y="2530"/>
                    <a:pt x="1611" y="2386"/>
                    <a:pt x="1633" y="2251"/>
                  </a:cubicBezTo>
                  <a:cubicBezTo>
                    <a:pt x="1648" y="2165"/>
                    <a:pt x="1590" y="2083"/>
                    <a:pt x="1504" y="2069"/>
                  </a:cubicBezTo>
                  <a:cubicBezTo>
                    <a:pt x="1494" y="2067"/>
                    <a:pt x="1485" y="2066"/>
                    <a:pt x="1476" y="2066"/>
                  </a:cubicBezTo>
                  <a:cubicBezTo>
                    <a:pt x="1400" y="2066"/>
                    <a:pt x="1333" y="2121"/>
                    <a:pt x="1320" y="2198"/>
                  </a:cubicBezTo>
                  <a:cubicBezTo>
                    <a:pt x="1294" y="2350"/>
                    <a:pt x="1281" y="2511"/>
                    <a:pt x="1280" y="2677"/>
                  </a:cubicBezTo>
                  <a:cubicBezTo>
                    <a:pt x="1279" y="3089"/>
                    <a:pt x="1406" y="3632"/>
                    <a:pt x="1694" y="3935"/>
                  </a:cubicBezTo>
                  <a:cubicBezTo>
                    <a:pt x="1624" y="3971"/>
                    <a:pt x="1561" y="4017"/>
                    <a:pt x="1504" y="4074"/>
                  </a:cubicBezTo>
                  <a:cubicBezTo>
                    <a:pt x="1357" y="4220"/>
                    <a:pt x="1275" y="4416"/>
                    <a:pt x="1274" y="4624"/>
                  </a:cubicBezTo>
                  <a:cubicBezTo>
                    <a:pt x="1274" y="4895"/>
                    <a:pt x="1377" y="5150"/>
                    <a:pt x="1568" y="5342"/>
                  </a:cubicBezTo>
                  <a:cubicBezTo>
                    <a:pt x="1745" y="5520"/>
                    <a:pt x="1976" y="5624"/>
                    <a:pt x="2223" y="5639"/>
                  </a:cubicBezTo>
                  <a:cubicBezTo>
                    <a:pt x="2294" y="5805"/>
                    <a:pt x="2391" y="5969"/>
                    <a:pt x="2524" y="6156"/>
                  </a:cubicBezTo>
                  <a:cubicBezTo>
                    <a:pt x="2805" y="6547"/>
                    <a:pt x="3107" y="6869"/>
                    <a:pt x="3417" y="7113"/>
                  </a:cubicBezTo>
                  <a:lnTo>
                    <a:pt x="3334" y="7805"/>
                  </a:lnTo>
                  <a:lnTo>
                    <a:pt x="2833" y="7956"/>
                  </a:lnTo>
                  <a:cubicBezTo>
                    <a:pt x="2803" y="7903"/>
                    <a:pt x="2760" y="7857"/>
                    <a:pt x="2709" y="7821"/>
                  </a:cubicBezTo>
                  <a:cubicBezTo>
                    <a:pt x="2638" y="7773"/>
                    <a:pt x="2557" y="7748"/>
                    <a:pt x="2474" y="7748"/>
                  </a:cubicBezTo>
                  <a:cubicBezTo>
                    <a:pt x="2433" y="7748"/>
                    <a:pt x="2393" y="7754"/>
                    <a:pt x="2353" y="7766"/>
                  </a:cubicBezTo>
                  <a:lnTo>
                    <a:pt x="1590" y="7996"/>
                  </a:lnTo>
                  <a:cubicBezTo>
                    <a:pt x="1293" y="8075"/>
                    <a:pt x="905" y="8319"/>
                    <a:pt x="680" y="8577"/>
                  </a:cubicBezTo>
                  <a:cubicBezTo>
                    <a:pt x="438" y="8851"/>
                    <a:pt x="276" y="9187"/>
                    <a:pt x="214" y="9549"/>
                  </a:cubicBezTo>
                  <a:lnTo>
                    <a:pt x="16" y="10662"/>
                  </a:lnTo>
                  <a:cubicBezTo>
                    <a:pt x="0" y="10748"/>
                    <a:pt x="58" y="10831"/>
                    <a:pt x="145" y="10846"/>
                  </a:cubicBezTo>
                  <a:cubicBezTo>
                    <a:pt x="154" y="10847"/>
                    <a:pt x="163" y="10848"/>
                    <a:pt x="173" y="10848"/>
                  </a:cubicBezTo>
                  <a:cubicBezTo>
                    <a:pt x="248" y="10848"/>
                    <a:pt x="316" y="10795"/>
                    <a:pt x="329" y="10717"/>
                  </a:cubicBezTo>
                  <a:lnTo>
                    <a:pt x="527" y="9604"/>
                  </a:lnTo>
                  <a:cubicBezTo>
                    <a:pt x="580" y="9299"/>
                    <a:pt x="715" y="9017"/>
                    <a:pt x="916" y="8788"/>
                  </a:cubicBezTo>
                  <a:cubicBezTo>
                    <a:pt x="1121" y="8574"/>
                    <a:pt x="1361" y="8396"/>
                    <a:pt x="1681" y="8300"/>
                  </a:cubicBezTo>
                  <a:lnTo>
                    <a:pt x="2445" y="8070"/>
                  </a:lnTo>
                  <a:cubicBezTo>
                    <a:pt x="2455" y="8067"/>
                    <a:pt x="2465" y="8066"/>
                    <a:pt x="2473" y="8066"/>
                  </a:cubicBezTo>
                  <a:cubicBezTo>
                    <a:pt x="2498" y="8066"/>
                    <a:pt x="2517" y="8076"/>
                    <a:pt x="2528" y="8083"/>
                  </a:cubicBezTo>
                  <a:cubicBezTo>
                    <a:pt x="2543" y="8093"/>
                    <a:pt x="2567" y="8115"/>
                    <a:pt x="2570" y="8156"/>
                  </a:cubicBezTo>
                  <a:cubicBezTo>
                    <a:pt x="2590" y="8441"/>
                    <a:pt x="2638" y="8759"/>
                    <a:pt x="2713" y="9102"/>
                  </a:cubicBezTo>
                  <a:cubicBezTo>
                    <a:pt x="2728" y="9176"/>
                    <a:pt x="2794" y="9227"/>
                    <a:pt x="2868" y="9227"/>
                  </a:cubicBezTo>
                  <a:cubicBezTo>
                    <a:pt x="2879" y="9227"/>
                    <a:pt x="2890" y="9226"/>
                    <a:pt x="2901" y="9224"/>
                  </a:cubicBezTo>
                  <a:cubicBezTo>
                    <a:pt x="2987" y="9205"/>
                    <a:pt x="3041" y="9121"/>
                    <a:pt x="3023" y="9035"/>
                  </a:cubicBezTo>
                  <a:cubicBezTo>
                    <a:pt x="2964" y="8760"/>
                    <a:pt x="2922" y="8503"/>
                    <a:pt x="2898" y="8268"/>
                  </a:cubicBezTo>
                  <a:lnTo>
                    <a:pt x="3314" y="8142"/>
                  </a:lnTo>
                  <a:cubicBezTo>
                    <a:pt x="3331" y="8341"/>
                    <a:pt x="3404" y="8532"/>
                    <a:pt x="3528" y="8686"/>
                  </a:cubicBezTo>
                  <a:cubicBezTo>
                    <a:pt x="3717" y="8921"/>
                    <a:pt x="4083" y="9201"/>
                    <a:pt x="4751" y="9201"/>
                  </a:cubicBezTo>
                  <a:cubicBezTo>
                    <a:pt x="5420" y="9201"/>
                    <a:pt x="5786" y="8921"/>
                    <a:pt x="5975" y="8686"/>
                  </a:cubicBezTo>
                  <a:cubicBezTo>
                    <a:pt x="6099" y="8530"/>
                    <a:pt x="6174" y="8337"/>
                    <a:pt x="6189" y="8137"/>
                  </a:cubicBezTo>
                  <a:lnTo>
                    <a:pt x="6606" y="8264"/>
                  </a:lnTo>
                  <a:cubicBezTo>
                    <a:pt x="6587" y="8717"/>
                    <a:pt x="6407" y="9564"/>
                    <a:pt x="6246" y="10060"/>
                  </a:cubicBezTo>
                  <a:cubicBezTo>
                    <a:pt x="6176" y="10263"/>
                    <a:pt x="6096" y="10450"/>
                    <a:pt x="6009" y="10615"/>
                  </a:cubicBezTo>
                  <a:cubicBezTo>
                    <a:pt x="5968" y="10693"/>
                    <a:pt x="5998" y="10789"/>
                    <a:pt x="6076" y="10830"/>
                  </a:cubicBezTo>
                  <a:cubicBezTo>
                    <a:pt x="6100" y="10842"/>
                    <a:pt x="6125" y="10848"/>
                    <a:pt x="6150" y="10848"/>
                  </a:cubicBezTo>
                  <a:cubicBezTo>
                    <a:pt x="6207" y="10848"/>
                    <a:pt x="6263" y="10817"/>
                    <a:pt x="6291" y="10762"/>
                  </a:cubicBezTo>
                  <a:cubicBezTo>
                    <a:pt x="6385" y="10582"/>
                    <a:pt x="6472" y="10379"/>
                    <a:pt x="6548" y="10160"/>
                  </a:cubicBezTo>
                  <a:cubicBezTo>
                    <a:pt x="6734" y="9606"/>
                    <a:pt x="6923" y="8614"/>
                    <a:pt x="6934" y="8156"/>
                  </a:cubicBezTo>
                  <a:cubicBezTo>
                    <a:pt x="6936" y="8115"/>
                    <a:pt x="6961" y="8093"/>
                    <a:pt x="6975" y="8082"/>
                  </a:cubicBezTo>
                  <a:cubicBezTo>
                    <a:pt x="6986" y="8075"/>
                    <a:pt x="7005" y="8066"/>
                    <a:pt x="7030" y="8066"/>
                  </a:cubicBezTo>
                  <a:cubicBezTo>
                    <a:pt x="7039" y="8066"/>
                    <a:pt x="7048" y="8067"/>
                    <a:pt x="7058" y="8070"/>
                  </a:cubicBezTo>
                  <a:lnTo>
                    <a:pt x="7822" y="8300"/>
                  </a:lnTo>
                  <a:cubicBezTo>
                    <a:pt x="8427" y="8481"/>
                    <a:pt x="8868" y="8982"/>
                    <a:pt x="8976" y="9605"/>
                  </a:cubicBezTo>
                  <a:lnTo>
                    <a:pt x="9174" y="10717"/>
                  </a:lnTo>
                  <a:cubicBezTo>
                    <a:pt x="9188" y="10794"/>
                    <a:pt x="9255" y="10848"/>
                    <a:pt x="9330" y="10848"/>
                  </a:cubicBezTo>
                  <a:cubicBezTo>
                    <a:pt x="9340" y="10848"/>
                    <a:pt x="9349" y="10847"/>
                    <a:pt x="9359" y="10845"/>
                  </a:cubicBezTo>
                  <a:cubicBezTo>
                    <a:pt x="9445" y="10830"/>
                    <a:pt x="9503" y="10748"/>
                    <a:pt x="9487" y="10661"/>
                  </a:cubicBezTo>
                  <a:lnTo>
                    <a:pt x="9289" y="9550"/>
                  </a:lnTo>
                  <a:cubicBezTo>
                    <a:pt x="9161" y="8808"/>
                    <a:pt x="8634" y="8213"/>
                    <a:pt x="7913" y="7995"/>
                  </a:cubicBezTo>
                  <a:lnTo>
                    <a:pt x="7150" y="7765"/>
                  </a:lnTo>
                  <a:cubicBezTo>
                    <a:pt x="7111" y="7753"/>
                    <a:pt x="7071" y="7747"/>
                    <a:pt x="7031" y="7747"/>
                  </a:cubicBezTo>
                  <a:cubicBezTo>
                    <a:pt x="6948" y="7747"/>
                    <a:pt x="6865" y="7773"/>
                    <a:pt x="6795" y="7821"/>
                  </a:cubicBezTo>
                  <a:cubicBezTo>
                    <a:pt x="6745" y="7856"/>
                    <a:pt x="6703" y="7901"/>
                    <a:pt x="6673" y="7952"/>
                  </a:cubicBezTo>
                  <a:lnTo>
                    <a:pt x="6168" y="7798"/>
                  </a:lnTo>
                  <a:lnTo>
                    <a:pt x="6087" y="7112"/>
                  </a:lnTo>
                  <a:cubicBezTo>
                    <a:pt x="6393" y="6871"/>
                    <a:pt x="6694" y="6554"/>
                    <a:pt x="6973" y="6169"/>
                  </a:cubicBezTo>
                  <a:cubicBezTo>
                    <a:pt x="7108" y="5984"/>
                    <a:pt x="7205" y="5820"/>
                    <a:pt x="7277" y="5655"/>
                  </a:cubicBezTo>
                  <a:cubicBezTo>
                    <a:pt x="7525" y="5642"/>
                    <a:pt x="7757" y="5539"/>
                    <a:pt x="7934" y="5362"/>
                  </a:cubicBezTo>
                  <a:cubicBezTo>
                    <a:pt x="8126" y="5171"/>
                    <a:pt x="8232" y="4917"/>
                    <a:pt x="8233" y="4646"/>
                  </a:cubicBezTo>
                  <a:cubicBezTo>
                    <a:pt x="8234" y="4438"/>
                    <a:pt x="8153" y="4242"/>
                    <a:pt x="8007" y="4095"/>
                  </a:cubicBezTo>
                  <a:cubicBezTo>
                    <a:pt x="7928" y="4015"/>
                    <a:pt x="7835" y="3955"/>
                    <a:pt x="7733" y="3915"/>
                  </a:cubicBezTo>
                  <a:cubicBezTo>
                    <a:pt x="7978" y="3636"/>
                    <a:pt x="8104" y="3188"/>
                    <a:pt x="8077" y="2651"/>
                  </a:cubicBezTo>
                  <a:cubicBezTo>
                    <a:pt x="8050" y="2114"/>
                    <a:pt x="7872" y="1574"/>
                    <a:pt x="7576" y="1130"/>
                  </a:cubicBezTo>
                  <a:cubicBezTo>
                    <a:pt x="7231" y="613"/>
                    <a:pt x="6747" y="261"/>
                    <a:pt x="6177" y="114"/>
                  </a:cubicBezTo>
                  <a:cubicBezTo>
                    <a:pt x="5882" y="38"/>
                    <a:pt x="5589" y="1"/>
                    <a:pt x="53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59"/>
            <p:cNvSpPr/>
            <p:nvPr/>
          </p:nvSpPr>
          <p:spPr>
            <a:xfrm>
              <a:off x="5693791" y="1731797"/>
              <a:ext cx="30923" cy="12852"/>
            </a:xfrm>
            <a:custGeom>
              <a:avLst/>
              <a:gdLst/>
              <a:ahLst/>
              <a:cxnLst/>
              <a:rect l="l" t="t" r="r" b="b"/>
              <a:pathLst>
                <a:path w="871" h="362" extrusionOk="0">
                  <a:moveTo>
                    <a:pt x="180" y="0"/>
                  </a:moveTo>
                  <a:cubicBezTo>
                    <a:pt x="114" y="0"/>
                    <a:pt x="52" y="42"/>
                    <a:pt x="29" y="109"/>
                  </a:cubicBezTo>
                  <a:cubicBezTo>
                    <a:pt x="1" y="192"/>
                    <a:pt x="46" y="282"/>
                    <a:pt x="129" y="310"/>
                  </a:cubicBezTo>
                  <a:cubicBezTo>
                    <a:pt x="229" y="343"/>
                    <a:pt x="334" y="361"/>
                    <a:pt x="438" y="361"/>
                  </a:cubicBezTo>
                  <a:cubicBezTo>
                    <a:pt x="543" y="361"/>
                    <a:pt x="645" y="344"/>
                    <a:pt x="742" y="312"/>
                  </a:cubicBezTo>
                  <a:cubicBezTo>
                    <a:pt x="826" y="284"/>
                    <a:pt x="871" y="194"/>
                    <a:pt x="844" y="111"/>
                  </a:cubicBezTo>
                  <a:cubicBezTo>
                    <a:pt x="821" y="45"/>
                    <a:pt x="759" y="2"/>
                    <a:pt x="693" y="2"/>
                  </a:cubicBezTo>
                  <a:cubicBezTo>
                    <a:pt x="676" y="2"/>
                    <a:pt x="659" y="5"/>
                    <a:pt x="643" y="11"/>
                  </a:cubicBezTo>
                  <a:cubicBezTo>
                    <a:pt x="577" y="32"/>
                    <a:pt x="508" y="43"/>
                    <a:pt x="439" y="43"/>
                  </a:cubicBezTo>
                  <a:cubicBezTo>
                    <a:pt x="369" y="43"/>
                    <a:pt x="298" y="32"/>
                    <a:pt x="231" y="9"/>
                  </a:cubicBezTo>
                  <a:cubicBezTo>
                    <a:pt x="214" y="3"/>
                    <a:pt x="197" y="0"/>
                    <a:pt x="1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59"/>
            <p:cNvSpPr/>
            <p:nvPr/>
          </p:nvSpPr>
          <p:spPr>
            <a:xfrm>
              <a:off x="5652714" y="1691821"/>
              <a:ext cx="31207" cy="30106"/>
            </a:xfrm>
            <a:custGeom>
              <a:avLst/>
              <a:gdLst/>
              <a:ahLst/>
              <a:cxnLst/>
              <a:rect l="l" t="t" r="r" b="b"/>
              <a:pathLst>
                <a:path w="879" h="848" extrusionOk="0">
                  <a:moveTo>
                    <a:pt x="174" y="0"/>
                  </a:moveTo>
                  <a:cubicBezTo>
                    <a:pt x="134" y="0"/>
                    <a:pt x="93" y="16"/>
                    <a:pt x="63" y="47"/>
                  </a:cubicBezTo>
                  <a:cubicBezTo>
                    <a:pt x="1" y="109"/>
                    <a:pt x="1" y="210"/>
                    <a:pt x="63" y="272"/>
                  </a:cubicBezTo>
                  <a:lnTo>
                    <a:pt x="215" y="424"/>
                  </a:lnTo>
                  <a:lnTo>
                    <a:pt x="63" y="577"/>
                  </a:lnTo>
                  <a:cubicBezTo>
                    <a:pt x="1" y="639"/>
                    <a:pt x="1" y="739"/>
                    <a:pt x="63" y="802"/>
                  </a:cubicBezTo>
                  <a:cubicBezTo>
                    <a:pt x="93" y="832"/>
                    <a:pt x="134" y="847"/>
                    <a:pt x="175" y="847"/>
                  </a:cubicBezTo>
                  <a:cubicBezTo>
                    <a:pt x="215" y="847"/>
                    <a:pt x="256" y="832"/>
                    <a:pt x="287" y="802"/>
                  </a:cubicBezTo>
                  <a:lnTo>
                    <a:pt x="439" y="648"/>
                  </a:lnTo>
                  <a:lnTo>
                    <a:pt x="593" y="802"/>
                  </a:lnTo>
                  <a:cubicBezTo>
                    <a:pt x="623" y="832"/>
                    <a:pt x="664" y="847"/>
                    <a:pt x="705" y="847"/>
                  </a:cubicBezTo>
                  <a:cubicBezTo>
                    <a:pt x="745" y="847"/>
                    <a:pt x="786" y="832"/>
                    <a:pt x="817" y="802"/>
                  </a:cubicBezTo>
                  <a:cubicBezTo>
                    <a:pt x="879" y="739"/>
                    <a:pt x="879" y="639"/>
                    <a:pt x="817" y="577"/>
                  </a:cubicBezTo>
                  <a:lnTo>
                    <a:pt x="664" y="424"/>
                  </a:lnTo>
                  <a:lnTo>
                    <a:pt x="817" y="272"/>
                  </a:lnTo>
                  <a:cubicBezTo>
                    <a:pt x="879" y="210"/>
                    <a:pt x="879" y="109"/>
                    <a:pt x="817" y="47"/>
                  </a:cubicBezTo>
                  <a:cubicBezTo>
                    <a:pt x="786" y="16"/>
                    <a:pt x="745" y="0"/>
                    <a:pt x="704" y="0"/>
                  </a:cubicBezTo>
                  <a:cubicBezTo>
                    <a:pt x="664" y="0"/>
                    <a:pt x="623" y="16"/>
                    <a:pt x="593" y="47"/>
                  </a:cubicBezTo>
                  <a:lnTo>
                    <a:pt x="439" y="199"/>
                  </a:lnTo>
                  <a:lnTo>
                    <a:pt x="287" y="47"/>
                  </a:lnTo>
                  <a:cubicBezTo>
                    <a:pt x="256" y="16"/>
                    <a:pt x="215" y="0"/>
                    <a:pt x="1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59"/>
            <p:cNvSpPr/>
            <p:nvPr/>
          </p:nvSpPr>
          <p:spPr>
            <a:xfrm>
              <a:off x="5734512" y="1691821"/>
              <a:ext cx="31242" cy="30106"/>
            </a:xfrm>
            <a:custGeom>
              <a:avLst/>
              <a:gdLst/>
              <a:ahLst/>
              <a:cxnLst/>
              <a:rect l="l" t="t" r="r" b="b"/>
              <a:pathLst>
                <a:path w="880" h="848" extrusionOk="0">
                  <a:moveTo>
                    <a:pt x="175" y="0"/>
                  </a:moveTo>
                  <a:cubicBezTo>
                    <a:pt x="134" y="0"/>
                    <a:pt x="94" y="16"/>
                    <a:pt x="63" y="47"/>
                  </a:cubicBezTo>
                  <a:cubicBezTo>
                    <a:pt x="0" y="109"/>
                    <a:pt x="0" y="210"/>
                    <a:pt x="63" y="272"/>
                  </a:cubicBezTo>
                  <a:lnTo>
                    <a:pt x="215" y="424"/>
                  </a:lnTo>
                  <a:lnTo>
                    <a:pt x="63" y="577"/>
                  </a:lnTo>
                  <a:cubicBezTo>
                    <a:pt x="0" y="639"/>
                    <a:pt x="0" y="739"/>
                    <a:pt x="63" y="802"/>
                  </a:cubicBezTo>
                  <a:cubicBezTo>
                    <a:pt x="94" y="832"/>
                    <a:pt x="134" y="847"/>
                    <a:pt x="175" y="847"/>
                  </a:cubicBezTo>
                  <a:cubicBezTo>
                    <a:pt x="216" y="847"/>
                    <a:pt x="257" y="832"/>
                    <a:pt x="288" y="802"/>
                  </a:cubicBezTo>
                  <a:lnTo>
                    <a:pt x="440" y="648"/>
                  </a:lnTo>
                  <a:lnTo>
                    <a:pt x="592" y="802"/>
                  </a:lnTo>
                  <a:cubicBezTo>
                    <a:pt x="624" y="832"/>
                    <a:pt x="664" y="847"/>
                    <a:pt x="704" y="847"/>
                  </a:cubicBezTo>
                  <a:cubicBezTo>
                    <a:pt x="746" y="847"/>
                    <a:pt x="786" y="832"/>
                    <a:pt x="817" y="802"/>
                  </a:cubicBezTo>
                  <a:cubicBezTo>
                    <a:pt x="880" y="739"/>
                    <a:pt x="880" y="639"/>
                    <a:pt x="817" y="577"/>
                  </a:cubicBezTo>
                  <a:lnTo>
                    <a:pt x="665" y="424"/>
                  </a:lnTo>
                  <a:lnTo>
                    <a:pt x="817" y="272"/>
                  </a:lnTo>
                  <a:cubicBezTo>
                    <a:pt x="880" y="210"/>
                    <a:pt x="880" y="109"/>
                    <a:pt x="817" y="47"/>
                  </a:cubicBezTo>
                  <a:cubicBezTo>
                    <a:pt x="786" y="16"/>
                    <a:pt x="746" y="0"/>
                    <a:pt x="705" y="0"/>
                  </a:cubicBezTo>
                  <a:cubicBezTo>
                    <a:pt x="664" y="0"/>
                    <a:pt x="624" y="16"/>
                    <a:pt x="592" y="47"/>
                  </a:cubicBezTo>
                  <a:lnTo>
                    <a:pt x="440" y="199"/>
                  </a:lnTo>
                  <a:lnTo>
                    <a:pt x="288" y="47"/>
                  </a:lnTo>
                  <a:cubicBezTo>
                    <a:pt x="257" y="16"/>
                    <a:pt x="216" y="0"/>
                    <a:pt x="1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59"/>
            <p:cNvSpPr/>
            <p:nvPr/>
          </p:nvSpPr>
          <p:spPr>
            <a:xfrm>
              <a:off x="5693329" y="1752921"/>
              <a:ext cx="31846" cy="34118"/>
            </a:xfrm>
            <a:custGeom>
              <a:avLst/>
              <a:gdLst/>
              <a:ahLst/>
              <a:cxnLst/>
              <a:rect l="l" t="t" r="r" b="b"/>
              <a:pathLst>
                <a:path w="897" h="961" extrusionOk="0">
                  <a:moveTo>
                    <a:pt x="451" y="319"/>
                  </a:moveTo>
                  <a:cubicBezTo>
                    <a:pt x="521" y="319"/>
                    <a:pt x="578" y="376"/>
                    <a:pt x="578" y="445"/>
                  </a:cubicBezTo>
                  <a:lnTo>
                    <a:pt x="578" y="643"/>
                  </a:lnTo>
                  <a:lnTo>
                    <a:pt x="318" y="643"/>
                  </a:lnTo>
                  <a:lnTo>
                    <a:pt x="318" y="445"/>
                  </a:lnTo>
                  <a:cubicBezTo>
                    <a:pt x="318" y="376"/>
                    <a:pt x="375" y="319"/>
                    <a:pt x="445" y="319"/>
                  </a:cubicBezTo>
                  <a:close/>
                  <a:moveTo>
                    <a:pt x="445" y="0"/>
                  </a:moveTo>
                  <a:cubicBezTo>
                    <a:pt x="199" y="0"/>
                    <a:pt x="0" y="200"/>
                    <a:pt x="0" y="445"/>
                  </a:cubicBezTo>
                  <a:lnTo>
                    <a:pt x="0" y="739"/>
                  </a:lnTo>
                  <a:cubicBezTo>
                    <a:pt x="0" y="861"/>
                    <a:pt x="100" y="960"/>
                    <a:pt x="222" y="960"/>
                  </a:cubicBezTo>
                  <a:lnTo>
                    <a:pt x="673" y="960"/>
                  </a:lnTo>
                  <a:cubicBezTo>
                    <a:pt x="795" y="960"/>
                    <a:pt x="896" y="861"/>
                    <a:pt x="896" y="739"/>
                  </a:cubicBezTo>
                  <a:lnTo>
                    <a:pt x="896" y="445"/>
                  </a:lnTo>
                  <a:cubicBezTo>
                    <a:pt x="896" y="200"/>
                    <a:pt x="696" y="0"/>
                    <a:pt x="4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59"/>
            <p:cNvSpPr/>
            <p:nvPr/>
          </p:nvSpPr>
          <p:spPr>
            <a:xfrm>
              <a:off x="5843824" y="1704318"/>
              <a:ext cx="11361" cy="96318"/>
            </a:xfrm>
            <a:custGeom>
              <a:avLst/>
              <a:gdLst/>
              <a:ahLst/>
              <a:cxnLst/>
              <a:rect l="l" t="t" r="r" b="b"/>
              <a:pathLst>
                <a:path w="320" h="2713" extrusionOk="0">
                  <a:moveTo>
                    <a:pt x="160" y="1"/>
                  </a:moveTo>
                  <a:cubicBezTo>
                    <a:pt x="72" y="1"/>
                    <a:pt x="1" y="71"/>
                    <a:pt x="1" y="159"/>
                  </a:cubicBezTo>
                  <a:lnTo>
                    <a:pt x="1" y="2553"/>
                  </a:lnTo>
                  <a:cubicBezTo>
                    <a:pt x="1" y="2642"/>
                    <a:pt x="72" y="2712"/>
                    <a:pt x="160" y="2712"/>
                  </a:cubicBezTo>
                  <a:cubicBezTo>
                    <a:pt x="248" y="2712"/>
                    <a:pt x="319" y="2642"/>
                    <a:pt x="319" y="2553"/>
                  </a:cubicBezTo>
                  <a:lnTo>
                    <a:pt x="319" y="159"/>
                  </a:lnTo>
                  <a:cubicBezTo>
                    <a:pt x="319" y="71"/>
                    <a:pt x="248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59"/>
            <p:cNvSpPr/>
            <p:nvPr/>
          </p:nvSpPr>
          <p:spPr>
            <a:xfrm>
              <a:off x="5866404" y="1772128"/>
              <a:ext cx="11325" cy="73632"/>
            </a:xfrm>
            <a:custGeom>
              <a:avLst/>
              <a:gdLst/>
              <a:ahLst/>
              <a:cxnLst/>
              <a:rect l="l" t="t" r="r" b="b"/>
              <a:pathLst>
                <a:path w="319" h="2074" extrusionOk="0">
                  <a:moveTo>
                    <a:pt x="160" y="1"/>
                  </a:moveTo>
                  <a:cubicBezTo>
                    <a:pt x="72" y="1"/>
                    <a:pt x="0" y="72"/>
                    <a:pt x="0" y="160"/>
                  </a:cubicBezTo>
                  <a:lnTo>
                    <a:pt x="0" y="1915"/>
                  </a:lnTo>
                  <a:cubicBezTo>
                    <a:pt x="0" y="2003"/>
                    <a:pt x="72" y="2073"/>
                    <a:pt x="160" y="2073"/>
                  </a:cubicBezTo>
                  <a:cubicBezTo>
                    <a:pt x="247" y="2073"/>
                    <a:pt x="319" y="2003"/>
                    <a:pt x="319" y="1915"/>
                  </a:cubicBezTo>
                  <a:lnTo>
                    <a:pt x="319" y="160"/>
                  </a:lnTo>
                  <a:cubicBezTo>
                    <a:pt x="319" y="72"/>
                    <a:pt x="247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59"/>
            <p:cNvSpPr/>
            <p:nvPr/>
          </p:nvSpPr>
          <p:spPr>
            <a:xfrm>
              <a:off x="5866404" y="1681774"/>
              <a:ext cx="11325" cy="75301"/>
            </a:xfrm>
            <a:custGeom>
              <a:avLst/>
              <a:gdLst/>
              <a:ahLst/>
              <a:cxnLst/>
              <a:rect l="l" t="t" r="r" b="b"/>
              <a:pathLst>
                <a:path w="319" h="2121" extrusionOk="0">
                  <a:moveTo>
                    <a:pt x="160" y="0"/>
                  </a:moveTo>
                  <a:cubicBezTo>
                    <a:pt x="72" y="0"/>
                    <a:pt x="0" y="71"/>
                    <a:pt x="0" y="159"/>
                  </a:cubicBezTo>
                  <a:lnTo>
                    <a:pt x="0" y="1961"/>
                  </a:lnTo>
                  <a:cubicBezTo>
                    <a:pt x="0" y="2049"/>
                    <a:pt x="72" y="2120"/>
                    <a:pt x="160" y="2120"/>
                  </a:cubicBezTo>
                  <a:cubicBezTo>
                    <a:pt x="247" y="2120"/>
                    <a:pt x="319" y="2049"/>
                    <a:pt x="319" y="1961"/>
                  </a:cubicBezTo>
                  <a:lnTo>
                    <a:pt x="319" y="159"/>
                  </a:lnTo>
                  <a:cubicBezTo>
                    <a:pt x="319" y="71"/>
                    <a:pt x="24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59"/>
            <p:cNvSpPr/>
            <p:nvPr/>
          </p:nvSpPr>
          <p:spPr>
            <a:xfrm>
              <a:off x="5563283" y="1704318"/>
              <a:ext cx="11325" cy="96318"/>
            </a:xfrm>
            <a:custGeom>
              <a:avLst/>
              <a:gdLst/>
              <a:ahLst/>
              <a:cxnLst/>
              <a:rect l="l" t="t" r="r" b="b"/>
              <a:pathLst>
                <a:path w="319" h="2713" extrusionOk="0">
                  <a:moveTo>
                    <a:pt x="160" y="1"/>
                  </a:moveTo>
                  <a:cubicBezTo>
                    <a:pt x="72" y="1"/>
                    <a:pt x="0" y="71"/>
                    <a:pt x="0" y="159"/>
                  </a:cubicBezTo>
                  <a:lnTo>
                    <a:pt x="0" y="2553"/>
                  </a:lnTo>
                  <a:cubicBezTo>
                    <a:pt x="0" y="2642"/>
                    <a:pt x="72" y="2712"/>
                    <a:pt x="160" y="2712"/>
                  </a:cubicBezTo>
                  <a:cubicBezTo>
                    <a:pt x="247" y="2712"/>
                    <a:pt x="318" y="2642"/>
                    <a:pt x="318" y="2553"/>
                  </a:cubicBezTo>
                  <a:lnTo>
                    <a:pt x="318" y="159"/>
                  </a:lnTo>
                  <a:cubicBezTo>
                    <a:pt x="318" y="71"/>
                    <a:pt x="247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59"/>
            <p:cNvSpPr/>
            <p:nvPr/>
          </p:nvSpPr>
          <p:spPr>
            <a:xfrm>
              <a:off x="5540704" y="1681774"/>
              <a:ext cx="11325" cy="163986"/>
            </a:xfrm>
            <a:custGeom>
              <a:avLst/>
              <a:gdLst/>
              <a:ahLst/>
              <a:cxnLst/>
              <a:rect l="l" t="t" r="r" b="b"/>
              <a:pathLst>
                <a:path w="319" h="4619" extrusionOk="0">
                  <a:moveTo>
                    <a:pt x="160" y="0"/>
                  </a:moveTo>
                  <a:cubicBezTo>
                    <a:pt x="72" y="0"/>
                    <a:pt x="1" y="71"/>
                    <a:pt x="1" y="159"/>
                  </a:cubicBezTo>
                  <a:lnTo>
                    <a:pt x="1" y="4460"/>
                  </a:lnTo>
                  <a:cubicBezTo>
                    <a:pt x="1" y="4548"/>
                    <a:pt x="72" y="4618"/>
                    <a:pt x="160" y="4618"/>
                  </a:cubicBezTo>
                  <a:cubicBezTo>
                    <a:pt x="247" y="4618"/>
                    <a:pt x="319" y="4548"/>
                    <a:pt x="319" y="4460"/>
                  </a:cubicBezTo>
                  <a:lnTo>
                    <a:pt x="319" y="159"/>
                  </a:lnTo>
                  <a:cubicBezTo>
                    <a:pt x="319" y="71"/>
                    <a:pt x="24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3" name="Google Shape;2373;p59"/>
          <p:cNvGrpSpPr/>
          <p:nvPr/>
        </p:nvGrpSpPr>
        <p:grpSpPr>
          <a:xfrm>
            <a:off x="6515542" y="2166342"/>
            <a:ext cx="483880" cy="483346"/>
            <a:chOff x="4382754" y="2518568"/>
            <a:chExt cx="385593" cy="385167"/>
          </a:xfrm>
        </p:grpSpPr>
        <p:sp>
          <p:nvSpPr>
            <p:cNvPr id="2374" name="Google Shape;2374;p59"/>
            <p:cNvSpPr/>
            <p:nvPr/>
          </p:nvSpPr>
          <p:spPr>
            <a:xfrm>
              <a:off x="4415736" y="2518603"/>
              <a:ext cx="352611" cy="385131"/>
            </a:xfrm>
            <a:custGeom>
              <a:avLst/>
              <a:gdLst/>
              <a:ahLst/>
              <a:cxnLst/>
              <a:rect l="l" t="t" r="r" b="b"/>
              <a:pathLst>
                <a:path w="9932" h="10848" extrusionOk="0">
                  <a:moveTo>
                    <a:pt x="5435" y="4156"/>
                  </a:moveTo>
                  <a:lnTo>
                    <a:pt x="5448" y="4275"/>
                  </a:lnTo>
                  <a:cubicBezTo>
                    <a:pt x="5347" y="4581"/>
                    <a:pt x="5231" y="4812"/>
                    <a:pt x="5004" y="4946"/>
                  </a:cubicBezTo>
                  <a:cubicBezTo>
                    <a:pt x="4724" y="5110"/>
                    <a:pt x="4547" y="5350"/>
                    <a:pt x="4488" y="5636"/>
                  </a:cubicBezTo>
                  <a:cubicBezTo>
                    <a:pt x="4330" y="5502"/>
                    <a:pt x="4236" y="5155"/>
                    <a:pt x="4236" y="4899"/>
                  </a:cubicBezTo>
                  <a:cubicBezTo>
                    <a:pt x="4236" y="4611"/>
                    <a:pt x="4298" y="4356"/>
                    <a:pt x="4416" y="4156"/>
                  </a:cubicBezTo>
                  <a:close/>
                  <a:moveTo>
                    <a:pt x="4467" y="6016"/>
                  </a:moveTo>
                  <a:cubicBezTo>
                    <a:pt x="4468" y="6305"/>
                    <a:pt x="4476" y="6524"/>
                    <a:pt x="4511" y="6715"/>
                  </a:cubicBezTo>
                  <a:cubicBezTo>
                    <a:pt x="4350" y="6644"/>
                    <a:pt x="4236" y="6484"/>
                    <a:pt x="4236" y="6297"/>
                  </a:cubicBezTo>
                  <a:cubicBezTo>
                    <a:pt x="4236" y="6158"/>
                    <a:pt x="4335" y="6042"/>
                    <a:pt x="4467" y="6016"/>
                  </a:cubicBezTo>
                  <a:close/>
                  <a:moveTo>
                    <a:pt x="8465" y="6016"/>
                  </a:moveTo>
                  <a:cubicBezTo>
                    <a:pt x="8597" y="6042"/>
                    <a:pt x="8696" y="6158"/>
                    <a:pt x="8696" y="6297"/>
                  </a:cubicBezTo>
                  <a:cubicBezTo>
                    <a:pt x="8696" y="6484"/>
                    <a:pt x="8582" y="6644"/>
                    <a:pt x="8420" y="6715"/>
                  </a:cubicBezTo>
                  <a:cubicBezTo>
                    <a:pt x="8454" y="6524"/>
                    <a:pt x="8463" y="6305"/>
                    <a:pt x="8465" y="6016"/>
                  </a:cubicBezTo>
                  <a:close/>
                  <a:moveTo>
                    <a:pt x="7509" y="3341"/>
                  </a:moveTo>
                  <a:cubicBezTo>
                    <a:pt x="8203" y="3572"/>
                    <a:pt x="8550" y="4294"/>
                    <a:pt x="8580" y="4891"/>
                  </a:cubicBezTo>
                  <a:cubicBezTo>
                    <a:pt x="8594" y="5182"/>
                    <a:pt x="8534" y="5426"/>
                    <a:pt x="8421" y="5572"/>
                  </a:cubicBezTo>
                  <a:cubicBezTo>
                    <a:pt x="8347" y="5337"/>
                    <a:pt x="8180" y="5121"/>
                    <a:pt x="7944" y="4969"/>
                  </a:cubicBezTo>
                  <a:cubicBezTo>
                    <a:pt x="7861" y="4915"/>
                    <a:pt x="7775" y="4873"/>
                    <a:pt x="7680" y="4844"/>
                  </a:cubicBezTo>
                  <a:cubicBezTo>
                    <a:pt x="7664" y="4839"/>
                    <a:pt x="7648" y="4837"/>
                    <a:pt x="7631" y="4837"/>
                  </a:cubicBezTo>
                  <a:cubicBezTo>
                    <a:pt x="7564" y="4837"/>
                    <a:pt x="7502" y="4880"/>
                    <a:pt x="7481" y="4948"/>
                  </a:cubicBezTo>
                  <a:cubicBezTo>
                    <a:pt x="7455" y="5032"/>
                    <a:pt x="7502" y="5121"/>
                    <a:pt x="7586" y="5147"/>
                  </a:cubicBezTo>
                  <a:cubicBezTo>
                    <a:pt x="7652" y="5168"/>
                    <a:pt x="7713" y="5197"/>
                    <a:pt x="7771" y="5234"/>
                  </a:cubicBezTo>
                  <a:cubicBezTo>
                    <a:pt x="8007" y="5388"/>
                    <a:pt x="8148" y="5619"/>
                    <a:pt x="8148" y="5851"/>
                  </a:cubicBezTo>
                  <a:cubicBezTo>
                    <a:pt x="8148" y="6614"/>
                    <a:pt x="8135" y="6831"/>
                    <a:pt x="7844" y="7233"/>
                  </a:cubicBezTo>
                  <a:cubicBezTo>
                    <a:pt x="7406" y="7840"/>
                    <a:pt x="6903" y="8188"/>
                    <a:pt x="6466" y="8188"/>
                  </a:cubicBezTo>
                  <a:cubicBezTo>
                    <a:pt x="6027" y="8188"/>
                    <a:pt x="5525" y="7840"/>
                    <a:pt x="5087" y="7233"/>
                  </a:cubicBezTo>
                  <a:lnTo>
                    <a:pt x="5087" y="7234"/>
                  </a:lnTo>
                  <a:cubicBezTo>
                    <a:pt x="4797" y="6831"/>
                    <a:pt x="4784" y="6614"/>
                    <a:pt x="4784" y="5851"/>
                  </a:cubicBezTo>
                  <a:cubicBezTo>
                    <a:pt x="4784" y="5585"/>
                    <a:pt x="4916" y="5367"/>
                    <a:pt x="5165" y="5221"/>
                  </a:cubicBezTo>
                  <a:cubicBezTo>
                    <a:pt x="5428" y="5065"/>
                    <a:pt x="5575" y="4828"/>
                    <a:pt x="5679" y="4572"/>
                  </a:cubicBezTo>
                  <a:cubicBezTo>
                    <a:pt x="6151" y="4972"/>
                    <a:pt x="6551" y="5056"/>
                    <a:pt x="6886" y="5081"/>
                  </a:cubicBezTo>
                  <a:cubicBezTo>
                    <a:pt x="6890" y="5081"/>
                    <a:pt x="6895" y="5081"/>
                    <a:pt x="6899" y="5081"/>
                  </a:cubicBezTo>
                  <a:cubicBezTo>
                    <a:pt x="6981" y="5081"/>
                    <a:pt x="7050" y="5018"/>
                    <a:pt x="7057" y="4935"/>
                  </a:cubicBezTo>
                  <a:cubicBezTo>
                    <a:pt x="7063" y="4847"/>
                    <a:pt x="6998" y="4771"/>
                    <a:pt x="6910" y="4764"/>
                  </a:cubicBezTo>
                  <a:cubicBezTo>
                    <a:pt x="6584" y="4740"/>
                    <a:pt x="6220" y="4656"/>
                    <a:pt x="5762" y="4218"/>
                  </a:cubicBezTo>
                  <a:lnTo>
                    <a:pt x="5755" y="4156"/>
                  </a:lnTo>
                  <a:lnTo>
                    <a:pt x="5860" y="4156"/>
                  </a:lnTo>
                  <a:cubicBezTo>
                    <a:pt x="6531" y="4156"/>
                    <a:pt x="7128" y="3837"/>
                    <a:pt x="7509" y="3341"/>
                  </a:cubicBezTo>
                  <a:close/>
                  <a:moveTo>
                    <a:pt x="5092" y="0"/>
                  </a:moveTo>
                  <a:cubicBezTo>
                    <a:pt x="5005" y="0"/>
                    <a:pt x="4933" y="71"/>
                    <a:pt x="4933" y="159"/>
                  </a:cubicBezTo>
                  <a:cubicBezTo>
                    <a:pt x="4933" y="247"/>
                    <a:pt x="5005" y="318"/>
                    <a:pt x="5092" y="318"/>
                  </a:cubicBezTo>
                  <a:lnTo>
                    <a:pt x="5860" y="318"/>
                  </a:lnTo>
                  <a:cubicBezTo>
                    <a:pt x="6831" y="318"/>
                    <a:pt x="7620" y="1108"/>
                    <a:pt x="7620" y="2078"/>
                  </a:cubicBezTo>
                  <a:cubicBezTo>
                    <a:pt x="7620" y="3049"/>
                    <a:pt x="6831" y="3838"/>
                    <a:pt x="5860" y="3838"/>
                  </a:cubicBezTo>
                  <a:lnTo>
                    <a:pt x="3010" y="3838"/>
                  </a:lnTo>
                  <a:cubicBezTo>
                    <a:pt x="2897" y="3838"/>
                    <a:pt x="2792" y="3882"/>
                    <a:pt x="2715" y="3964"/>
                  </a:cubicBezTo>
                  <a:cubicBezTo>
                    <a:pt x="2637" y="4045"/>
                    <a:pt x="2596" y="4152"/>
                    <a:pt x="2602" y="4264"/>
                  </a:cubicBezTo>
                  <a:lnTo>
                    <a:pt x="2628" y="4911"/>
                  </a:lnTo>
                  <a:lnTo>
                    <a:pt x="1936" y="4178"/>
                  </a:lnTo>
                  <a:cubicBezTo>
                    <a:pt x="1733" y="3962"/>
                    <a:pt x="1446" y="3838"/>
                    <a:pt x="1149" y="3838"/>
                  </a:cubicBezTo>
                  <a:cubicBezTo>
                    <a:pt x="837" y="3838"/>
                    <a:pt x="530" y="3755"/>
                    <a:pt x="262" y="3598"/>
                  </a:cubicBezTo>
                  <a:cubicBezTo>
                    <a:pt x="236" y="3583"/>
                    <a:pt x="208" y="3576"/>
                    <a:pt x="181" y="3576"/>
                  </a:cubicBezTo>
                  <a:cubicBezTo>
                    <a:pt x="126" y="3576"/>
                    <a:pt x="73" y="3604"/>
                    <a:pt x="44" y="3655"/>
                  </a:cubicBezTo>
                  <a:cubicBezTo>
                    <a:pt x="0" y="3731"/>
                    <a:pt x="25" y="3827"/>
                    <a:pt x="101" y="3872"/>
                  </a:cubicBezTo>
                  <a:cubicBezTo>
                    <a:pt x="418" y="4057"/>
                    <a:pt x="781" y="4156"/>
                    <a:pt x="1149" y="4156"/>
                  </a:cubicBezTo>
                  <a:cubicBezTo>
                    <a:pt x="1358" y="4156"/>
                    <a:pt x="1562" y="4243"/>
                    <a:pt x="1705" y="4395"/>
                  </a:cubicBezTo>
                  <a:lnTo>
                    <a:pt x="2433" y="5167"/>
                  </a:lnTo>
                  <a:cubicBezTo>
                    <a:pt x="2491" y="5229"/>
                    <a:pt x="2568" y="5261"/>
                    <a:pt x="2648" y="5261"/>
                  </a:cubicBezTo>
                  <a:cubicBezTo>
                    <a:pt x="2688" y="5261"/>
                    <a:pt x="2727" y="5254"/>
                    <a:pt x="2765" y="5237"/>
                  </a:cubicBezTo>
                  <a:cubicBezTo>
                    <a:pt x="2881" y="5189"/>
                    <a:pt x="2952" y="5076"/>
                    <a:pt x="2947" y="4950"/>
                  </a:cubicBezTo>
                  <a:lnTo>
                    <a:pt x="2919" y="4251"/>
                  </a:lnTo>
                  <a:cubicBezTo>
                    <a:pt x="2917" y="4217"/>
                    <a:pt x="2934" y="4194"/>
                    <a:pt x="2944" y="4184"/>
                  </a:cubicBezTo>
                  <a:cubicBezTo>
                    <a:pt x="2954" y="4173"/>
                    <a:pt x="2976" y="4156"/>
                    <a:pt x="3010" y="4156"/>
                  </a:cubicBezTo>
                  <a:lnTo>
                    <a:pt x="4060" y="4156"/>
                  </a:lnTo>
                  <a:cubicBezTo>
                    <a:pt x="3967" y="4373"/>
                    <a:pt x="3917" y="4626"/>
                    <a:pt x="3917" y="4899"/>
                  </a:cubicBezTo>
                  <a:cubicBezTo>
                    <a:pt x="3917" y="5192"/>
                    <a:pt x="4005" y="5559"/>
                    <a:pt x="4194" y="5789"/>
                  </a:cubicBezTo>
                  <a:cubicBezTo>
                    <a:pt x="4028" y="5897"/>
                    <a:pt x="3917" y="6084"/>
                    <a:pt x="3917" y="6297"/>
                  </a:cubicBezTo>
                  <a:cubicBezTo>
                    <a:pt x="3917" y="6698"/>
                    <a:pt x="4226" y="7030"/>
                    <a:pt x="4619" y="7066"/>
                  </a:cubicBezTo>
                  <a:cubicBezTo>
                    <a:pt x="4670" y="7180"/>
                    <a:pt x="4739" y="7293"/>
                    <a:pt x="4830" y="7420"/>
                  </a:cubicBezTo>
                  <a:cubicBezTo>
                    <a:pt x="5028" y="7695"/>
                    <a:pt x="5241" y="7922"/>
                    <a:pt x="5461" y="8097"/>
                  </a:cubicBezTo>
                  <a:lnTo>
                    <a:pt x="5404" y="8583"/>
                  </a:lnTo>
                  <a:lnTo>
                    <a:pt x="5105" y="8674"/>
                  </a:lnTo>
                  <a:cubicBezTo>
                    <a:pt x="5082" y="8643"/>
                    <a:pt x="5054" y="8615"/>
                    <a:pt x="5021" y="8592"/>
                  </a:cubicBezTo>
                  <a:cubicBezTo>
                    <a:pt x="4963" y="8553"/>
                    <a:pt x="4895" y="8532"/>
                    <a:pt x="4827" y="8532"/>
                  </a:cubicBezTo>
                  <a:cubicBezTo>
                    <a:pt x="4794" y="8532"/>
                    <a:pt x="4760" y="8537"/>
                    <a:pt x="4727" y="8547"/>
                  </a:cubicBezTo>
                  <a:lnTo>
                    <a:pt x="4178" y="8712"/>
                  </a:lnTo>
                  <a:cubicBezTo>
                    <a:pt x="4146" y="8721"/>
                    <a:pt x="4114" y="8731"/>
                    <a:pt x="4084" y="8743"/>
                  </a:cubicBezTo>
                  <a:cubicBezTo>
                    <a:pt x="4054" y="8754"/>
                    <a:pt x="4024" y="8767"/>
                    <a:pt x="3994" y="8780"/>
                  </a:cubicBezTo>
                  <a:cubicBezTo>
                    <a:pt x="3993" y="8781"/>
                    <a:pt x="3992" y="8781"/>
                    <a:pt x="3992" y="8782"/>
                  </a:cubicBezTo>
                  <a:cubicBezTo>
                    <a:pt x="3903" y="8824"/>
                    <a:pt x="3817" y="8874"/>
                    <a:pt x="3737" y="8933"/>
                  </a:cubicBezTo>
                  <a:cubicBezTo>
                    <a:pt x="3653" y="8994"/>
                    <a:pt x="3574" y="9063"/>
                    <a:pt x="3504" y="9140"/>
                  </a:cubicBezTo>
                  <a:cubicBezTo>
                    <a:pt x="3504" y="9141"/>
                    <a:pt x="3503" y="9142"/>
                    <a:pt x="3503" y="9142"/>
                  </a:cubicBezTo>
                  <a:cubicBezTo>
                    <a:pt x="3323" y="9345"/>
                    <a:pt x="3203" y="9594"/>
                    <a:pt x="3156" y="9863"/>
                  </a:cubicBezTo>
                  <a:lnTo>
                    <a:pt x="3014" y="10661"/>
                  </a:lnTo>
                  <a:cubicBezTo>
                    <a:pt x="2999" y="10747"/>
                    <a:pt x="3057" y="10830"/>
                    <a:pt x="3143" y="10845"/>
                  </a:cubicBezTo>
                  <a:cubicBezTo>
                    <a:pt x="3152" y="10847"/>
                    <a:pt x="3161" y="10848"/>
                    <a:pt x="3170" y="10848"/>
                  </a:cubicBezTo>
                  <a:cubicBezTo>
                    <a:pt x="3246" y="10848"/>
                    <a:pt x="3313" y="10794"/>
                    <a:pt x="3327" y="10717"/>
                  </a:cubicBezTo>
                  <a:lnTo>
                    <a:pt x="3469" y="9917"/>
                  </a:lnTo>
                  <a:cubicBezTo>
                    <a:pt x="3507" y="9707"/>
                    <a:pt x="3599" y="9512"/>
                    <a:pt x="3739" y="9354"/>
                  </a:cubicBezTo>
                  <a:cubicBezTo>
                    <a:pt x="3795" y="9293"/>
                    <a:pt x="3857" y="9238"/>
                    <a:pt x="3925" y="9190"/>
                  </a:cubicBezTo>
                  <a:cubicBezTo>
                    <a:pt x="3988" y="9143"/>
                    <a:pt x="4055" y="9103"/>
                    <a:pt x="4126" y="9069"/>
                  </a:cubicBezTo>
                  <a:cubicBezTo>
                    <a:pt x="4150" y="9059"/>
                    <a:pt x="4172" y="9050"/>
                    <a:pt x="4195" y="9040"/>
                  </a:cubicBezTo>
                  <a:cubicBezTo>
                    <a:pt x="4219" y="9032"/>
                    <a:pt x="4244" y="9024"/>
                    <a:pt x="4269" y="9016"/>
                  </a:cubicBezTo>
                  <a:lnTo>
                    <a:pt x="4818" y="8851"/>
                  </a:lnTo>
                  <a:cubicBezTo>
                    <a:pt x="4821" y="8850"/>
                    <a:pt x="4823" y="8849"/>
                    <a:pt x="4826" y="8849"/>
                  </a:cubicBezTo>
                  <a:cubicBezTo>
                    <a:pt x="4832" y="8849"/>
                    <a:pt x="4837" y="8852"/>
                    <a:pt x="4840" y="8855"/>
                  </a:cubicBezTo>
                  <a:cubicBezTo>
                    <a:pt x="4847" y="8859"/>
                    <a:pt x="4850" y="8865"/>
                    <a:pt x="4852" y="8873"/>
                  </a:cubicBezTo>
                  <a:cubicBezTo>
                    <a:pt x="4914" y="9736"/>
                    <a:pt x="5295" y="10707"/>
                    <a:pt x="5311" y="10747"/>
                  </a:cubicBezTo>
                  <a:cubicBezTo>
                    <a:pt x="5336" y="10809"/>
                    <a:pt x="5396" y="10848"/>
                    <a:pt x="5459" y="10848"/>
                  </a:cubicBezTo>
                  <a:cubicBezTo>
                    <a:pt x="5479" y="10848"/>
                    <a:pt x="5499" y="10843"/>
                    <a:pt x="5517" y="10836"/>
                  </a:cubicBezTo>
                  <a:cubicBezTo>
                    <a:pt x="5599" y="10804"/>
                    <a:pt x="5640" y="10712"/>
                    <a:pt x="5606" y="10630"/>
                  </a:cubicBezTo>
                  <a:cubicBezTo>
                    <a:pt x="5603" y="10620"/>
                    <a:pt x="5266" y="9765"/>
                    <a:pt x="5180" y="8982"/>
                  </a:cubicBezTo>
                  <a:lnTo>
                    <a:pt x="5394" y="8918"/>
                  </a:lnTo>
                  <a:cubicBezTo>
                    <a:pt x="5413" y="9050"/>
                    <a:pt x="5467" y="9175"/>
                    <a:pt x="5550" y="9278"/>
                  </a:cubicBezTo>
                  <a:cubicBezTo>
                    <a:pt x="5623" y="9368"/>
                    <a:pt x="5711" y="9444"/>
                    <a:pt x="5813" y="9504"/>
                  </a:cubicBezTo>
                  <a:cubicBezTo>
                    <a:pt x="5838" y="9519"/>
                    <a:pt x="5866" y="9526"/>
                    <a:pt x="5894" y="9526"/>
                  </a:cubicBezTo>
                  <a:cubicBezTo>
                    <a:pt x="5947" y="9526"/>
                    <a:pt x="6000" y="9499"/>
                    <a:pt x="6030" y="9448"/>
                  </a:cubicBezTo>
                  <a:cubicBezTo>
                    <a:pt x="6075" y="9372"/>
                    <a:pt x="6050" y="9275"/>
                    <a:pt x="5974" y="9230"/>
                  </a:cubicBezTo>
                  <a:cubicBezTo>
                    <a:pt x="5906" y="9190"/>
                    <a:pt x="5847" y="9139"/>
                    <a:pt x="5798" y="9079"/>
                  </a:cubicBezTo>
                  <a:cubicBezTo>
                    <a:pt x="5725" y="8987"/>
                    <a:pt x="5691" y="8867"/>
                    <a:pt x="5705" y="8746"/>
                  </a:cubicBezTo>
                  <a:lnTo>
                    <a:pt x="5758" y="8299"/>
                  </a:lnTo>
                  <a:cubicBezTo>
                    <a:pt x="5995" y="8434"/>
                    <a:pt x="6236" y="8505"/>
                    <a:pt x="6466" y="8505"/>
                  </a:cubicBezTo>
                  <a:cubicBezTo>
                    <a:pt x="6695" y="8505"/>
                    <a:pt x="6936" y="8434"/>
                    <a:pt x="7173" y="8299"/>
                  </a:cubicBezTo>
                  <a:lnTo>
                    <a:pt x="7226" y="8746"/>
                  </a:lnTo>
                  <a:cubicBezTo>
                    <a:pt x="7239" y="8867"/>
                    <a:pt x="7206" y="8987"/>
                    <a:pt x="7133" y="9079"/>
                  </a:cubicBezTo>
                  <a:cubicBezTo>
                    <a:pt x="7012" y="9228"/>
                    <a:pt x="6833" y="9316"/>
                    <a:pt x="6600" y="9340"/>
                  </a:cubicBezTo>
                  <a:cubicBezTo>
                    <a:pt x="6513" y="9349"/>
                    <a:pt x="6449" y="9427"/>
                    <a:pt x="6459" y="9514"/>
                  </a:cubicBezTo>
                  <a:cubicBezTo>
                    <a:pt x="6467" y="9596"/>
                    <a:pt x="6535" y="9657"/>
                    <a:pt x="6616" y="9657"/>
                  </a:cubicBezTo>
                  <a:cubicBezTo>
                    <a:pt x="6621" y="9657"/>
                    <a:pt x="6628" y="9657"/>
                    <a:pt x="6633" y="9656"/>
                  </a:cubicBezTo>
                  <a:cubicBezTo>
                    <a:pt x="7032" y="9615"/>
                    <a:pt x="7259" y="9428"/>
                    <a:pt x="7380" y="9278"/>
                  </a:cubicBezTo>
                  <a:cubicBezTo>
                    <a:pt x="7464" y="9174"/>
                    <a:pt x="7518" y="9048"/>
                    <a:pt x="7538" y="8914"/>
                  </a:cubicBezTo>
                  <a:lnTo>
                    <a:pt x="7752" y="8979"/>
                  </a:lnTo>
                  <a:cubicBezTo>
                    <a:pt x="7734" y="9177"/>
                    <a:pt x="7701" y="9436"/>
                    <a:pt x="7641" y="9712"/>
                  </a:cubicBezTo>
                  <a:lnTo>
                    <a:pt x="7499" y="10223"/>
                  </a:lnTo>
                  <a:cubicBezTo>
                    <a:pt x="7449" y="10366"/>
                    <a:pt x="7392" y="10498"/>
                    <a:pt x="7331" y="10614"/>
                  </a:cubicBezTo>
                  <a:cubicBezTo>
                    <a:pt x="7290" y="10692"/>
                    <a:pt x="7320" y="10788"/>
                    <a:pt x="7398" y="10829"/>
                  </a:cubicBezTo>
                  <a:cubicBezTo>
                    <a:pt x="7422" y="10841"/>
                    <a:pt x="7447" y="10848"/>
                    <a:pt x="7472" y="10848"/>
                  </a:cubicBezTo>
                  <a:cubicBezTo>
                    <a:pt x="7529" y="10848"/>
                    <a:pt x="7585" y="10816"/>
                    <a:pt x="7613" y="10762"/>
                  </a:cubicBezTo>
                  <a:cubicBezTo>
                    <a:pt x="7682" y="10631"/>
                    <a:pt x="7745" y="10483"/>
                    <a:pt x="7800" y="10323"/>
                  </a:cubicBezTo>
                  <a:cubicBezTo>
                    <a:pt x="7801" y="10320"/>
                    <a:pt x="7802" y="10317"/>
                    <a:pt x="7803" y="10314"/>
                  </a:cubicBezTo>
                  <a:lnTo>
                    <a:pt x="7947" y="9793"/>
                  </a:lnTo>
                  <a:cubicBezTo>
                    <a:pt x="7949" y="9791"/>
                    <a:pt x="7950" y="9788"/>
                    <a:pt x="7950" y="9785"/>
                  </a:cubicBezTo>
                  <a:cubicBezTo>
                    <a:pt x="8029" y="9423"/>
                    <a:pt x="8064" y="9089"/>
                    <a:pt x="8079" y="8872"/>
                  </a:cubicBezTo>
                  <a:cubicBezTo>
                    <a:pt x="8080" y="8865"/>
                    <a:pt x="8083" y="8859"/>
                    <a:pt x="8091" y="8854"/>
                  </a:cubicBezTo>
                  <a:cubicBezTo>
                    <a:pt x="8093" y="8852"/>
                    <a:pt x="8098" y="8849"/>
                    <a:pt x="8104" y="8849"/>
                  </a:cubicBezTo>
                  <a:cubicBezTo>
                    <a:pt x="8107" y="8849"/>
                    <a:pt x="8110" y="8850"/>
                    <a:pt x="8112" y="8851"/>
                  </a:cubicBezTo>
                  <a:lnTo>
                    <a:pt x="8662" y="9015"/>
                  </a:lnTo>
                  <a:cubicBezTo>
                    <a:pt x="9080" y="9142"/>
                    <a:pt x="9387" y="9487"/>
                    <a:pt x="9461" y="9917"/>
                  </a:cubicBezTo>
                  <a:lnTo>
                    <a:pt x="9603" y="10716"/>
                  </a:lnTo>
                  <a:cubicBezTo>
                    <a:pt x="9617" y="10793"/>
                    <a:pt x="9684" y="10847"/>
                    <a:pt x="9759" y="10847"/>
                  </a:cubicBezTo>
                  <a:cubicBezTo>
                    <a:pt x="9769" y="10847"/>
                    <a:pt x="9778" y="10846"/>
                    <a:pt x="9788" y="10844"/>
                  </a:cubicBezTo>
                  <a:cubicBezTo>
                    <a:pt x="9874" y="10829"/>
                    <a:pt x="9932" y="10747"/>
                    <a:pt x="9916" y="10661"/>
                  </a:cubicBezTo>
                  <a:lnTo>
                    <a:pt x="9774" y="9864"/>
                  </a:lnTo>
                  <a:cubicBezTo>
                    <a:pt x="9679" y="9314"/>
                    <a:pt x="9288" y="8872"/>
                    <a:pt x="8753" y="8712"/>
                  </a:cubicBezTo>
                  <a:lnTo>
                    <a:pt x="8204" y="8547"/>
                  </a:lnTo>
                  <a:cubicBezTo>
                    <a:pt x="8171" y="8537"/>
                    <a:pt x="8138" y="8532"/>
                    <a:pt x="8104" y="8532"/>
                  </a:cubicBezTo>
                  <a:cubicBezTo>
                    <a:pt x="8036" y="8532"/>
                    <a:pt x="7968" y="8553"/>
                    <a:pt x="7910" y="8592"/>
                  </a:cubicBezTo>
                  <a:cubicBezTo>
                    <a:pt x="7879" y="8614"/>
                    <a:pt x="7851" y="8641"/>
                    <a:pt x="7829" y="8671"/>
                  </a:cubicBezTo>
                  <a:lnTo>
                    <a:pt x="7527" y="8579"/>
                  </a:lnTo>
                  <a:lnTo>
                    <a:pt x="7471" y="8097"/>
                  </a:lnTo>
                  <a:cubicBezTo>
                    <a:pt x="7689" y="7922"/>
                    <a:pt x="7904" y="7695"/>
                    <a:pt x="8102" y="7420"/>
                  </a:cubicBezTo>
                  <a:cubicBezTo>
                    <a:pt x="8193" y="7293"/>
                    <a:pt x="8262" y="7180"/>
                    <a:pt x="8312" y="7066"/>
                  </a:cubicBezTo>
                  <a:cubicBezTo>
                    <a:pt x="8705" y="7030"/>
                    <a:pt x="9013" y="6699"/>
                    <a:pt x="9013" y="6297"/>
                  </a:cubicBezTo>
                  <a:cubicBezTo>
                    <a:pt x="9013" y="6061"/>
                    <a:pt x="8878" y="5856"/>
                    <a:pt x="8681" y="5757"/>
                  </a:cubicBezTo>
                  <a:cubicBezTo>
                    <a:pt x="8835" y="5548"/>
                    <a:pt x="8915" y="5240"/>
                    <a:pt x="8897" y="4875"/>
                  </a:cubicBezTo>
                  <a:cubicBezTo>
                    <a:pt x="8863" y="4193"/>
                    <a:pt x="8470" y="3371"/>
                    <a:pt x="7686" y="3068"/>
                  </a:cubicBezTo>
                  <a:cubicBezTo>
                    <a:pt x="7847" y="2774"/>
                    <a:pt x="7938" y="2436"/>
                    <a:pt x="7938" y="2078"/>
                  </a:cubicBezTo>
                  <a:cubicBezTo>
                    <a:pt x="7938" y="932"/>
                    <a:pt x="7006" y="0"/>
                    <a:pt x="58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59"/>
            <p:cNvSpPr/>
            <p:nvPr/>
          </p:nvSpPr>
          <p:spPr>
            <a:xfrm>
              <a:off x="4382754" y="2518568"/>
              <a:ext cx="193240" cy="120922"/>
            </a:xfrm>
            <a:custGeom>
              <a:avLst/>
              <a:gdLst/>
              <a:ahLst/>
              <a:cxnLst/>
              <a:rect l="l" t="t" r="r" b="b"/>
              <a:pathLst>
                <a:path w="5443" h="3406" extrusionOk="0">
                  <a:moveTo>
                    <a:pt x="2078" y="0"/>
                  </a:moveTo>
                  <a:cubicBezTo>
                    <a:pt x="932" y="0"/>
                    <a:pt x="0" y="932"/>
                    <a:pt x="0" y="2078"/>
                  </a:cubicBezTo>
                  <a:cubicBezTo>
                    <a:pt x="0" y="2540"/>
                    <a:pt x="149" y="2977"/>
                    <a:pt x="429" y="3343"/>
                  </a:cubicBezTo>
                  <a:cubicBezTo>
                    <a:pt x="461" y="3383"/>
                    <a:pt x="507" y="3405"/>
                    <a:pt x="555" y="3405"/>
                  </a:cubicBezTo>
                  <a:cubicBezTo>
                    <a:pt x="589" y="3405"/>
                    <a:pt x="623" y="3394"/>
                    <a:pt x="652" y="3372"/>
                  </a:cubicBezTo>
                  <a:cubicBezTo>
                    <a:pt x="722" y="3318"/>
                    <a:pt x="734" y="3219"/>
                    <a:pt x="681" y="3149"/>
                  </a:cubicBezTo>
                  <a:cubicBezTo>
                    <a:pt x="444" y="2840"/>
                    <a:pt x="319" y="2470"/>
                    <a:pt x="319" y="2078"/>
                  </a:cubicBezTo>
                  <a:cubicBezTo>
                    <a:pt x="319" y="1108"/>
                    <a:pt x="1108" y="319"/>
                    <a:pt x="2078" y="319"/>
                  </a:cubicBezTo>
                  <a:lnTo>
                    <a:pt x="5283" y="319"/>
                  </a:lnTo>
                  <a:cubicBezTo>
                    <a:pt x="5371" y="319"/>
                    <a:pt x="5443" y="247"/>
                    <a:pt x="5443" y="160"/>
                  </a:cubicBezTo>
                  <a:cubicBezTo>
                    <a:pt x="5443" y="72"/>
                    <a:pt x="5371" y="0"/>
                    <a:pt x="52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59"/>
            <p:cNvSpPr/>
            <p:nvPr/>
          </p:nvSpPr>
          <p:spPr>
            <a:xfrm>
              <a:off x="4626799" y="2774079"/>
              <a:ext cx="37739" cy="14982"/>
            </a:xfrm>
            <a:custGeom>
              <a:avLst/>
              <a:gdLst/>
              <a:ahLst/>
              <a:cxnLst/>
              <a:rect l="l" t="t" r="r" b="b"/>
              <a:pathLst>
                <a:path w="1063" h="422" extrusionOk="0">
                  <a:moveTo>
                    <a:pt x="531" y="1"/>
                  </a:moveTo>
                  <a:cubicBezTo>
                    <a:pt x="384" y="1"/>
                    <a:pt x="236" y="43"/>
                    <a:pt x="99" y="127"/>
                  </a:cubicBezTo>
                  <a:cubicBezTo>
                    <a:pt x="24" y="173"/>
                    <a:pt x="0" y="270"/>
                    <a:pt x="46" y="345"/>
                  </a:cubicBezTo>
                  <a:cubicBezTo>
                    <a:pt x="76" y="395"/>
                    <a:pt x="129" y="421"/>
                    <a:pt x="182" y="421"/>
                  </a:cubicBezTo>
                  <a:cubicBezTo>
                    <a:pt x="210" y="421"/>
                    <a:pt x="239" y="414"/>
                    <a:pt x="265" y="398"/>
                  </a:cubicBezTo>
                  <a:cubicBezTo>
                    <a:pt x="351" y="345"/>
                    <a:pt x="441" y="319"/>
                    <a:pt x="531" y="319"/>
                  </a:cubicBezTo>
                  <a:cubicBezTo>
                    <a:pt x="621" y="319"/>
                    <a:pt x="712" y="345"/>
                    <a:pt x="798" y="398"/>
                  </a:cubicBezTo>
                  <a:cubicBezTo>
                    <a:pt x="824" y="414"/>
                    <a:pt x="853" y="422"/>
                    <a:pt x="881" y="422"/>
                  </a:cubicBezTo>
                  <a:cubicBezTo>
                    <a:pt x="935" y="422"/>
                    <a:pt x="986" y="395"/>
                    <a:pt x="1016" y="345"/>
                  </a:cubicBezTo>
                  <a:cubicBezTo>
                    <a:pt x="1062" y="270"/>
                    <a:pt x="1038" y="173"/>
                    <a:pt x="964" y="127"/>
                  </a:cubicBezTo>
                  <a:cubicBezTo>
                    <a:pt x="826" y="43"/>
                    <a:pt x="679" y="1"/>
                    <a:pt x="5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59"/>
            <p:cNvSpPr/>
            <p:nvPr/>
          </p:nvSpPr>
          <p:spPr>
            <a:xfrm>
              <a:off x="4662585" y="2723914"/>
              <a:ext cx="11290" cy="21088"/>
            </a:xfrm>
            <a:custGeom>
              <a:avLst/>
              <a:gdLst/>
              <a:ahLst/>
              <a:cxnLst/>
              <a:rect l="l" t="t" r="r" b="b"/>
              <a:pathLst>
                <a:path w="318" h="594" extrusionOk="0">
                  <a:moveTo>
                    <a:pt x="159" y="1"/>
                  </a:moveTo>
                  <a:cubicBezTo>
                    <a:pt x="72" y="1"/>
                    <a:pt x="0" y="72"/>
                    <a:pt x="0" y="159"/>
                  </a:cubicBezTo>
                  <a:lnTo>
                    <a:pt x="0" y="435"/>
                  </a:lnTo>
                  <a:cubicBezTo>
                    <a:pt x="0" y="523"/>
                    <a:pt x="72" y="594"/>
                    <a:pt x="159" y="594"/>
                  </a:cubicBezTo>
                  <a:cubicBezTo>
                    <a:pt x="247" y="594"/>
                    <a:pt x="317" y="523"/>
                    <a:pt x="317" y="435"/>
                  </a:cubicBezTo>
                  <a:lnTo>
                    <a:pt x="317" y="159"/>
                  </a:lnTo>
                  <a:cubicBezTo>
                    <a:pt x="317" y="72"/>
                    <a:pt x="247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59"/>
            <p:cNvSpPr/>
            <p:nvPr/>
          </p:nvSpPr>
          <p:spPr>
            <a:xfrm>
              <a:off x="4633579" y="2751393"/>
              <a:ext cx="24177" cy="12994"/>
            </a:xfrm>
            <a:custGeom>
              <a:avLst/>
              <a:gdLst/>
              <a:ahLst/>
              <a:cxnLst/>
              <a:rect l="l" t="t" r="r" b="b"/>
              <a:pathLst>
                <a:path w="681" h="366" extrusionOk="0">
                  <a:moveTo>
                    <a:pt x="181" y="0"/>
                  </a:moveTo>
                  <a:cubicBezTo>
                    <a:pt x="130" y="0"/>
                    <a:pt x="79" y="25"/>
                    <a:pt x="49" y="71"/>
                  </a:cubicBezTo>
                  <a:cubicBezTo>
                    <a:pt x="0" y="144"/>
                    <a:pt x="20" y="243"/>
                    <a:pt x="93" y="291"/>
                  </a:cubicBezTo>
                  <a:cubicBezTo>
                    <a:pt x="167" y="340"/>
                    <a:pt x="253" y="365"/>
                    <a:pt x="340" y="365"/>
                  </a:cubicBezTo>
                  <a:cubicBezTo>
                    <a:pt x="427" y="365"/>
                    <a:pt x="513" y="340"/>
                    <a:pt x="587" y="291"/>
                  </a:cubicBezTo>
                  <a:cubicBezTo>
                    <a:pt x="661" y="243"/>
                    <a:pt x="680" y="144"/>
                    <a:pt x="632" y="71"/>
                  </a:cubicBezTo>
                  <a:cubicBezTo>
                    <a:pt x="601" y="25"/>
                    <a:pt x="551" y="0"/>
                    <a:pt x="499" y="0"/>
                  </a:cubicBezTo>
                  <a:cubicBezTo>
                    <a:pt x="469" y="0"/>
                    <a:pt x="438" y="9"/>
                    <a:pt x="411" y="27"/>
                  </a:cubicBezTo>
                  <a:cubicBezTo>
                    <a:pt x="391" y="41"/>
                    <a:pt x="365" y="47"/>
                    <a:pt x="340" y="47"/>
                  </a:cubicBezTo>
                  <a:cubicBezTo>
                    <a:pt x="315" y="47"/>
                    <a:pt x="290" y="41"/>
                    <a:pt x="270" y="27"/>
                  </a:cubicBezTo>
                  <a:cubicBezTo>
                    <a:pt x="242" y="9"/>
                    <a:pt x="212" y="0"/>
                    <a:pt x="1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59"/>
            <p:cNvSpPr/>
            <p:nvPr/>
          </p:nvSpPr>
          <p:spPr>
            <a:xfrm>
              <a:off x="4617461" y="2723914"/>
              <a:ext cx="11290" cy="21088"/>
            </a:xfrm>
            <a:custGeom>
              <a:avLst/>
              <a:gdLst/>
              <a:ahLst/>
              <a:cxnLst/>
              <a:rect l="l" t="t" r="r" b="b"/>
              <a:pathLst>
                <a:path w="318" h="594" extrusionOk="0">
                  <a:moveTo>
                    <a:pt x="159" y="1"/>
                  </a:moveTo>
                  <a:cubicBezTo>
                    <a:pt x="71" y="1"/>
                    <a:pt x="0" y="72"/>
                    <a:pt x="0" y="159"/>
                  </a:cubicBezTo>
                  <a:lnTo>
                    <a:pt x="0" y="435"/>
                  </a:lnTo>
                  <a:cubicBezTo>
                    <a:pt x="0" y="523"/>
                    <a:pt x="71" y="594"/>
                    <a:pt x="159" y="594"/>
                  </a:cubicBezTo>
                  <a:cubicBezTo>
                    <a:pt x="247" y="594"/>
                    <a:pt x="317" y="523"/>
                    <a:pt x="317" y="435"/>
                  </a:cubicBezTo>
                  <a:lnTo>
                    <a:pt x="317" y="159"/>
                  </a:lnTo>
                  <a:cubicBezTo>
                    <a:pt x="317" y="72"/>
                    <a:pt x="247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59"/>
            <p:cNvSpPr/>
            <p:nvPr/>
          </p:nvSpPr>
          <p:spPr>
            <a:xfrm>
              <a:off x="4435795" y="2557052"/>
              <a:ext cx="59431" cy="70401"/>
            </a:xfrm>
            <a:custGeom>
              <a:avLst/>
              <a:gdLst/>
              <a:ahLst/>
              <a:cxnLst/>
              <a:rect l="l" t="t" r="r" b="b"/>
              <a:pathLst>
                <a:path w="1674" h="1983" extrusionOk="0">
                  <a:moveTo>
                    <a:pt x="1108" y="727"/>
                  </a:moveTo>
                  <a:lnTo>
                    <a:pt x="835" y="1444"/>
                  </a:lnTo>
                  <a:lnTo>
                    <a:pt x="564" y="727"/>
                  </a:lnTo>
                  <a:close/>
                  <a:moveTo>
                    <a:pt x="1493" y="0"/>
                  </a:moveTo>
                  <a:cubicBezTo>
                    <a:pt x="1429" y="0"/>
                    <a:pt x="1369" y="39"/>
                    <a:pt x="1345" y="102"/>
                  </a:cubicBezTo>
                  <a:lnTo>
                    <a:pt x="1229" y="409"/>
                  </a:lnTo>
                  <a:lnTo>
                    <a:pt x="444" y="409"/>
                  </a:lnTo>
                  <a:lnTo>
                    <a:pt x="329" y="103"/>
                  </a:lnTo>
                  <a:cubicBezTo>
                    <a:pt x="305" y="40"/>
                    <a:pt x="244" y="0"/>
                    <a:pt x="179" y="0"/>
                  </a:cubicBezTo>
                  <a:cubicBezTo>
                    <a:pt x="161" y="0"/>
                    <a:pt x="142" y="3"/>
                    <a:pt x="124" y="10"/>
                  </a:cubicBezTo>
                  <a:cubicBezTo>
                    <a:pt x="42" y="41"/>
                    <a:pt x="0" y="133"/>
                    <a:pt x="31" y="215"/>
                  </a:cubicBezTo>
                  <a:lnTo>
                    <a:pt x="650" y="1856"/>
                  </a:lnTo>
                  <a:cubicBezTo>
                    <a:pt x="651" y="1858"/>
                    <a:pt x="651" y="1859"/>
                    <a:pt x="652" y="1861"/>
                  </a:cubicBezTo>
                  <a:cubicBezTo>
                    <a:pt x="683" y="1934"/>
                    <a:pt x="754" y="1982"/>
                    <a:pt x="834" y="1982"/>
                  </a:cubicBezTo>
                  <a:cubicBezTo>
                    <a:pt x="915" y="1982"/>
                    <a:pt x="986" y="1934"/>
                    <a:pt x="1016" y="1860"/>
                  </a:cubicBezTo>
                  <a:cubicBezTo>
                    <a:pt x="1016" y="1859"/>
                    <a:pt x="1017" y="1858"/>
                    <a:pt x="1017" y="1857"/>
                  </a:cubicBezTo>
                  <a:lnTo>
                    <a:pt x="1643" y="215"/>
                  </a:lnTo>
                  <a:cubicBezTo>
                    <a:pt x="1674" y="133"/>
                    <a:pt x="1632" y="42"/>
                    <a:pt x="1550" y="11"/>
                  </a:cubicBezTo>
                  <a:cubicBezTo>
                    <a:pt x="1531" y="4"/>
                    <a:pt x="1512" y="0"/>
                    <a:pt x="14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59"/>
            <p:cNvSpPr/>
            <p:nvPr/>
          </p:nvSpPr>
          <p:spPr>
            <a:xfrm>
              <a:off x="4612811" y="2558543"/>
              <a:ext cx="32698" cy="68946"/>
            </a:xfrm>
            <a:custGeom>
              <a:avLst/>
              <a:gdLst/>
              <a:ahLst/>
              <a:cxnLst/>
              <a:rect l="l" t="t" r="r" b="b"/>
              <a:pathLst>
                <a:path w="921" h="1942" extrusionOk="0">
                  <a:moveTo>
                    <a:pt x="159" y="0"/>
                  </a:moveTo>
                  <a:cubicBezTo>
                    <a:pt x="72" y="0"/>
                    <a:pt x="0" y="72"/>
                    <a:pt x="0" y="160"/>
                  </a:cubicBezTo>
                  <a:lnTo>
                    <a:pt x="0" y="1448"/>
                  </a:lnTo>
                  <a:cubicBezTo>
                    <a:pt x="0" y="1629"/>
                    <a:pt x="98" y="1795"/>
                    <a:pt x="253" y="1882"/>
                  </a:cubicBezTo>
                  <a:cubicBezTo>
                    <a:pt x="329" y="1924"/>
                    <a:pt x="405" y="1941"/>
                    <a:pt x="476" y="1941"/>
                  </a:cubicBezTo>
                  <a:cubicBezTo>
                    <a:pt x="642" y="1941"/>
                    <a:pt x="784" y="1849"/>
                    <a:pt x="858" y="1775"/>
                  </a:cubicBezTo>
                  <a:cubicBezTo>
                    <a:pt x="920" y="1713"/>
                    <a:pt x="920" y="1612"/>
                    <a:pt x="858" y="1550"/>
                  </a:cubicBezTo>
                  <a:cubicBezTo>
                    <a:pt x="827" y="1519"/>
                    <a:pt x="787" y="1504"/>
                    <a:pt x="746" y="1504"/>
                  </a:cubicBezTo>
                  <a:cubicBezTo>
                    <a:pt x="705" y="1504"/>
                    <a:pt x="664" y="1520"/>
                    <a:pt x="633" y="1551"/>
                  </a:cubicBezTo>
                  <a:cubicBezTo>
                    <a:pt x="632" y="1552"/>
                    <a:pt x="560" y="1622"/>
                    <a:pt x="476" y="1622"/>
                  </a:cubicBezTo>
                  <a:cubicBezTo>
                    <a:pt x="454" y="1622"/>
                    <a:pt x="431" y="1617"/>
                    <a:pt x="408" y="1604"/>
                  </a:cubicBezTo>
                  <a:cubicBezTo>
                    <a:pt x="353" y="1573"/>
                    <a:pt x="319" y="1513"/>
                    <a:pt x="319" y="1448"/>
                  </a:cubicBezTo>
                  <a:lnTo>
                    <a:pt x="319" y="160"/>
                  </a:lnTo>
                  <a:cubicBezTo>
                    <a:pt x="319" y="72"/>
                    <a:pt x="247" y="0"/>
                    <a:pt x="1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59"/>
            <p:cNvSpPr/>
            <p:nvPr/>
          </p:nvSpPr>
          <p:spPr>
            <a:xfrm>
              <a:off x="4549048" y="2557904"/>
              <a:ext cx="50733" cy="68662"/>
            </a:xfrm>
            <a:custGeom>
              <a:avLst/>
              <a:gdLst/>
              <a:ahLst/>
              <a:cxnLst/>
              <a:rect l="l" t="t" r="r" b="b"/>
              <a:pathLst>
                <a:path w="1429" h="1934" extrusionOk="0">
                  <a:moveTo>
                    <a:pt x="1110" y="319"/>
                  </a:moveTo>
                  <a:lnTo>
                    <a:pt x="1108" y="1615"/>
                  </a:lnTo>
                  <a:lnTo>
                    <a:pt x="801" y="1612"/>
                  </a:lnTo>
                  <a:cubicBezTo>
                    <a:pt x="470" y="1607"/>
                    <a:pt x="319" y="1274"/>
                    <a:pt x="319" y="967"/>
                  </a:cubicBezTo>
                  <a:cubicBezTo>
                    <a:pt x="319" y="661"/>
                    <a:pt x="449" y="319"/>
                    <a:pt x="812" y="319"/>
                  </a:cubicBezTo>
                  <a:close/>
                  <a:moveTo>
                    <a:pt x="812" y="1"/>
                  </a:moveTo>
                  <a:cubicBezTo>
                    <a:pt x="327" y="1"/>
                    <a:pt x="1" y="389"/>
                    <a:pt x="1" y="967"/>
                  </a:cubicBezTo>
                  <a:lnTo>
                    <a:pt x="2" y="967"/>
                  </a:lnTo>
                  <a:cubicBezTo>
                    <a:pt x="2" y="1517"/>
                    <a:pt x="336" y="1922"/>
                    <a:pt x="798" y="1930"/>
                  </a:cubicBezTo>
                  <a:lnTo>
                    <a:pt x="1266" y="1933"/>
                  </a:lnTo>
                  <a:lnTo>
                    <a:pt x="1267" y="1933"/>
                  </a:lnTo>
                  <a:cubicBezTo>
                    <a:pt x="1308" y="1933"/>
                    <a:pt x="1348" y="1917"/>
                    <a:pt x="1379" y="1888"/>
                  </a:cubicBezTo>
                  <a:cubicBezTo>
                    <a:pt x="1409" y="1858"/>
                    <a:pt x="1425" y="1817"/>
                    <a:pt x="1425" y="1775"/>
                  </a:cubicBezTo>
                  <a:lnTo>
                    <a:pt x="1428" y="160"/>
                  </a:lnTo>
                  <a:cubicBezTo>
                    <a:pt x="1428" y="118"/>
                    <a:pt x="1412" y="77"/>
                    <a:pt x="1382" y="47"/>
                  </a:cubicBezTo>
                  <a:cubicBezTo>
                    <a:pt x="1353" y="17"/>
                    <a:pt x="1311" y="1"/>
                    <a:pt x="12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59"/>
            <p:cNvSpPr/>
            <p:nvPr/>
          </p:nvSpPr>
          <p:spPr>
            <a:xfrm>
              <a:off x="4508149" y="2616413"/>
              <a:ext cx="11325" cy="11290"/>
            </a:xfrm>
            <a:custGeom>
              <a:avLst/>
              <a:gdLst/>
              <a:ahLst/>
              <a:cxnLst/>
              <a:rect l="l" t="t" r="r" b="b"/>
              <a:pathLst>
                <a:path w="319" h="318" extrusionOk="0">
                  <a:moveTo>
                    <a:pt x="160" y="0"/>
                  </a:moveTo>
                  <a:cubicBezTo>
                    <a:pt x="72" y="0"/>
                    <a:pt x="1" y="71"/>
                    <a:pt x="1" y="159"/>
                  </a:cubicBezTo>
                  <a:cubicBezTo>
                    <a:pt x="1" y="246"/>
                    <a:pt x="72" y="317"/>
                    <a:pt x="160" y="317"/>
                  </a:cubicBezTo>
                  <a:cubicBezTo>
                    <a:pt x="247" y="317"/>
                    <a:pt x="319" y="246"/>
                    <a:pt x="319" y="159"/>
                  </a:cubicBezTo>
                  <a:cubicBezTo>
                    <a:pt x="319" y="71"/>
                    <a:pt x="24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59"/>
            <p:cNvSpPr/>
            <p:nvPr/>
          </p:nvSpPr>
          <p:spPr>
            <a:xfrm>
              <a:off x="4532610" y="2616413"/>
              <a:ext cx="11325" cy="11290"/>
            </a:xfrm>
            <a:custGeom>
              <a:avLst/>
              <a:gdLst/>
              <a:ahLst/>
              <a:cxnLst/>
              <a:rect l="l" t="t" r="r" b="b"/>
              <a:pathLst>
                <a:path w="319" h="318" extrusionOk="0">
                  <a:moveTo>
                    <a:pt x="160" y="0"/>
                  </a:moveTo>
                  <a:cubicBezTo>
                    <a:pt x="72" y="0"/>
                    <a:pt x="0" y="71"/>
                    <a:pt x="0" y="159"/>
                  </a:cubicBezTo>
                  <a:cubicBezTo>
                    <a:pt x="0" y="246"/>
                    <a:pt x="72" y="317"/>
                    <a:pt x="160" y="317"/>
                  </a:cubicBezTo>
                  <a:cubicBezTo>
                    <a:pt x="247" y="317"/>
                    <a:pt x="318" y="246"/>
                    <a:pt x="318" y="159"/>
                  </a:cubicBezTo>
                  <a:cubicBezTo>
                    <a:pt x="318" y="71"/>
                    <a:pt x="24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59"/>
            <p:cNvSpPr/>
            <p:nvPr/>
          </p:nvSpPr>
          <p:spPr>
            <a:xfrm>
              <a:off x="4483723" y="2616413"/>
              <a:ext cx="11325" cy="11290"/>
            </a:xfrm>
            <a:custGeom>
              <a:avLst/>
              <a:gdLst/>
              <a:ahLst/>
              <a:cxnLst/>
              <a:rect l="l" t="t" r="r" b="b"/>
              <a:pathLst>
                <a:path w="319" h="318" extrusionOk="0">
                  <a:moveTo>
                    <a:pt x="160" y="0"/>
                  </a:moveTo>
                  <a:cubicBezTo>
                    <a:pt x="72" y="0"/>
                    <a:pt x="0" y="71"/>
                    <a:pt x="0" y="159"/>
                  </a:cubicBezTo>
                  <a:cubicBezTo>
                    <a:pt x="0" y="246"/>
                    <a:pt x="72" y="317"/>
                    <a:pt x="160" y="317"/>
                  </a:cubicBezTo>
                  <a:cubicBezTo>
                    <a:pt x="247" y="317"/>
                    <a:pt x="319" y="246"/>
                    <a:pt x="319" y="159"/>
                  </a:cubicBezTo>
                  <a:cubicBezTo>
                    <a:pt x="319" y="71"/>
                    <a:pt x="24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34;p59">
            <a:extLst>
              <a:ext uri="{FF2B5EF4-FFF2-40B4-BE49-F238E27FC236}">
                <a16:creationId xmlns:a16="http://schemas.microsoft.com/office/drawing/2014/main" id="{7A43758F-6B53-02BC-17B6-095EEF45A669}"/>
              </a:ext>
            </a:extLst>
          </p:cNvPr>
          <p:cNvSpPr/>
          <p:nvPr/>
        </p:nvSpPr>
        <p:spPr>
          <a:xfrm>
            <a:off x="280040" y="2001949"/>
            <a:ext cx="763500" cy="7635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" name="Google Shape;2766;p68">
            <a:extLst>
              <a:ext uri="{FF2B5EF4-FFF2-40B4-BE49-F238E27FC236}">
                <a16:creationId xmlns:a16="http://schemas.microsoft.com/office/drawing/2014/main" id="{52CC759F-BF7A-F9BA-CAD3-9D0C7C1D7380}"/>
              </a:ext>
            </a:extLst>
          </p:cNvPr>
          <p:cNvGrpSpPr/>
          <p:nvPr/>
        </p:nvGrpSpPr>
        <p:grpSpPr>
          <a:xfrm>
            <a:off x="381054" y="2096484"/>
            <a:ext cx="551489" cy="601475"/>
            <a:chOff x="360996" y="2518603"/>
            <a:chExt cx="385167" cy="385167"/>
          </a:xfrm>
        </p:grpSpPr>
        <p:sp>
          <p:nvSpPr>
            <p:cNvPr id="3" name="Google Shape;2767;p68">
              <a:extLst>
                <a:ext uri="{FF2B5EF4-FFF2-40B4-BE49-F238E27FC236}">
                  <a16:creationId xmlns:a16="http://schemas.microsoft.com/office/drawing/2014/main" id="{C9D5B473-6E3A-4777-C5A5-AB1A4E3C5C7B}"/>
                </a:ext>
              </a:extLst>
            </p:cNvPr>
            <p:cNvSpPr/>
            <p:nvPr/>
          </p:nvSpPr>
          <p:spPr>
            <a:xfrm>
              <a:off x="658223" y="2682625"/>
              <a:ext cx="38094" cy="51692"/>
            </a:xfrm>
            <a:custGeom>
              <a:avLst/>
              <a:gdLst/>
              <a:ahLst/>
              <a:cxnLst/>
              <a:rect l="l" t="t" r="r" b="b"/>
              <a:pathLst>
                <a:path w="1073" h="1456" extrusionOk="0">
                  <a:moveTo>
                    <a:pt x="533" y="0"/>
                  </a:moveTo>
                  <a:cubicBezTo>
                    <a:pt x="268" y="0"/>
                    <a:pt x="43" y="196"/>
                    <a:pt x="7" y="459"/>
                  </a:cubicBezTo>
                  <a:cubicBezTo>
                    <a:pt x="3" y="484"/>
                    <a:pt x="1" y="508"/>
                    <a:pt x="1" y="533"/>
                  </a:cubicBezTo>
                  <a:cubicBezTo>
                    <a:pt x="1" y="620"/>
                    <a:pt x="72" y="692"/>
                    <a:pt x="160" y="692"/>
                  </a:cubicBezTo>
                  <a:cubicBezTo>
                    <a:pt x="247" y="692"/>
                    <a:pt x="319" y="620"/>
                    <a:pt x="319" y="533"/>
                  </a:cubicBezTo>
                  <a:cubicBezTo>
                    <a:pt x="319" y="523"/>
                    <a:pt x="320" y="513"/>
                    <a:pt x="321" y="503"/>
                  </a:cubicBezTo>
                  <a:cubicBezTo>
                    <a:pt x="335" y="397"/>
                    <a:pt x="427" y="319"/>
                    <a:pt x="533" y="319"/>
                  </a:cubicBezTo>
                  <a:lnTo>
                    <a:pt x="538" y="319"/>
                  </a:lnTo>
                  <a:cubicBezTo>
                    <a:pt x="650" y="321"/>
                    <a:pt x="742" y="410"/>
                    <a:pt x="748" y="522"/>
                  </a:cubicBezTo>
                  <a:cubicBezTo>
                    <a:pt x="751" y="581"/>
                    <a:pt x="729" y="638"/>
                    <a:pt x="689" y="681"/>
                  </a:cubicBezTo>
                  <a:cubicBezTo>
                    <a:pt x="647" y="724"/>
                    <a:pt x="593" y="747"/>
                    <a:pt x="533" y="747"/>
                  </a:cubicBezTo>
                  <a:cubicBezTo>
                    <a:pt x="445" y="747"/>
                    <a:pt x="375" y="818"/>
                    <a:pt x="375" y="907"/>
                  </a:cubicBezTo>
                  <a:lnTo>
                    <a:pt x="375" y="1296"/>
                  </a:lnTo>
                  <a:cubicBezTo>
                    <a:pt x="375" y="1385"/>
                    <a:pt x="445" y="1455"/>
                    <a:pt x="533" y="1455"/>
                  </a:cubicBezTo>
                  <a:cubicBezTo>
                    <a:pt x="622" y="1455"/>
                    <a:pt x="692" y="1385"/>
                    <a:pt x="692" y="1296"/>
                  </a:cubicBezTo>
                  <a:lnTo>
                    <a:pt x="692" y="1040"/>
                  </a:lnTo>
                  <a:cubicBezTo>
                    <a:pt x="778" y="1013"/>
                    <a:pt x="857" y="966"/>
                    <a:pt x="919" y="899"/>
                  </a:cubicBezTo>
                  <a:cubicBezTo>
                    <a:pt x="1021" y="792"/>
                    <a:pt x="1073" y="653"/>
                    <a:pt x="1065" y="505"/>
                  </a:cubicBezTo>
                  <a:cubicBezTo>
                    <a:pt x="1051" y="227"/>
                    <a:pt x="822" y="7"/>
                    <a:pt x="544" y="0"/>
                  </a:cubicBezTo>
                  <a:cubicBezTo>
                    <a:pt x="540" y="0"/>
                    <a:pt x="537" y="0"/>
                    <a:pt x="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768;p68">
              <a:extLst>
                <a:ext uri="{FF2B5EF4-FFF2-40B4-BE49-F238E27FC236}">
                  <a16:creationId xmlns:a16="http://schemas.microsoft.com/office/drawing/2014/main" id="{ED585E8D-310F-EF58-E4C4-6E7B4695AF49}"/>
                </a:ext>
              </a:extLst>
            </p:cNvPr>
            <p:cNvSpPr/>
            <p:nvPr/>
          </p:nvSpPr>
          <p:spPr>
            <a:xfrm>
              <a:off x="509964" y="2560709"/>
              <a:ext cx="11290" cy="51940"/>
            </a:xfrm>
            <a:custGeom>
              <a:avLst/>
              <a:gdLst/>
              <a:ahLst/>
              <a:cxnLst/>
              <a:rect l="l" t="t" r="r" b="b"/>
              <a:pathLst>
                <a:path w="318" h="1463" extrusionOk="0">
                  <a:moveTo>
                    <a:pt x="159" y="0"/>
                  </a:moveTo>
                  <a:cubicBezTo>
                    <a:pt x="71" y="0"/>
                    <a:pt x="0" y="71"/>
                    <a:pt x="0" y="159"/>
                  </a:cubicBezTo>
                  <a:lnTo>
                    <a:pt x="0" y="1304"/>
                  </a:lnTo>
                  <a:cubicBezTo>
                    <a:pt x="0" y="1391"/>
                    <a:pt x="71" y="1462"/>
                    <a:pt x="159" y="1462"/>
                  </a:cubicBezTo>
                  <a:cubicBezTo>
                    <a:pt x="247" y="1462"/>
                    <a:pt x="317" y="1391"/>
                    <a:pt x="317" y="1304"/>
                  </a:cubicBezTo>
                  <a:lnTo>
                    <a:pt x="317" y="159"/>
                  </a:lnTo>
                  <a:cubicBezTo>
                    <a:pt x="317" y="71"/>
                    <a:pt x="247" y="0"/>
                    <a:pt x="1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769;p68">
              <a:extLst>
                <a:ext uri="{FF2B5EF4-FFF2-40B4-BE49-F238E27FC236}">
                  <a16:creationId xmlns:a16="http://schemas.microsoft.com/office/drawing/2014/main" id="{2FFBCB4C-9409-A70D-ACAF-07645206F431}"/>
                </a:ext>
              </a:extLst>
            </p:cNvPr>
            <p:cNvSpPr/>
            <p:nvPr/>
          </p:nvSpPr>
          <p:spPr>
            <a:xfrm>
              <a:off x="625809" y="2518603"/>
              <a:ext cx="120353" cy="120353"/>
            </a:xfrm>
            <a:custGeom>
              <a:avLst/>
              <a:gdLst/>
              <a:ahLst/>
              <a:cxnLst/>
              <a:rect l="l" t="t" r="r" b="b"/>
              <a:pathLst>
                <a:path w="3390" h="3390" extrusionOk="0">
                  <a:moveTo>
                    <a:pt x="1694" y="318"/>
                  </a:moveTo>
                  <a:cubicBezTo>
                    <a:pt x="2454" y="318"/>
                    <a:pt x="3072" y="935"/>
                    <a:pt x="3072" y="1694"/>
                  </a:cubicBezTo>
                  <a:cubicBezTo>
                    <a:pt x="3072" y="2454"/>
                    <a:pt x="2454" y="3072"/>
                    <a:pt x="1694" y="3072"/>
                  </a:cubicBezTo>
                  <a:cubicBezTo>
                    <a:pt x="935" y="3072"/>
                    <a:pt x="317" y="2454"/>
                    <a:pt x="317" y="1694"/>
                  </a:cubicBezTo>
                  <a:cubicBezTo>
                    <a:pt x="317" y="935"/>
                    <a:pt x="935" y="318"/>
                    <a:pt x="1694" y="318"/>
                  </a:cubicBezTo>
                  <a:close/>
                  <a:moveTo>
                    <a:pt x="1694" y="0"/>
                  </a:moveTo>
                  <a:cubicBezTo>
                    <a:pt x="760" y="0"/>
                    <a:pt x="0" y="760"/>
                    <a:pt x="0" y="1694"/>
                  </a:cubicBezTo>
                  <a:cubicBezTo>
                    <a:pt x="0" y="2630"/>
                    <a:pt x="760" y="3390"/>
                    <a:pt x="1694" y="3390"/>
                  </a:cubicBezTo>
                  <a:cubicBezTo>
                    <a:pt x="2629" y="3390"/>
                    <a:pt x="3389" y="2630"/>
                    <a:pt x="3389" y="1694"/>
                  </a:cubicBezTo>
                  <a:cubicBezTo>
                    <a:pt x="3389" y="760"/>
                    <a:pt x="2629" y="0"/>
                    <a:pt x="16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770;p68">
              <a:extLst>
                <a:ext uri="{FF2B5EF4-FFF2-40B4-BE49-F238E27FC236}">
                  <a16:creationId xmlns:a16="http://schemas.microsoft.com/office/drawing/2014/main" id="{4772C91B-3843-E43A-501E-DF8F084099F1}"/>
                </a:ext>
              </a:extLst>
            </p:cNvPr>
            <p:cNvSpPr/>
            <p:nvPr/>
          </p:nvSpPr>
          <p:spPr>
            <a:xfrm>
              <a:off x="402498" y="2541218"/>
              <a:ext cx="38059" cy="51692"/>
            </a:xfrm>
            <a:custGeom>
              <a:avLst/>
              <a:gdLst/>
              <a:ahLst/>
              <a:cxnLst/>
              <a:rect l="l" t="t" r="r" b="b"/>
              <a:pathLst>
                <a:path w="1072" h="1456" extrusionOk="0">
                  <a:moveTo>
                    <a:pt x="533" y="1"/>
                  </a:moveTo>
                  <a:cubicBezTo>
                    <a:pt x="268" y="1"/>
                    <a:pt x="42" y="196"/>
                    <a:pt x="6" y="459"/>
                  </a:cubicBezTo>
                  <a:cubicBezTo>
                    <a:pt x="3" y="483"/>
                    <a:pt x="1" y="508"/>
                    <a:pt x="1" y="533"/>
                  </a:cubicBezTo>
                  <a:cubicBezTo>
                    <a:pt x="1" y="621"/>
                    <a:pt x="72" y="691"/>
                    <a:pt x="159" y="691"/>
                  </a:cubicBezTo>
                  <a:cubicBezTo>
                    <a:pt x="247" y="691"/>
                    <a:pt x="318" y="621"/>
                    <a:pt x="318" y="533"/>
                  </a:cubicBezTo>
                  <a:cubicBezTo>
                    <a:pt x="318" y="522"/>
                    <a:pt x="319" y="513"/>
                    <a:pt x="320" y="503"/>
                  </a:cubicBezTo>
                  <a:cubicBezTo>
                    <a:pt x="336" y="397"/>
                    <a:pt x="426" y="318"/>
                    <a:pt x="533" y="318"/>
                  </a:cubicBezTo>
                  <a:lnTo>
                    <a:pt x="538" y="318"/>
                  </a:lnTo>
                  <a:cubicBezTo>
                    <a:pt x="649" y="321"/>
                    <a:pt x="741" y="410"/>
                    <a:pt x="747" y="521"/>
                  </a:cubicBezTo>
                  <a:cubicBezTo>
                    <a:pt x="750" y="582"/>
                    <a:pt x="730" y="638"/>
                    <a:pt x="688" y="681"/>
                  </a:cubicBezTo>
                  <a:cubicBezTo>
                    <a:pt x="648" y="724"/>
                    <a:pt x="592" y="747"/>
                    <a:pt x="533" y="747"/>
                  </a:cubicBezTo>
                  <a:cubicBezTo>
                    <a:pt x="446" y="747"/>
                    <a:pt x="374" y="819"/>
                    <a:pt x="374" y="906"/>
                  </a:cubicBezTo>
                  <a:lnTo>
                    <a:pt x="374" y="1297"/>
                  </a:lnTo>
                  <a:cubicBezTo>
                    <a:pt x="374" y="1384"/>
                    <a:pt x="446" y="1456"/>
                    <a:pt x="533" y="1456"/>
                  </a:cubicBezTo>
                  <a:cubicBezTo>
                    <a:pt x="621" y="1456"/>
                    <a:pt x="691" y="1384"/>
                    <a:pt x="691" y="1297"/>
                  </a:cubicBezTo>
                  <a:lnTo>
                    <a:pt x="691" y="1041"/>
                  </a:lnTo>
                  <a:cubicBezTo>
                    <a:pt x="777" y="1014"/>
                    <a:pt x="856" y="965"/>
                    <a:pt x="918" y="900"/>
                  </a:cubicBezTo>
                  <a:cubicBezTo>
                    <a:pt x="1020" y="792"/>
                    <a:pt x="1072" y="652"/>
                    <a:pt x="1064" y="505"/>
                  </a:cubicBezTo>
                  <a:cubicBezTo>
                    <a:pt x="1050" y="228"/>
                    <a:pt x="821" y="6"/>
                    <a:pt x="5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771;p68">
              <a:extLst>
                <a:ext uri="{FF2B5EF4-FFF2-40B4-BE49-F238E27FC236}">
                  <a16:creationId xmlns:a16="http://schemas.microsoft.com/office/drawing/2014/main" id="{54AD0D55-5BBC-C843-961B-43559CCDBCF7}"/>
                </a:ext>
              </a:extLst>
            </p:cNvPr>
            <p:cNvSpPr/>
            <p:nvPr/>
          </p:nvSpPr>
          <p:spPr>
            <a:xfrm>
              <a:off x="415918" y="2604555"/>
              <a:ext cx="11325" cy="11680"/>
            </a:xfrm>
            <a:custGeom>
              <a:avLst/>
              <a:gdLst/>
              <a:ahLst/>
              <a:cxnLst/>
              <a:rect l="l" t="t" r="r" b="b"/>
              <a:pathLst>
                <a:path w="319" h="329" extrusionOk="0">
                  <a:moveTo>
                    <a:pt x="160" y="0"/>
                  </a:moveTo>
                  <a:cubicBezTo>
                    <a:pt x="72" y="0"/>
                    <a:pt x="0" y="72"/>
                    <a:pt x="0" y="159"/>
                  </a:cubicBezTo>
                  <a:lnTo>
                    <a:pt x="0" y="169"/>
                  </a:lnTo>
                  <a:cubicBezTo>
                    <a:pt x="0" y="257"/>
                    <a:pt x="72" y="329"/>
                    <a:pt x="160" y="329"/>
                  </a:cubicBezTo>
                  <a:cubicBezTo>
                    <a:pt x="247" y="329"/>
                    <a:pt x="318" y="257"/>
                    <a:pt x="318" y="169"/>
                  </a:cubicBezTo>
                  <a:lnTo>
                    <a:pt x="318" y="159"/>
                  </a:lnTo>
                  <a:cubicBezTo>
                    <a:pt x="318" y="72"/>
                    <a:pt x="24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772;p68">
              <a:extLst>
                <a:ext uri="{FF2B5EF4-FFF2-40B4-BE49-F238E27FC236}">
                  <a16:creationId xmlns:a16="http://schemas.microsoft.com/office/drawing/2014/main" id="{3D77D121-46AE-20A4-311E-03696956C128}"/>
                </a:ext>
              </a:extLst>
            </p:cNvPr>
            <p:cNvSpPr/>
            <p:nvPr/>
          </p:nvSpPr>
          <p:spPr>
            <a:xfrm>
              <a:off x="418936" y="2792611"/>
              <a:ext cx="11325" cy="11680"/>
            </a:xfrm>
            <a:custGeom>
              <a:avLst/>
              <a:gdLst/>
              <a:ahLst/>
              <a:cxnLst/>
              <a:rect l="l" t="t" r="r" b="b"/>
              <a:pathLst>
                <a:path w="319" h="329" extrusionOk="0">
                  <a:moveTo>
                    <a:pt x="159" y="0"/>
                  </a:moveTo>
                  <a:cubicBezTo>
                    <a:pt x="72" y="0"/>
                    <a:pt x="0" y="71"/>
                    <a:pt x="0" y="159"/>
                  </a:cubicBezTo>
                  <a:lnTo>
                    <a:pt x="0" y="169"/>
                  </a:lnTo>
                  <a:cubicBezTo>
                    <a:pt x="0" y="258"/>
                    <a:pt x="72" y="328"/>
                    <a:pt x="159" y="328"/>
                  </a:cubicBezTo>
                  <a:cubicBezTo>
                    <a:pt x="247" y="328"/>
                    <a:pt x="318" y="258"/>
                    <a:pt x="318" y="169"/>
                  </a:cubicBezTo>
                  <a:lnTo>
                    <a:pt x="318" y="159"/>
                  </a:lnTo>
                  <a:cubicBezTo>
                    <a:pt x="318" y="71"/>
                    <a:pt x="247" y="0"/>
                    <a:pt x="1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773;p68">
              <a:extLst>
                <a:ext uri="{FF2B5EF4-FFF2-40B4-BE49-F238E27FC236}">
                  <a16:creationId xmlns:a16="http://schemas.microsoft.com/office/drawing/2014/main" id="{BCAD9D15-2994-BF54-B09B-2D557EC75FB2}"/>
                </a:ext>
              </a:extLst>
            </p:cNvPr>
            <p:cNvSpPr/>
            <p:nvPr/>
          </p:nvSpPr>
          <p:spPr>
            <a:xfrm>
              <a:off x="418936" y="2729168"/>
              <a:ext cx="11325" cy="51940"/>
            </a:xfrm>
            <a:custGeom>
              <a:avLst/>
              <a:gdLst/>
              <a:ahLst/>
              <a:cxnLst/>
              <a:rect l="l" t="t" r="r" b="b"/>
              <a:pathLst>
                <a:path w="319" h="1463" extrusionOk="0">
                  <a:moveTo>
                    <a:pt x="159" y="1"/>
                  </a:moveTo>
                  <a:cubicBezTo>
                    <a:pt x="72" y="1"/>
                    <a:pt x="0" y="72"/>
                    <a:pt x="0" y="160"/>
                  </a:cubicBezTo>
                  <a:lnTo>
                    <a:pt x="0" y="1304"/>
                  </a:lnTo>
                  <a:cubicBezTo>
                    <a:pt x="0" y="1392"/>
                    <a:pt x="72" y="1463"/>
                    <a:pt x="159" y="1463"/>
                  </a:cubicBezTo>
                  <a:cubicBezTo>
                    <a:pt x="247" y="1463"/>
                    <a:pt x="318" y="1392"/>
                    <a:pt x="318" y="1304"/>
                  </a:cubicBezTo>
                  <a:lnTo>
                    <a:pt x="318" y="160"/>
                  </a:lnTo>
                  <a:cubicBezTo>
                    <a:pt x="318" y="72"/>
                    <a:pt x="247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774;p68">
              <a:extLst>
                <a:ext uri="{FF2B5EF4-FFF2-40B4-BE49-F238E27FC236}">
                  <a16:creationId xmlns:a16="http://schemas.microsoft.com/office/drawing/2014/main" id="{8F5D36B6-0998-4B7E-2FED-F8A4292FBEBE}"/>
                </a:ext>
              </a:extLst>
            </p:cNvPr>
            <p:cNvSpPr/>
            <p:nvPr/>
          </p:nvSpPr>
          <p:spPr>
            <a:xfrm>
              <a:off x="360996" y="2518603"/>
              <a:ext cx="385167" cy="385167"/>
            </a:xfrm>
            <a:custGeom>
              <a:avLst/>
              <a:gdLst/>
              <a:ahLst/>
              <a:cxnLst/>
              <a:rect l="l" t="t" r="r" b="b"/>
              <a:pathLst>
                <a:path w="10849" h="10849" extrusionOk="0">
                  <a:moveTo>
                    <a:pt x="4344" y="868"/>
                  </a:moveTo>
                  <a:cubicBezTo>
                    <a:pt x="5103" y="868"/>
                    <a:pt x="5721" y="1486"/>
                    <a:pt x="5721" y="2245"/>
                  </a:cubicBezTo>
                  <a:cubicBezTo>
                    <a:pt x="5721" y="2307"/>
                    <a:pt x="5717" y="2368"/>
                    <a:pt x="5709" y="2430"/>
                  </a:cubicBezTo>
                  <a:cubicBezTo>
                    <a:pt x="5209" y="2459"/>
                    <a:pt x="4756" y="2642"/>
                    <a:pt x="4414" y="2964"/>
                  </a:cubicBezTo>
                  <a:cubicBezTo>
                    <a:pt x="4341" y="2939"/>
                    <a:pt x="4213" y="2910"/>
                    <a:pt x="4085" y="2910"/>
                  </a:cubicBezTo>
                  <a:cubicBezTo>
                    <a:pt x="3806" y="2910"/>
                    <a:pt x="3541" y="3000"/>
                    <a:pt x="3322" y="3168"/>
                  </a:cubicBezTo>
                  <a:cubicBezTo>
                    <a:pt x="3202" y="3035"/>
                    <a:pt x="3110" y="2882"/>
                    <a:pt x="3049" y="2714"/>
                  </a:cubicBezTo>
                  <a:cubicBezTo>
                    <a:pt x="3263" y="2431"/>
                    <a:pt x="3391" y="2077"/>
                    <a:pt x="3391" y="1694"/>
                  </a:cubicBezTo>
                  <a:cubicBezTo>
                    <a:pt x="3391" y="1559"/>
                    <a:pt x="3374" y="1426"/>
                    <a:pt x="3344" y="1299"/>
                  </a:cubicBezTo>
                  <a:cubicBezTo>
                    <a:pt x="3603" y="1025"/>
                    <a:pt x="3964" y="868"/>
                    <a:pt x="4344" y="868"/>
                  </a:cubicBezTo>
                  <a:close/>
                  <a:moveTo>
                    <a:pt x="4085" y="3227"/>
                  </a:moveTo>
                  <a:cubicBezTo>
                    <a:pt x="4087" y="3227"/>
                    <a:pt x="4090" y="3227"/>
                    <a:pt x="4093" y="3227"/>
                  </a:cubicBezTo>
                  <a:cubicBezTo>
                    <a:pt x="4167" y="3228"/>
                    <a:pt x="4236" y="3239"/>
                    <a:pt x="4302" y="3262"/>
                  </a:cubicBezTo>
                  <a:lnTo>
                    <a:pt x="4363" y="3856"/>
                  </a:lnTo>
                  <a:cubicBezTo>
                    <a:pt x="4255" y="4185"/>
                    <a:pt x="4131" y="4435"/>
                    <a:pt x="3886" y="4579"/>
                  </a:cubicBezTo>
                  <a:cubicBezTo>
                    <a:pt x="3569" y="4767"/>
                    <a:pt x="3391" y="5006"/>
                    <a:pt x="3338" y="5321"/>
                  </a:cubicBezTo>
                  <a:cubicBezTo>
                    <a:pt x="3162" y="5181"/>
                    <a:pt x="3057" y="4800"/>
                    <a:pt x="3057" y="4520"/>
                  </a:cubicBezTo>
                  <a:cubicBezTo>
                    <a:pt x="3057" y="4090"/>
                    <a:pt x="3181" y="3739"/>
                    <a:pt x="3418" y="3505"/>
                  </a:cubicBezTo>
                  <a:cubicBezTo>
                    <a:pt x="3598" y="3325"/>
                    <a:pt x="3835" y="3227"/>
                    <a:pt x="4085" y="3227"/>
                  </a:cubicBezTo>
                  <a:close/>
                  <a:moveTo>
                    <a:pt x="3321" y="5698"/>
                  </a:moveTo>
                  <a:cubicBezTo>
                    <a:pt x="3323" y="6021"/>
                    <a:pt x="3331" y="6262"/>
                    <a:pt x="3372" y="6471"/>
                  </a:cubicBezTo>
                  <a:cubicBezTo>
                    <a:pt x="3187" y="6399"/>
                    <a:pt x="3057" y="6219"/>
                    <a:pt x="3057" y="6009"/>
                  </a:cubicBezTo>
                  <a:cubicBezTo>
                    <a:pt x="3057" y="5852"/>
                    <a:pt x="3172" y="5721"/>
                    <a:pt x="3321" y="5698"/>
                  </a:cubicBezTo>
                  <a:close/>
                  <a:moveTo>
                    <a:pt x="7545" y="5698"/>
                  </a:moveTo>
                  <a:cubicBezTo>
                    <a:pt x="7695" y="5721"/>
                    <a:pt x="7810" y="5852"/>
                    <a:pt x="7810" y="6009"/>
                  </a:cubicBezTo>
                  <a:cubicBezTo>
                    <a:pt x="7810" y="6219"/>
                    <a:pt x="7679" y="6400"/>
                    <a:pt x="7494" y="6471"/>
                  </a:cubicBezTo>
                  <a:cubicBezTo>
                    <a:pt x="7535" y="6262"/>
                    <a:pt x="7544" y="6021"/>
                    <a:pt x="7545" y="5698"/>
                  </a:cubicBezTo>
                  <a:close/>
                  <a:moveTo>
                    <a:pt x="8899" y="4301"/>
                  </a:moveTo>
                  <a:cubicBezTo>
                    <a:pt x="9659" y="4301"/>
                    <a:pt x="10276" y="4919"/>
                    <a:pt x="10276" y="5678"/>
                  </a:cubicBezTo>
                  <a:cubicBezTo>
                    <a:pt x="10276" y="6011"/>
                    <a:pt x="10159" y="6325"/>
                    <a:pt x="9944" y="6574"/>
                  </a:cubicBezTo>
                  <a:cubicBezTo>
                    <a:pt x="9704" y="6447"/>
                    <a:pt x="9433" y="6377"/>
                    <a:pt x="9153" y="6377"/>
                  </a:cubicBezTo>
                  <a:cubicBezTo>
                    <a:pt x="8740" y="6377"/>
                    <a:pt x="8360" y="6526"/>
                    <a:pt x="8066" y="6774"/>
                  </a:cubicBezTo>
                  <a:cubicBezTo>
                    <a:pt x="7997" y="6721"/>
                    <a:pt x="7933" y="6663"/>
                    <a:pt x="7875" y="6598"/>
                  </a:cubicBezTo>
                  <a:cubicBezTo>
                    <a:pt x="8030" y="6450"/>
                    <a:pt x="8128" y="6241"/>
                    <a:pt x="8128" y="6009"/>
                  </a:cubicBezTo>
                  <a:cubicBezTo>
                    <a:pt x="8128" y="5756"/>
                    <a:pt x="7979" y="5537"/>
                    <a:pt x="7764" y="5435"/>
                  </a:cubicBezTo>
                  <a:cubicBezTo>
                    <a:pt x="7857" y="5311"/>
                    <a:pt x="7927" y="5149"/>
                    <a:pt x="7965" y="4958"/>
                  </a:cubicBezTo>
                  <a:cubicBezTo>
                    <a:pt x="7985" y="4859"/>
                    <a:pt x="7996" y="4751"/>
                    <a:pt x="7999" y="4636"/>
                  </a:cubicBezTo>
                  <a:cubicBezTo>
                    <a:pt x="8249" y="4419"/>
                    <a:pt x="8566" y="4301"/>
                    <a:pt x="8899" y="4301"/>
                  </a:cubicBezTo>
                  <a:close/>
                  <a:moveTo>
                    <a:pt x="4594" y="4154"/>
                  </a:moveTo>
                  <a:cubicBezTo>
                    <a:pt x="5212" y="4685"/>
                    <a:pt x="5716" y="4701"/>
                    <a:pt x="6130" y="4715"/>
                  </a:cubicBezTo>
                  <a:cubicBezTo>
                    <a:pt x="6400" y="4724"/>
                    <a:pt x="6614" y="4731"/>
                    <a:pt x="6823" y="4868"/>
                  </a:cubicBezTo>
                  <a:cubicBezTo>
                    <a:pt x="7111" y="5056"/>
                    <a:pt x="7228" y="5249"/>
                    <a:pt x="7228" y="5534"/>
                  </a:cubicBezTo>
                  <a:cubicBezTo>
                    <a:pt x="7228" y="6350"/>
                    <a:pt x="7215" y="6581"/>
                    <a:pt x="6904" y="7013"/>
                  </a:cubicBezTo>
                  <a:cubicBezTo>
                    <a:pt x="6437" y="7662"/>
                    <a:pt x="5901" y="8035"/>
                    <a:pt x="5433" y="8035"/>
                  </a:cubicBezTo>
                  <a:cubicBezTo>
                    <a:pt x="4966" y="8035"/>
                    <a:pt x="4429" y="7662"/>
                    <a:pt x="3962" y="7013"/>
                  </a:cubicBezTo>
                  <a:cubicBezTo>
                    <a:pt x="3651" y="6581"/>
                    <a:pt x="3638" y="6350"/>
                    <a:pt x="3638" y="5534"/>
                  </a:cubicBezTo>
                  <a:cubicBezTo>
                    <a:pt x="3638" y="5222"/>
                    <a:pt x="3757" y="5024"/>
                    <a:pt x="4048" y="4853"/>
                  </a:cubicBezTo>
                  <a:cubicBezTo>
                    <a:pt x="4329" y="4687"/>
                    <a:pt x="4484" y="4430"/>
                    <a:pt x="4594" y="4154"/>
                  </a:cubicBezTo>
                  <a:close/>
                  <a:moveTo>
                    <a:pt x="1780" y="5614"/>
                  </a:moveTo>
                  <a:cubicBezTo>
                    <a:pt x="2143" y="5614"/>
                    <a:pt x="2480" y="5752"/>
                    <a:pt x="2738" y="6002"/>
                  </a:cubicBezTo>
                  <a:cubicBezTo>
                    <a:pt x="2738" y="6005"/>
                    <a:pt x="2738" y="6007"/>
                    <a:pt x="2738" y="6009"/>
                  </a:cubicBezTo>
                  <a:cubicBezTo>
                    <a:pt x="2738" y="6302"/>
                    <a:pt x="2894" y="6560"/>
                    <a:pt x="3127" y="6703"/>
                  </a:cubicBezTo>
                  <a:cubicBezTo>
                    <a:pt x="3147" y="6798"/>
                    <a:pt x="3157" y="6894"/>
                    <a:pt x="3157" y="6992"/>
                  </a:cubicBezTo>
                  <a:cubicBezTo>
                    <a:pt x="3157" y="7751"/>
                    <a:pt x="2539" y="8368"/>
                    <a:pt x="1780" y="8368"/>
                  </a:cubicBezTo>
                  <a:cubicBezTo>
                    <a:pt x="1021" y="8368"/>
                    <a:pt x="403" y="7751"/>
                    <a:pt x="403" y="6992"/>
                  </a:cubicBezTo>
                  <a:cubicBezTo>
                    <a:pt x="403" y="6232"/>
                    <a:pt x="1021" y="5614"/>
                    <a:pt x="1780" y="5614"/>
                  </a:cubicBezTo>
                  <a:close/>
                  <a:moveTo>
                    <a:pt x="7603" y="6770"/>
                  </a:moveTo>
                  <a:cubicBezTo>
                    <a:pt x="7675" y="6855"/>
                    <a:pt x="7755" y="6931"/>
                    <a:pt x="7841" y="7001"/>
                  </a:cubicBezTo>
                  <a:cubicBezTo>
                    <a:pt x="7602" y="7293"/>
                    <a:pt x="7459" y="7666"/>
                    <a:pt x="7459" y="8072"/>
                  </a:cubicBezTo>
                  <a:cubicBezTo>
                    <a:pt x="7459" y="8213"/>
                    <a:pt x="7476" y="8352"/>
                    <a:pt x="7510" y="8487"/>
                  </a:cubicBezTo>
                  <a:lnTo>
                    <a:pt x="7276" y="8416"/>
                  </a:lnTo>
                  <a:cubicBezTo>
                    <a:pt x="7241" y="8406"/>
                    <a:pt x="7207" y="8401"/>
                    <a:pt x="7172" y="8401"/>
                  </a:cubicBezTo>
                  <a:cubicBezTo>
                    <a:pt x="7102" y="8401"/>
                    <a:pt x="7033" y="8422"/>
                    <a:pt x="6973" y="8463"/>
                  </a:cubicBezTo>
                  <a:lnTo>
                    <a:pt x="6972" y="8464"/>
                  </a:lnTo>
                  <a:cubicBezTo>
                    <a:pt x="6938" y="8488"/>
                    <a:pt x="6907" y="8517"/>
                    <a:pt x="6885" y="8550"/>
                  </a:cubicBezTo>
                  <a:lnTo>
                    <a:pt x="6550" y="8448"/>
                  </a:lnTo>
                  <a:lnTo>
                    <a:pt x="6489" y="7923"/>
                  </a:lnTo>
                  <a:cubicBezTo>
                    <a:pt x="6723" y="7736"/>
                    <a:pt x="6951" y="7492"/>
                    <a:pt x="7161" y="7199"/>
                  </a:cubicBezTo>
                  <a:cubicBezTo>
                    <a:pt x="7260" y="7063"/>
                    <a:pt x="7333" y="6941"/>
                    <a:pt x="7386" y="6818"/>
                  </a:cubicBezTo>
                  <a:cubicBezTo>
                    <a:pt x="7462" y="6812"/>
                    <a:pt x="7535" y="6796"/>
                    <a:pt x="7603" y="6770"/>
                  </a:cubicBezTo>
                  <a:close/>
                  <a:moveTo>
                    <a:pt x="6192" y="8126"/>
                  </a:moveTo>
                  <a:lnTo>
                    <a:pt x="6249" y="8617"/>
                  </a:lnTo>
                  <a:cubicBezTo>
                    <a:pt x="6265" y="8749"/>
                    <a:pt x="6228" y="8881"/>
                    <a:pt x="6149" y="8979"/>
                  </a:cubicBezTo>
                  <a:lnTo>
                    <a:pt x="6149" y="8980"/>
                  </a:lnTo>
                  <a:cubicBezTo>
                    <a:pt x="5994" y="9172"/>
                    <a:pt x="5753" y="9269"/>
                    <a:pt x="5433" y="9269"/>
                  </a:cubicBezTo>
                  <a:cubicBezTo>
                    <a:pt x="5113" y="9269"/>
                    <a:pt x="4872" y="9172"/>
                    <a:pt x="4718" y="8980"/>
                  </a:cubicBezTo>
                  <a:cubicBezTo>
                    <a:pt x="4638" y="8881"/>
                    <a:pt x="4602" y="8749"/>
                    <a:pt x="4616" y="8617"/>
                  </a:cubicBezTo>
                  <a:lnTo>
                    <a:pt x="4674" y="8126"/>
                  </a:lnTo>
                  <a:cubicBezTo>
                    <a:pt x="4929" y="8274"/>
                    <a:pt x="5186" y="8352"/>
                    <a:pt x="5433" y="8352"/>
                  </a:cubicBezTo>
                  <a:cubicBezTo>
                    <a:pt x="5680" y="8352"/>
                    <a:pt x="5937" y="8273"/>
                    <a:pt x="6192" y="8126"/>
                  </a:cubicBezTo>
                  <a:close/>
                  <a:moveTo>
                    <a:pt x="1695" y="0"/>
                  </a:moveTo>
                  <a:cubicBezTo>
                    <a:pt x="761" y="0"/>
                    <a:pt x="0" y="760"/>
                    <a:pt x="0" y="1694"/>
                  </a:cubicBezTo>
                  <a:cubicBezTo>
                    <a:pt x="0" y="2102"/>
                    <a:pt x="147" y="2496"/>
                    <a:pt x="414" y="2804"/>
                  </a:cubicBezTo>
                  <a:cubicBezTo>
                    <a:pt x="445" y="2840"/>
                    <a:pt x="489" y="2859"/>
                    <a:pt x="533" y="2859"/>
                  </a:cubicBezTo>
                  <a:cubicBezTo>
                    <a:pt x="570" y="2859"/>
                    <a:pt x="608" y="2846"/>
                    <a:pt x="638" y="2819"/>
                  </a:cubicBezTo>
                  <a:cubicBezTo>
                    <a:pt x="704" y="2762"/>
                    <a:pt x="711" y="2662"/>
                    <a:pt x="653" y="2595"/>
                  </a:cubicBezTo>
                  <a:cubicBezTo>
                    <a:pt x="438" y="2346"/>
                    <a:pt x="318" y="2026"/>
                    <a:pt x="318" y="1695"/>
                  </a:cubicBezTo>
                  <a:cubicBezTo>
                    <a:pt x="318" y="935"/>
                    <a:pt x="936" y="318"/>
                    <a:pt x="1695" y="318"/>
                  </a:cubicBezTo>
                  <a:cubicBezTo>
                    <a:pt x="2454" y="318"/>
                    <a:pt x="3072" y="935"/>
                    <a:pt x="3072" y="1695"/>
                  </a:cubicBezTo>
                  <a:cubicBezTo>
                    <a:pt x="3072" y="2454"/>
                    <a:pt x="2454" y="3072"/>
                    <a:pt x="1695" y="3072"/>
                  </a:cubicBezTo>
                  <a:cubicBezTo>
                    <a:pt x="1524" y="3072"/>
                    <a:pt x="1357" y="3041"/>
                    <a:pt x="1199" y="2980"/>
                  </a:cubicBezTo>
                  <a:cubicBezTo>
                    <a:pt x="1180" y="2973"/>
                    <a:pt x="1161" y="2969"/>
                    <a:pt x="1142" y="2969"/>
                  </a:cubicBezTo>
                  <a:cubicBezTo>
                    <a:pt x="1078" y="2969"/>
                    <a:pt x="1018" y="3008"/>
                    <a:pt x="993" y="3071"/>
                  </a:cubicBezTo>
                  <a:cubicBezTo>
                    <a:pt x="962" y="3153"/>
                    <a:pt x="1003" y="3244"/>
                    <a:pt x="1085" y="3277"/>
                  </a:cubicBezTo>
                  <a:cubicBezTo>
                    <a:pt x="1280" y="3351"/>
                    <a:pt x="1485" y="3390"/>
                    <a:pt x="1695" y="3390"/>
                  </a:cubicBezTo>
                  <a:cubicBezTo>
                    <a:pt x="2123" y="3390"/>
                    <a:pt x="2512" y="3231"/>
                    <a:pt x="2811" y="2970"/>
                  </a:cubicBezTo>
                  <a:cubicBezTo>
                    <a:pt x="2884" y="3122"/>
                    <a:pt x="2978" y="3264"/>
                    <a:pt x="3093" y="3390"/>
                  </a:cubicBezTo>
                  <a:cubicBezTo>
                    <a:pt x="2914" y="3613"/>
                    <a:pt x="2738" y="3970"/>
                    <a:pt x="2738" y="4521"/>
                  </a:cubicBezTo>
                  <a:cubicBezTo>
                    <a:pt x="2738" y="4834"/>
                    <a:pt x="2834" y="5229"/>
                    <a:pt x="3037" y="5472"/>
                  </a:cubicBezTo>
                  <a:cubicBezTo>
                    <a:pt x="2957" y="5521"/>
                    <a:pt x="2889" y="5589"/>
                    <a:pt x="2838" y="5668"/>
                  </a:cubicBezTo>
                  <a:cubicBezTo>
                    <a:pt x="2539" y="5427"/>
                    <a:pt x="2171" y="5296"/>
                    <a:pt x="1780" y="5296"/>
                  </a:cubicBezTo>
                  <a:cubicBezTo>
                    <a:pt x="845" y="5296"/>
                    <a:pt x="85" y="6057"/>
                    <a:pt x="85" y="6992"/>
                  </a:cubicBezTo>
                  <a:cubicBezTo>
                    <a:pt x="85" y="7926"/>
                    <a:pt x="845" y="8687"/>
                    <a:pt x="1780" y="8687"/>
                  </a:cubicBezTo>
                  <a:cubicBezTo>
                    <a:pt x="2715" y="8687"/>
                    <a:pt x="3475" y="7926"/>
                    <a:pt x="3475" y="6992"/>
                  </a:cubicBezTo>
                  <a:cubicBezTo>
                    <a:pt x="3475" y="6934"/>
                    <a:pt x="3471" y="6875"/>
                    <a:pt x="3466" y="6818"/>
                  </a:cubicBezTo>
                  <a:cubicBezTo>
                    <a:pt x="3470" y="6818"/>
                    <a:pt x="3475" y="6819"/>
                    <a:pt x="3479" y="6819"/>
                  </a:cubicBezTo>
                  <a:cubicBezTo>
                    <a:pt x="3534" y="6942"/>
                    <a:pt x="3606" y="7064"/>
                    <a:pt x="3704" y="7200"/>
                  </a:cubicBezTo>
                  <a:cubicBezTo>
                    <a:pt x="3915" y="7493"/>
                    <a:pt x="4143" y="7737"/>
                    <a:pt x="4378" y="7923"/>
                  </a:cubicBezTo>
                  <a:lnTo>
                    <a:pt x="4315" y="8455"/>
                  </a:lnTo>
                  <a:lnTo>
                    <a:pt x="3984" y="8554"/>
                  </a:lnTo>
                  <a:cubicBezTo>
                    <a:pt x="3960" y="8520"/>
                    <a:pt x="3930" y="8489"/>
                    <a:pt x="3893" y="8464"/>
                  </a:cubicBezTo>
                  <a:cubicBezTo>
                    <a:pt x="3833" y="8423"/>
                    <a:pt x="3763" y="8401"/>
                    <a:pt x="3692" y="8401"/>
                  </a:cubicBezTo>
                  <a:cubicBezTo>
                    <a:pt x="3658" y="8401"/>
                    <a:pt x="3624" y="8406"/>
                    <a:pt x="3591" y="8416"/>
                  </a:cubicBezTo>
                  <a:lnTo>
                    <a:pt x="3007" y="8592"/>
                  </a:lnTo>
                  <a:cubicBezTo>
                    <a:pt x="2763" y="8663"/>
                    <a:pt x="2494" y="8829"/>
                    <a:pt x="2295" y="9049"/>
                  </a:cubicBezTo>
                  <a:cubicBezTo>
                    <a:pt x="2106" y="9262"/>
                    <a:pt x="1979" y="9527"/>
                    <a:pt x="1931" y="9811"/>
                  </a:cubicBezTo>
                  <a:lnTo>
                    <a:pt x="1779" y="10661"/>
                  </a:lnTo>
                  <a:cubicBezTo>
                    <a:pt x="1764" y="10748"/>
                    <a:pt x="1822" y="10830"/>
                    <a:pt x="1908" y="10845"/>
                  </a:cubicBezTo>
                  <a:cubicBezTo>
                    <a:pt x="1917" y="10848"/>
                    <a:pt x="1927" y="10848"/>
                    <a:pt x="1936" y="10848"/>
                  </a:cubicBezTo>
                  <a:cubicBezTo>
                    <a:pt x="2012" y="10848"/>
                    <a:pt x="2079" y="10794"/>
                    <a:pt x="2092" y="10717"/>
                  </a:cubicBezTo>
                  <a:lnTo>
                    <a:pt x="2244" y="9866"/>
                  </a:lnTo>
                  <a:cubicBezTo>
                    <a:pt x="2283" y="9639"/>
                    <a:pt x="2383" y="9430"/>
                    <a:pt x="2532" y="9260"/>
                  </a:cubicBezTo>
                  <a:cubicBezTo>
                    <a:pt x="2668" y="9116"/>
                    <a:pt x="2863" y="8965"/>
                    <a:pt x="3099" y="8897"/>
                  </a:cubicBezTo>
                  <a:lnTo>
                    <a:pt x="3682" y="8721"/>
                  </a:lnTo>
                  <a:cubicBezTo>
                    <a:pt x="3686" y="8720"/>
                    <a:pt x="3689" y="8719"/>
                    <a:pt x="3693" y="8719"/>
                  </a:cubicBezTo>
                  <a:cubicBezTo>
                    <a:pt x="3701" y="8719"/>
                    <a:pt x="3709" y="8722"/>
                    <a:pt x="3713" y="8726"/>
                  </a:cubicBezTo>
                  <a:cubicBezTo>
                    <a:pt x="3720" y="8730"/>
                    <a:pt x="3729" y="8739"/>
                    <a:pt x="3730" y="8754"/>
                  </a:cubicBezTo>
                  <a:cubicBezTo>
                    <a:pt x="3743" y="8950"/>
                    <a:pt x="3774" y="9168"/>
                    <a:pt x="3822" y="9401"/>
                  </a:cubicBezTo>
                  <a:cubicBezTo>
                    <a:pt x="3837" y="9477"/>
                    <a:pt x="3903" y="9529"/>
                    <a:pt x="3978" y="9529"/>
                  </a:cubicBezTo>
                  <a:cubicBezTo>
                    <a:pt x="3988" y="9529"/>
                    <a:pt x="3998" y="9528"/>
                    <a:pt x="4009" y="9526"/>
                  </a:cubicBezTo>
                  <a:cubicBezTo>
                    <a:pt x="4095" y="9508"/>
                    <a:pt x="4151" y="9424"/>
                    <a:pt x="4133" y="9338"/>
                  </a:cubicBezTo>
                  <a:cubicBezTo>
                    <a:pt x="4099" y="9170"/>
                    <a:pt x="4074" y="9011"/>
                    <a:pt x="4058" y="8864"/>
                  </a:cubicBezTo>
                  <a:lnTo>
                    <a:pt x="4303" y="8790"/>
                  </a:lnTo>
                  <a:cubicBezTo>
                    <a:pt x="4323" y="8933"/>
                    <a:pt x="4380" y="9068"/>
                    <a:pt x="4469" y="9179"/>
                  </a:cubicBezTo>
                  <a:cubicBezTo>
                    <a:pt x="4619" y="9366"/>
                    <a:pt x="4907" y="9588"/>
                    <a:pt x="5433" y="9588"/>
                  </a:cubicBezTo>
                  <a:cubicBezTo>
                    <a:pt x="5958" y="9588"/>
                    <a:pt x="6247" y="9366"/>
                    <a:pt x="6396" y="9179"/>
                  </a:cubicBezTo>
                  <a:cubicBezTo>
                    <a:pt x="6487" y="9067"/>
                    <a:pt x="6544" y="8930"/>
                    <a:pt x="6563" y="8785"/>
                  </a:cubicBezTo>
                  <a:lnTo>
                    <a:pt x="6809" y="8861"/>
                  </a:lnTo>
                  <a:cubicBezTo>
                    <a:pt x="6789" y="9072"/>
                    <a:pt x="6754" y="9353"/>
                    <a:pt x="6689" y="9652"/>
                  </a:cubicBezTo>
                  <a:lnTo>
                    <a:pt x="6538" y="10197"/>
                  </a:lnTo>
                  <a:cubicBezTo>
                    <a:pt x="6485" y="10350"/>
                    <a:pt x="6425" y="10491"/>
                    <a:pt x="6360" y="10615"/>
                  </a:cubicBezTo>
                  <a:cubicBezTo>
                    <a:pt x="6320" y="10693"/>
                    <a:pt x="6350" y="10789"/>
                    <a:pt x="6427" y="10830"/>
                  </a:cubicBezTo>
                  <a:cubicBezTo>
                    <a:pt x="6450" y="10842"/>
                    <a:pt x="6476" y="10849"/>
                    <a:pt x="6501" y="10849"/>
                  </a:cubicBezTo>
                  <a:cubicBezTo>
                    <a:pt x="6558" y="10849"/>
                    <a:pt x="6613" y="10817"/>
                    <a:pt x="6642" y="10762"/>
                  </a:cubicBezTo>
                  <a:cubicBezTo>
                    <a:pt x="6715" y="10623"/>
                    <a:pt x="6782" y="10466"/>
                    <a:pt x="6840" y="10296"/>
                  </a:cubicBezTo>
                  <a:cubicBezTo>
                    <a:pt x="6841" y="10293"/>
                    <a:pt x="6842" y="10290"/>
                    <a:pt x="6843" y="10287"/>
                  </a:cubicBezTo>
                  <a:lnTo>
                    <a:pt x="6997" y="9733"/>
                  </a:lnTo>
                  <a:cubicBezTo>
                    <a:pt x="6998" y="9730"/>
                    <a:pt x="6999" y="9727"/>
                    <a:pt x="6999" y="9725"/>
                  </a:cubicBezTo>
                  <a:cubicBezTo>
                    <a:pt x="7083" y="9340"/>
                    <a:pt x="7120" y="8984"/>
                    <a:pt x="7137" y="8754"/>
                  </a:cubicBezTo>
                  <a:cubicBezTo>
                    <a:pt x="7138" y="8740"/>
                    <a:pt x="7146" y="8730"/>
                    <a:pt x="7152" y="8726"/>
                  </a:cubicBezTo>
                  <a:cubicBezTo>
                    <a:pt x="7157" y="8723"/>
                    <a:pt x="7164" y="8719"/>
                    <a:pt x="7173" y="8719"/>
                  </a:cubicBezTo>
                  <a:cubicBezTo>
                    <a:pt x="7176" y="8719"/>
                    <a:pt x="7180" y="8720"/>
                    <a:pt x="7183" y="8721"/>
                  </a:cubicBezTo>
                  <a:lnTo>
                    <a:pt x="7767" y="8897"/>
                  </a:lnTo>
                  <a:cubicBezTo>
                    <a:pt x="8214" y="9032"/>
                    <a:pt x="8543" y="9403"/>
                    <a:pt x="8622" y="9867"/>
                  </a:cubicBezTo>
                  <a:lnTo>
                    <a:pt x="8773" y="10717"/>
                  </a:lnTo>
                  <a:cubicBezTo>
                    <a:pt x="8787" y="10794"/>
                    <a:pt x="8854" y="10848"/>
                    <a:pt x="8929" y="10848"/>
                  </a:cubicBezTo>
                  <a:cubicBezTo>
                    <a:pt x="8938" y="10848"/>
                    <a:pt x="8948" y="10847"/>
                    <a:pt x="8957" y="10845"/>
                  </a:cubicBezTo>
                  <a:cubicBezTo>
                    <a:pt x="9044" y="10830"/>
                    <a:pt x="9101" y="10748"/>
                    <a:pt x="9086" y="10661"/>
                  </a:cubicBezTo>
                  <a:cubicBezTo>
                    <a:pt x="9049" y="10452"/>
                    <a:pt x="8961" y="9949"/>
                    <a:pt x="8924" y="9752"/>
                  </a:cubicBezTo>
                  <a:lnTo>
                    <a:pt x="8924" y="9752"/>
                  </a:lnTo>
                  <a:cubicBezTo>
                    <a:pt x="9000" y="9762"/>
                    <a:pt x="9077" y="9767"/>
                    <a:pt x="9153" y="9767"/>
                  </a:cubicBezTo>
                  <a:cubicBezTo>
                    <a:pt x="10088" y="9767"/>
                    <a:pt x="10848" y="9007"/>
                    <a:pt x="10848" y="8072"/>
                  </a:cubicBezTo>
                  <a:cubicBezTo>
                    <a:pt x="10848" y="8047"/>
                    <a:pt x="10848" y="8021"/>
                    <a:pt x="10846" y="7996"/>
                  </a:cubicBezTo>
                  <a:cubicBezTo>
                    <a:pt x="10843" y="7910"/>
                    <a:pt x="10772" y="7844"/>
                    <a:pt x="10686" y="7844"/>
                  </a:cubicBezTo>
                  <a:cubicBezTo>
                    <a:pt x="10684" y="7844"/>
                    <a:pt x="10682" y="7844"/>
                    <a:pt x="10680" y="7844"/>
                  </a:cubicBezTo>
                  <a:lnTo>
                    <a:pt x="10682" y="7844"/>
                  </a:lnTo>
                  <a:cubicBezTo>
                    <a:pt x="10593" y="7848"/>
                    <a:pt x="10526" y="7922"/>
                    <a:pt x="10529" y="8010"/>
                  </a:cubicBezTo>
                  <a:cubicBezTo>
                    <a:pt x="10530" y="8030"/>
                    <a:pt x="10531" y="8051"/>
                    <a:pt x="10531" y="8072"/>
                  </a:cubicBezTo>
                  <a:cubicBezTo>
                    <a:pt x="10531" y="8831"/>
                    <a:pt x="9913" y="9449"/>
                    <a:pt x="9153" y="9449"/>
                  </a:cubicBezTo>
                  <a:cubicBezTo>
                    <a:pt x="9036" y="9449"/>
                    <a:pt x="8920" y="9434"/>
                    <a:pt x="8807" y="9405"/>
                  </a:cubicBezTo>
                  <a:cubicBezTo>
                    <a:pt x="8625" y="9025"/>
                    <a:pt x="8296" y="8731"/>
                    <a:pt x="7881" y="8600"/>
                  </a:cubicBezTo>
                  <a:cubicBezTo>
                    <a:pt x="7812" y="8433"/>
                    <a:pt x="7776" y="8255"/>
                    <a:pt x="7776" y="8072"/>
                  </a:cubicBezTo>
                  <a:cubicBezTo>
                    <a:pt x="7776" y="7313"/>
                    <a:pt x="8394" y="6695"/>
                    <a:pt x="9153" y="6695"/>
                  </a:cubicBezTo>
                  <a:cubicBezTo>
                    <a:pt x="9640" y="6695"/>
                    <a:pt x="10095" y="6955"/>
                    <a:pt x="10341" y="7375"/>
                  </a:cubicBezTo>
                  <a:cubicBezTo>
                    <a:pt x="10371" y="7425"/>
                    <a:pt x="10424" y="7453"/>
                    <a:pt x="10478" y="7453"/>
                  </a:cubicBezTo>
                  <a:cubicBezTo>
                    <a:pt x="10506" y="7453"/>
                    <a:pt x="10534" y="7446"/>
                    <a:pt x="10559" y="7431"/>
                  </a:cubicBezTo>
                  <a:cubicBezTo>
                    <a:pt x="10635" y="7387"/>
                    <a:pt x="10660" y="7289"/>
                    <a:pt x="10615" y="7213"/>
                  </a:cubicBezTo>
                  <a:cubicBezTo>
                    <a:pt x="10509" y="7033"/>
                    <a:pt x="10371" y="6878"/>
                    <a:pt x="10213" y="6750"/>
                  </a:cubicBezTo>
                  <a:cubicBezTo>
                    <a:pt x="10460" y="6448"/>
                    <a:pt x="10594" y="6074"/>
                    <a:pt x="10594" y="5678"/>
                  </a:cubicBezTo>
                  <a:cubicBezTo>
                    <a:pt x="10594" y="4744"/>
                    <a:pt x="9834" y="3983"/>
                    <a:pt x="8899" y="3983"/>
                  </a:cubicBezTo>
                  <a:cubicBezTo>
                    <a:pt x="8567" y="3983"/>
                    <a:pt x="8248" y="4079"/>
                    <a:pt x="7974" y="4257"/>
                  </a:cubicBezTo>
                  <a:cubicBezTo>
                    <a:pt x="7908" y="3809"/>
                    <a:pt x="7707" y="3323"/>
                    <a:pt x="7321" y="2957"/>
                  </a:cubicBezTo>
                  <a:cubicBezTo>
                    <a:pt x="7290" y="2928"/>
                    <a:pt x="7251" y="2913"/>
                    <a:pt x="7211" y="2913"/>
                  </a:cubicBezTo>
                  <a:cubicBezTo>
                    <a:pt x="7169" y="2913"/>
                    <a:pt x="7127" y="2930"/>
                    <a:pt x="7096" y="2962"/>
                  </a:cubicBezTo>
                  <a:cubicBezTo>
                    <a:pt x="7036" y="3027"/>
                    <a:pt x="7038" y="3127"/>
                    <a:pt x="7102" y="3187"/>
                  </a:cubicBezTo>
                  <a:cubicBezTo>
                    <a:pt x="7596" y="3656"/>
                    <a:pt x="7752" y="4402"/>
                    <a:pt x="7653" y="4895"/>
                  </a:cubicBezTo>
                  <a:cubicBezTo>
                    <a:pt x="7624" y="5041"/>
                    <a:pt x="7574" y="5160"/>
                    <a:pt x="7509" y="5247"/>
                  </a:cubicBezTo>
                  <a:cubicBezTo>
                    <a:pt x="7420" y="4916"/>
                    <a:pt x="7184" y="4725"/>
                    <a:pt x="6998" y="4603"/>
                  </a:cubicBezTo>
                  <a:cubicBezTo>
                    <a:pt x="6714" y="4417"/>
                    <a:pt x="6421" y="4408"/>
                    <a:pt x="6139" y="4398"/>
                  </a:cubicBezTo>
                  <a:cubicBezTo>
                    <a:pt x="5711" y="4384"/>
                    <a:pt x="5268" y="4368"/>
                    <a:pt x="4676" y="3799"/>
                  </a:cubicBezTo>
                  <a:lnTo>
                    <a:pt x="4616" y="3210"/>
                  </a:lnTo>
                  <a:cubicBezTo>
                    <a:pt x="4932" y="2905"/>
                    <a:pt x="5369" y="2744"/>
                    <a:pt x="5853" y="2744"/>
                  </a:cubicBezTo>
                  <a:cubicBezTo>
                    <a:pt x="6043" y="2744"/>
                    <a:pt x="6240" y="2769"/>
                    <a:pt x="6440" y="2819"/>
                  </a:cubicBezTo>
                  <a:cubicBezTo>
                    <a:pt x="6470" y="2828"/>
                    <a:pt x="6500" y="2836"/>
                    <a:pt x="6529" y="2845"/>
                  </a:cubicBezTo>
                  <a:cubicBezTo>
                    <a:pt x="6545" y="2851"/>
                    <a:pt x="6562" y="2853"/>
                    <a:pt x="6578" y="2853"/>
                  </a:cubicBezTo>
                  <a:cubicBezTo>
                    <a:pt x="6645" y="2853"/>
                    <a:pt x="6707" y="2810"/>
                    <a:pt x="6729" y="2743"/>
                  </a:cubicBezTo>
                  <a:cubicBezTo>
                    <a:pt x="6756" y="2660"/>
                    <a:pt x="6709" y="2570"/>
                    <a:pt x="6626" y="2543"/>
                  </a:cubicBezTo>
                  <a:cubicBezTo>
                    <a:pt x="6591" y="2532"/>
                    <a:pt x="6555" y="2521"/>
                    <a:pt x="6519" y="2511"/>
                  </a:cubicBezTo>
                  <a:cubicBezTo>
                    <a:pt x="6353" y="2470"/>
                    <a:pt x="6189" y="2443"/>
                    <a:pt x="6028" y="2433"/>
                  </a:cubicBezTo>
                  <a:cubicBezTo>
                    <a:pt x="6036" y="2370"/>
                    <a:pt x="6039" y="2308"/>
                    <a:pt x="6039" y="2246"/>
                  </a:cubicBezTo>
                  <a:cubicBezTo>
                    <a:pt x="6039" y="1311"/>
                    <a:pt x="5279" y="551"/>
                    <a:pt x="4343" y="551"/>
                  </a:cubicBezTo>
                  <a:cubicBezTo>
                    <a:pt x="3930" y="551"/>
                    <a:pt x="3535" y="701"/>
                    <a:pt x="3228" y="971"/>
                  </a:cubicBezTo>
                  <a:cubicBezTo>
                    <a:pt x="2955" y="397"/>
                    <a:pt x="2371" y="0"/>
                    <a:pt x="16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775;p68">
              <a:extLst>
                <a:ext uri="{FF2B5EF4-FFF2-40B4-BE49-F238E27FC236}">
                  <a16:creationId xmlns:a16="http://schemas.microsoft.com/office/drawing/2014/main" id="{A89A1733-6B3F-5441-4F57-09243B09BD63}"/>
                </a:ext>
              </a:extLst>
            </p:cNvPr>
            <p:cNvSpPr/>
            <p:nvPr/>
          </p:nvSpPr>
          <p:spPr>
            <a:xfrm>
              <a:off x="502367" y="2870965"/>
              <a:ext cx="20023" cy="32769"/>
            </a:xfrm>
            <a:custGeom>
              <a:avLst/>
              <a:gdLst/>
              <a:ahLst/>
              <a:cxnLst/>
              <a:rect l="l" t="t" r="r" b="b"/>
              <a:pathLst>
                <a:path w="564" h="923" extrusionOk="0">
                  <a:moveTo>
                    <a:pt x="179" y="1"/>
                  </a:moveTo>
                  <a:cubicBezTo>
                    <a:pt x="163" y="1"/>
                    <a:pt x="148" y="3"/>
                    <a:pt x="132" y="8"/>
                  </a:cubicBezTo>
                  <a:cubicBezTo>
                    <a:pt x="48" y="33"/>
                    <a:pt x="1" y="122"/>
                    <a:pt x="25" y="206"/>
                  </a:cubicBezTo>
                  <a:cubicBezTo>
                    <a:pt x="134" y="565"/>
                    <a:pt x="232" y="812"/>
                    <a:pt x="235" y="822"/>
                  </a:cubicBezTo>
                  <a:cubicBezTo>
                    <a:pt x="260" y="884"/>
                    <a:pt x="320" y="923"/>
                    <a:pt x="383" y="923"/>
                  </a:cubicBezTo>
                  <a:cubicBezTo>
                    <a:pt x="403" y="923"/>
                    <a:pt x="423" y="919"/>
                    <a:pt x="441" y="911"/>
                  </a:cubicBezTo>
                  <a:cubicBezTo>
                    <a:pt x="523" y="879"/>
                    <a:pt x="564" y="787"/>
                    <a:pt x="530" y="706"/>
                  </a:cubicBezTo>
                  <a:cubicBezTo>
                    <a:pt x="530" y="703"/>
                    <a:pt x="435" y="461"/>
                    <a:pt x="330" y="114"/>
                  </a:cubicBezTo>
                  <a:cubicBezTo>
                    <a:pt x="310" y="45"/>
                    <a:pt x="247" y="1"/>
                    <a:pt x="1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776;p68">
              <a:extLst>
                <a:ext uri="{FF2B5EF4-FFF2-40B4-BE49-F238E27FC236}">
                  <a16:creationId xmlns:a16="http://schemas.microsoft.com/office/drawing/2014/main" id="{DB21D9DA-86F5-6E4D-6736-4B07CDA1D1F1}"/>
                </a:ext>
              </a:extLst>
            </p:cNvPr>
            <p:cNvSpPr/>
            <p:nvPr/>
          </p:nvSpPr>
          <p:spPr>
            <a:xfrm>
              <a:off x="566378" y="2721464"/>
              <a:ext cx="27088" cy="28615"/>
            </a:xfrm>
            <a:custGeom>
              <a:avLst/>
              <a:gdLst/>
              <a:ahLst/>
              <a:cxnLst/>
              <a:rect l="l" t="t" r="r" b="b"/>
              <a:pathLst>
                <a:path w="763" h="806" extrusionOk="0">
                  <a:moveTo>
                    <a:pt x="581" y="1"/>
                  </a:moveTo>
                  <a:cubicBezTo>
                    <a:pt x="555" y="1"/>
                    <a:pt x="527" y="8"/>
                    <a:pt x="502" y="22"/>
                  </a:cubicBezTo>
                  <a:lnTo>
                    <a:pt x="80" y="266"/>
                  </a:lnTo>
                  <a:cubicBezTo>
                    <a:pt x="31" y="295"/>
                    <a:pt x="1" y="347"/>
                    <a:pt x="1" y="404"/>
                  </a:cubicBezTo>
                  <a:cubicBezTo>
                    <a:pt x="1" y="461"/>
                    <a:pt x="31" y="512"/>
                    <a:pt x="80" y="541"/>
                  </a:cubicBezTo>
                  <a:lnTo>
                    <a:pt x="502" y="785"/>
                  </a:lnTo>
                  <a:cubicBezTo>
                    <a:pt x="527" y="800"/>
                    <a:pt x="554" y="806"/>
                    <a:pt x="581" y="806"/>
                  </a:cubicBezTo>
                  <a:cubicBezTo>
                    <a:pt x="636" y="806"/>
                    <a:pt x="690" y="778"/>
                    <a:pt x="719" y="727"/>
                  </a:cubicBezTo>
                  <a:cubicBezTo>
                    <a:pt x="763" y="650"/>
                    <a:pt x="737" y="554"/>
                    <a:pt x="661" y="509"/>
                  </a:cubicBezTo>
                  <a:lnTo>
                    <a:pt x="478" y="404"/>
                  </a:lnTo>
                  <a:lnTo>
                    <a:pt x="661" y="298"/>
                  </a:lnTo>
                  <a:cubicBezTo>
                    <a:pt x="737" y="253"/>
                    <a:pt x="763" y="157"/>
                    <a:pt x="719" y="80"/>
                  </a:cubicBezTo>
                  <a:cubicBezTo>
                    <a:pt x="690" y="29"/>
                    <a:pt x="636" y="1"/>
                    <a:pt x="5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777;p68">
              <a:extLst>
                <a:ext uri="{FF2B5EF4-FFF2-40B4-BE49-F238E27FC236}">
                  <a16:creationId xmlns:a16="http://schemas.microsoft.com/office/drawing/2014/main" id="{373DFEA2-AB07-DC20-AF03-141802DBA358}"/>
                </a:ext>
              </a:extLst>
            </p:cNvPr>
            <p:cNvSpPr/>
            <p:nvPr/>
          </p:nvSpPr>
          <p:spPr>
            <a:xfrm>
              <a:off x="513656" y="2721464"/>
              <a:ext cx="27159" cy="28615"/>
            </a:xfrm>
            <a:custGeom>
              <a:avLst/>
              <a:gdLst/>
              <a:ahLst/>
              <a:cxnLst/>
              <a:rect l="l" t="t" r="r" b="b"/>
              <a:pathLst>
                <a:path w="765" h="806" extrusionOk="0">
                  <a:moveTo>
                    <a:pt x="183" y="1"/>
                  </a:moveTo>
                  <a:cubicBezTo>
                    <a:pt x="128" y="1"/>
                    <a:pt x="75" y="29"/>
                    <a:pt x="45" y="80"/>
                  </a:cubicBezTo>
                  <a:cubicBezTo>
                    <a:pt x="1" y="157"/>
                    <a:pt x="27" y="253"/>
                    <a:pt x="104" y="298"/>
                  </a:cubicBezTo>
                  <a:lnTo>
                    <a:pt x="287" y="404"/>
                  </a:lnTo>
                  <a:lnTo>
                    <a:pt x="104" y="509"/>
                  </a:lnTo>
                  <a:cubicBezTo>
                    <a:pt x="28" y="554"/>
                    <a:pt x="1" y="650"/>
                    <a:pt x="45" y="727"/>
                  </a:cubicBezTo>
                  <a:cubicBezTo>
                    <a:pt x="75" y="778"/>
                    <a:pt x="128" y="806"/>
                    <a:pt x="183" y="806"/>
                  </a:cubicBezTo>
                  <a:cubicBezTo>
                    <a:pt x="210" y="806"/>
                    <a:pt x="237" y="800"/>
                    <a:pt x="262" y="785"/>
                  </a:cubicBezTo>
                  <a:lnTo>
                    <a:pt x="684" y="541"/>
                  </a:lnTo>
                  <a:cubicBezTo>
                    <a:pt x="733" y="512"/>
                    <a:pt x="764" y="461"/>
                    <a:pt x="764" y="404"/>
                  </a:cubicBezTo>
                  <a:cubicBezTo>
                    <a:pt x="764" y="347"/>
                    <a:pt x="733" y="295"/>
                    <a:pt x="684" y="266"/>
                  </a:cubicBezTo>
                  <a:lnTo>
                    <a:pt x="262" y="22"/>
                  </a:lnTo>
                  <a:cubicBezTo>
                    <a:pt x="237" y="8"/>
                    <a:pt x="210" y="1"/>
                    <a:pt x="1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778;p68">
              <a:extLst>
                <a:ext uri="{FF2B5EF4-FFF2-40B4-BE49-F238E27FC236}">
                  <a16:creationId xmlns:a16="http://schemas.microsoft.com/office/drawing/2014/main" id="{A3A6D770-4652-E67F-4DBA-04CE104308B0}"/>
                </a:ext>
              </a:extLst>
            </p:cNvPr>
            <p:cNvSpPr/>
            <p:nvPr/>
          </p:nvSpPr>
          <p:spPr>
            <a:xfrm>
              <a:off x="541916" y="2774328"/>
              <a:ext cx="23361" cy="11325"/>
            </a:xfrm>
            <a:custGeom>
              <a:avLst/>
              <a:gdLst/>
              <a:ahLst/>
              <a:cxnLst/>
              <a:rect l="l" t="t" r="r" b="b"/>
              <a:pathLst>
                <a:path w="658" h="319" extrusionOk="0">
                  <a:moveTo>
                    <a:pt x="159" y="0"/>
                  </a:moveTo>
                  <a:cubicBezTo>
                    <a:pt x="72" y="0"/>
                    <a:pt x="0" y="72"/>
                    <a:pt x="0" y="160"/>
                  </a:cubicBezTo>
                  <a:cubicBezTo>
                    <a:pt x="0" y="247"/>
                    <a:pt x="72" y="318"/>
                    <a:pt x="159" y="318"/>
                  </a:cubicBezTo>
                  <a:lnTo>
                    <a:pt x="498" y="318"/>
                  </a:lnTo>
                  <a:cubicBezTo>
                    <a:pt x="586" y="318"/>
                    <a:pt x="657" y="247"/>
                    <a:pt x="657" y="160"/>
                  </a:cubicBezTo>
                  <a:cubicBezTo>
                    <a:pt x="657" y="72"/>
                    <a:pt x="586" y="0"/>
                    <a:pt x="4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779;p68">
              <a:extLst>
                <a:ext uri="{FF2B5EF4-FFF2-40B4-BE49-F238E27FC236}">
                  <a16:creationId xmlns:a16="http://schemas.microsoft.com/office/drawing/2014/main" id="{11330B32-D4EA-1424-3FDD-86BDB0D33016}"/>
                </a:ext>
              </a:extLst>
            </p:cNvPr>
            <p:cNvSpPr/>
            <p:nvPr/>
          </p:nvSpPr>
          <p:spPr>
            <a:xfrm>
              <a:off x="541490" y="2749511"/>
              <a:ext cx="24177" cy="13029"/>
            </a:xfrm>
            <a:custGeom>
              <a:avLst/>
              <a:gdLst/>
              <a:ahLst/>
              <a:cxnLst/>
              <a:rect l="l" t="t" r="r" b="b"/>
              <a:pathLst>
                <a:path w="681" h="367" extrusionOk="0">
                  <a:moveTo>
                    <a:pt x="500" y="1"/>
                  </a:moveTo>
                  <a:cubicBezTo>
                    <a:pt x="469" y="1"/>
                    <a:pt x="439" y="10"/>
                    <a:pt x="411" y="27"/>
                  </a:cubicBezTo>
                  <a:cubicBezTo>
                    <a:pt x="391" y="41"/>
                    <a:pt x="366" y="47"/>
                    <a:pt x="341" y="47"/>
                  </a:cubicBezTo>
                  <a:cubicBezTo>
                    <a:pt x="316" y="47"/>
                    <a:pt x="291" y="41"/>
                    <a:pt x="270" y="27"/>
                  </a:cubicBezTo>
                  <a:cubicBezTo>
                    <a:pt x="243" y="10"/>
                    <a:pt x="213" y="1"/>
                    <a:pt x="183" y="1"/>
                  </a:cubicBezTo>
                  <a:cubicBezTo>
                    <a:pt x="131" y="1"/>
                    <a:pt x="80" y="26"/>
                    <a:pt x="49" y="72"/>
                  </a:cubicBezTo>
                  <a:cubicBezTo>
                    <a:pt x="1" y="144"/>
                    <a:pt x="20" y="244"/>
                    <a:pt x="94" y="292"/>
                  </a:cubicBezTo>
                  <a:cubicBezTo>
                    <a:pt x="168" y="341"/>
                    <a:pt x="254" y="366"/>
                    <a:pt x="341" y="366"/>
                  </a:cubicBezTo>
                  <a:cubicBezTo>
                    <a:pt x="427" y="366"/>
                    <a:pt x="514" y="341"/>
                    <a:pt x="588" y="292"/>
                  </a:cubicBezTo>
                  <a:cubicBezTo>
                    <a:pt x="661" y="243"/>
                    <a:pt x="681" y="144"/>
                    <a:pt x="632" y="72"/>
                  </a:cubicBezTo>
                  <a:cubicBezTo>
                    <a:pt x="602" y="26"/>
                    <a:pt x="551" y="1"/>
                    <a:pt x="5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780;p68">
              <a:extLst>
                <a:ext uri="{FF2B5EF4-FFF2-40B4-BE49-F238E27FC236}">
                  <a16:creationId xmlns:a16="http://schemas.microsoft.com/office/drawing/2014/main" id="{94384A1D-41E1-5EE8-99CC-8876A573AC61}"/>
                </a:ext>
              </a:extLst>
            </p:cNvPr>
            <p:cNvSpPr/>
            <p:nvPr/>
          </p:nvSpPr>
          <p:spPr>
            <a:xfrm>
              <a:off x="658116" y="2572744"/>
              <a:ext cx="11325" cy="11290"/>
            </a:xfrm>
            <a:custGeom>
              <a:avLst/>
              <a:gdLst/>
              <a:ahLst/>
              <a:cxnLst/>
              <a:rect l="l" t="t" r="r" b="b"/>
              <a:pathLst>
                <a:path w="319" h="318" extrusionOk="0">
                  <a:moveTo>
                    <a:pt x="159" y="0"/>
                  </a:moveTo>
                  <a:cubicBezTo>
                    <a:pt x="72" y="0"/>
                    <a:pt x="0" y="71"/>
                    <a:pt x="0" y="159"/>
                  </a:cubicBezTo>
                  <a:cubicBezTo>
                    <a:pt x="0" y="247"/>
                    <a:pt x="72" y="318"/>
                    <a:pt x="159" y="318"/>
                  </a:cubicBezTo>
                  <a:cubicBezTo>
                    <a:pt x="247" y="318"/>
                    <a:pt x="319" y="247"/>
                    <a:pt x="319" y="159"/>
                  </a:cubicBezTo>
                  <a:cubicBezTo>
                    <a:pt x="319" y="71"/>
                    <a:pt x="247" y="0"/>
                    <a:pt x="1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781;p68">
              <a:extLst>
                <a:ext uri="{FF2B5EF4-FFF2-40B4-BE49-F238E27FC236}">
                  <a16:creationId xmlns:a16="http://schemas.microsoft.com/office/drawing/2014/main" id="{5D1B75A0-1B5F-627A-9E0D-E07A6B2E0C09}"/>
                </a:ext>
              </a:extLst>
            </p:cNvPr>
            <p:cNvSpPr/>
            <p:nvPr/>
          </p:nvSpPr>
          <p:spPr>
            <a:xfrm>
              <a:off x="703240" y="2572744"/>
              <a:ext cx="11325" cy="11290"/>
            </a:xfrm>
            <a:custGeom>
              <a:avLst/>
              <a:gdLst/>
              <a:ahLst/>
              <a:cxnLst/>
              <a:rect l="l" t="t" r="r" b="b"/>
              <a:pathLst>
                <a:path w="319" h="318" extrusionOk="0">
                  <a:moveTo>
                    <a:pt x="160" y="0"/>
                  </a:moveTo>
                  <a:cubicBezTo>
                    <a:pt x="72" y="0"/>
                    <a:pt x="1" y="71"/>
                    <a:pt x="1" y="159"/>
                  </a:cubicBezTo>
                  <a:cubicBezTo>
                    <a:pt x="1" y="247"/>
                    <a:pt x="72" y="318"/>
                    <a:pt x="160" y="318"/>
                  </a:cubicBezTo>
                  <a:cubicBezTo>
                    <a:pt x="247" y="318"/>
                    <a:pt x="319" y="247"/>
                    <a:pt x="319" y="159"/>
                  </a:cubicBezTo>
                  <a:cubicBezTo>
                    <a:pt x="319" y="71"/>
                    <a:pt x="24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782;p68">
              <a:extLst>
                <a:ext uri="{FF2B5EF4-FFF2-40B4-BE49-F238E27FC236}">
                  <a16:creationId xmlns:a16="http://schemas.microsoft.com/office/drawing/2014/main" id="{E5536EF6-14D7-199A-A2D0-EBA7A6724FB7}"/>
                </a:ext>
              </a:extLst>
            </p:cNvPr>
            <p:cNvSpPr/>
            <p:nvPr/>
          </p:nvSpPr>
          <p:spPr>
            <a:xfrm>
              <a:off x="680660" y="2572744"/>
              <a:ext cx="11361" cy="11290"/>
            </a:xfrm>
            <a:custGeom>
              <a:avLst/>
              <a:gdLst/>
              <a:ahLst/>
              <a:cxnLst/>
              <a:rect l="l" t="t" r="r" b="b"/>
              <a:pathLst>
                <a:path w="320" h="318" extrusionOk="0">
                  <a:moveTo>
                    <a:pt x="161" y="0"/>
                  </a:moveTo>
                  <a:cubicBezTo>
                    <a:pt x="73" y="0"/>
                    <a:pt x="1" y="71"/>
                    <a:pt x="1" y="159"/>
                  </a:cubicBezTo>
                  <a:cubicBezTo>
                    <a:pt x="1" y="247"/>
                    <a:pt x="73" y="318"/>
                    <a:pt x="161" y="318"/>
                  </a:cubicBezTo>
                  <a:cubicBezTo>
                    <a:pt x="248" y="318"/>
                    <a:pt x="319" y="247"/>
                    <a:pt x="319" y="159"/>
                  </a:cubicBezTo>
                  <a:cubicBezTo>
                    <a:pt x="319" y="71"/>
                    <a:pt x="248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783;p68">
              <a:extLst>
                <a:ext uri="{FF2B5EF4-FFF2-40B4-BE49-F238E27FC236}">
                  <a16:creationId xmlns:a16="http://schemas.microsoft.com/office/drawing/2014/main" id="{0C2E1FD0-F80C-CD38-4E16-D37AA5F04D7C}"/>
                </a:ext>
              </a:extLst>
            </p:cNvPr>
            <p:cNvSpPr/>
            <p:nvPr/>
          </p:nvSpPr>
          <p:spPr>
            <a:xfrm>
              <a:off x="657370" y="2799144"/>
              <a:ext cx="11290" cy="11325"/>
            </a:xfrm>
            <a:custGeom>
              <a:avLst/>
              <a:gdLst/>
              <a:ahLst/>
              <a:cxnLst/>
              <a:rect l="l" t="t" r="r" b="b"/>
              <a:pathLst>
                <a:path w="318" h="319" extrusionOk="0">
                  <a:moveTo>
                    <a:pt x="159" y="1"/>
                  </a:moveTo>
                  <a:cubicBezTo>
                    <a:pt x="71" y="1"/>
                    <a:pt x="1" y="71"/>
                    <a:pt x="1" y="160"/>
                  </a:cubicBezTo>
                  <a:cubicBezTo>
                    <a:pt x="1" y="248"/>
                    <a:pt x="71" y="318"/>
                    <a:pt x="159" y="318"/>
                  </a:cubicBezTo>
                  <a:cubicBezTo>
                    <a:pt x="247" y="318"/>
                    <a:pt x="318" y="248"/>
                    <a:pt x="318" y="160"/>
                  </a:cubicBezTo>
                  <a:cubicBezTo>
                    <a:pt x="318" y="71"/>
                    <a:pt x="247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784;p68">
              <a:extLst>
                <a:ext uri="{FF2B5EF4-FFF2-40B4-BE49-F238E27FC236}">
                  <a16:creationId xmlns:a16="http://schemas.microsoft.com/office/drawing/2014/main" id="{CB3AFB03-AEF6-0B05-FBDF-67BAAAC41EB4}"/>
                </a:ext>
              </a:extLst>
            </p:cNvPr>
            <p:cNvSpPr/>
            <p:nvPr/>
          </p:nvSpPr>
          <p:spPr>
            <a:xfrm>
              <a:off x="702494" y="2799144"/>
              <a:ext cx="11325" cy="11325"/>
            </a:xfrm>
            <a:custGeom>
              <a:avLst/>
              <a:gdLst/>
              <a:ahLst/>
              <a:cxnLst/>
              <a:rect l="l" t="t" r="r" b="b"/>
              <a:pathLst>
                <a:path w="319" h="319" extrusionOk="0">
                  <a:moveTo>
                    <a:pt x="159" y="1"/>
                  </a:moveTo>
                  <a:cubicBezTo>
                    <a:pt x="71" y="1"/>
                    <a:pt x="1" y="71"/>
                    <a:pt x="1" y="160"/>
                  </a:cubicBezTo>
                  <a:cubicBezTo>
                    <a:pt x="1" y="248"/>
                    <a:pt x="71" y="318"/>
                    <a:pt x="159" y="318"/>
                  </a:cubicBezTo>
                  <a:cubicBezTo>
                    <a:pt x="248" y="318"/>
                    <a:pt x="318" y="248"/>
                    <a:pt x="318" y="160"/>
                  </a:cubicBezTo>
                  <a:cubicBezTo>
                    <a:pt x="318" y="71"/>
                    <a:pt x="248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785;p68">
              <a:extLst>
                <a:ext uri="{FF2B5EF4-FFF2-40B4-BE49-F238E27FC236}">
                  <a16:creationId xmlns:a16="http://schemas.microsoft.com/office/drawing/2014/main" id="{AD250D1B-BD0A-8840-A63C-F12B5F43127A}"/>
                </a:ext>
              </a:extLst>
            </p:cNvPr>
            <p:cNvSpPr/>
            <p:nvPr/>
          </p:nvSpPr>
          <p:spPr>
            <a:xfrm>
              <a:off x="679950" y="2799144"/>
              <a:ext cx="11290" cy="11325"/>
            </a:xfrm>
            <a:custGeom>
              <a:avLst/>
              <a:gdLst/>
              <a:ahLst/>
              <a:cxnLst/>
              <a:rect l="l" t="t" r="r" b="b"/>
              <a:pathLst>
                <a:path w="318" h="319" extrusionOk="0">
                  <a:moveTo>
                    <a:pt x="159" y="1"/>
                  </a:moveTo>
                  <a:cubicBezTo>
                    <a:pt x="71" y="1"/>
                    <a:pt x="0" y="71"/>
                    <a:pt x="0" y="160"/>
                  </a:cubicBezTo>
                  <a:cubicBezTo>
                    <a:pt x="0" y="248"/>
                    <a:pt x="71" y="318"/>
                    <a:pt x="159" y="318"/>
                  </a:cubicBezTo>
                  <a:cubicBezTo>
                    <a:pt x="247" y="318"/>
                    <a:pt x="317" y="248"/>
                    <a:pt x="317" y="160"/>
                  </a:cubicBezTo>
                  <a:cubicBezTo>
                    <a:pt x="317" y="71"/>
                    <a:pt x="247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" name="Google Shape;2323;p59">
            <a:extLst>
              <a:ext uri="{FF2B5EF4-FFF2-40B4-BE49-F238E27FC236}">
                <a16:creationId xmlns:a16="http://schemas.microsoft.com/office/drawing/2014/main" id="{64798263-B90E-F751-E70D-7B64C75F4F48}"/>
              </a:ext>
            </a:extLst>
          </p:cNvPr>
          <p:cNvSpPr txBox="1">
            <a:spLocks/>
          </p:cNvSpPr>
          <p:nvPr/>
        </p:nvSpPr>
        <p:spPr>
          <a:xfrm>
            <a:off x="7673250" y="1262090"/>
            <a:ext cx="14277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  <a:defRPr sz="1400" b="0" i="0" u="none" strike="noStrike" cap="none" spc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○"/>
              <a:defRPr sz="1400" b="0" i="0" u="none" strike="noStrike" cap="none" spc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■"/>
              <a:defRPr sz="1400" b="0" i="0" u="none" strike="noStrike" cap="none" spc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  <a:defRPr sz="1400" b="0" i="0" u="none" strike="noStrike" cap="none" spc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○"/>
              <a:defRPr sz="1400" b="0" i="0" u="none" strike="noStrike" cap="none" spc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■"/>
              <a:defRPr sz="1400" b="0" i="0" u="none" strike="noStrike" cap="none" spc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  <a:defRPr sz="1400" b="0" i="0" u="none" strike="noStrike" cap="none" spc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○"/>
              <a:defRPr sz="1400" b="0" i="0" u="none" strike="noStrike" cap="none" spc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■"/>
              <a:defRPr sz="1400" b="0" i="0" u="none" strike="noStrike" cap="none" spc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 algn="ctr">
              <a:buNone/>
            </a:pPr>
            <a:r>
              <a:rPr lang="en-IN" sz="2000" dirty="0"/>
              <a:t>Healthy / Alzheimer's</a:t>
            </a:r>
            <a:endParaRPr lang="en-IN" sz="2000" dirty="0"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BEA6A0-1FCB-A5F1-DC7C-9D70B0F0008F}"/>
              </a:ext>
            </a:extLst>
          </p:cNvPr>
          <p:cNvSpPr txBox="1"/>
          <p:nvPr/>
        </p:nvSpPr>
        <p:spPr>
          <a:xfrm>
            <a:off x="3061760" y="3000490"/>
            <a:ext cx="469789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For attention: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Linear: </a:t>
            </a:r>
            <a:r>
              <a:rPr lang="en-IN" dirty="0" err="1">
                <a:latin typeface="Arial"/>
              </a:rPr>
              <a:t>hidden_size</a:t>
            </a:r>
            <a:r>
              <a:rPr lang="en-IN" dirty="0">
                <a:latin typeface="Arial"/>
              </a:rPr>
              <a:t> → 128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/>
              </a:rPr>
              <a:t>Tanh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Linear: </a:t>
            </a:r>
            <a:r>
              <a:rPr lang="en-IN" dirty="0">
                <a:latin typeface="Arial"/>
              </a:rPr>
              <a:t>128 → 1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Attention mask ignores padding tokens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Dropout: 0.2</a:t>
            </a:r>
          </a:p>
        </p:txBody>
      </p:sp>
      <p:grpSp>
        <p:nvGrpSpPr>
          <p:cNvPr id="22" name="Google Shape;3187;p75">
            <a:extLst>
              <a:ext uri="{FF2B5EF4-FFF2-40B4-BE49-F238E27FC236}">
                <a16:creationId xmlns:a16="http://schemas.microsoft.com/office/drawing/2014/main" id="{1987E5C4-5D40-1FCC-6D82-1855FE36F8EF}"/>
              </a:ext>
            </a:extLst>
          </p:cNvPr>
          <p:cNvGrpSpPr/>
          <p:nvPr/>
        </p:nvGrpSpPr>
        <p:grpSpPr>
          <a:xfrm>
            <a:off x="5881167" y="2300686"/>
            <a:ext cx="336939" cy="203289"/>
            <a:chOff x="4923925" y="1877500"/>
            <a:chExt cx="59525" cy="36975"/>
          </a:xfrm>
        </p:grpSpPr>
        <p:sp>
          <p:nvSpPr>
            <p:cNvPr id="25" name="Google Shape;3188;p75">
              <a:extLst>
                <a:ext uri="{FF2B5EF4-FFF2-40B4-BE49-F238E27FC236}">
                  <a16:creationId xmlns:a16="http://schemas.microsoft.com/office/drawing/2014/main" id="{BE754867-850A-D73C-F09D-9CB84E7B994C}"/>
                </a:ext>
              </a:extLst>
            </p:cNvPr>
            <p:cNvSpPr/>
            <p:nvPr/>
          </p:nvSpPr>
          <p:spPr>
            <a:xfrm>
              <a:off x="492392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2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3" y="700"/>
                  </a:lnTo>
                  <a:cubicBezTo>
                    <a:pt x="455" y="722"/>
                    <a:pt x="455" y="758"/>
                    <a:pt x="433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2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2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189;p75">
              <a:extLst>
                <a:ext uri="{FF2B5EF4-FFF2-40B4-BE49-F238E27FC236}">
                  <a16:creationId xmlns:a16="http://schemas.microsoft.com/office/drawing/2014/main" id="{C8FBFE69-D5BD-5755-7A78-DD3F05378EE2}"/>
                </a:ext>
              </a:extLst>
            </p:cNvPr>
            <p:cNvSpPr/>
            <p:nvPr/>
          </p:nvSpPr>
          <p:spPr>
            <a:xfrm>
              <a:off x="495457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3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4" y="700"/>
                  </a:lnTo>
                  <a:cubicBezTo>
                    <a:pt x="455" y="722"/>
                    <a:pt x="455" y="758"/>
                    <a:pt x="434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3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3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3187;p75">
            <a:extLst>
              <a:ext uri="{FF2B5EF4-FFF2-40B4-BE49-F238E27FC236}">
                <a16:creationId xmlns:a16="http://schemas.microsoft.com/office/drawing/2014/main" id="{C7D64615-484E-5952-5DFC-3DBE8D67569E}"/>
              </a:ext>
            </a:extLst>
          </p:cNvPr>
          <p:cNvGrpSpPr/>
          <p:nvPr/>
        </p:nvGrpSpPr>
        <p:grpSpPr>
          <a:xfrm>
            <a:off x="2809469" y="2303980"/>
            <a:ext cx="336939" cy="203289"/>
            <a:chOff x="4923925" y="1877500"/>
            <a:chExt cx="59525" cy="36975"/>
          </a:xfrm>
        </p:grpSpPr>
        <p:sp>
          <p:nvSpPr>
            <p:cNvPr id="29" name="Google Shape;3188;p75">
              <a:extLst>
                <a:ext uri="{FF2B5EF4-FFF2-40B4-BE49-F238E27FC236}">
                  <a16:creationId xmlns:a16="http://schemas.microsoft.com/office/drawing/2014/main" id="{F212B5CB-0ACA-19A4-986A-D05355AFFA36}"/>
                </a:ext>
              </a:extLst>
            </p:cNvPr>
            <p:cNvSpPr/>
            <p:nvPr/>
          </p:nvSpPr>
          <p:spPr>
            <a:xfrm>
              <a:off x="492392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2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3" y="700"/>
                  </a:lnTo>
                  <a:cubicBezTo>
                    <a:pt x="455" y="722"/>
                    <a:pt x="455" y="758"/>
                    <a:pt x="433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2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2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189;p75">
              <a:extLst>
                <a:ext uri="{FF2B5EF4-FFF2-40B4-BE49-F238E27FC236}">
                  <a16:creationId xmlns:a16="http://schemas.microsoft.com/office/drawing/2014/main" id="{32844D82-D015-F841-327F-3FF836B3F84E}"/>
                </a:ext>
              </a:extLst>
            </p:cNvPr>
            <p:cNvSpPr/>
            <p:nvPr/>
          </p:nvSpPr>
          <p:spPr>
            <a:xfrm>
              <a:off x="495457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3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4" y="700"/>
                  </a:lnTo>
                  <a:cubicBezTo>
                    <a:pt x="455" y="722"/>
                    <a:pt x="455" y="758"/>
                    <a:pt x="434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3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3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" name="Google Shape;3187;p75">
            <a:extLst>
              <a:ext uri="{FF2B5EF4-FFF2-40B4-BE49-F238E27FC236}">
                <a16:creationId xmlns:a16="http://schemas.microsoft.com/office/drawing/2014/main" id="{3AE0C07A-88A9-C364-2A14-3822A4A783FD}"/>
              </a:ext>
            </a:extLst>
          </p:cNvPr>
          <p:cNvGrpSpPr/>
          <p:nvPr/>
        </p:nvGrpSpPr>
        <p:grpSpPr>
          <a:xfrm>
            <a:off x="4329292" y="2314219"/>
            <a:ext cx="336939" cy="203289"/>
            <a:chOff x="4923925" y="1877500"/>
            <a:chExt cx="59525" cy="36975"/>
          </a:xfrm>
        </p:grpSpPr>
        <p:sp>
          <p:nvSpPr>
            <p:cNvPr id="32" name="Google Shape;3188;p75">
              <a:extLst>
                <a:ext uri="{FF2B5EF4-FFF2-40B4-BE49-F238E27FC236}">
                  <a16:creationId xmlns:a16="http://schemas.microsoft.com/office/drawing/2014/main" id="{B31E422A-BD2F-1C18-0465-616EC46CF12B}"/>
                </a:ext>
              </a:extLst>
            </p:cNvPr>
            <p:cNvSpPr/>
            <p:nvPr/>
          </p:nvSpPr>
          <p:spPr>
            <a:xfrm>
              <a:off x="492392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2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3" y="700"/>
                  </a:lnTo>
                  <a:cubicBezTo>
                    <a:pt x="455" y="722"/>
                    <a:pt x="455" y="758"/>
                    <a:pt x="433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2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2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189;p75">
              <a:extLst>
                <a:ext uri="{FF2B5EF4-FFF2-40B4-BE49-F238E27FC236}">
                  <a16:creationId xmlns:a16="http://schemas.microsoft.com/office/drawing/2014/main" id="{7FF9EBDD-70AB-A9DD-4BF2-5F2DDF9154C2}"/>
                </a:ext>
              </a:extLst>
            </p:cNvPr>
            <p:cNvSpPr/>
            <p:nvPr/>
          </p:nvSpPr>
          <p:spPr>
            <a:xfrm>
              <a:off x="495457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3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4" y="700"/>
                  </a:lnTo>
                  <a:cubicBezTo>
                    <a:pt x="455" y="722"/>
                    <a:pt x="455" y="758"/>
                    <a:pt x="434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3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3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" name="Google Shape;3187;p75">
            <a:extLst>
              <a:ext uri="{FF2B5EF4-FFF2-40B4-BE49-F238E27FC236}">
                <a16:creationId xmlns:a16="http://schemas.microsoft.com/office/drawing/2014/main" id="{2D342550-7312-B58A-C47D-6250FDF81168}"/>
              </a:ext>
            </a:extLst>
          </p:cNvPr>
          <p:cNvGrpSpPr/>
          <p:nvPr/>
        </p:nvGrpSpPr>
        <p:grpSpPr>
          <a:xfrm>
            <a:off x="1151906" y="2282054"/>
            <a:ext cx="336939" cy="203289"/>
            <a:chOff x="4923925" y="1877500"/>
            <a:chExt cx="59525" cy="36975"/>
          </a:xfrm>
        </p:grpSpPr>
        <p:sp>
          <p:nvSpPr>
            <p:cNvPr id="35" name="Google Shape;3188;p75">
              <a:extLst>
                <a:ext uri="{FF2B5EF4-FFF2-40B4-BE49-F238E27FC236}">
                  <a16:creationId xmlns:a16="http://schemas.microsoft.com/office/drawing/2014/main" id="{477E570E-C852-B82E-9F3F-80D3EAFF8815}"/>
                </a:ext>
              </a:extLst>
            </p:cNvPr>
            <p:cNvSpPr/>
            <p:nvPr/>
          </p:nvSpPr>
          <p:spPr>
            <a:xfrm>
              <a:off x="492392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2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3" y="700"/>
                  </a:lnTo>
                  <a:cubicBezTo>
                    <a:pt x="455" y="722"/>
                    <a:pt x="455" y="758"/>
                    <a:pt x="433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2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2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189;p75">
              <a:extLst>
                <a:ext uri="{FF2B5EF4-FFF2-40B4-BE49-F238E27FC236}">
                  <a16:creationId xmlns:a16="http://schemas.microsoft.com/office/drawing/2014/main" id="{7BB9FB5C-CF65-E40A-A3A3-2602A1F6CB73}"/>
                </a:ext>
              </a:extLst>
            </p:cNvPr>
            <p:cNvSpPr/>
            <p:nvPr/>
          </p:nvSpPr>
          <p:spPr>
            <a:xfrm>
              <a:off x="495457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3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4" y="700"/>
                  </a:lnTo>
                  <a:cubicBezTo>
                    <a:pt x="455" y="722"/>
                    <a:pt x="455" y="758"/>
                    <a:pt x="434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3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3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" name="Google Shape;3187;p75">
            <a:extLst>
              <a:ext uri="{FF2B5EF4-FFF2-40B4-BE49-F238E27FC236}">
                <a16:creationId xmlns:a16="http://schemas.microsoft.com/office/drawing/2014/main" id="{EE90AC85-1506-FB4A-DCD6-0E401049FCD8}"/>
              </a:ext>
            </a:extLst>
          </p:cNvPr>
          <p:cNvGrpSpPr/>
          <p:nvPr/>
        </p:nvGrpSpPr>
        <p:grpSpPr>
          <a:xfrm>
            <a:off x="7399151" y="2300686"/>
            <a:ext cx="336939" cy="203289"/>
            <a:chOff x="4923925" y="1877500"/>
            <a:chExt cx="59525" cy="36975"/>
          </a:xfrm>
        </p:grpSpPr>
        <p:sp>
          <p:nvSpPr>
            <p:cNvPr id="38" name="Google Shape;3188;p75">
              <a:extLst>
                <a:ext uri="{FF2B5EF4-FFF2-40B4-BE49-F238E27FC236}">
                  <a16:creationId xmlns:a16="http://schemas.microsoft.com/office/drawing/2014/main" id="{0D1731DC-0874-9F57-7982-15D6E925AA88}"/>
                </a:ext>
              </a:extLst>
            </p:cNvPr>
            <p:cNvSpPr/>
            <p:nvPr/>
          </p:nvSpPr>
          <p:spPr>
            <a:xfrm>
              <a:off x="492392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2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3" y="700"/>
                  </a:lnTo>
                  <a:cubicBezTo>
                    <a:pt x="455" y="722"/>
                    <a:pt x="455" y="758"/>
                    <a:pt x="433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2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2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189;p75">
              <a:extLst>
                <a:ext uri="{FF2B5EF4-FFF2-40B4-BE49-F238E27FC236}">
                  <a16:creationId xmlns:a16="http://schemas.microsoft.com/office/drawing/2014/main" id="{B8234419-E74D-8353-A890-6905EC2049DF}"/>
                </a:ext>
              </a:extLst>
            </p:cNvPr>
            <p:cNvSpPr/>
            <p:nvPr/>
          </p:nvSpPr>
          <p:spPr>
            <a:xfrm>
              <a:off x="495457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3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4" y="700"/>
                  </a:lnTo>
                  <a:cubicBezTo>
                    <a:pt x="455" y="722"/>
                    <a:pt x="455" y="758"/>
                    <a:pt x="434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3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3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Google Shape;2059;p47"/>
          <p:cNvSpPr txBox="1">
            <a:spLocks noGrp="1"/>
          </p:cNvSpPr>
          <p:nvPr>
            <p:ph type="title"/>
          </p:nvPr>
        </p:nvSpPr>
        <p:spPr>
          <a:xfrm>
            <a:off x="633175" y="3422225"/>
            <a:ext cx="4733400" cy="118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is worth a thousand words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ABCC48-A406-F4CE-012E-18C53EC8E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990EEEC3-23C4-8FAB-3A4C-92F735C04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43"/>
          <p:cNvSpPr txBox="1">
            <a:spLocks noGrp="1"/>
          </p:cNvSpPr>
          <p:nvPr>
            <p:ph type="title"/>
          </p:nvPr>
        </p:nvSpPr>
        <p:spPr>
          <a:xfrm>
            <a:off x="720000" y="21973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i="1" dirty="0">
                <a:highlight>
                  <a:schemeClr val="accent2"/>
                </a:highlight>
              </a:rPr>
              <a:t>DeBERTa-v3 Baseline</a:t>
            </a:r>
            <a:endParaRPr b="0" i="1" dirty="0">
              <a:highlight>
                <a:schemeClr val="accent2"/>
              </a:highlight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85B096D-8E52-C001-A672-1318C3137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4419" y="1099929"/>
            <a:ext cx="5252953" cy="33335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B991CB-C331-127F-E709-D9214AD02394}"/>
              </a:ext>
            </a:extLst>
          </p:cNvPr>
          <p:cNvSpPr txBox="1"/>
          <p:nvPr/>
        </p:nvSpPr>
        <p:spPr>
          <a:xfrm>
            <a:off x="330815" y="1527878"/>
            <a:ext cx="3777358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900" b="1" dirty="0"/>
              <a:t>Baseline Performance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/>
              <a:t>DeBERTa-v3 used as the baseline classifier.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/>
              <a:t>Evaluated on the final test set after 8 epochs.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/>
              <a:t>Accuracy: 74.67%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/>
              <a:t>Precision: 82.76%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/>
              <a:t>Recall: 63.16%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/>
              <a:t>F1-Score: 71.64%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1">
          <a:extLst>
            <a:ext uri="{FF2B5EF4-FFF2-40B4-BE49-F238E27FC236}">
              <a16:creationId xmlns:a16="http://schemas.microsoft.com/office/drawing/2014/main" id="{A125108A-A52A-8561-486D-F80E78414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B541AA-77E5-C902-367E-388652D18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983" y="100468"/>
            <a:ext cx="2895600" cy="5143500"/>
          </a:xfrm>
          <a:prstGeom prst="rect">
            <a:avLst/>
          </a:prstGeom>
        </p:spPr>
      </p:pic>
      <p:sp>
        <p:nvSpPr>
          <p:cNvPr id="7" name="Google Shape;1941;p43">
            <a:extLst>
              <a:ext uri="{FF2B5EF4-FFF2-40B4-BE49-F238E27FC236}">
                <a16:creationId xmlns:a16="http://schemas.microsoft.com/office/drawing/2014/main" id="{0596CF72-13FC-41E0-9DC9-21E8E85A34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976278" y="10046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i="1" dirty="0">
                <a:highlight>
                  <a:schemeClr val="accent2"/>
                </a:highlight>
              </a:rPr>
              <a:t>DeBERTa-v3 + Attention</a:t>
            </a:r>
            <a:br>
              <a:rPr lang="en-IN" i="1" dirty="0">
                <a:highlight>
                  <a:schemeClr val="accent2"/>
                </a:highlight>
              </a:rPr>
            </a:br>
            <a:endParaRPr b="0" i="1" dirty="0">
              <a:highlight>
                <a:schemeClr val="accent2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2E8BFC-F91D-D2E3-D580-8ABB730CD077}"/>
              </a:ext>
            </a:extLst>
          </p:cNvPr>
          <p:cNvSpPr txBox="1"/>
          <p:nvPr/>
        </p:nvSpPr>
        <p:spPr>
          <a:xfrm>
            <a:off x="621197" y="1088224"/>
            <a:ext cx="5065642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/>
              <a:t>Attention Model Performance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Attention mechanism added to the DeBERTa-v3 model.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Evaluated on 75 test samples.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Accuracy: 78.67%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Precision: 86.67%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Recall: 68.42%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F1-Score: 76.47%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/>
          </a:p>
          <a:p>
            <a:pPr>
              <a:buNone/>
            </a:pPr>
            <a:r>
              <a:rPr lang="en-IN" sz="1800" b="1" dirty="0"/>
              <a:t>Confusion Matrix: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Correct Healthy predictions: 33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Correct Alzheimer’s predictions: 26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Total correct: 59 / 75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319309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41;p43">
            <a:extLst>
              <a:ext uri="{FF2B5EF4-FFF2-40B4-BE49-F238E27FC236}">
                <a16:creationId xmlns:a16="http://schemas.microsoft.com/office/drawing/2014/main" id="{D8780758-43B2-C801-7368-468CD1B425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1096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i="1" dirty="0">
                <a:highlight>
                  <a:schemeClr val="accent2"/>
                </a:highlight>
              </a:rPr>
              <a:t>Final Test Results</a:t>
            </a:r>
            <a:endParaRPr b="0" i="1" dirty="0">
              <a:highlight>
                <a:schemeClr val="accent2"/>
              </a:highligh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D75EB5-B815-AA85-08A4-B2CC92E17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096" y="701359"/>
            <a:ext cx="4244708" cy="39703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59249F-50E3-CC81-B1A6-2C36075C0A08}"/>
              </a:ext>
            </a:extLst>
          </p:cNvPr>
          <p:cNvSpPr txBox="1"/>
          <p:nvPr/>
        </p:nvSpPr>
        <p:spPr>
          <a:xfrm>
            <a:off x="675861" y="1255380"/>
            <a:ext cx="342568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/>
              <a:t>Final Model Performance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Test Samples: 75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Accuracy: 82.67%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Precision: 88.24%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Recall: 76.92%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F1-Score: 82.19%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/>
          </a:p>
          <a:p>
            <a:pPr>
              <a:buNone/>
            </a:pPr>
            <a:r>
              <a:rPr lang="en-IN" sz="1800" b="1" dirty="0"/>
              <a:t>Confusion Matrix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Correct Healthy: 32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Correct Alzheimer’s: 30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Misclassified samples: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7">
          <a:extLst>
            <a:ext uri="{FF2B5EF4-FFF2-40B4-BE49-F238E27FC236}">
              <a16:creationId xmlns:a16="http://schemas.microsoft.com/office/drawing/2014/main" id="{73F4697B-DBA8-95FB-13B0-4C3329F93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43">
            <a:extLst>
              <a:ext uri="{FF2B5EF4-FFF2-40B4-BE49-F238E27FC236}">
                <a16:creationId xmlns:a16="http://schemas.microsoft.com/office/drawing/2014/main" id="{90A5784E-A122-03EB-21FA-46FC664FBB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39147" y="219738"/>
            <a:ext cx="938916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>
                <a:highlight>
                  <a:schemeClr val="accent2"/>
                </a:highlight>
              </a:rPr>
              <a:t>DeBERTa-v3 + Attention + Mean Pooling</a:t>
            </a:r>
            <a:endParaRPr b="0" i="1" dirty="0">
              <a:highlight>
                <a:schemeClr val="accent2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7426AD-5ADD-0B1B-5F9B-1D697A84D819}"/>
              </a:ext>
            </a:extLst>
          </p:cNvPr>
          <p:cNvSpPr txBox="1"/>
          <p:nvPr/>
        </p:nvSpPr>
        <p:spPr>
          <a:xfrm>
            <a:off x="417444" y="1348145"/>
            <a:ext cx="342568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800" b="1" dirty="0"/>
              <a:t>Improved Model Performance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Test Samples: 75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Test Accuracy: 89.33%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Test Precision: 91.67%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Test Recall: 86.84%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Test F1-Score: 89.19%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/>
          </a:p>
          <a:p>
            <a:pPr>
              <a:buNone/>
            </a:pPr>
            <a:r>
              <a:rPr lang="en-IN" sz="1800" b="1" dirty="0"/>
              <a:t>Confusion Matrix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Correct Healthy: 34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Correct Alzheimer’s: 33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Misclassified samples: 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91D717-7B5A-8F71-C805-5462F3221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955" y="971720"/>
            <a:ext cx="3740176" cy="425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82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Google Shape;2259;p57"/>
          <p:cNvSpPr txBox="1">
            <a:spLocks noGrp="1"/>
          </p:cNvSpPr>
          <p:nvPr>
            <p:ph type="subTitle" idx="1"/>
          </p:nvPr>
        </p:nvSpPr>
        <p:spPr>
          <a:xfrm>
            <a:off x="1290763" y="2249388"/>
            <a:ext cx="2907600" cy="5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dirty="0"/>
              <a:t>Completed:</a:t>
            </a:r>
            <a:endParaRPr dirty="0"/>
          </a:p>
        </p:txBody>
      </p:sp>
      <p:sp>
        <p:nvSpPr>
          <p:cNvPr id="2260" name="Google Shape;2260;p57"/>
          <p:cNvSpPr txBox="1">
            <a:spLocks noGrp="1"/>
          </p:cNvSpPr>
          <p:nvPr>
            <p:ph type="subTitle" idx="2"/>
          </p:nvPr>
        </p:nvSpPr>
        <p:spPr>
          <a:xfrm>
            <a:off x="4945638" y="2249388"/>
            <a:ext cx="2907600" cy="5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dirty="0"/>
              <a:t>Future Work:</a:t>
            </a:r>
            <a:endParaRPr dirty="0"/>
          </a:p>
        </p:txBody>
      </p:sp>
      <p:sp>
        <p:nvSpPr>
          <p:cNvPr id="2261" name="Google Shape;2261;p57"/>
          <p:cNvSpPr txBox="1">
            <a:spLocks noGrp="1"/>
          </p:cNvSpPr>
          <p:nvPr>
            <p:ph type="subTitle" idx="3"/>
          </p:nvPr>
        </p:nvSpPr>
        <p:spPr>
          <a:xfrm>
            <a:off x="1290775" y="2797300"/>
            <a:ext cx="2907600" cy="18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Dataset preprocessing </a:t>
            </a:r>
          </a:p>
          <a:p>
            <a:pPr lvl="0"/>
            <a:r>
              <a:rPr lang="en-IN" dirty="0"/>
              <a:t>DeBERTa-v3 baseline training </a:t>
            </a:r>
          </a:p>
          <a:p>
            <a:pPr lvl="0"/>
            <a:r>
              <a:rPr lang="en-IN" dirty="0"/>
              <a:t>Attention mechanism implementation </a:t>
            </a:r>
          </a:p>
          <a:p>
            <a:pPr lvl="0"/>
            <a:r>
              <a:rPr lang="en-IN" dirty="0"/>
              <a:t>Regularization experiment </a:t>
            </a:r>
          </a:p>
          <a:p>
            <a:pPr lvl="0"/>
            <a:r>
              <a:rPr lang="en-IN" dirty="0"/>
              <a:t>Comparative evaluation </a:t>
            </a:r>
          </a:p>
          <a:p>
            <a:pPr lvl="0"/>
            <a:r>
              <a:rPr lang="en-IN" dirty="0"/>
              <a:t>Final model evaluation </a:t>
            </a:r>
          </a:p>
          <a:p>
            <a:pPr lvl="0"/>
            <a:r>
              <a:rPr lang="en-IN" dirty="0"/>
              <a:t>Research paper draft preparation</a:t>
            </a:r>
          </a:p>
        </p:txBody>
      </p:sp>
      <p:sp>
        <p:nvSpPr>
          <p:cNvPr id="2262" name="Google Shape;2262;p57"/>
          <p:cNvSpPr txBox="1">
            <a:spLocks noGrp="1"/>
          </p:cNvSpPr>
          <p:nvPr>
            <p:ph type="subTitle" idx="4"/>
          </p:nvPr>
        </p:nvSpPr>
        <p:spPr>
          <a:xfrm>
            <a:off x="4945650" y="2797300"/>
            <a:ext cx="2907600" cy="18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Integrate final model into </a:t>
            </a:r>
            <a:r>
              <a:rPr lang="en-IN" dirty="0" err="1"/>
              <a:t>AlzDx</a:t>
            </a:r>
            <a:r>
              <a:rPr lang="en-IN" dirty="0"/>
              <a:t> application </a:t>
            </a:r>
          </a:p>
          <a:p>
            <a:pPr lvl="0"/>
            <a:r>
              <a:rPr lang="en-IN" dirty="0"/>
              <a:t>Speech/audio input pipeline </a:t>
            </a:r>
          </a:p>
          <a:p>
            <a:pPr lvl="0"/>
            <a:r>
              <a:rPr lang="en-IN" dirty="0"/>
              <a:t>Explainable prediction/report generation </a:t>
            </a:r>
          </a:p>
          <a:p>
            <a:pPr lvl="0"/>
            <a:r>
              <a:rPr lang="en-IN" dirty="0"/>
              <a:t>AI assistant integration </a:t>
            </a:r>
          </a:p>
          <a:p>
            <a:pPr lvl="0"/>
            <a:r>
              <a:rPr lang="en-IN" dirty="0"/>
              <a:t>Further validation on larger datasets</a:t>
            </a:r>
          </a:p>
        </p:txBody>
      </p:sp>
      <p:sp>
        <p:nvSpPr>
          <p:cNvPr id="2263" name="Google Shape;2263;p57"/>
          <p:cNvSpPr txBox="1">
            <a:spLocks noGrp="1"/>
          </p:cNvSpPr>
          <p:nvPr>
            <p:ph type="title"/>
          </p:nvPr>
        </p:nvSpPr>
        <p:spPr>
          <a:xfrm>
            <a:off x="720000" y="29503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i="1" dirty="0">
                <a:highlight>
                  <a:schemeClr val="accent2"/>
                </a:highlight>
              </a:rPr>
              <a:t>Conclusion &amp; Future Work</a:t>
            </a:r>
            <a:endParaRPr i="1" dirty="0">
              <a:highlight>
                <a:schemeClr val="accent2"/>
              </a:highlight>
            </a:endParaRPr>
          </a:p>
        </p:txBody>
      </p:sp>
      <p:sp>
        <p:nvSpPr>
          <p:cNvPr id="2264" name="Google Shape;2264;p57"/>
          <p:cNvSpPr/>
          <p:nvPr/>
        </p:nvSpPr>
        <p:spPr>
          <a:xfrm>
            <a:off x="2270275" y="1271675"/>
            <a:ext cx="948600" cy="9486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5" name="Google Shape;2265;p57"/>
          <p:cNvSpPr/>
          <p:nvPr/>
        </p:nvSpPr>
        <p:spPr>
          <a:xfrm>
            <a:off x="5925150" y="1271675"/>
            <a:ext cx="948600" cy="9486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66" name="Google Shape;2266;p57"/>
          <p:cNvGrpSpPr/>
          <p:nvPr/>
        </p:nvGrpSpPr>
        <p:grpSpPr>
          <a:xfrm>
            <a:off x="2526578" y="1506848"/>
            <a:ext cx="435985" cy="478261"/>
            <a:chOff x="2003625" y="3615985"/>
            <a:chExt cx="351120" cy="385167"/>
          </a:xfrm>
        </p:grpSpPr>
        <p:sp>
          <p:nvSpPr>
            <p:cNvPr id="2267" name="Google Shape;2267;p57"/>
            <p:cNvSpPr/>
            <p:nvPr/>
          </p:nvSpPr>
          <p:spPr>
            <a:xfrm>
              <a:off x="2069376" y="3615985"/>
              <a:ext cx="285369" cy="369297"/>
            </a:xfrm>
            <a:custGeom>
              <a:avLst/>
              <a:gdLst/>
              <a:ahLst/>
              <a:cxnLst/>
              <a:rect l="l" t="t" r="r" b="b"/>
              <a:pathLst>
                <a:path w="8038" h="10402" extrusionOk="0">
                  <a:moveTo>
                    <a:pt x="3050" y="0"/>
                  </a:moveTo>
                  <a:cubicBezTo>
                    <a:pt x="1824" y="0"/>
                    <a:pt x="802" y="364"/>
                    <a:pt x="71" y="1024"/>
                  </a:cubicBezTo>
                  <a:cubicBezTo>
                    <a:pt x="5" y="1084"/>
                    <a:pt x="0" y="1184"/>
                    <a:pt x="59" y="1248"/>
                  </a:cubicBezTo>
                  <a:cubicBezTo>
                    <a:pt x="91" y="1283"/>
                    <a:pt x="134" y="1301"/>
                    <a:pt x="178" y="1301"/>
                  </a:cubicBezTo>
                  <a:cubicBezTo>
                    <a:pt x="216" y="1301"/>
                    <a:pt x="254" y="1287"/>
                    <a:pt x="284" y="1260"/>
                  </a:cubicBezTo>
                  <a:cubicBezTo>
                    <a:pt x="956" y="653"/>
                    <a:pt x="1939" y="318"/>
                    <a:pt x="3050" y="318"/>
                  </a:cubicBezTo>
                  <a:cubicBezTo>
                    <a:pt x="4218" y="318"/>
                    <a:pt x="5364" y="622"/>
                    <a:pt x="6192" y="1152"/>
                  </a:cubicBezTo>
                  <a:cubicBezTo>
                    <a:pt x="7192" y="1792"/>
                    <a:pt x="7720" y="2744"/>
                    <a:pt x="7720" y="3909"/>
                  </a:cubicBezTo>
                  <a:cubicBezTo>
                    <a:pt x="7720" y="5351"/>
                    <a:pt x="7531" y="5943"/>
                    <a:pt x="6275" y="7079"/>
                  </a:cubicBezTo>
                  <a:cubicBezTo>
                    <a:pt x="5913" y="7406"/>
                    <a:pt x="5956" y="8149"/>
                    <a:pt x="6402" y="9354"/>
                  </a:cubicBezTo>
                  <a:cubicBezTo>
                    <a:pt x="6429" y="9427"/>
                    <a:pt x="6424" y="9505"/>
                    <a:pt x="6388" y="9573"/>
                  </a:cubicBezTo>
                  <a:cubicBezTo>
                    <a:pt x="6353" y="9640"/>
                    <a:pt x="6293" y="9688"/>
                    <a:pt x="6218" y="9708"/>
                  </a:cubicBezTo>
                  <a:lnTo>
                    <a:pt x="4741" y="10088"/>
                  </a:lnTo>
                  <a:cubicBezTo>
                    <a:pt x="4656" y="10110"/>
                    <a:pt x="4606" y="10197"/>
                    <a:pt x="4627" y="10282"/>
                  </a:cubicBezTo>
                  <a:cubicBezTo>
                    <a:pt x="4643" y="10333"/>
                    <a:pt x="4703" y="10401"/>
                    <a:pt x="4784" y="10401"/>
                  </a:cubicBezTo>
                  <a:cubicBezTo>
                    <a:pt x="4796" y="10401"/>
                    <a:pt x="4808" y="10400"/>
                    <a:pt x="4821" y="10396"/>
                  </a:cubicBezTo>
                  <a:lnTo>
                    <a:pt x="6297" y="10016"/>
                  </a:lnTo>
                  <a:cubicBezTo>
                    <a:pt x="6457" y="9974"/>
                    <a:pt x="6593" y="9866"/>
                    <a:pt x="6670" y="9719"/>
                  </a:cubicBezTo>
                  <a:cubicBezTo>
                    <a:pt x="6747" y="9573"/>
                    <a:pt x="6758" y="9399"/>
                    <a:pt x="6700" y="9243"/>
                  </a:cubicBezTo>
                  <a:cubicBezTo>
                    <a:pt x="6326" y="8234"/>
                    <a:pt x="6248" y="7531"/>
                    <a:pt x="6487" y="7315"/>
                  </a:cubicBezTo>
                  <a:cubicBezTo>
                    <a:pt x="7814" y="6114"/>
                    <a:pt x="8038" y="5411"/>
                    <a:pt x="8038" y="3909"/>
                  </a:cubicBezTo>
                  <a:cubicBezTo>
                    <a:pt x="8038" y="2630"/>
                    <a:pt x="7459" y="1585"/>
                    <a:pt x="6363" y="884"/>
                  </a:cubicBezTo>
                  <a:cubicBezTo>
                    <a:pt x="5485" y="322"/>
                    <a:pt x="4277" y="0"/>
                    <a:pt x="30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57"/>
            <p:cNvSpPr/>
            <p:nvPr/>
          </p:nvSpPr>
          <p:spPr>
            <a:xfrm>
              <a:off x="2003625" y="3670943"/>
              <a:ext cx="216423" cy="330209"/>
            </a:xfrm>
            <a:custGeom>
              <a:avLst/>
              <a:gdLst/>
              <a:ahLst/>
              <a:cxnLst/>
              <a:rect l="l" t="t" r="r" b="b"/>
              <a:pathLst>
                <a:path w="6096" h="9301" extrusionOk="0">
                  <a:moveTo>
                    <a:pt x="1544" y="1"/>
                  </a:moveTo>
                  <a:cubicBezTo>
                    <a:pt x="1492" y="1"/>
                    <a:pt x="1441" y="26"/>
                    <a:pt x="1410" y="73"/>
                  </a:cubicBezTo>
                  <a:cubicBezTo>
                    <a:pt x="1116" y="520"/>
                    <a:pt x="948" y="1038"/>
                    <a:pt x="911" y="1609"/>
                  </a:cubicBezTo>
                  <a:cubicBezTo>
                    <a:pt x="895" y="1838"/>
                    <a:pt x="827" y="1984"/>
                    <a:pt x="766" y="2113"/>
                  </a:cubicBezTo>
                  <a:cubicBezTo>
                    <a:pt x="732" y="2184"/>
                    <a:pt x="700" y="2250"/>
                    <a:pt x="685" y="2320"/>
                  </a:cubicBezTo>
                  <a:cubicBezTo>
                    <a:pt x="638" y="2518"/>
                    <a:pt x="747" y="2692"/>
                    <a:pt x="843" y="2844"/>
                  </a:cubicBezTo>
                  <a:cubicBezTo>
                    <a:pt x="882" y="2904"/>
                    <a:pt x="918" y="2961"/>
                    <a:pt x="940" y="3013"/>
                  </a:cubicBezTo>
                  <a:cubicBezTo>
                    <a:pt x="955" y="3048"/>
                    <a:pt x="953" y="3091"/>
                    <a:pt x="933" y="3125"/>
                  </a:cubicBezTo>
                  <a:cubicBezTo>
                    <a:pt x="792" y="3376"/>
                    <a:pt x="617" y="3569"/>
                    <a:pt x="328" y="3792"/>
                  </a:cubicBezTo>
                  <a:cubicBezTo>
                    <a:pt x="197" y="3892"/>
                    <a:pt x="0" y="4044"/>
                    <a:pt x="0" y="4318"/>
                  </a:cubicBezTo>
                  <a:cubicBezTo>
                    <a:pt x="1" y="4599"/>
                    <a:pt x="179" y="4797"/>
                    <a:pt x="528" y="4905"/>
                  </a:cubicBezTo>
                  <a:cubicBezTo>
                    <a:pt x="595" y="4926"/>
                    <a:pt x="622" y="4946"/>
                    <a:pt x="630" y="4954"/>
                  </a:cubicBezTo>
                  <a:cubicBezTo>
                    <a:pt x="620" y="5007"/>
                    <a:pt x="498" y="5131"/>
                    <a:pt x="375" y="5211"/>
                  </a:cubicBezTo>
                  <a:cubicBezTo>
                    <a:pt x="358" y="5222"/>
                    <a:pt x="342" y="5237"/>
                    <a:pt x="331" y="5254"/>
                  </a:cubicBezTo>
                  <a:cubicBezTo>
                    <a:pt x="261" y="5356"/>
                    <a:pt x="226" y="5564"/>
                    <a:pt x="420" y="5718"/>
                  </a:cubicBezTo>
                  <a:cubicBezTo>
                    <a:pt x="473" y="5761"/>
                    <a:pt x="517" y="5799"/>
                    <a:pt x="551" y="5831"/>
                  </a:cubicBezTo>
                  <a:cubicBezTo>
                    <a:pt x="407" y="6016"/>
                    <a:pt x="444" y="6221"/>
                    <a:pt x="520" y="6333"/>
                  </a:cubicBezTo>
                  <a:cubicBezTo>
                    <a:pt x="543" y="6366"/>
                    <a:pt x="578" y="6390"/>
                    <a:pt x="617" y="6398"/>
                  </a:cubicBezTo>
                  <a:cubicBezTo>
                    <a:pt x="647" y="6404"/>
                    <a:pt x="738" y="6431"/>
                    <a:pt x="803" y="6475"/>
                  </a:cubicBezTo>
                  <a:cubicBezTo>
                    <a:pt x="733" y="6595"/>
                    <a:pt x="619" y="6798"/>
                    <a:pt x="694" y="7114"/>
                  </a:cubicBezTo>
                  <a:cubicBezTo>
                    <a:pt x="792" y="7516"/>
                    <a:pt x="1098" y="7761"/>
                    <a:pt x="1602" y="7844"/>
                  </a:cubicBezTo>
                  <a:cubicBezTo>
                    <a:pt x="1653" y="7852"/>
                    <a:pt x="1711" y="7855"/>
                    <a:pt x="1777" y="7855"/>
                  </a:cubicBezTo>
                  <a:cubicBezTo>
                    <a:pt x="2003" y="7855"/>
                    <a:pt x="2310" y="7812"/>
                    <a:pt x="2655" y="7764"/>
                  </a:cubicBezTo>
                  <a:cubicBezTo>
                    <a:pt x="2731" y="7753"/>
                    <a:pt x="2809" y="7742"/>
                    <a:pt x="2888" y="7732"/>
                  </a:cubicBezTo>
                  <a:cubicBezTo>
                    <a:pt x="2945" y="7724"/>
                    <a:pt x="3001" y="7720"/>
                    <a:pt x="3054" y="7720"/>
                  </a:cubicBezTo>
                  <a:cubicBezTo>
                    <a:pt x="3713" y="7720"/>
                    <a:pt x="4044" y="8300"/>
                    <a:pt x="4302" y="8935"/>
                  </a:cubicBezTo>
                  <a:cubicBezTo>
                    <a:pt x="4393" y="9160"/>
                    <a:pt x="4613" y="9300"/>
                    <a:pt x="4846" y="9300"/>
                  </a:cubicBezTo>
                  <a:cubicBezTo>
                    <a:pt x="4894" y="9300"/>
                    <a:pt x="4943" y="9295"/>
                    <a:pt x="4992" y="9283"/>
                  </a:cubicBezTo>
                  <a:lnTo>
                    <a:pt x="5960" y="9033"/>
                  </a:lnTo>
                  <a:cubicBezTo>
                    <a:pt x="6045" y="9011"/>
                    <a:pt x="6096" y="8924"/>
                    <a:pt x="6074" y="8839"/>
                  </a:cubicBezTo>
                  <a:cubicBezTo>
                    <a:pt x="6056" y="8767"/>
                    <a:pt x="5991" y="8720"/>
                    <a:pt x="5920" y="8720"/>
                  </a:cubicBezTo>
                  <a:cubicBezTo>
                    <a:pt x="5907" y="8720"/>
                    <a:pt x="5893" y="8721"/>
                    <a:pt x="5880" y="8725"/>
                  </a:cubicBezTo>
                  <a:lnTo>
                    <a:pt x="4912" y="8974"/>
                  </a:lnTo>
                  <a:cubicBezTo>
                    <a:pt x="4889" y="8980"/>
                    <a:pt x="4867" y="8982"/>
                    <a:pt x="4844" y="8982"/>
                  </a:cubicBezTo>
                  <a:cubicBezTo>
                    <a:pt x="4738" y="8982"/>
                    <a:pt x="4638" y="8918"/>
                    <a:pt x="4597" y="8816"/>
                  </a:cubicBezTo>
                  <a:cubicBezTo>
                    <a:pt x="4420" y="8382"/>
                    <a:pt x="4022" y="7402"/>
                    <a:pt x="3053" y="7402"/>
                  </a:cubicBezTo>
                  <a:cubicBezTo>
                    <a:pt x="2986" y="7402"/>
                    <a:pt x="2917" y="7407"/>
                    <a:pt x="2844" y="7416"/>
                  </a:cubicBezTo>
                  <a:cubicBezTo>
                    <a:pt x="2766" y="7427"/>
                    <a:pt x="2687" y="7438"/>
                    <a:pt x="2610" y="7450"/>
                  </a:cubicBezTo>
                  <a:cubicBezTo>
                    <a:pt x="2300" y="7492"/>
                    <a:pt x="1981" y="7537"/>
                    <a:pt x="1777" y="7537"/>
                  </a:cubicBezTo>
                  <a:cubicBezTo>
                    <a:pt x="1729" y="7537"/>
                    <a:pt x="1688" y="7535"/>
                    <a:pt x="1654" y="7529"/>
                  </a:cubicBezTo>
                  <a:cubicBezTo>
                    <a:pt x="1277" y="7467"/>
                    <a:pt x="1069" y="7312"/>
                    <a:pt x="1002" y="7038"/>
                  </a:cubicBezTo>
                  <a:cubicBezTo>
                    <a:pt x="956" y="6849"/>
                    <a:pt x="1011" y="6751"/>
                    <a:pt x="1076" y="6637"/>
                  </a:cubicBezTo>
                  <a:cubicBezTo>
                    <a:pt x="1160" y="6513"/>
                    <a:pt x="1115" y="6300"/>
                    <a:pt x="988" y="6217"/>
                  </a:cubicBezTo>
                  <a:cubicBezTo>
                    <a:pt x="914" y="6165"/>
                    <a:pt x="830" y="6131"/>
                    <a:pt x="770" y="6111"/>
                  </a:cubicBezTo>
                  <a:cubicBezTo>
                    <a:pt x="768" y="6077"/>
                    <a:pt x="784" y="6025"/>
                    <a:pt x="866" y="5965"/>
                  </a:cubicBezTo>
                  <a:cubicBezTo>
                    <a:pt x="901" y="5940"/>
                    <a:pt x="924" y="5902"/>
                    <a:pt x="930" y="5859"/>
                  </a:cubicBezTo>
                  <a:cubicBezTo>
                    <a:pt x="937" y="5817"/>
                    <a:pt x="925" y="5774"/>
                    <a:pt x="899" y="5740"/>
                  </a:cubicBezTo>
                  <a:cubicBezTo>
                    <a:pt x="890" y="5727"/>
                    <a:pt x="803" y="5616"/>
                    <a:pt x="618" y="5469"/>
                  </a:cubicBezTo>
                  <a:cubicBezTo>
                    <a:pt x="605" y="5459"/>
                    <a:pt x="599" y="5452"/>
                    <a:pt x="595" y="5445"/>
                  </a:cubicBezTo>
                  <a:cubicBezTo>
                    <a:pt x="727" y="5352"/>
                    <a:pt x="978" y="5141"/>
                    <a:pt x="946" y="4906"/>
                  </a:cubicBezTo>
                  <a:cubicBezTo>
                    <a:pt x="931" y="4808"/>
                    <a:pt x="864" y="4675"/>
                    <a:pt x="621" y="4600"/>
                  </a:cubicBezTo>
                  <a:cubicBezTo>
                    <a:pt x="355" y="4518"/>
                    <a:pt x="319" y="4416"/>
                    <a:pt x="319" y="4317"/>
                  </a:cubicBezTo>
                  <a:cubicBezTo>
                    <a:pt x="318" y="4216"/>
                    <a:pt x="378" y="4154"/>
                    <a:pt x="522" y="4043"/>
                  </a:cubicBezTo>
                  <a:cubicBezTo>
                    <a:pt x="748" y="3868"/>
                    <a:pt x="1007" y="3641"/>
                    <a:pt x="1210" y="3281"/>
                  </a:cubicBezTo>
                  <a:cubicBezTo>
                    <a:pt x="1278" y="3160"/>
                    <a:pt x="1286" y="3013"/>
                    <a:pt x="1232" y="2888"/>
                  </a:cubicBezTo>
                  <a:cubicBezTo>
                    <a:pt x="1200" y="2813"/>
                    <a:pt x="1155" y="2742"/>
                    <a:pt x="1112" y="2674"/>
                  </a:cubicBezTo>
                  <a:cubicBezTo>
                    <a:pt x="1045" y="2569"/>
                    <a:pt x="978" y="2461"/>
                    <a:pt x="994" y="2393"/>
                  </a:cubicBezTo>
                  <a:cubicBezTo>
                    <a:pt x="1002" y="2356"/>
                    <a:pt x="1026" y="2306"/>
                    <a:pt x="1053" y="2249"/>
                  </a:cubicBezTo>
                  <a:cubicBezTo>
                    <a:pt x="1118" y="2110"/>
                    <a:pt x="1208" y="1919"/>
                    <a:pt x="1227" y="1630"/>
                  </a:cubicBezTo>
                  <a:cubicBezTo>
                    <a:pt x="1261" y="1114"/>
                    <a:pt x="1412" y="648"/>
                    <a:pt x="1676" y="247"/>
                  </a:cubicBezTo>
                  <a:cubicBezTo>
                    <a:pt x="1725" y="173"/>
                    <a:pt x="1704" y="75"/>
                    <a:pt x="1631" y="27"/>
                  </a:cubicBezTo>
                  <a:cubicBezTo>
                    <a:pt x="1604" y="9"/>
                    <a:pt x="1574" y="1"/>
                    <a:pt x="15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57"/>
            <p:cNvSpPr/>
            <p:nvPr/>
          </p:nvSpPr>
          <p:spPr>
            <a:xfrm>
              <a:off x="2079423" y="3645097"/>
              <a:ext cx="247310" cy="177761"/>
            </a:xfrm>
            <a:custGeom>
              <a:avLst/>
              <a:gdLst/>
              <a:ahLst/>
              <a:cxnLst/>
              <a:rect l="l" t="t" r="r" b="b"/>
              <a:pathLst>
                <a:path w="6966" h="5007" extrusionOk="0">
                  <a:moveTo>
                    <a:pt x="3483" y="1"/>
                  </a:moveTo>
                  <a:cubicBezTo>
                    <a:pt x="3428" y="1"/>
                    <a:pt x="3375" y="21"/>
                    <a:pt x="3334" y="59"/>
                  </a:cubicBezTo>
                  <a:lnTo>
                    <a:pt x="2947" y="417"/>
                  </a:lnTo>
                  <a:lnTo>
                    <a:pt x="2650" y="148"/>
                  </a:lnTo>
                  <a:cubicBezTo>
                    <a:pt x="2608" y="110"/>
                    <a:pt x="2555" y="91"/>
                    <a:pt x="2502" y="91"/>
                  </a:cubicBezTo>
                  <a:cubicBezTo>
                    <a:pt x="2450" y="91"/>
                    <a:pt x="2398" y="109"/>
                    <a:pt x="2356" y="146"/>
                  </a:cubicBezTo>
                  <a:lnTo>
                    <a:pt x="2137" y="339"/>
                  </a:lnTo>
                  <a:lnTo>
                    <a:pt x="1802" y="213"/>
                  </a:lnTo>
                  <a:cubicBezTo>
                    <a:pt x="1777" y="203"/>
                    <a:pt x="1751" y="199"/>
                    <a:pt x="1724" y="199"/>
                  </a:cubicBezTo>
                  <a:cubicBezTo>
                    <a:pt x="1687" y="199"/>
                    <a:pt x="1649" y="208"/>
                    <a:pt x="1616" y="227"/>
                  </a:cubicBezTo>
                  <a:cubicBezTo>
                    <a:pt x="1559" y="259"/>
                    <a:pt x="1518" y="315"/>
                    <a:pt x="1507" y="380"/>
                  </a:cubicBezTo>
                  <a:lnTo>
                    <a:pt x="1439" y="757"/>
                  </a:lnTo>
                  <a:lnTo>
                    <a:pt x="1165" y="732"/>
                  </a:lnTo>
                  <a:cubicBezTo>
                    <a:pt x="1158" y="731"/>
                    <a:pt x="1151" y="731"/>
                    <a:pt x="1144" y="731"/>
                  </a:cubicBezTo>
                  <a:cubicBezTo>
                    <a:pt x="1055" y="731"/>
                    <a:pt x="972" y="786"/>
                    <a:pt x="940" y="870"/>
                  </a:cubicBezTo>
                  <a:lnTo>
                    <a:pt x="867" y="1056"/>
                  </a:lnTo>
                  <a:lnTo>
                    <a:pt x="402" y="1065"/>
                  </a:lnTo>
                  <a:cubicBezTo>
                    <a:pt x="311" y="1067"/>
                    <a:pt x="229" y="1126"/>
                    <a:pt x="199" y="1211"/>
                  </a:cubicBezTo>
                  <a:lnTo>
                    <a:pt x="29" y="1686"/>
                  </a:lnTo>
                  <a:cubicBezTo>
                    <a:pt x="0" y="1769"/>
                    <a:pt x="44" y="1859"/>
                    <a:pt x="126" y="1889"/>
                  </a:cubicBezTo>
                  <a:cubicBezTo>
                    <a:pt x="143" y="1895"/>
                    <a:pt x="161" y="1898"/>
                    <a:pt x="179" y="1898"/>
                  </a:cubicBezTo>
                  <a:cubicBezTo>
                    <a:pt x="245" y="1898"/>
                    <a:pt x="306" y="1858"/>
                    <a:pt x="329" y="1793"/>
                  </a:cubicBezTo>
                  <a:lnTo>
                    <a:pt x="476" y="1381"/>
                  </a:lnTo>
                  <a:lnTo>
                    <a:pt x="937" y="1372"/>
                  </a:lnTo>
                  <a:cubicBezTo>
                    <a:pt x="1027" y="1371"/>
                    <a:pt x="1105" y="1316"/>
                    <a:pt x="1139" y="1233"/>
                  </a:cubicBezTo>
                  <a:lnTo>
                    <a:pt x="1208" y="1055"/>
                  </a:lnTo>
                  <a:lnTo>
                    <a:pt x="1499" y="1082"/>
                  </a:lnTo>
                  <a:cubicBezTo>
                    <a:pt x="1506" y="1082"/>
                    <a:pt x="1513" y="1082"/>
                    <a:pt x="1520" y="1082"/>
                  </a:cubicBezTo>
                  <a:cubicBezTo>
                    <a:pt x="1626" y="1082"/>
                    <a:pt x="1717" y="1007"/>
                    <a:pt x="1737" y="900"/>
                  </a:cubicBezTo>
                  <a:lnTo>
                    <a:pt x="1799" y="552"/>
                  </a:lnTo>
                  <a:lnTo>
                    <a:pt x="2080" y="657"/>
                  </a:lnTo>
                  <a:cubicBezTo>
                    <a:pt x="2106" y="667"/>
                    <a:pt x="2132" y="672"/>
                    <a:pt x="2158" y="672"/>
                  </a:cubicBezTo>
                  <a:cubicBezTo>
                    <a:pt x="2211" y="672"/>
                    <a:pt x="2263" y="653"/>
                    <a:pt x="2304" y="617"/>
                  </a:cubicBezTo>
                  <a:lnTo>
                    <a:pt x="2501" y="442"/>
                  </a:lnTo>
                  <a:lnTo>
                    <a:pt x="2800" y="711"/>
                  </a:lnTo>
                  <a:cubicBezTo>
                    <a:pt x="2842" y="750"/>
                    <a:pt x="2895" y="769"/>
                    <a:pt x="2947" y="769"/>
                  </a:cubicBezTo>
                  <a:cubicBezTo>
                    <a:pt x="3001" y="769"/>
                    <a:pt x="3054" y="750"/>
                    <a:pt x="3097" y="710"/>
                  </a:cubicBezTo>
                  <a:lnTo>
                    <a:pt x="3460" y="375"/>
                  </a:lnTo>
                  <a:lnTo>
                    <a:pt x="3665" y="734"/>
                  </a:lnTo>
                  <a:cubicBezTo>
                    <a:pt x="3696" y="789"/>
                    <a:pt x="3750" y="829"/>
                    <a:pt x="3813" y="841"/>
                  </a:cubicBezTo>
                  <a:cubicBezTo>
                    <a:pt x="3827" y="844"/>
                    <a:pt x="3842" y="845"/>
                    <a:pt x="3856" y="845"/>
                  </a:cubicBezTo>
                  <a:cubicBezTo>
                    <a:pt x="3904" y="845"/>
                    <a:pt x="3951" y="830"/>
                    <a:pt x="3990" y="801"/>
                  </a:cubicBezTo>
                  <a:lnTo>
                    <a:pt x="4368" y="513"/>
                  </a:lnTo>
                  <a:lnTo>
                    <a:pt x="4448" y="729"/>
                  </a:lnTo>
                  <a:cubicBezTo>
                    <a:pt x="4481" y="818"/>
                    <a:pt x="4565" y="873"/>
                    <a:pt x="4655" y="873"/>
                  </a:cubicBezTo>
                  <a:cubicBezTo>
                    <a:pt x="4677" y="873"/>
                    <a:pt x="4700" y="870"/>
                    <a:pt x="4722" y="863"/>
                  </a:cubicBezTo>
                  <a:lnTo>
                    <a:pt x="4899" y="807"/>
                  </a:lnTo>
                  <a:lnTo>
                    <a:pt x="4924" y="1025"/>
                  </a:lnTo>
                  <a:cubicBezTo>
                    <a:pt x="4936" y="1126"/>
                    <a:pt x="5019" y="1208"/>
                    <a:pt x="5121" y="1218"/>
                  </a:cubicBezTo>
                  <a:lnTo>
                    <a:pt x="5394" y="1245"/>
                  </a:lnTo>
                  <a:lnTo>
                    <a:pt x="5477" y="1495"/>
                  </a:lnTo>
                  <a:cubicBezTo>
                    <a:pt x="5502" y="1571"/>
                    <a:pt x="5567" y="1627"/>
                    <a:pt x="5646" y="1641"/>
                  </a:cubicBezTo>
                  <a:lnTo>
                    <a:pt x="5997" y="1707"/>
                  </a:lnTo>
                  <a:lnTo>
                    <a:pt x="5856" y="2097"/>
                  </a:lnTo>
                  <a:cubicBezTo>
                    <a:pt x="5819" y="2199"/>
                    <a:pt x="5863" y="2314"/>
                    <a:pt x="5960" y="2366"/>
                  </a:cubicBezTo>
                  <a:lnTo>
                    <a:pt x="6247" y="2519"/>
                  </a:lnTo>
                  <a:lnTo>
                    <a:pt x="6207" y="2762"/>
                  </a:lnTo>
                  <a:cubicBezTo>
                    <a:pt x="6197" y="2821"/>
                    <a:pt x="6212" y="2883"/>
                    <a:pt x="6248" y="2930"/>
                  </a:cubicBezTo>
                  <a:lnTo>
                    <a:pt x="6440" y="3186"/>
                  </a:lnTo>
                  <a:lnTo>
                    <a:pt x="6338" y="3554"/>
                  </a:lnTo>
                  <a:cubicBezTo>
                    <a:pt x="6318" y="3634"/>
                    <a:pt x="6341" y="3718"/>
                    <a:pt x="6400" y="3774"/>
                  </a:cubicBezTo>
                  <a:lnTo>
                    <a:pt x="6589" y="3949"/>
                  </a:lnTo>
                  <a:lnTo>
                    <a:pt x="6334" y="4265"/>
                  </a:lnTo>
                  <a:cubicBezTo>
                    <a:pt x="6302" y="4304"/>
                    <a:pt x="6284" y="4353"/>
                    <a:pt x="6284" y="4404"/>
                  </a:cubicBezTo>
                  <a:lnTo>
                    <a:pt x="6284" y="4847"/>
                  </a:lnTo>
                  <a:cubicBezTo>
                    <a:pt x="6284" y="4935"/>
                    <a:pt x="6356" y="5007"/>
                    <a:pt x="6444" y="5007"/>
                  </a:cubicBezTo>
                  <a:cubicBezTo>
                    <a:pt x="6531" y="5007"/>
                    <a:pt x="6603" y="4935"/>
                    <a:pt x="6603" y="4847"/>
                  </a:cubicBezTo>
                  <a:lnTo>
                    <a:pt x="6603" y="4438"/>
                  </a:lnTo>
                  <a:lnTo>
                    <a:pt x="6893" y="4079"/>
                  </a:lnTo>
                  <a:cubicBezTo>
                    <a:pt x="6966" y="3990"/>
                    <a:pt x="6956" y="3858"/>
                    <a:pt x="6872" y="3779"/>
                  </a:cubicBezTo>
                  <a:lnTo>
                    <a:pt x="6661" y="3581"/>
                  </a:lnTo>
                  <a:lnTo>
                    <a:pt x="6758" y="3224"/>
                  </a:lnTo>
                  <a:cubicBezTo>
                    <a:pt x="6777" y="3157"/>
                    <a:pt x="6763" y="3088"/>
                    <a:pt x="6722" y="3033"/>
                  </a:cubicBezTo>
                  <a:lnTo>
                    <a:pt x="6527" y="2773"/>
                  </a:lnTo>
                  <a:lnTo>
                    <a:pt x="6572" y="2502"/>
                  </a:lnTo>
                  <a:cubicBezTo>
                    <a:pt x="6587" y="2409"/>
                    <a:pt x="6541" y="2315"/>
                    <a:pt x="6457" y="2271"/>
                  </a:cubicBezTo>
                  <a:lnTo>
                    <a:pt x="6183" y="2125"/>
                  </a:lnTo>
                  <a:lnTo>
                    <a:pt x="6335" y="1708"/>
                  </a:lnTo>
                  <a:cubicBezTo>
                    <a:pt x="6357" y="1647"/>
                    <a:pt x="6352" y="1579"/>
                    <a:pt x="6320" y="1522"/>
                  </a:cubicBezTo>
                  <a:lnTo>
                    <a:pt x="6320" y="1523"/>
                  </a:lnTo>
                  <a:cubicBezTo>
                    <a:pt x="6287" y="1466"/>
                    <a:pt x="6231" y="1428"/>
                    <a:pt x="6168" y="1415"/>
                  </a:cubicBezTo>
                  <a:lnTo>
                    <a:pt x="5760" y="1340"/>
                  </a:lnTo>
                  <a:lnTo>
                    <a:pt x="5675" y="1086"/>
                  </a:lnTo>
                  <a:cubicBezTo>
                    <a:pt x="5647" y="1003"/>
                    <a:pt x="5573" y="945"/>
                    <a:pt x="5487" y="935"/>
                  </a:cubicBezTo>
                  <a:lnTo>
                    <a:pt x="5231" y="910"/>
                  </a:lnTo>
                  <a:lnTo>
                    <a:pt x="5201" y="652"/>
                  </a:lnTo>
                  <a:cubicBezTo>
                    <a:pt x="5194" y="587"/>
                    <a:pt x="5157" y="529"/>
                    <a:pt x="5101" y="493"/>
                  </a:cubicBezTo>
                  <a:cubicBezTo>
                    <a:pt x="5065" y="470"/>
                    <a:pt x="5024" y="458"/>
                    <a:pt x="4981" y="458"/>
                  </a:cubicBezTo>
                  <a:cubicBezTo>
                    <a:pt x="4959" y="458"/>
                    <a:pt x="4937" y="461"/>
                    <a:pt x="4915" y="468"/>
                  </a:cubicBezTo>
                  <a:lnTo>
                    <a:pt x="4715" y="532"/>
                  </a:lnTo>
                  <a:lnTo>
                    <a:pt x="4621" y="281"/>
                  </a:lnTo>
                  <a:cubicBezTo>
                    <a:pt x="4597" y="216"/>
                    <a:pt x="4542" y="165"/>
                    <a:pt x="4476" y="145"/>
                  </a:cubicBezTo>
                  <a:cubicBezTo>
                    <a:pt x="4456" y="140"/>
                    <a:pt x="4436" y="137"/>
                    <a:pt x="4416" y="137"/>
                  </a:cubicBezTo>
                  <a:cubicBezTo>
                    <a:pt x="4368" y="137"/>
                    <a:pt x="4320" y="152"/>
                    <a:pt x="4281" y="182"/>
                  </a:cubicBezTo>
                  <a:lnTo>
                    <a:pt x="3886" y="481"/>
                  </a:lnTo>
                  <a:lnTo>
                    <a:pt x="3675" y="112"/>
                  </a:lnTo>
                  <a:cubicBezTo>
                    <a:pt x="3641" y="53"/>
                    <a:pt x="3583" y="14"/>
                    <a:pt x="3517" y="3"/>
                  </a:cubicBezTo>
                  <a:cubicBezTo>
                    <a:pt x="3506" y="2"/>
                    <a:pt x="3495" y="1"/>
                    <a:pt x="34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57"/>
            <p:cNvSpPr/>
            <p:nvPr/>
          </p:nvSpPr>
          <p:spPr>
            <a:xfrm>
              <a:off x="2100760" y="3744575"/>
              <a:ext cx="185820" cy="142223"/>
            </a:xfrm>
            <a:custGeom>
              <a:avLst/>
              <a:gdLst/>
              <a:ahLst/>
              <a:cxnLst/>
              <a:rect l="l" t="t" r="r" b="b"/>
              <a:pathLst>
                <a:path w="5234" h="4006" extrusionOk="0">
                  <a:moveTo>
                    <a:pt x="3501" y="2467"/>
                  </a:moveTo>
                  <a:cubicBezTo>
                    <a:pt x="3668" y="2553"/>
                    <a:pt x="3854" y="2599"/>
                    <a:pt x="4046" y="2599"/>
                  </a:cubicBezTo>
                  <a:cubicBezTo>
                    <a:pt x="4168" y="2599"/>
                    <a:pt x="4285" y="2581"/>
                    <a:pt x="4396" y="2547"/>
                  </a:cubicBezTo>
                  <a:lnTo>
                    <a:pt x="4396" y="2547"/>
                  </a:lnTo>
                  <a:cubicBezTo>
                    <a:pt x="4351" y="2792"/>
                    <a:pt x="4135" y="2979"/>
                    <a:pt x="3877" y="2979"/>
                  </a:cubicBezTo>
                  <a:cubicBezTo>
                    <a:pt x="3749" y="2979"/>
                    <a:pt x="3625" y="2932"/>
                    <a:pt x="3529" y="2847"/>
                  </a:cubicBezTo>
                  <a:cubicBezTo>
                    <a:pt x="3499" y="2821"/>
                    <a:pt x="3461" y="2807"/>
                    <a:pt x="3423" y="2807"/>
                  </a:cubicBezTo>
                  <a:cubicBezTo>
                    <a:pt x="3404" y="2807"/>
                    <a:pt x="3386" y="2810"/>
                    <a:pt x="3368" y="2817"/>
                  </a:cubicBezTo>
                  <a:cubicBezTo>
                    <a:pt x="3329" y="2832"/>
                    <a:pt x="3287" y="2839"/>
                    <a:pt x="3245" y="2839"/>
                  </a:cubicBezTo>
                  <a:cubicBezTo>
                    <a:pt x="3197" y="2839"/>
                    <a:pt x="3149" y="2830"/>
                    <a:pt x="3106" y="2812"/>
                  </a:cubicBezTo>
                  <a:lnTo>
                    <a:pt x="3066" y="2733"/>
                  </a:lnTo>
                  <a:cubicBezTo>
                    <a:pt x="3236" y="2688"/>
                    <a:pt x="3387" y="2595"/>
                    <a:pt x="3500" y="2467"/>
                  </a:cubicBezTo>
                  <a:close/>
                  <a:moveTo>
                    <a:pt x="2587" y="2724"/>
                  </a:moveTo>
                  <a:cubicBezTo>
                    <a:pt x="2632" y="2738"/>
                    <a:pt x="2678" y="2747"/>
                    <a:pt x="2723" y="2753"/>
                  </a:cubicBezTo>
                  <a:lnTo>
                    <a:pt x="3180" y="3688"/>
                  </a:lnTo>
                  <a:lnTo>
                    <a:pt x="2792" y="3688"/>
                  </a:lnTo>
                  <a:cubicBezTo>
                    <a:pt x="2748" y="3688"/>
                    <a:pt x="2707" y="3665"/>
                    <a:pt x="2684" y="3627"/>
                  </a:cubicBezTo>
                  <a:lnTo>
                    <a:pt x="2244" y="2902"/>
                  </a:lnTo>
                  <a:cubicBezTo>
                    <a:pt x="2374" y="2878"/>
                    <a:pt x="2493" y="2816"/>
                    <a:pt x="2587" y="2724"/>
                  </a:cubicBezTo>
                  <a:close/>
                  <a:moveTo>
                    <a:pt x="5005" y="1"/>
                  </a:moveTo>
                  <a:cubicBezTo>
                    <a:pt x="4919" y="1"/>
                    <a:pt x="4848" y="70"/>
                    <a:pt x="4846" y="157"/>
                  </a:cubicBezTo>
                  <a:cubicBezTo>
                    <a:pt x="4842" y="321"/>
                    <a:pt x="4782" y="480"/>
                    <a:pt x="4676" y="604"/>
                  </a:cubicBezTo>
                  <a:cubicBezTo>
                    <a:pt x="4623" y="666"/>
                    <a:pt x="4625" y="758"/>
                    <a:pt x="4680" y="817"/>
                  </a:cubicBezTo>
                  <a:cubicBezTo>
                    <a:pt x="4832" y="978"/>
                    <a:pt x="4915" y="1190"/>
                    <a:pt x="4915" y="1412"/>
                  </a:cubicBezTo>
                  <a:cubicBezTo>
                    <a:pt x="4915" y="1891"/>
                    <a:pt x="4525" y="2282"/>
                    <a:pt x="4045" y="2282"/>
                  </a:cubicBezTo>
                  <a:cubicBezTo>
                    <a:pt x="3912" y="2282"/>
                    <a:pt x="3783" y="2252"/>
                    <a:pt x="3665" y="2194"/>
                  </a:cubicBezTo>
                  <a:cubicBezTo>
                    <a:pt x="3684" y="2144"/>
                    <a:pt x="3699" y="2091"/>
                    <a:pt x="3708" y="2037"/>
                  </a:cubicBezTo>
                  <a:cubicBezTo>
                    <a:pt x="3724" y="1950"/>
                    <a:pt x="3666" y="1868"/>
                    <a:pt x="3580" y="1852"/>
                  </a:cubicBezTo>
                  <a:cubicBezTo>
                    <a:pt x="3570" y="1851"/>
                    <a:pt x="3561" y="1850"/>
                    <a:pt x="3552" y="1850"/>
                  </a:cubicBezTo>
                  <a:cubicBezTo>
                    <a:pt x="3476" y="1850"/>
                    <a:pt x="3409" y="1904"/>
                    <a:pt x="3395" y="1981"/>
                  </a:cubicBezTo>
                  <a:cubicBezTo>
                    <a:pt x="3348" y="2250"/>
                    <a:pt x="3115" y="2444"/>
                    <a:pt x="2842" y="2444"/>
                  </a:cubicBezTo>
                  <a:cubicBezTo>
                    <a:pt x="2761" y="2444"/>
                    <a:pt x="2682" y="2427"/>
                    <a:pt x="2607" y="2393"/>
                  </a:cubicBezTo>
                  <a:cubicBezTo>
                    <a:pt x="2586" y="2383"/>
                    <a:pt x="2563" y="2378"/>
                    <a:pt x="2540" y="2378"/>
                  </a:cubicBezTo>
                  <a:cubicBezTo>
                    <a:pt x="2490" y="2378"/>
                    <a:pt x="2441" y="2402"/>
                    <a:pt x="2410" y="2446"/>
                  </a:cubicBezTo>
                  <a:cubicBezTo>
                    <a:pt x="2345" y="2539"/>
                    <a:pt x="2237" y="2596"/>
                    <a:pt x="2122" y="2596"/>
                  </a:cubicBezTo>
                  <a:cubicBezTo>
                    <a:pt x="2031" y="2596"/>
                    <a:pt x="1944" y="2561"/>
                    <a:pt x="1878" y="2497"/>
                  </a:cubicBezTo>
                  <a:cubicBezTo>
                    <a:pt x="1848" y="2468"/>
                    <a:pt x="1809" y="2453"/>
                    <a:pt x="1769" y="2453"/>
                  </a:cubicBezTo>
                  <a:cubicBezTo>
                    <a:pt x="1748" y="2453"/>
                    <a:pt x="1727" y="2457"/>
                    <a:pt x="1707" y="2465"/>
                  </a:cubicBezTo>
                  <a:cubicBezTo>
                    <a:pt x="1647" y="2490"/>
                    <a:pt x="1583" y="2503"/>
                    <a:pt x="1517" y="2503"/>
                  </a:cubicBezTo>
                  <a:cubicBezTo>
                    <a:pt x="1262" y="2503"/>
                    <a:pt x="1047" y="2303"/>
                    <a:pt x="1027" y="2049"/>
                  </a:cubicBezTo>
                  <a:cubicBezTo>
                    <a:pt x="1021" y="1971"/>
                    <a:pt x="959" y="1908"/>
                    <a:pt x="881" y="1903"/>
                  </a:cubicBezTo>
                  <a:cubicBezTo>
                    <a:pt x="758" y="1894"/>
                    <a:pt x="660" y="1799"/>
                    <a:pt x="646" y="1676"/>
                  </a:cubicBezTo>
                  <a:cubicBezTo>
                    <a:pt x="635" y="1556"/>
                    <a:pt x="731" y="1396"/>
                    <a:pt x="898" y="1396"/>
                  </a:cubicBezTo>
                  <a:cubicBezTo>
                    <a:pt x="902" y="1396"/>
                    <a:pt x="907" y="1396"/>
                    <a:pt x="911" y="1396"/>
                  </a:cubicBezTo>
                  <a:cubicBezTo>
                    <a:pt x="913" y="1396"/>
                    <a:pt x="916" y="1396"/>
                    <a:pt x="919" y="1396"/>
                  </a:cubicBezTo>
                  <a:cubicBezTo>
                    <a:pt x="1000" y="1396"/>
                    <a:pt x="1070" y="1333"/>
                    <a:pt x="1077" y="1250"/>
                  </a:cubicBezTo>
                  <a:cubicBezTo>
                    <a:pt x="1092" y="1050"/>
                    <a:pt x="1248" y="890"/>
                    <a:pt x="1448" y="868"/>
                  </a:cubicBezTo>
                  <a:cubicBezTo>
                    <a:pt x="1462" y="867"/>
                    <a:pt x="1476" y="866"/>
                    <a:pt x="1491" y="866"/>
                  </a:cubicBezTo>
                  <a:cubicBezTo>
                    <a:pt x="1550" y="866"/>
                    <a:pt x="1609" y="879"/>
                    <a:pt x="1664" y="904"/>
                  </a:cubicBezTo>
                  <a:cubicBezTo>
                    <a:pt x="1684" y="913"/>
                    <a:pt x="1706" y="918"/>
                    <a:pt x="1729" y="918"/>
                  </a:cubicBezTo>
                  <a:cubicBezTo>
                    <a:pt x="1757" y="918"/>
                    <a:pt x="1785" y="911"/>
                    <a:pt x="1810" y="895"/>
                  </a:cubicBezTo>
                  <a:cubicBezTo>
                    <a:pt x="1904" y="839"/>
                    <a:pt x="2012" y="809"/>
                    <a:pt x="2122" y="809"/>
                  </a:cubicBezTo>
                  <a:cubicBezTo>
                    <a:pt x="2222" y="809"/>
                    <a:pt x="2321" y="835"/>
                    <a:pt x="2409" y="882"/>
                  </a:cubicBezTo>
                  <a:cubicBezTo>
                    <a:pt x="2386" y="947"/>
                    <a:pt x="2373" y="1017"/>
                    <a:pt x="2373" y="1090"/>
                  </a:cubicBezTo>
                  <a:cubicBezTo>
                    <a:pt x="2373" y="1177"/>
                    <a:pt x="2444" y="1249"/>
                    <a:pt x="2532" y="1249"/>
                  </a:cubicBezTo>
                  <a:cubicBezTo>
                    <a:pt x="2620" y="1249"/>
                    <a:pt x="2691" y="1177"/>
                    <a:pt x="2691" y="1090"/>
                  </a:cubicBezTo>
                  <a:cubicBezTo>
                    <a:pt x="2691" y="1052"/>
                    <a:pt x="2704" y="986"/>
                    <a:pt x="2746" y="916"/>
                  </a:cubicBezTo>
                  <a:cubicBezTo>
                    <a:pt x="2801" y="836"/>
                    <a:pt x="2893" y="785"/>
                    <a:pt x="2997" y="785"/>
                  </a:cubicBezTo>
                  <a:cubicBezTo>
                    <a:pt x="3102" y="785"/>
                    <a:pt x="3199" y="837"/>
                    <a:pt x="3256" y="927"/>
                  </a:cubicBezTo>
                  <a:cubicBezTo>
                    <a:pt x="3286" y="974"/>
                    <a:pt x="3338" y="1000"/>
                    <a:pt x="3390" y="1000"/>
                  </a:cubicBezTo>
                  <a:cubicBezTo>
                    <a:pt x="3419" y="1000"/>
                    <a:pt x="3449" y="992"/>
                    <a:pt x="3475" y="975"/>
                  </a:cubicBezTo>
                  <a:cubicBezTo>
                    <a:pt x="3549" y="929"/>
                    <a:pt x="3571" y="830"/>
                    <a:pt x="3524" y="755"/>
                  </a:cubicBezTo>
                  <a:cubicBezTo>
                    <a:pt x="3409" y="575"/>
                    <a:pt x="3212" y="466"/>
                    <a:pt x="2997" y="466"/>
                  </a:cubicBezTo>
                  <a:cubicBezTo>
                    <a:pt x="2841" y="466"/>
                    <a:pt x="2699" y="524"/>
                    <a:pt x="2589" y="619"/>
                  </a:cubicBezTo>
                  <a:cubicBezTo>
                    <a:pt x="2448" y="536"/>
                    <a:pt x="2287" y="492"/>
                    <a:pt x="2122" y="492"/>
                  </a:cubicBezTo>
                  <a:cubicBezTo>
                    <a:pt x="1981" y="492"/>
                    <a:pt x="1843" y="523"/>
                    <a:pt x="1717" y="584"/>
                  </a:cubicBezTo>
                  <a:cubicBezTo>
                    <a:pt x="1645" y="561"/>
                    <a:pt x="1569" y="549"/>
                    <a:pt x="1492" y="549"/>
                  </a:cubicBezTo>
                  <a:cubicBezTo>
                    <a:pt x="1466" y="549"/>
                    <a:pt x="1440" y="550"/>
                    <a:pt x="1414" y="553"/>
                  </a:cubicBezTo>
                  <a:cubicBezTo>
                    <a:pt x="1109" y="585"/>
                    <a:pt x="861" y="803"/>
                    <a:pt x="782" y="1090"/>
                  </a:cubicBezTo>
                  <a:cubicBezTo>
                    <a:pt x="654" y="1116"/>
                    <a:pt x="539" y="1187"/>
                    <a:pt x="455" y="1290"/>
                  </a:cubicBezTo>
                  <a:cubicBezTo>
                    <a:pt x="358" y="1410"/>
                    <a:pt x="315" y="1558"/>
                    <a:pt x="330" y="1710"/>
                  </a:cubicBezTo>
                  <a:cubicBezTo>
                    <a:pt x="354" y="1932"/>
                    <a:pt x="502" y="2115"/>
                    <a:pt x="705" y="2187"/>
                  </a:cubicBezTo>
                  <a:cubicBezTo>
                    <a:pt x="584" y="2308"/>
                    <a:pt x="424" y="2375"/>
                    <a:pt x="250" y="2375"/>
                  </a:cubicBezTo>
                  <a:cubicBezTo>
                    <a:pt x="228" y="2375"/>
                    <a:pt x="206" y="2374"/>
                    <a:pt x="184" y="2372"/>
                  </a:cubicBezTo>
                  <a:cubicBezTo>
                    <a:pt x="178" y="2371"/>
                    <a:pt x="173" y="2371"/>
                    <a:pt x="167" y="2371"/>
                  </a:cubicBezTo>
                  <a:cubicBezTo>
                    <a:pt x="87" y="2371"/>
                    <a:pt x="19" y="2432"/>
                    <a:pt x="10" y="2514"/>
                  </a:cubicBezTo>
                  <a:cubicBezTo>
                    <a:pt x="1" y="2601"/>
                    <a:pt x="65" y="2679"/>
                    <a:pt x="152" y="2688"/>
                  </a:cubicBezTo>
                  <a:cubicBezTo>
                    <a:pt x="184" y="2691"/>
                    <a:pt x="217" y="2692"/>
                    <a:pt x="250" y="2692"/>
                  </a:cubicBezTo>
                  <a:cubicBezTo>
                    <a:pt x="472" y="2692"/>
                    <a:pt x="687" y="2615"/>
                    <a:pt x="856" y="2477"/>
                  </a:cubicBezTo>
                  <a:cubicBezTo>
                    <a:pt x="1004" y="2685"/>
                    <a:pt x="1247" y="2821"/>
                    <a:pt x="1517" y="2821"/>
                  </a:cubicBezTo>
                  <a:cubicBezTo>
                    <a:pt x="1592" y="2821"/>
                    <a:pt x="1665" y="2810"/>
                    <a:pt x="1735" y="2791"/>
                  </a:cubicBezTo>
                  <a:cubicBezTo>
                    <a:pt x="1769" y="2815"/>
                    <a:pt x="1806" y="2835"/>
                    <a:pt x="1843" y="2852"/>
                  </a:cubicBezTo>
                  <a:lnTo>
                    <a:pt x="2411" y="3792"/>
                  </a:lnTo>
                  <a:cubicBezTo>
                    <a:pt x="2491" y="3924"/>
                    <a:pt x="2637" y="4006"/>
                    <a:pt x="2792" y="4006"/>
                  </a:cubicBezTo>
                  <a:lnTo>
                    <a:pt x="3231" y="4006"/>
                  </a:lnTo>
                  <a:cubicBezTo>
                    <a:pt x="3331" y="4006"/>
                    <a:pt x="3421" y="3956"/>
                    <a:pt x="3474" y="3871"/>
                  </a:cubicBezTo>
                  <a:cubicBezTo>
                    <a:pt x="3527" y="3787"/>
                    <a:pt x="3532" y="3683"/>
                    <a:pt x="3488" y="3594"/>
                  </a:cubicBezTo>
                  <a:lnTo>
                    <a:pt x="3274" y="3157"/>
                  </a:lnTo>
                  <a:lnTo>
                    <a:pt x="3275" y="3157"/>
                  </a:lnTo>
                  <a:cubicBezTo>
                    <a:pt x="3313" y="3155"/>
                    <a:pt x="3352" y="3150"/>
                    <a:pt x="3389" y="3141"/>
                  </a:cubicBezTo>
                  <a:cubicBezTo>
                    <a:pt x="3531" y="3242"/>
                    <a:pt x="3702" y="3297"/>
                    <a:pt x="3877" y="3297"/>
                  </a:cubicBezTo>
                  <a:cubicBezTo>
                    <a:pt x="4343" y="3297"/>
                    <a:pt x="4722" y="2918"/>
                    <a:pt x="4722" y="2452"/>
                  </a:cubicBezTo>
                  <a:cubicBezTo>
                    <a:pt x="4722" y="2431"/>
                    <a:pt x="4721" y="2410"/>
                    <a:pt x="4719" y="2388"/>
                  </a:cubicBezTo>
                  <a:cubicBezTo>
                    <a:pt x="5029" y="2175"/>
                    <a:pt x="5233" y="1816"/>
                    <a:pt x="5233" y="1412"/>
                  </a:cubicBezTo>
                  <a:cubicBezTo>
                    <a:pt x="5233" y="1154"/>
                    <a:pt x="5150" y="906"/>
                    <a:pt x="4998" y="703"/>
                  </a:cubicBezTo>
                  <a:cubicBezTo>
                    <a:pt x="5102" y="542"/>
                    <a:pt x="5160" y="354"/>
                    <a:pt x="5164" y="162"/>
                  </a:cubicBezTo>
                  <a:cubicBezTo>
                    <a:pt x="5165" y="75"/>
                    <a:pt x="5095" y="3"/>
                    <a:pt x="5007" y="1"/>
                  </a:cubicBezTo>
                  <a:cubicBezTo>
                    <a:pt x="5007" y="1"/>
                    <a:pt x="5006" y="1"/>
                    <a:pt x="50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57"/>
            <p:cNvSpPr/>
            <p:nvPr/>
          </p:nvSpPr>
          <p:spPr>
            <a:xfrm>
              <a:off x="2071790" y="3693097"/>
              <a:ext cx="202471" cy="133205"/>
            </a:xfrm>
            <a:custGeom>
              <a:avLst/>
              <a:gdLst/>
              <a:ahLst/>
              <a:cxnLst/>
              <a:rect l="l" t="t" r="r" b="b"/>
              <a:pathLst>
                <a:path w="5703" h="3752" extrusionOk="0">
                  <a:moveTo>
                    <a:pt x="2706" y="0"/>
                  </a:moveTo>
                  <a:cubicBezTo>
                    <a:pt x="2322" y="0"/>
                    <a:pt x="1963" y="187"/>
                    <a:pt x="1743" y="496"/>
                  </a:cubicBezTo>
                  <a:cubicBezTo>
                    <a:pt x="1681" y="483"/>
                    <a:pt x="1618" y="477"/>
                    <a:pt x="1555" y="477"/>
                  </a:cubicBezTo>
                  <a:cubicBezTo>
                    <a:pt x="1308" y="477"/>
                    <a:pt x="1076" y="571"/>
                    <a:pt x="899" y="745"/>
                  </a:cubicBezTo>
                  <a:cubicBezTo>
                    <a:pt x="749" y="891"/>
                    <a:pt x="654" y="1081"/>
                    <a:pt x="626" y="1286"/>
                  </a:cubicBezTo>
                  <a:cubicBezTo>
                    <a:pt x="248" y="1460"/>
                    <a:pt x="1" y="1841"/>
                    <a:pt x="1" y="2264"/>
                  </a:cubicBezTo>
                  <a:cubicBezTo>
                    <a:pt x="1" y="2470"/>
                    <a:pt x="59" y="2668"/>
                    <a:pt x="167" y="2840"/>
                  </a:cubicBezTo>
                  <a:lnTo>
                    <a:pt x="169" y="2840"/>
                  </a:lnTo>
                  <a:cubicBezTo>
                    <a:pt x="126" y="2949"/>
                    <a:pt x="105" y="3063"/>
                    <a:pt x="105" y="3181"/>
                  </a:cubicBezTo>
                  <a:cubicBezTo>
                    <a:pt x="105" y="3355"/>
                    <a:pt x="152" y="3526"/>
                    <a:pt x="241" y="3675"/>
                  </a:cubicBezTo>
                  <a:cubicBezTo>
                    <a:pt x="271" y="3724"/>
                    <a:pt x="324" y="3751"/>
                    <a:pt x="378" y="3751"/>
                  </a:cubicBezTo>
                  <a:cubicBezTo>
                    <a:pt x="406" y="3751"/>
                    <a:pt x="434" y="3744"/>
                    <a:pt x="459" y="3730"/>
                  </a:cubicBezTo>
                  <a:cubicBezTo>
                    <a:pt x="534" y="3684"/>
                    <a:pt x="559" y="3587"/>
                    <a:pt x="514" y="3511"/>
                  </a:cubicBezTo>
                  <a:cubicBezTo>
                    <a:pt x="455" y="3412"/>
                    <a:pt x="423" y="3298"/>
                    <a:pt x="423" y="3181"/>
                  </a:cubicBezTo>
                  <a:cubicBezTo>
                    <a:pt x="423" y="3081"/>
                    <a:pt x="446" y="2983"/>
                    <a:pt x="491" y="2893"/>
                  </a:cubicBezTo>
                  <a:cubicBezTo>
                    <a:pt x="519" y="2839"/>
                    <a:pt x="513" y="2774"/>
                    <a:pt x="475" y="2725"/>
                  </a:cubicBezTo>
                  <a:cubicBezTo>
                    <a:pt x="373" y="2591"/>
                    <a:pt x="319" y="2432"/>
                    <a:pt x="319" y="2264"/>
                  </a:cubicBezTo>
                  <a:cubicBezTo>
                    <a:pt x="319" y="1940"/>
                    <a:pt x="523" y="1652"/>
                    <a:pt x="828" y="1546"/>
                  </a:cubicBezTo>
                  <a:cubicBezTo>
                    <a:pt x="891" y="1524"/>
                    <a:pt x="934" y="1466"/>
                    <a:pt x="935" y="1400"/>
                  </a:cubicBezTo>
                  <a:cubicBezTo>
                    <a:pt x="943" y="1066"/>
                    <a:pt x="1221" y="794"/>
                    <a:pt x="1555" y="794"/>
                  </a:cubicBezTo>
                  <a:cubicBezTo>
                    <a:pt x="1625" y="794"/>
                    <a:pt x="1695" y="807"/>
                    <a:pt x="1761" y="830"/>
                  </a:cubicBezTo>
                  <a:cubicBezTo>
                    <a:pt x="1779" y="836"/>
                    <a:pt x="1797" y="839"/>
                    <a:pt x="1814" y="839"/>
                  </a:cubicBezTo>
                  <a:cubicBezTo>
                    <a:pt x="1870" y="839"/>
                    <a:pt x="1924" y="809"/>
                    <a:pt x="1952" y="758"/>
                  </a:cubicBezTo>
                  <a:cubicBezTo>
                    <a:pt x="2105" y="486"/>
                    <a:pt x="2395" y="317"/>
                    <a:pt x="2706" y="317"/>
                  </a:cubicBezTo>
                  <a:cubicBezTo>
                    <a:pt x="2960" y="317"/>
                    <a:pt x="3199" y="429"/>
                    <a:pt x="3364" y="622"/>
                  </a:cubicBezTo>
                  <a:cubicBezTo>
                    <a:pt x="3394" y="659"/>
                    <a:pt x="3439" y="678"/>
                    <a:pt x="3485" y="678"/>
                  </a:cubicBezTo>
                  <a:lnTo>
                    <a:pt x="3486" y="678"/>
                  </a:lnTo>
                  <a:cubicBezTo>
                    <a:pt x="3533" y="678"/>
                    <a:pt x="3578" y="658"/>
                    <a:pt x="3608" y="621"/>
                  </a:cubicBezTo>
                  <a:cubicBezTo>
                    <a:pt x="3742" y="458"/>
                    <a:pt x="3941" y="364"/>
                    <a:pt x="4153" y="364"/>
                  </a:cubicBezTo>
                  <a:cubicBezTo>
                    <a:pt x="4435" y="364"/>
                    <a:pt x="4690" y="532"/>
                    <a:pt x="4802" y="791"/>
                  </a:cubicBezTo>
                  <a:cubicBezTo>
                    <a:pt x="4827" y="850"/>
                    <a:pt x="4885" y="888"/>
                    <a:pt x="4948" y="888"/>
                  </a:cubicBezTo>
                  <a:lnTo>
                    <a:pt x="4957" y="888"/>
                  </a:lnTo>
                  <a:cubicBezTo>
                    <a:pt x="5128" y="888"/>
                    <a:pt x="5292" y="950"/>
                    <a:pt x="5420" y="1063"/>
                  </a:cubicBezTo>
                  <a:cubicBezTo>
                    <a:pt x="5450" y="1089"/>
                    <a:pt x="5488" y="1102"/>
                    <a:pt x="5525" y="1102"/>
                  </a:cubicBezTo>
                  <a:cubicBezTo>
                    <a:pt x="5569" y="1102"/>
                    <a:pt x="5613" y="1083"/>
                    <a:pt x="5645" y="1047"/>
                  </a:cubicBezTo>
                  <a:cubicBezTo>
                    <a:pt x="5702" y="982"/>
                    <a:pt x="5696" y="881"/>
                    <a:pt x="5629" y="823"/>
                  </a:cubicBezTo>
                  <a:cubicBezTo>
                    <a:pt x="5467" y="680"/>
                    <a:pt x="5263" y="593"/>
                    <a:pt x="5049" y="574"/>
                  </a:cubicBezTo>
                  <a:cubicBezTo>
                    <a:pt x="4869" y="251"/>
                    <a:pt x="4528" y="47"/>
                    <a:pt x="4153" y="47"/>
                  </a:cubicBezTo>
                  <a:cubicBezTo>
                    <a:pt x="3905" y="47"/>
                    <a:pt x="3670" y="135"/>
                    <a:pt x="3485" y="294"/>
                  </a:cubicBezTo>
                  <a:cubicBezTo>
                    <a:pt x="3271" y="106"/>
                    <a:pt x="2995" y="0"/>
                    <a:pt x="27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72" name="Google Shape;2272;p57"/>
          <p:cNvGrpSpPr/>
          <p:nvPr/>
        </p:nvGrpSpPr>
        <p:grpSpPr>
          <a:xfrm>
            <a:off x="6181454" y="1506848"/>
            <a:ext cx="435985" cy="478261"/>
            <a:chOff x="2647641" y="3615985"/>
            <a:chExt cx="351120" cy="385167"/>
          </a:xfrm>
        </p:grpSpPr>
        <p:sp>
          <p:nvSpPr>
            <p:cNvPr id="2273" name="Google Shape;2273;p57"/>
            <p:cNvSpPr/>
            <p:nvPr/>
          </p:nvSpPr>
          <p:spPr>
            <a:xfrm>
              <a:off x="2647641" y="3711203"/>
              <a:ext cx="305712" cy="289949"/>
            </a:xfrm>
            <a:custGeom>
              <a:avLst/>
              <a:gdLst/>
              <a:ahLst/>
              <a:cxnLst/>
              <a:rect l="l" t="t" r="r" b="b"/>
              <a:pathLst>
                <a:path w="8611" h="8167" extrusionOk="0">
                  <a:moveTo>
                    <a:pt x="1105" y="0"/>
                  </a:moveTo>
                  <a:cubicBezTo>
                    <a:pt x="1030" y="0"/>
                    <a:pt x="962" y="55"/>
                    <a:pt x="949" y="133"/>
                  </a:cubicBezTo>
                  <a:cubicBezTo>
                    <a:pt x="932" y="244"/>
                    <a:pt x="918" y="359"/>
                    <a:pt x="911" y="475"/>
                  </a:cubicBezTo>
                  <a:cubicBezTo>
                    <a:pt x="895" y="704"/>
                    <a:pt x="827" y="849"/>
                    <a:pt x="766" y="978"/>
                  </a:cubicBezTo>
                  <a:cubicBezTo>
                    <a:pt x="733" y="1050"/>
                    <a:pt x="700" y="1116"/>
                    <a:pt x="684" y="1186"/>
                  </a:cubicBezTo>
                  <a:cubicBezTo>
                    <a:pt x="638" y="1384"/>
                    <a:pt x="747" y="1557"/>
                    <a:pt x="844" y="1709"/>
                  </a:cubicBezTo>
                  <a:cubicBezTo>
                    <a:pt x="882" y="1770"/>
                    <a:pt x="918" y="1827"/>
                    <a:pt x="940" y="1879"/>
                  </a:cubicBezTo>
                  <a:cubicBezTo>
                    <a:pt x="955" y="1914"/>
                    <a:pt x="953" y="1956"/>
                    <a:pt x="934" y="1991"/>
                  </a:cubicBezTo>
                  <a:cubicBezTo>
                    <a:pt x="793" y="2241"/>
                    <a:pt x="617" y="2434"/>
                    <a:pt x="328" y="2657"/>
                  </a:cubicBezTo>
                  <a:cubicBezTo>
                    <a:pt x="198" y="2757"/>
                    <a:pt x="1" y="2910"/>
                    <a:pt x="1" y="3183"/>
                  </a:cubicBezTo>
                  <a:cubicBezTo>
                    <a:pt x="2" y="3465"/>
                    <a:pt x="179" y="3662"/>
                    <a:pt x="528" y="3770"/>
                  </a:cubicBezTo>
                  <a:cubicBezTo>
                    <a:pt x="597" y="3791"/>
                    <a:pt x="623" y="3812"/>
                    <a:pt x="631" y="3819"/>
                  </a:cubicBezTo>
                  <a:cubicBezTo>
                    <a:pt x="621" y="3872"/>
                    <a:pt x="498" y="3996"/>
                    <a:pt x="376" y="4077"/>
                  </a:cubicBezTo>
                  <a:cubicBezTo>
                    <a:pt x="358" y="4088"/>
                    <a:pt x="343" y="4103"/>
                    <a:pt x="331" y="4120"/>
                  </a:cubicBezTo>
                  <a:cubicBezTo>
                    <a:pt x="261" y="4221"/>
                    <a:pt x="227" y="4429"/>
                    <a:pt x="420" y="4583"/>
                  </a:cubicBezTo>
                  <a:cubicBezTo>
                    <a:pt x="473" y="4626"/>
                    <a:pt x="517" y="4664"/>
                    <a:pt x="551" y="4696"/>
                  </a:cubicBezTo>
                  <a:cubicBezTo>
                    <a:pt x="407" y="4882"/>
                    <a:pt x="444" y="5087"/>
                    <a:pt x="520" y="5198"/>
                  </a:cubicBezTo>
                  <a:cubicBezTo>
                    <a:pt x="579" y="5278"/>
                    <a:pt x="676" y="5260"/>
                    <a:pt x="803" y="5340"/>
                  </a:cubicBezTo>
                  <a:cubicBezTo>
                    <a:pt x="734" y="5461"/>
                    <a:pt x="620" y="5663"/>
                    <a:pt x="694" y="5980"/>
                  </a:cubicBezTo>
                  <a:cubicBezTo>
                    <a:pt x="793" y="6381"/>
                    <a:pt x="1099" y="6627"/>
                    <a:pt x="1602" y="6709"/>
                  </a:cubicBezTo>
                  <a:cubicBezTo>
                    <a:pt x="1654" y="6717"/>
                    <a:pt x="1714" y="6721"/>
                    <a:pt x="1781" y="6721"/>
                  </a:cubicBezTo>
                  <a:cubicBezTo>
                    <a:pt x="2006" y="6721"/>
                    <a:pt x="2312" y="6678"/>
                    <a:pt x="2655" y="6630"/>
                  </a:cubicBezTo>
                  <a:cubicBezTo>
                    <a:pt x="2732" y="6618"/>
                    <a:pt x="2809" y="6608"/>
                    <a:pt x="2888" y="6598"/>
                  </a:cubicBezTo>
                  <a:cubicBezTo>
                    <a:pt x="2946" y="6590"/>
                    <a:pt x="3001" y="6586"/>
                    <a:pt x="3054" y="6586"/>
                  </a:cubicBezTo>
                  <a:cubicBezTo>
                    <a:pt x="3713" y="6586"/>
                    <a:pt x="4044" y="7165"/>
                    <a:pt x="4302" y="7801"/>
                  </a:cubicBezTo>
                  <a:cubicBezTo>
                    <a:pt x="4394" y="8025"/>
                    <a:pt x="4612" y="8166"/>
                    <a:pt x="4847" y="8166"/>
                  </a:cubicBezTo>
                  <a:cubicBezTo>
                    <a:pt x="4894" y="8166"/>
                    <a:pt x="4943" y="8160"/>
                    <a:pt x="4992" y="8148"/>
                  </a:cubicBezTo>
                  <a:lnTo>
                    <a:pt x="8150" y="7334"/>
                  </a:lnTo>
                  <a:cubicBezTo>
                    <a:pt x="8310" y="7292"/>
                    <a:pt x="8447" y="7184"/>
                    <a:pt x="8522" y="7037"/>
                  </a:cubicBezTo>
                  <a:cubicBezTo>
                    <a:pt x="8600" y="6891"/>
                    <a:pt x="8610" y="6717"/>
                    <a:pt x="8552" y="6561"/>
                  </a:cubicBezTo>
                  <a:cubicBezTo>
                    <a:pt x="8499" y="6416"/>
                    <a:pt x="8451" y="6276"/>
                    <a:pt x="8409" y="6144"/>
                  </a:cubicBezTo>
                  <a:cubicBezTo>
                    <a:pt x="8387" y="6077"/>
                    <a:pt x="8325" y="6033"/>
                    <a:pt x="8258" y="6033"/>
                  </a:cubicBezTo>
                  <a:cubicBezTo>
                    <a:pt x="8242" y="6033"/>
                    <a:pt x="8225" y="6036"/>
                    <a:pt x="8209" y="6041"/>
                  </a:cubicBezTo>
                  <a:cubicBezTo>
                    <a:pt x="8126" y="6067"/>
                    <a:pt x="8079" y="6156"/>
                    <a:pt x="8105" y="6240"/>
                  </a:cubicBezTo>
                  <a:cubicBezTo>
                    <a:pt x="8149" y="6377"/>
                    <a:pt x="8199" y="6522"/>
                    <a:pt x="8255" y="6672"/>
                  </a:cubicBezTo>
                  <a:cubicBezTo>
                    <a:pt x="8282" y="6745"/>
                    <a:pt x="8276" y="6823"/>
                    <a:pt x="8240" y="6891"/>
                  </a:cubicBezTo>
                  <a:cubicBezTo>
                    <a:pt x="8205" y="6958"/>
                    <a:pt x="8145" y="7006"/>
                    <a:pt x="8070" y="7026"/>
                  </a:cubicBezTo>
                  <a:lnTo>
                    <a:pt x="4912" y="7840"/>
                  </a:lnTo>
                  <a:cubicBezTo>
                    <a:pt x="4890" y="7845"/>
                    <a:pt x="4867" y="7848"/>
                    <a:pt x="4845" y="7848"/>
                  </a:cubicBezTo>
                  <a:cubicBezTo>
                    <a:pt x="4738" y="7848"/>
                    <a:pt x="4638" y="7784"/>
                    <a:pt x="4597" y="7681"/>
                  </a:cubicBezTo>
                  <a:cubicBezTo>
                    <a:pt x="4420" y="7248"/>
                    <a:pt x="4023" y="6268"/>
                    <a:pt x="3054" y="6268"/>
                  </a:cubicBezTo>
                  <a:cubicBezTo>
                    <a:pt x="2987" y="6268"/>
                    <a:pt x="2917" y="6273"/>
                    <a:pt x="2845" y="6282"/>
                  </a:cubicBezTo>
                  <a:cubicBezTo>
                    <a:pt x="2766" y="6293"/>
                    <a:pt x="2688" y="6304"/>
                    <a:pt x="2610" y="6315"/>
                  </a:cubicBezTo>
                  <a:cubicBezTo>
                    <a:pt x="2300" y="6358"/>
                    <a:pt x="1981" y="6403"/>
                    <a:pt x="1777" y="6403"/>
                  </a:cubicBezTo>
                  <a:cubicBezTo>
                    <a:pt x="1729" y="6403"/>
                    <a:pt x="1688" y="6401"/>
                    <a:pt x="1654" y="6395"/>
                  </a:cubicBezTo>
                  <a:cubicBezTo>
                    <a:pt x="1277" y="6333"/>
                    <a:pt x="1070" y="6178"/>
                    <a:pt x="1002" y="5904"/>
                  </a:cubicBezTo>
                  <a:cubicBezTo>
                    <a:pt x="960" y="5730"/>
                    <a:pt x="1013" y="5603"/>
                    <a:pt x="1086" y="5483"/>
                  </a:cubicBezTo>
                  <a:cubicBezTo>
                    <a:pt x="1170" y="5335"/>
                    <a:pt x="1101" y="5160"/>
                    <a:pt x="989" y="5082"/>
                  </a:cubicBezTo>
                  <a:cubicBezTo>
                    <a:pt x="914" y="5030"/>
                    <a:pt x="830" y="4997"/>
                    <a:pt x="770" y="4977"/>
                  </a:cubicBezTo>
                  <a:cubicBezTo>
                    <a:pt x="768" y="4943"/>
                    <a:pt x="784" y="4890"/>
                    <a:pt x="866" y="4831"/>
                  </a:cubicBezTo>
                  <a:cubicBezTo>
                    <a:pt x="902" y="4806"/>
                    <a:pt x="924" y="4768"/>
                    <a:pt x="931" y="4725"/>
                  </a:cubicBezTo>
                  <a:cubicBezTo>
                    <a:pt x="937" y="4683"/>
                    <a:pt x="925" y="4639"/>
                    <a:pt x="899" y="4606"/>
                  </a:cubicBezTo>
                  <a:cubicBezTo>
                    <a:pt x="901" y="4595"/>
                    <a:pt x="754" y="4448"/>
                    <a:pt x="596" y="4311"/>
                  </a:cubicBezTo>
                  <a:cubicBezTo>
                    <a:pt x="727" y="4218"/>
                    <a:pt x="978" y="4006"/>
                    <a:pt x="946" y="3772"/>
                  </a:cubicBezTo>
                  <a:cubicBezTo>
                    <a:pt x="932" y="3674"/>
                    <a:pt x="864" y="3541"/>
                    <a:pt x="622" y="3466"/>
                  </a:cubicBezTo>
                  <a:cubicBezTo>
                    <a:pt x="355" y="3384"/>
                    <a:pt x="319" y="3282"/>
                    <a:pt x="319" y="3182"/>
                  </a:cubicBezTo>
                  <a:cubicBezTo>
                    <a:pt x="318" y="3082"/>
                    <a:pt x="378" y="3020"/>
                    <a:pt x="522" y="2909"/>
                  </a:cubicBezTo>
                  <a:cubicBezTo>
                    <a:pt x="748" y="2734"/>
                    <a:pt x="1007" y="2507"/>
                    <a:pt x="1211" y="2147"/>
                  </a:cubicBezTo>
                  <a:cubicBezTo>
                    <a:pt x="1278" y="2026"/>
                    <a:pt x="1286" y="1879"/>
                    <a:pt x="1232" y="1754"/>
                  </a:cubicBezTo>
                  <a:cubicBezTo>
                    <a:pt x="1200" y="1679"/>
                    <a:pt x="1156" y="1608"/>
                    <a:pt x="1112" y="1540"/>
                  </a:cubicBezTo>
                  <a:cubicBezTo>
                    <a:pt x="1046" y="1435"/>
                    <a:pt x="977" y="1326"/>
                    <a:pt x="994" y="1258"/>
                  </a:cubicBezTo>
                  <a:cubicBezTo>
                    <a:pt x="1002" y="1222"/>
                    <a:pt x="1026" y="1172"/>
                    <a:pt x="1053" y="1114"/>
                  </a:cubicBezTo>
                  <a:cubicBezTo>
                    <a:pt x="1118" y="975"/>
                    <a:pt x="1208" y="785"/>
                    <a:pt x="1227" y="496"/>
                  </a:cubicBezTo>
                  <a:cubicBezTo>
                    <a:pt x="1234" y="390"/>
                    <a:pt x="1247" y="285"/>
                    <a:pt x="1263" y="185"/>
                  </a:cubicBezTo>
                  <a:cubicBezTo>
                    <a:pt x="1277" y="98"/>
                    <a:pt x="1219" y="16"/>
                    <a:pt x="1132" y="2"/>
                  </a:cubicBezTo>
                  <a:cubicBezTo>
                    <a:pt x="1123" y="1"/>
                    <a:pt x="1114" y="0"/>
                    <a:pt x="11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57"/>
            <p:cNvSpPr/>
            <p:nvPr/>
          </p:nvSpPr>
          <p:spPr>
            <a:xfrm>
              <a:off x="2687865" y="3615985"/>
              <a:ext cx="310895" cy="295274"/>
            </a:xfrm>
            <a:custGeom>
              <a:avLst/>
              <a:gdLst/>
              <a:ahLst/>
              <a:cxnLst/>
              <a:rect l="l" t="t" r="r" b="b"/>
              <a:pathLst>
                <a:path w="8757" h="8317" extrusionOk="0">
                  <a:moveTo>
                    <a:pt x="3770" y="0"/>
                  </a:moveTo>
                  <a:cubicBezTo>
                    <a:pt x="2946" y="0"/>
                    <a:pt x="2171" y="178"/>
                    <a:pt x="1527" y="515"/>
                  </a:cubicBezTo>
                  <a:cubicBezTo>
                    <a:pt x="836" y="876"/>
                    <a:pt x="321" y="1412"/>
                    <a:pt x="36" y="2065"/>
                  </a:cubicBezTo>
                  <a:cubicBezTo>
                    <a:pt x="1" y="2146"/>
                    <a:pt x="37" y="2240"/>
                    <a:pt x="118" y="2275"/>
                  </a:cubicBezTo>
                  <a:cubicBezTo>
                    <a:pt x="139" y="2284"/>
                    <a:pt x="161" y="2288"/>
                    <a:pt x="182" y="2288"/>
                  </a:cubicBezTo>
                  <a:cubicBezTo>
                    <a:pt x="243" y="2288"/>
                    <a:pt x="301" y="2253"/>
                    <a:pt x="327" y="2193"/>
                  </a:cubicBezTo>
                  <a:cubicBezTo>
                    <a:pt x="832" y="1037"/>
                    <a:pt x="2151" y="318"/>
                    <a:pt x="3770" y="318"/>
                  </a:cubicBezTo>
                  <a:cubicBezTo>
                    <a:pt x="4938" y="318"/>
                    <a:pt x="6083" y="622"/>
                    <a:pt x="6911" y="1152"/>
                  </a:cubicBezTo>
                  <a:cubicBezTo>
                    <a:pt x="7911" y="1792"/>
                    <a:pt x="8440" y="2744"/>
                    <a:pt x="8440" y="3909"/>
                  </a:cubicBezTo>
                  <a:cubicBezTo>
                    <a:pt x="8440" y="5351"/>
                    <a:pt x="8250" y="5943"/>
                    <a:pt x="6994" y="7079"/>
                  </a:cubicBezTo>
                  <a:cubicBezTo>
                    <a:pt x="6769" y="7283"/>
                    <a:pt x="6702" y="7643"/>
                    <a:pt x="6790" y="8183"/>
                  </a:cubicBezTo>
                  <a:cubicBezTo>
                    <a:pt x="6802" y="8261"/>
                    <a:pt x="6870" y="8316"/>
                    <a:pt x="6946" y="8316"/>
                  </a:cubicBezTo>
                  <a:cubicBezTo>
                    <a:pt x="6955" y="8316"/>
                    <a:pt x="6963" y="8315"/>
                    <a:pt x="6972" y="8314"/>
                  </a:cubicBezTo>
                  <a:cubicBezTo>
                    <a:pt x="7058" y="8300"/>
                    <a:pt x="7118" y="8219"/>
                    <a:pt x="7103" y="8132"/>
                  </a:cubicBezTo>
                  <a:cubicBezTo>
                    <a:pt x="7037" y="7719"/>
                    <a:pt x="7072" y="7437"/>
                    <a:pt x="7208" y="7315"/>
                  </a:cubicBezTo>
                  <a:cubicBezTo>
                    <a:pt x="8533" y="6115"/>
                    <a:pt x="8757" y="5412"/>
                    <a:pt x="8757" y="3909"/>
                  </a:cubicBezTo>
                  <a:cubicBezTo>
                    <a:pt x="8757" y="2630"/>
                    <a:pt x="8178" y="1585"/>
                    <a:pt x="7082" y="884"/>
                  </a:cubicBezTo>
                  <a:cubicBezTo>
                    <a:pt x="6204" y="322"/>
                    <a:pt x="4997" y="0"/>
                    <a:pt x="37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57"/>
            <p:cNvSpPr/>
            <p:nvPr/>
          </p:nvSpPr>
          <p:spPr>
            <a:xfrm>
              <a:off x="2706965" y="3650068"/>
              <a:ext cx="259275" cy="234068"/>
            </a:xfrm>
            <a:custGeom>
              <a:avLst/>
              <a:gdLst/>
              <a:ahLst/>
              <a:cxnLst/>
              <a:rect l="l" t="t" r="r" b="b"/>
              <a:pathLst>
                <a:path w="7303" h="6593" extrusionOk="0">
                  <a:moveTo>
                    <a:pt x="4889" y="4817"/>
                  </a:moveTo>
                  <a:cubicBezTo>
                    <a:pt x="5071" y="4956"/>
                    <a:pt x="5284" y="5047"/>
                    <a:pt x="5513" y="5084"/>
                  </a:cubicBezTo>
                  <a:cubicBezTo>
                    <a:pt x="5586" y="5095"/>
                    <a:pt x="5659" y="5100"/>
                    <a:pt x="5732" y="5100"/>
                  </a:cubicBezTo>
                  <a:cubicBezTo>
                    <a:pt x="5813" y="5100"/>
                    <a:pt x="5894" y="5093"/>
                    <a:pt x="5973" y="5080"/>
                  </a:cubicBezTo>
                  <a:lnTo>
                    <a:pt x="5973" y="5080"/>
                  </a:lnTo>
                  <a:cubicBezTo>
                    <a:pt x="5935" y="5225"/>
                    <a:pt x="5848" y="5352"/>
                    <a:pt x="5724" y="5441"/>
                  </a:cubicBezTo>
                  <a:cubicBezTo>
                    <a:pt x="5610" y="5524"/>
                    <a:pt x="5476" y="5568"/>
                    <a:pt x="5337" y="5568"/>
                  </a:cubicBezTo>
                  <a:cubicBezTo>
                    <a:pt x="5303" y="5568"/>
                    <a:pt x="5268" y="5565"/>
                    <a:pt x="5234" y="5560"/>
                  </a:cubicBezTo>
                  <a:cubicBezTo>
                    <a:pt x="5075" y="5535"/>
                    <a:pt x="4931" y="5453"/>
                    <a:pt x="4828" y="5328"/>
                  </a:cubicBezTo>
                  <a:cubicBezTo>
                    <a:pt x="4798" y="5292"/>
                    <a:pt x="4752" y="5270"/>
                    <a:pt x="4705" y="5270"/>
                  </a:cubicBezTo>
                  <a:cubicBezTo>
                    <a:pt x="4695" y="5270"/>
                    <a:pt x="4685" y="5271"/>
                    <a:pt x="4675" y="5273"/>
                  </a:cubicBezTo>
                  <a:cubicBezTo>
                    <a:pt x="4645" y="5280"/>
                    <a:pt x="4614" y="5283"/>
                    <a:pt x="4584" y="5283"/>
                  </a:cubicBezTo>
                  <a:cubicBezTo>
                    <a:pt x="4560" y="5283"/>
                    <a:pt x="4537" y="5281"/>
                    <a:pt x="4513" y="5278"/>
                  </a:cubicBezTo>
                  <a:cubicBezTo>
                    <a:pt x="4449" y="5267"/>
                    <a:pt x="4389" y="5243"/>
                    <a:pt x="4335" y="5208"/>
                  </a:cubicBezTo>
                  <a:lnTo>
                    <a:pt x="4289" y="5061"/>
                  </a:lnTo>
                  <a:cubicBezTo>
                    <a:pt x="4513" y="5047"/>
                    <a:pt x="4723" y="4959"/>
                    <a:pt x="4889" y="4817"/>
                  </a:cubicBezTo>
                  <a:close/>
                  <a:moveTo>
                    <a:pt x="3764" y="4953"/>
                  </a:moveTo>
                  <a:lnTo>
                    <a:pt x="3764" y="4953"/>
                  </a:lnTo>
                  <a:cubicBezTo>
                    <a:pt x="3823" y="4983"/>
                    <a:pt x="3883" y="5007"/>
                    <a:pt x="3946" y="5025"/>
                  </a:cubicBezTo>
                  <a:lnTo>
                    <a:pt x="4330" y="6273"/>
                  </a:lnTo>
                  <a:lnTo>
                    <a:pt x="3823" y="6192"/>
                  </a:lnTo>
                  <a:cubicBezTo>
                    <a:pt x="3760" y="6183"/>
                    <a:pt x="3707" y="6140"/>
                    <a:pt x="3683" y="6081"/>
                  </a:cubicBezTo>
                  <a:lnTo>
                    <a:pt x="3284" y="5102"/>
                  </a:lnTo>
                  <a:lnTo>
                    <a:pt x="3284" y="5102"/>
                  </a:lnTo>
                  <a:cubicBezTo>
                    <a:pt x="3293" y="5103"/>
                    <a:pt x="3302" y="5103"/>
                    <a:pt x="3311" y="5103"/>
                  </a:cubicBezTo>
                  <a:cubicBezTo>
                    <a:pt x="3451" y="5103"/>
                    <a:pt x="3627" y="5053"/>
                    <a:pt x="3764" y="4953"/>
                  </a:cubicBezTo>
                  <a:close/>
                  <a:moveTo>
                    <a:pt x="3837" y="1"/>
                  </a:moveTo>
                  <a:cubicBezTo>
                    <a:pt x="3768" y="1"/>
                    <a:pt x="3704" y="47"/>
                    <a:pt x="3685" y="116"/>
                  </a:cubicBezTo>
                  <a:cubicBezTo>
                    <a:pt x="3661" y="200"/>
                    <a:pt x="3710" y="288"/>
                    <a:pt x="3795" y="312"/>
                  </a:cubicBezTo>
                  <a:cubicBezTo>
                    <a:pt x="4051" y="386"/>
                    <a:pt x="4268" y="552"/>
                    <a:pt x="4408" y="781"/>
                  </a:cubicBezTo>
                  <a:cubicBezTo>
                    <a:pt x="4433" y="821"/>
                    <a:pt x="4474" y="848"/>
                    <a:pt x="4520" y="855"/>
                  </a:cubicBezTo>
                  <a:cubicBezTo>
                    <a:pt x="4528" y="857"/>
                    <a:pt x="4536" y="857"/>
                    <a:pt x="4544" y="857"/>
                  </a:cubicBezTo>
                  <a:cubicBezTo>
                    <a:pt x="4583" y="857"/>
                    <a:pt x="4620" y="843"/>
                    <a:pt x="4649" y="817"/>
                  </a:cubicBezTo>
                  <a:cubicBezTo>
                    <a:pt x="4811" y="676"/>
                    <a:pt x="5015" y="599"/>
                    <a:pt x="5226" y="599"/>
                  </a:cubicBezTo>
                  <a:cubicBezTo>
                    <a:pt x="5272" y="599"/>
                    <a:pt x="5318" y="602"/>
                    <a:pt x="5364" y="610"/>
                  </a:cubicBezTo>
                  <a:cubicBezTo>
                    <a:pt x="5710" y="665"/>
                    <a:pt x="5989" y="919"/>
                    <a:pt x="6075" y="1257"/>
                  </a:cubicBezTo>
                  <a:cubicBezTo>
                    <a:pt x="6090" y="1319"/>
                    <a:pt x="6142" y="1366"/>
                    <a:pt x="6205" y="1375"/>
                  </a:cubicBezTo>
                  <a:lnTo>
                    <a:pt x="6211" y="1376"/>
                  </a:lnTo>
                  <a:cubicBezTo>
                    <a:pt x="6443" y="1412"/>
                    <a:pt x="6645" y="1537"/>
                    <a:pt x="6782" y="1725"/>
                  </a:cubicBezTo>
                  <a:cubicBezTo>
                    <a:pt x="6920" y="1914"/>
                    <a:pt x="6975" y="2145"/>
                    <a:pt x="6938" y="2375"/>
                  </a:cubicBezTo>
                  <a:cubicBezTo>
                    <a:pt x="6906" y="2582"/>
                    <a:pt x="6800" y="2769"/>
                    <a:pt x="6642" y="2904"/>
                  </a:cubicBezTo>
                  <a:cubicBezTo>
                    <a:pt x="6580" y="2957"/>
                    <a:pt x="6567" y="3047"/>
                    <a:pt x="6613" y="3115"/>
                  </a:cubicBezTo>
                  <a:cubicBezTo>
                    <a:pt x="6766" y="3340"/>
                    <a:pt x="6826" y="3612"/>
                    <a:pt x="6784" y="3881"/>
                  </a:cubicBezTo>
                  <a:cubicBezTo>
                    <a:pt x="6739" y="4163"/>
                    <a:pt x="6588" y="4411"/>
                    <a:pt x="6357" y="4579"/>
                  </a:cubicBezTo>
                  <a:cubicBezTo>
                    <a:pt x="6172" y="4712"/>
                    <a:pt x="5954" y="4783"/>
                    <a:pt x="5731" y="4783"/>
                  </a:cubicBezTo>
                  <a:cubicBezTo>
                    <a:pt x="5675" y="4783"/>
                    <a:pt x="5619" y="4778"/>
                    <a:pt x="5562" y="4769"/>
                  </a:cubicBezTo>
                  <a:cubicBezTo>
                    <a:pt x="5390" y="4743"/>
                    <a:pt x="5232" y="4675"/>
                    <a:pt x="5095" y="4574"/>
                  </a:cubicBezTo>
                  <a:cubicBezTo>
                    <a:pt x="5131" y="4512"/>
                    <a:pt x="5162" y="4447"/>
                    <a:pt x="5186" y="4378"/>
                  </a:cubicBezTo>
                  <a:cubicBezTo>
                    <a:pt x="5215" y="4295"/>
                    <a:pt x="5171" y="4204"/>
                    <a:pt x="5088" y="4175"/>
                  </a:cubicBezTo>
                  <a:cubicBezTo>
                    <a:pt x="5071" y="4170"/>
                    <a:pt x="5053" y="4167"/>
                    <a:pt x="5036" y="4167"/>
                  </a:cubicBezTo>
                  <a:cubicBezTo>
                    <a:pt x="4970" y="4167"/>
                    <a:pt x="4908" y="4208"/>
                    <a:pt x="4885" y="4274"/>
                  </a:cubicBezTo>
                  <a:cubicBezTo>
                    <a:pt x="4787" y="4560"/>
                    <a:pt x="4520" y="4745"/>
                    <a:pt x="4226" y="4745"/>
                  </a:cubicBezTo>
                  <a:cubicBezTo>
                    <a:pt x="4189" y="4745"/>
                    <a:pt x="4151" y="4742"/>
                    <a:pt x="4114" y="4736"/>
                  </a:cubicBezTo>
                  <a:cubicBezTo>
                    <a:pt x="4013" y="4721"/>
                    <a:pt x="3919" y="4683"/>
                    <a:pt x="3834" y="4626"/>
                  </a:cubicBezTo>
                  <a:cubicBezTo>
                    <a:pt x="3807" y="4609"/>
                    <a:pt x="3777" y="4600"/>
                    <a:pt x="3747" y="4600"/>
                  </a:cubicBezTo>
                  <a:cubicBezTo>
                    <a:pt x="3705" y="4600"/>
                    <a:pt x="3663" y="4616"/>
                    <a:pt x="3632" y="4648"/>
                  </a:cubicBezTo>
                  <a:cubicBezTo>
                    <a:pt x="3546" y="4737"/>
                    <a:pt x="3429" y="4785"/>
                    <a:pt x="3307" y="4785"/>
                  </a:cubicBezTo>
                  <a:cubicBezTo>
                    <a:pt x="3284" y="4785"/>
                    <a:pt x="3260" y="4784"/>
                    <a:pt x="3237" y="4780"/>
                  </a:cubicBezTo>
                  <a:cubicBezTo>
                    <a:pt x="3122" y="4762"/>
                    <a:pt x="3019" y="4700"/>
                    <a:pt x="2949" y="4607"/>
                  </a:cubicBezTo>
                  <a:cubicBezTo>
                    <a:pt x="2918" y="4566"/>
                    <a:pt x="2871" y="4543"/>
                    <a:pt x="2821" y="4543"/>
                  </a:cubicBezTo>
                  <a:cubicBezTo>
                    <a:pt x="2809" y="4543"/>
                    <a:pt x="2796" y="4545"/>
                    <a:pt x="2784" y="4548"/>
                  </a:cubicBezTo>
                  <a:cubicBezTo>
                    <a:pt x="2736" y="4560"/>
                    <a:pt x="2687" y="4565"/>
                    <a:pt x="2638" y="4565"/>
                  </a:cubicBezTo>
                  <a:cubicBezTo>
                    <a:pt x="2606" y="4565"/>
                    <a:pt x="2574" y="4563"/>
                    <a:pt x="2542" y="4558"/>
                  </a:cubicBezTo>
                  <a:cubicBezTo>
                    <a:pt x="2226" y="4507"/>
                    <a:pt x="1998" y="4218"/>
                    <a:pt x="2024" y="3900"/>
                  </a:cubicBezTo>
                  <a:cubicBezTo>
                    <a:pt x="2030" y="3821"/>
                    <a:pt x="1978" y="3749"/>
                    <a:pt x="1901" y="3732"/>
                  </a:cubicBezTo>
                  <a:cubicBezTo>
                    <a:pt x="1745" y="3695"/>
                    <a:pt x="1637" y="3551"/>
                    <a:pt x="1645" y="3391"/>
                  </a:cubicBezTo>
                  <a:cubicBezTo>
                    <a:pt x="1651" y="3284"/>
                    <a:pt x="1704" y="3189"/>
                    <a:pt x="1794" y="3130"/>
                  </a:cubicBezTo>
                  <a:cubicBezTo>
                    <a:pt x="1866" y="3082"/>
                    <a:pt x="1886" y="2982"/>
                    <a:pt x="1837" y="2909"/>
                  </a:cubicBezTo>
                  <a:cubicBezTo>
                    <a:pt x="1807" y="2864"/>
                    <a:pt x="1756" y="2839"/>
                    <a:pt x="1705" y="2839"/>
                  </a:cubicBezTo>
                  <a:cubicBezTo>
                    <a:pt x="1675" y="2839"/>
                    <a:pt x="1644" y="2848"/>
                    <a:pt x="1617" y="2866"/>
                  </a:cubicBezTo>
                  <a:cubicBezTo>
                    <a:pt x="1446" y="2979"/>
                    <a:pt x="1338" y="3170"/>
                    <a:pt x="1328" y="3374"/>
                  </a:cubicBezTo>
                  <a:cubicBezTo>
                    <a:pt x="1314" y="3645"/>
                    <a:pt x="1467" y="3889"/>
                    <a:pt x="1704" y="3999"/>
                  </a:cubicBezTo>
                  <a:cubicBezTo>
                    <a:pt x="1561" y="4117"/>
                    <a:pt x="1385" y="4180"/>
                    <a:pt x="1201" y="4180"/>
                  </a:cubicBezTo>
                  <a:cubicBezTo>
                    <a:pt x="1159" y="4180"/>
                    <a:pt x="1117" y="4177"/>
                    <a:pt x="1074" y="4170"/>
                  </a:cubicBezTo>
                  <a:cubicBezTo>
                    <a:pt x="640" y="4102"/>
                    <a:pt x="342" y="3692"/>
                    <a:pt x="410" y="3258"/>
                  </a:cubicBezTo>
                  <a:cubicBezTo>
                    <a:pt x="430" y="3133"/>
                    <a:pt x="477" y="3019"/>
                    <a:pt x="550" y="2918"/>
                  </a:cubicBezTo>
                  <a:cubicBezTo>
                    <a:pt x="586" y="2869"/>
                    <a:pt x="590" y="2803"/>
                    <a:pt x="561" y="2750"/>
                  </a:cubicBezTo>
                  <a:cubicBezTo>
                    <a:pt x="461" y="2567"/>
                    <a:pt x="426" y="2362"/>
                    <a:pt x="459" y="2157"/>
                  </a:cubicBezTo>
                  <a:cubicBezTo>
                    <a:pt x="521" y="1764"/>
                    <a:pt x="826" y="1452"/>
                    <a:pt x="1218" y="1381"/>
                  </a:cubicBezTo>
                  <a:cubicBezTo>
                    <a:pt x="1283" y="1370"/>
                    <a:pt x="1334" y="1319"/>
                    <a:pt x="1347" y="1254"/>
                  </a:cubicBezTo>
                  <a:cubicBezTo>
                    <a:pt x="1413" y="886"/>
                    <a:pt x="1741" y="622"/>
                    <a:pt x="2106" y="622"/>
                  </a:cubicBezTo>
                  <a:cubicBezTo>
                    <a:pt x="2145" y="622"/>
                    <a:pt x="2184" y="625"/>
                    <a:pt x="2224" y="632"/>
                  </a:cubicBezTo>
                  <a:cubicBezTo>
                    <a:pt x="2310" y="645"/>
                    <a:pt x="2393" y="673"/>
                    <a:pt x="2471" y="716"/>
                  </a:cubicBezTo>
                  <a:cubicBezTo>
                    <a:pt x="2494" y="728"/>
                    <a:pt x="2520" y="734"/>
                    <a:pt x="2545" y="734"/>
                  </a:cubicBezTo>
                  <a:cubicBezTo>
                    <a:pt x="2592" y="734"/>
                    <a:pt x="2639" y="713"/>
                    <a:pt x="2671" y="674"/>
                  </a:cubicBezTo>
                  <a:cubicBezTo>
                    <a:pt x="2796" y="515"/>
                    <a:pt x="2963" y="397"/>
                    <a:pt x="3155" y="330"/>
                  </a:cubicBezTo>
                  <a:cubicBezTo>
                    <a:pt x="3238" y="302"/>
                    <a:pt x="3281" y="211"/>
                    <a:pt x="3252" y="128"/>
                  </a:cubicBezTo>
                  <a:cubicBezTo>
                    <a:pt x="3229" y="62"/>
                    <a:pt x="3168" y="21"/>
                    <a:pt x="3103" y="21"/>
                  </a:cubicBezTo>
                  <a:cubicBezTo>
                    <a:pt x="3085" y="21"/>
                    <a:pt x="3068" y="24"/>
                    <a:pt x="3050" y="30"/>
                  </a:cubicBezTo>
                  <a:cubicBezTo>
                    <a:pt x="2842" y="103"/>
                    <a:pt x="2655" y="223"/>
                    <a:pt x="2505" y="381"/>
                  </a:cubicBezTo>
                  <a:cubicBezTo>
                    <a:pt x="2430" y="352"/>
                    <a:pt x="2352" y="331"/>
                    <a:pt x="2274" y="317"/>
                  </a:cubicBezTo>
                  <a:cubicBezTo>
                    <a:pt x="2216" y="308"/>
                    <a:pt x="2159" y="304"/>
                    <a:pt x="2102" y="304"/>
                  </a:cubicBezTo>
                  <a:cubicBezTo>
                    <a:pt x="1878" y="304"/>
                    <a:pt x="1660" y="373"/>
                    <a:pt x="1474" y="505"/>
                  </a:cubicBezTo>
                  <a:cubicBezTo>
                    <a:pt x="1271" y="649"/>
                    <a:pt x="1126" y="855"/>
                    <a:pt x="1058" y="1092"/>
                  </a:cubicBezTo>
                  <a:cubicBezTo>
                    <a:pt x="584" y="1219"/>
                    <a:pt x="223" y="1615"/>
                    <a:pt x="145" y="2107"/>
                  </a:cubicBezTo>
                  <a:cubicBezTo>
                    <a:pt x="107" y="2350"/>
                    <a:pt x="139" y="2592"/>
                    <a:pt x="238" y="2814"/>
                  </a:cubicBezTo>
                  <a:cubicBezTo>
                    <a:pt x="167" y="2935"/>
                    <a:pt x="119" y="3067"/>
                    <a:pt x="96" y="3208"/>
                  </a:cubicBezTo>
                  <a:cubicBezTo>
                    <a:pt x="1" y="3816"/>
                    <a:pt x="417" y="4388"/>
                    <a:pt x="1024" y="4484"/>
                  </a:cubicBezTo>
                  <a:cubicBezTo>
                    <a:pt x="1081" y="4494"/>
                    <a:pt x="1139" y="4498"/>
                    <a:pt x="1196" y="4498"/>
                  </a:cubicBezTo>
                  <a:cubicBezTo>
                    <a:pt x="1405" y="4498"/>
                    <a:pt x="1610" y="4439"/>
                    <a:pt x="1786" y="4330"/>
                  </a:cubicBezTo>
                  <a:cubicBezTo>
                    <a:pt x="1913" y="4609"/>
                    <a:pt x="2173" y="4821"/>
                    <a:pt x="2492" y="4871"/>
                  </a:cubicBezTo>
                  <a:cubicBezTo>
                    <a:pt x="2542" y="4879"/>
                    <a:pt x="2592" y="4883"/>
                    <a:pt x="2641" y="4883"/>
                  </a:cubicBezTo>
                  <a:cubicBezTo>
                    <a:pt x="2681" y="4883"/>
                    <a:pt x="2721" y="4880"/>
                    <a:pt x="2761" y="4875"/>
                  </a:cubicBezTo>
                  <a:cubicBezTo>
                    <a:pt x="2800" y="4915"/>
                    <a:pt x="2844" y="4950"/>
                    <a:pt x="2891" y="4980"/>
                  </a:cubicBezTo>
                  <a:lnTo>
                    <a:pt x="3388" y="6201"/>
                  </a:lnTo>
                  <a:cubicBezTo>
                    <a:pt x="3454" y="6362"/>
                    <a:pt x="3601" y="6479"/>
                    <a:pt x="3773" y="6506"/>
                  </a:cubicBezTo>
                  <a:lnTo>
                    <a:pt x="4290" y="6588"/>
                  </a:lnTo>
                  <a:cubicBezTo>
                    <a:pt x="4307" y="6591"/>
                    <a:pt x="4323" y="6592"/>
                    <a:pt x="4340" y="6592"/>
                  </a:cubicBezTo>
                  <a:cubicBezTo>
                    <a:pt x="4429" y="6592"/>
                    <a:pt x="4514" y="6554"/>
                    <a:pt x="4574" y="6484"/>
                  </a:cubicBezTo>
                  <a:cubicBezTo>
                    <a:pt x="4645" y="6404"/>
                    <a:pt x="4668" y="6293"/>
                    <a:pt x="4637" y="6190"/>
                  </a:cubicBezTo>
                  <a:lnTo>
                    <a:pt x="4451" y="5589"/>
                  </a:lnTo>
                  <a:lnTo>
                    <a:pt x="4451" y="5589"/>
                  </a:lnTo>
                  <a:cubicBezTo>
                    <a:pt x="4489" y="5595"/>
                    <a:pt x="4528" y="5599"/>
                    <a:pt x="4587" y="5599"/>
                  </a:cubicBezTo>
                  <a:cubicBezTo>
                    <a:pt x="4605" y="5599"/>
                    <a:pt x="4624" y="5599"/>
                    <a:pt x="4645" y="5598"/>
                  </a:cubicBezTo>
                  <a:cubicBezTo>
                    <a:pt x="4790" y="5744"/>
                    <a:pt x="4979" y="5841"/>
                    <a:pt x="5184" y="5873"/>
                  </a:cubicBezTo>
                  <a:cubicBezTo>
                    <a:pt x="5236" y="5881"/>
                    <a:pt x="5288" y="5885"/>
                    <a:pt x="5338" y="5885"/>
                  </a:cubicBezTo>
                  <a:cubicBezTo>
                    <a:pt x="5544" y="5885"/>
                    <a:pt x="5742" y="5821"/>
                    <a:pt x="5911" y="5698"/>
                  </a:cubicBezTo>
                  <a:cubicBezTo>
                    <a:pt x="6122" y="5545"/>
                    <a:pt x="6260" y="5319"/>
                    <a:pt x="6302" y="5061"/>
                  </a:cubicBezTo>
                  <a:cubicBezTo>
                    <a:pt x="6306" y="5032"/>
                    <a:pt x="6309" y="5002"/>
                    <a:pt x="6311" y="4973"/>
                  </a:cubicBezTo>
                  <a:cubicBezTo>
                    <a:pt x="6392" y="4934"/>
                    <a:pt x="6470" y="4889"/>
                    <a:pt x="6543" y="4835"/>
                  </a:cubicBezTo>
                  <a:cubicBezTo>
                    <a:pt x="6843" y="4618"/>
                    <a:pt x="7040" y="4297"/>
                    <a:pt x="7098" y="3931"/>
                  </a:cubicBezTo>
                  <a:cubicBezTo>
                    <a:pt x="7146" y="3627"/>
                    <a:pt x="7093" y="3319"/>
                    <a:pt x="6947" y="3051"/>
                  </a:cubicBezTo>
                  <a:cubicBezTo>
                    <a:pt x="7107" y="2878"/>
                    <a:pt x="7215" y="2661"/>
                    <a:pt x="7252" y="2425"/>
                  </a:cubicBezTo>
                  <a:cubicBezTo>
                    <a:pt x="7302" y="2111"/>
                    <a:pt x="7227" y="1796"/>
                    <a:pt x="7039" y="1538"/>
                  </a:cubicBezTo>
                  <a:cubicBezTo>
                    <a:pt x="6871" y="1305"/>
                    <a:pt x="6629" y="1146"/>
                    <a:pt x="6353" y="1079"/>
                  </a:cubicBezTo>
                  <a:cubicBezTo>
                    <a:pt x="6209" y="668"/>
                    <a:pt x="5851" y="365"/>
                    <a:pt x="5414" y="296"/>
                  </a:cubicBezTo>
                  <a:cubicBezTo>
                    <a:pt x="5352" y="286"/>
                    <a:pt x="5289" y="281"/>
                    <a:pt x="5226" y="281"/>
                  </a:cubicBezTo>
                  <a:cubicBezTo>
                    <a:pt x="4997" y="281"/>
                    <a:pt x="4773" y="347"/>
                    <a:pt x="4580" y="473"/>
                  </a:cubicBezTo>
                  <a:cubicBezTo>
                    <a:pt x="4401" y="249"/>
                    <a:pt x="4159" y="86"/>
                    <a:pt x="3882" y="7"/>
                  </a:cubicBezTo>
                  <a:cubicBezTo>
                    <a:pt x="3867" y="3"/>
                    <a:pt x="3852" y="1"/>
                    <a:pt x="38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57"/>
            <p:cNvSpPr/>
            <p:nvPr/>
          </p:nvSpPr>
          <p:spPr>
            <a:xfrm>
              <a:off x="2782621" y="3698280"/>
              <a:ext cx="116590" cy="100117"/>
            </a:xfrm>
            <a:custGeom>
              <a:avLst/>
              <a:gdLst/>
              <a:ahLst/>
              <a:cxnLst/>
              <a:rect l="l" t="t" r="r" b="b"/>
              <a:pathLst>
                <a:path w="3284" h="2820" extrusionOk="0">
                  <a:moveTo>
                    <a:pt x="963" y="0"/>
                  </a:moveTo>
                  <a:cubicBezTo>
                    <a:pt x="433" y="0"/>
                    <a:pt x="1" y="432"/>
                    <a:pt x="1" y="963"/>
                  </a:cubicBezTo>
                  <a:cubicBezTo>
                    <a:pt x="1" y="1211"/>
                    <a:pt x="90" y="1431"/>
                    <a:pt x="258" y="1597"/>
                  </a:cubicBezTo>
                  <a:lnTo>
                    <a:pt x="1368" y="2706"/>
                  </a:lnTo>
                  <a:cubicBezTo>
                    <a:pt x="1444" y="2782"/>
                    <a:pt x="1543" y="2819"/>
                    <a:pt x="1642" y="2819"/>
                  </a:cubicBezTo>
                  <a:cubicBezTo>
                    <a:pt x="1741" y="2819"/>
                    <a:pt x="1840" y="2782"/>
                    <a:pt x="1916" y="2706"/>
                  </a:cubicBezTo>
                  <a:lnTo>
                    <a:pt x="2321" y="2302"/>
                  </a:lnTo>
                  <a:cubicBezTo>
                    <a:pt x="2383" y="2240"/>
                    <a:pt x="2383" y="2139"/>
                    <a:pt x="2321" y="2077"/>
                  </a:cubicBezTo>
                  <a:cubicBezTo>
                    <a:pt x="2290" y="2046"/>
                    <a:pt x="2249" y="2030"/>
                    <a:pt x="2209" y="2030"/>
                  </a:cubicBezTo>
                  <a:cubicBezTo>
                    <a:pt x="2168" y="2030"/>
                    <a:pt x="2127" y="2046"/>
                    <a:pt x="2096" y="2077"/>
                  </a:cubicBezTo>
                  <a:lnTo>
                    <a:pt x="1691" y="2481"/>
                  </a:lnTo>
                  <a:cubicBezTo>
                    <a:pt x="1677" y="2495"/>
                    <a:pt x="1660" y="2502"/>
                    <a:pt x="1642" y="2502"/>
                  </a:cubicBezTo>
                  <a:cubicBezTo>
                    <a:pt x="1624" y="2502"/>
                    <a:pt x="1607" y="2495"/>
                    <a:pt x="1593" y="2481"/>
                  </a:cubicBezTo>
                  <a:lnTo>
                    <a:pt x="482" y="1372"/>
                  </a:lnTo>
                  <a:cubicBezTo>
                    <a:pt x="375" y="1266"/>
                    <a:pt x="319" y="1124"/>
                    <a:pt x="319" y="963"/>
                  </a:cubicBezTo>
                  <a:cubicBezTo>
                    <a:pt x="319" y="607"/>
                    <a:pt x="607" y="318"/>
                    <a:pt x="963" y="318"/>
                  </a:cubicBezTo>
                  <a:cubicBezTo>
                    <a:pt x="1185" y="318"/>
                    <a:pt x="1389" y="432"/>
                    <a:pt x="1507" y="620"/>
                  </a:cubicBezTo>
                  <a:cubicBezTo>
                    <a:pt x="1536" y="667"/>
                    <a:pt x="1587" y="695"/>
                    <a:pt x="1642" y="695"/>
                  </a:cubicBezTo>
                  <a:cubicBezTo>
                    <a:pt x="1697" y="695"/>
                    <a:pt x="1748" y="667"/>
                    <a:pt x="1777" y="620"/>
                  </a:cubicBezTo>
                  <a:cubicBezTo>
                    <a:pt x="1895" y="432"/>
                    <a:pt x="2099" y="318"/>
                    <a:pt x="2321" y="318"/>
                  </a:cubicBezTo>
                  <a:cubicBezTo>
                    <a:pt x="2670" y="318"/>
                    <a:pt x="2965" y="620"/>
                    <a:pt x="2965" y="979"/>
                  </a:cubicBezTo>
                  <a:cubicBezTo>
                    <a:pt x="2948" y="1273"/>
                    <a:pt x="2778" y="1391"/>
                    <a:pt x="2623" y="1551"/>
                  </a:cubicBezTo>
                  <a:cubicBezTo>
                    <a:pt x="2561" y="1614"/>
                    <a:pt x="2561" y="1714"/>
                    <a:pt x="2623" y="1776"/>
                  </a:cubicBezTo>
                  <a:cubicBezTo>
                    <a:pt x="2654" y="1808"/>
                    <a:pt x="2695" y="1823"/>
                    <a:pt x="2735" y="1823"/>
                  </a:cubicBezTo>
                  <a:cubicBezTo>
                    <a:pt x="2776" y="1823"/>
                    <a:pt x="2817" y="1808"/>
                    <a:pt x="2848" y="1776"/>
                  </a:cubicBezTo>
                  <a:cubicBezTo>
                    <a:pt x="3064" y="1555"/>
                    <a:pt x="3248" y="1423"/>
                    <a:pt x="3283" y="979"/>
                  </a:cubicBezTo>
                  <a:cubicBezTo>
                    <a:pt x="3283" y="439"/>
                    <a:pt x="2852" y="0"/>
                    <a:pt x="2321" y="0"/>
                  </a:cubicBezTo>
                  <a:cubicBezTo>
                    <a:pt x="2062" y="0"/>
                    <a:pt x="1820" y="103"/>
                    <a:pt x="1642" y="282"/>
                  </a:cubicBezTo>
                  <a:cubicBezTo>
                    <a:pt x="1464" y="103"/>
                    <a:pt x="1222" y="0"/>
                    <a:pt x="9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9" name="Google Shape;2479;p63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highlight>
                  <a:schemeClr val="accent2"/>
                </a:highlight>
              </a:rPr>
              <a:t>THANK YOU</a:t>
            </a:r>
            <a:endParaRPr i="1" dirty="0">
              <a:highlight>
                <a:schemeClr val="accent2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E0ACC4-4A21-C209-A1C0-72DBD7A0AE08}"/>
              </a:ext>
            </a:extLst>
          </p:cNvPr>
          <p:cNvSpPr txBox="1"/>
          <p:nvPr/>
        </p:nvSpPr>
        <p:spPr>
          <a:xfrm>
            <a:off x="4874983" y="3511826"/>
            <a:ext cx="288091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IN" dirty="0"/>
              <a:t>By-</a:t>
            </a:r>
          </a:p>
          <a:p>
            <a:pPr lvl="0"/>
            <a:r>
              <a:rPr lang="en-IN" dirty="0"/>
              <a:t>Bhanu Prakash(2420030209) </a:t>
            </a:r>
          </a:p>
          <a:p>
            <a:pPr lvl="0"/>
            <a:r>
              <a:rPr lang="en-IN" dirty="0"/>
              <a:t>Myneni </a:t>
            </a:r>
            <a:r>
              <a:rPr lang="en-IN" dirty="0" err="1"/>
              <a:t>Krishita</a:t>
            </a:r>
            <a:r>
              <a:rPr lang="en-IN" dirty="0"/>
              <a:t> (2420030443)</a:t>
            </a:r>
          </a:p>
          <a:p>
            <a:pPr lvl="0"/>
            <a:r>
              <a:rPr lang="en-IN" dirty="0"/>
              <a:t>D.L.S. Laasya Priya(2420030002)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mentia in Parkinson's Disease Clinical Case by Slidesgo">
  <a:themeElements>
    <a:clrScheme name="Simple Light">
      <a:dk1>
        <a:srgbClr val="F5F3F3"/>
      </a:dk1>
      <a:lt1>
        <a:srgbClr val="161414"/>
      </a:lt1>
      <a:dk2>
        <a:srgbClr val="3C3A3A"/>
      </a:dk2>
      <a:lt2>
        <a:srgbClr val="C05B5C"/>
      </a:lt2>
      <a:accent1>
        <a:srgbClr val="E29B9C"/>
      </a:accent1>
      <a:accent2>
        <a:srgbClr val="B7D7DA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6141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713</Words>
  <Application>Microsoft Office PowerPoint</Application>
  <PresentationFormat>On-screen Show (16:9)</PresentationFormat>
  <Paragraphs>175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Marcellus</vt:lpstr>
      <vt:lpstr>Quicksand</vt:lpstr>
      <vt:lpstr>Anaheim</vt:lpstr>
      <vt:lpstr>Bebas Neue</vt:lpstr>
      <vt:lpstr>Source Sans Pro</vt:lpstr>
      <vt:lpstr>Arial</vt:lpstr>
      <vt:lpstr>Dementia in Parkinson's Disease Clinical Case by Slidesgo</vt:lpstr>
      <vt:lpstr>AlzDx AI-Based Early Detection of Alzheimer's Disease Using Speech and Machine Learning</vt:lpstr>
      <vt:lpstr>Model Development</vt:lpstr>
      <vt:lpstr>Proposed Methodology</vt:lpstr>
      <vt:lpstr>Dataset &amp; Preprocessing</vt:lpstr>
      <vt:lpstr>System Design</vt:lpstr>
      <vt:lpstr>Model Training &amp; Implementation</vt:lpstr>
      <vt:lpstr>Experimental Phases &amp; Model Evolution</vt:lpstr>
      <vt:lpstr>Model Architecture</vt:lpstr>
      <vt:lpstr>A picture is worth a thousand words</vt:lpstr>
      <vt:lpstr>PowerPoint Presentation</vt:lpstr>
      <vt:lpstr>DeBERTa-v3 Baseline</vt:lpstr>
      <vt:lpstr>DeBERTa-v3 + Attention </vt:lpstr>
      <vt:lpstr>Final Test Results</vt:lpstr>
      <vt:lpstr>DeBERTa-v3 + Attention + Mean Pooling</vt:lpstr>
      <vt:lpstr>Conclusion &amp; Future Work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Laasya Priya</dc:creator>
  <cp:lastModifiedBy>Laasya Priya</cp:lastModifiedBy>
  <cp:revision>9</cp:revision>
  <dcterms:modified xsi:type="dcterms:W3CDTF">2026-09-24T08:37:48Z</dcterms:modified>
</cp:coreProperties>
</file>