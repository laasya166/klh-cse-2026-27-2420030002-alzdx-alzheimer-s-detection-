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44"/>
  </p:notesMasterIdLst>
  <p:sldIdLst>
    <p:sldId id="256" r:id="rId3"/>
    <p:sldId id="261" r:id="rId4"/>
    <p:sldId id="259" r:id="rId5"/>
    <p:sldId id="258" r:id="rId6"/>
    <p:sldId id="297" r:id="rId7"/>
    <p:sldId id="260" r:id="rId8"/>
    <p:sldId id="264" r:id="rId9"/>
    <p:sldId id="262" r:id="rId10"/>
    <p:sldId id="266" r:id="rId11"/>
    <p:sldId id="271" r:id="rId12"/>
    <p:sldId id="267" r:id="rId13"/>
    <p:sldId id="268" r:id="rId14"/>
    <p:sldId id="272" r:id="rId15"/>
    <p:sldId id="270" r:id="rId16"/>
    <p:sldId id="269" r:id="rId17"/>
    <p:sldId id="265" r:id="rId18"/>
    <p:sldId id="263"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Lst>
  <p:sldSz cx="9144000" cy="5143500" type="screen16x9"/>
  <p:notesSz cx="6858000" cy="9144000"/>
  <p:embeddedFontLst>
    <p:embeddedFont>
      <p:font typeface="Amatic SC" panose="00000500000000000000" pitchFamily="2" charset="-79"/>
      <p:regular r:id="rId45"/>
      <p:bold r:id="rId46"/>
    </p:embeddedFont>
    <p:embeddedFont>
      <p:font typeface="Be Vietnam Pro" panose="020B0604020202020204" charset="0"/>
      <p:regular r:id="rId47"/>
      <p:bold r:id="rId48"/>
      <p:italic r:id="rId49"/>
      <p:boldItalic r:id="rId50"/>
    </p:embeddedFont>
    <p:embeddedFont>
      <p:font typeface="Be Vietnam Pro ExtraLight" panose="020B0604020202020204" charset="0"/>
      <p:regular r:id="rId51"/>
      <p:bold r:id="rId52"/>
      <p:italic r:id="rId53"/>
      <p:boldItalic r:id="rId54"/>
    </p:embeddedFont>
    <p:embeddedFont>
      <p:font typeface="Bebas Neue" panose="020B0606020202050201" pitchFamily="34" charset="0"/>
      <p:regular r:id="rId55"/>
    </p:embeddedFont>
    <p:embeddedFont>
      <p:font typeface="Open Sans" panose="020B0606030504020204" pitchFamily="34" charset="0"/>
      <p:regular r:id="rId56"/>
      <p:bold r:id="rId57"/>
      <p:italic r:id="rId58"/>
      <p:boldItalic r:id="rId59"/>
    </p:embeddedFont>
    <p:embeddedFont>
      <p:font typeface="Proxima Nova" panose="020B0604020202020204" charset="0"/>
      <p:regular r:id="rId60"/>
      <p:bold r:id="rId61"/>
      <p:italic r:id="rId62"/>
      <p:boldItalic r:id="rId63"/>
    </p:embeddedFont>
    <p:embeddedFont>
      <p:font typeface="PT Sans" panose="020B0503020203020204" pitchFamily="34" charset="0"/>
      <p:regular r:id="rId64"/>
      <p:bold r:id="rId65"/>
      <p:italic r:id="rId66"/>
      <p:boldItalic r:id="rId67"/>
    </p:embeddedFont>
    <p:embeddedFont>
      <p:font typeface="Roboto Medium" panose="02000000000000000000" pitchFamily="2"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60529B7-468A-4AAD-88D3-7B0E757F590B}">
  <a:tblStyle styleId="{960529B7-468A-4AAD-88D3-7B0E757F590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C877B630-E8C7-4DE6-A723-D8B67C2CF4A7}"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5202B0CA-FC54-4496-8BCA-5EF66A818D29}" styleName="Dark Style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5" d="100"/>
          <a:sy n="115" d="100"/>
        </p:scale>
        <p:origin x="514"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font" Target="fonts/font3.fntdata"/><Relationship Id="rId63" Type="http://schemas.openxmlformats.org/officeDocument/2006/relationships/font" Target="fonts/font19.fntdata"/><Relationship Id="rId68" Type="http://schemas.openxmlformats.org/officeDocument/2006/relationships/font" Target="fonts/font24.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1.fntdata"/><Relationship Id="rId53" Type="http://schemas.openxmlformats.org/officeDocument/2006/relationships/font" Target="fonts/font9.fntdata"/><Relationship Id="rId58" Type="http://schemas.openxmlformats.org/officeDocument/2006/relationships/font" Target="fonts/font14.fntdata"/><Relationship Id="rId66" Type="http://schemas.openxmlformats.org/officeDocument/2006/relationships/font" Target="fonts/font22.fntdata"/><Relationship Id="rId74"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7.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4.fntdata"/><Relationship Id="rId56" Type="http://schemas.openxmlformats.org/officeDocument/2006/relationships/font" Target="fonts/font12.fntdata"/><Relationship Id="rId64" Type="http://schemas.openxmlformats.org/officeDocument/2006/relationships/font" Target="fonts/font20.fntdata"/><Relationship Id="rId69" Type="http://schemas.openxmlformats.org/officeDocument/2006/relationships/font" Target="fonts/font25.fntdata"/><Relationship Id="rId8" Type="http://schemas.openxmlformats.org/officeDocument/2006/relationships/slide" Target="slides/slide6.xml"/><Relationship Id="rId51" Type="http://schemas.openxmlformats.org/officeDocument/2006/relationships/font" Target="fonts/font7.fntdata"/><Relationship Id="rId72"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2.fntdata"/><Relationship Id="rId59" Type="http://schemas.openxmlformats.org/officeDocument/2006/relationships/font" Target="fonts/font15.fntdata"/><Relationship Id="rId67" Type="http://schemas.openxmlformats.org/officeDocument/2006/relationships/font" Target="fonts/font2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0.fntdata"/><Relationship Id="rId62" Type="http://schemas.openxmlformats.org/officeDocument/2006/relationships/font" Target="fonts/font18.fntdata"/><Relationship Id="rId70" Type="http://schemas.openxmlformats.org/officeDocument/2006/relationships/font" Target="fonts/font26.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5.fntdata"/><Relationship Id="rId57" Type="http://schemas.openxmlformats.org/officeDocument/2006/relationships/font" Target="fonts/font13.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notesMaster" Target="notesMasters/notesMaster1.xml"/><Relationship Id="rId52" Type="http://schemas.openxmlformats.org/officeDocument/2006/relationships/font" Target="fonts/font8.fntdata"/><Relationship Id="rId60" Type="http://schemas.openxmlformats.org/officeDocument/2006/relationships/font" Target="fonts/font16.fntdata"/><Relationship Id="rId65" Type="http://schemas.openxmlformats.org/officeDocument/2006/relationships/font" Target="fonts/font21.fntdata"/><Relationship Id="rId73"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6.fntdata"/><Relationship Id="rId55" Type="http://schemas.openxmlformats.org/officeDocument/2006/relationships/font" Target="fonts/font11.fntdata"/><Relationship Id="rId7" Type="http://schemas.openxmlformats.org/officeDocument/2006/relationships/slide" Target="slides/slide5.xml"/><Relationship Id="rId71" Type="http://schemas.openxmlformats.org/officeDocument/2006/relationships/font" Target="fonts/font2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
        <p:cNvGrpSpPr/>
        <p:nvPr/>
      </p:nvGrpSpPr>
      <p:grpSpPr>
        <a:xfrm>
          <a:off x="0" y="0"/>
          <a:ext cx="0" cy="0"/>
          <a:chOff x="0" y="0"/>
          <a:chExt cx="0" cy="0"/>
        </a:xfrm>
      </p:grpSpPr>
      <p:sp>
        <p:nvSpPr>
          <p:cNvPr id="225" name="Google Shape;22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 name="Google Shape;22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p:cNvGrpSpPr/>
        <p:nvPr/>
      </p:nvGrpSpPr>
      <p:grpSpPr>
        <a:xfrm>
          <a:off x="0" y="0"/>
          <a:ext cx="0" cy="0"/>
          <a:chOff x="0" y="0"/>
          <a:chExt cx="0" cy="0"/>
        </a:xfrm>
      </p:grpSpPr>
      <p:sp>
        <p:nvSpPr>
          <p:cNvPr id="276" name="Google Shape;276;g21258269c9b_0_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21258269c9b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
        <p:cNvGrpSpPr/>
        <p:nvPr/>
      </p:nvGrpSpPr>
      <p:grpSpPr>
        <a:xfrm>
          <a:off x="0" y="0"/>
          <a:ext cx="0" cy="0"/>
          <a:chOff x="0" y="0"/>
          <a:chExt cx="0" cy="0"/>
        </a:xfrm>
      </p:grpSpPr>
      <p:sp>
        <p:nvSpPr>
          <p:cNvPr id="260" name="Google Shape;260;g21258269c9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 name="Google Shape;261;g21258269c9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p:cNvGrpSpPr/>
        <p:nvPr/>
      </p:nvGrpSpPr>
      <p:grpSpPr>
        <a:xfrm>
          <a:off x="0" y="0"/>
          <a:ext cx="0" cy="0"/>
          <a:chOff x="0" y="0"/>
          <a:chExt cx="0" cy="0"/>
        </a:xfrm>
      </p:grpSpPr>
      <p:sp>
        <p:nvSpPr>
          <p:cNvPr id="243" name="Google Shape;243;g10f9e629ec3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 name="Google Shape;244;g10f9e629ec3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E3C314BD-F6D0-1E58-2F11-EE052514D7D1}"/>
            </a:ext>
          </a:extLst>
        </p:cNvPr>
        <p:cNvGrpSpPr/>
        <p:nvPr/>
      </p:nvGrpSpPr>
      <p:grpSpPr>
        <a:xfrm>
          <a:off x="0" y="0"/>
          <a:ext cx="0" cy="0"/>
          <a:chOff x="0" y="0"/>
          <a:chExt cx="0" cy="0"/>
        </a:xfrm>
      </p:grpSpPr>
      <p:sp>
        <p:nvSpPr>
          <p:cNvPr id="243" name="Google Shape;243;g10f9e629ec3_0_6:notes">
            <a:extLst>
              <a:ext uri="{FF2B5EF4-FFF2-40B4-BE49-F238E27FC236}">
                <a16:creationId xmlns:a16="http://schemas.microsoft.com/office/drawing/2014/main" id="{BC963425-84E2-D6D5-23B1-92E127EC8BA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 name="Google Shape;244;g10f9e629ec3_0_6:notes">
            <a:extLst>
              <a:ext uri="{FF2B5EF4-FFF2-40B4-BE49-F238E27FC236}">
                <a16:creationId xmlns:a16="http://schemas.microsoft.com/office/drawing/2014/main" id="{7F7F9551-BD2D-985E-22B6-5AD66CD26B7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55709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
        <p:cNvGrpSpPr/>
        <p:nvPr/>
      </p:nvGrpSpPr>
      <p:grpSpPr>
        <a:xfrm>
          <a:off x="0" y="0"/>
          <a:ext cx="0" cy="0"/>
          <a:chOff x="0" y="0"/>
          <a:chExt cx="0" cy="0"/>
        </a:xfrm>
      </p:grpSpPr>
      <p:sp>
        <p:nvSpPr>
          <p:cNvPr id="269" name="Google Shape;269;g111e7c571f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 name="Google Shape;270;g111e7c571f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
        <p:cNvGrpSpPr/>
        <p:nvPr/>
      </p:nvGrpSpPr>
      <p:grpSpPr>
        <a:xfrm>
          <a:off x="0" y="0"/>
          <a:ext cx="0" cy="0"/>
          <a:chOff x="0" y="0"/>
          <a:chExt cx="0" cy="0"/>
        </a:xfrm>
      </p:grpSpPr>
      <p:sp>
        <p:nvSpPr>
          <p:cNvPr id="309" name="Google Shape;309;g21258269c9b_0_2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 name="Google Shape;310;g21258269c9b_0_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
        <p:cNvGrpSpPr/>
        <p:nvPr/>
      </p:nvGrpSpPr>
      <p:grpSpPr>
        <a:xfrm>
          <a:off x="0" y="0"/>
          <a:ext cx="0" cy="0"/>
          <a:chOff x="0" y="0"/>
          <a:chExt cx="0" cy="0"/>
        </a:xfrm>
      </p:grpSpPr>
      <p:sp>
        <p:nvSpPr>
          <p:cNvPr id="285" name="Google Shape;285;g21258269c9b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 name="Google Shape;286;g21258269c9b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11e375b9f55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11e375b9f55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
        <p:cNvGrpSpPr/>
        <p:nvPr/>
      </p:nvGrpSpPr>
      <p:grpSpPr>
        <a:xfrm>
          <a:off x="0" y="0"/>
          <a:ext cx="0" cy="0"/>
          <a:chOff x="0" y="0"/>
          <a:chExt cx="0" cy="0"/>
        </a:xfrm>
      </p:grpSpPr>
      <p:sp>
        <p:nvSpPr>
          <p:cNvPr id="404" name="Google Shape;404;g1de147f2651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 name="Google Shape;405;g1de147f2651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
        <p:cNvGrpSpPr/>
        <p:nvPr/>
      </p:nvGrpSpPr>
      <p:grpSpPr>
        <a:xfrm>
          <a:off x="0" y="0"/>
          <a:ext cx="0" cy="0"/>
          <a:chOff x="0" y="0"/>
          <a:chExt cx="0" cy="0"/>
        </a:xfrm>
      </p:grpSpPr>
      <p:sp>
        <p:nvSpPr>
          <p:cNvPr id="346" name="Google Shape;346;g21258269c9b_0_3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 name="Google Shape;347;g21258269c9b_0_3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
        <p:cNvGrpSpPr/>
        <p:nvPr/>
      </p:nvGrpSpPr>
      <p:grpSpPr>
        <a:xfrm>
          <a:off x="0" y="0"/>
          <a:ext cx="0" cy="0"/>
          <a:chOff x="0" y="0"/>
          <a:chExt cx="0" cy="0"/>
        </a:xfrm>
      </p:grpSpPr>
      <p:sp>
        <p:nvSpPr>
          <p:cNvPr id="353" name="Google Shape;353;g10f9e629ec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4" name="Google Shape;354;g10f9e629ec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
        <p:cNvGrpSpPr/>
        <p:nvPr/>
      </p:nvGrpSpPr>
      <p:grpSpPr>
        <a:xfrm>
          <a:off x="0" y="0"/>
          <a:ext cx="0" cy="0"/>
          <a:chOff x="0" y="0"/>
          <a:chExt cx="0" cy="0"/>
        </a:xfrm>
      </p:grpSpPr>
      <p:sp>
        <p:nvSpPr>
          <p:cNvPr id="417" name="Google Shape;417;g2330b26925c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8" name="Google Shape;418;g2330b26925c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
        <p:cNvGrpSpPr/>
        <p:nvPr/>
      </p:nvGrpSpPr>
      <p:grpSpPr>
        <a:xfrm>
          <a:off x="0" y="0"/>
          <a:ext cx="0" cy="0"/>
          <a:chOff x="0" y="0"/>
          <a:chExt cx="0" cy="0"/>
        </a:xfrm>
      </p:grpSpPr>
      <p:sp>
        <p:nvSpPr>
          <p:cNvPr id="368" name="Google Shape;368;g11360713c04_0_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9" name="Google Shape;369;g11360713c04_0_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
        <p:cNvGrpSpPr/>
        <p:nvPr/>
      </p:nvGrpSpPr>
      <p:grpSpPr>
        <a:xfrm>
          <a:off x="0" y="0"/>
          <a:ext cx="0" cy="0"/>
          <a:chOff x="0" y="0"/>
          <a:chExt cx="0" cy="0"/>
        </a:xfrm>
      </p:grpSpPr>
      <p:sp>
        <p:nvSpPr>
          <p:cNvPr id="362" name="Google Shape;362;g1105afc42a3_1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3" name="Google Shape;363;g1105afc42a3_1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11e375b9f55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11e375b9f55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5"/>
        <p:cNvGrpSpPr/>
        <p:nvPr/>
      </p:nvGrpSpPr>
      <p:grpSpPr>
        <a:xfrm>
          <a:off x="0" y="0"/>
          <a:ext cx="0" cy="0"/>
          <a:chOff x="0" y="0"/>
          <a:chExt cx="0" cy="0"/>
        </a:xfrm>
      </p:grpSpPr>
      <p:sp>
        <p:nvSpPr>
          <p:cNvPr id="296" name="Google Shape;296;g2140bdeeea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 name="Google Shape;297;g2140bdeee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2161ec02cbf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2161ec02cbf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8"/>
        <p:cNvGrpSpPr/>
        <p:nvPr/>
      </p:nvGrpSpPr>
      <p:grpSpPr>
        <a:xfrm>
          <a:off x="0" y="0"/>
          <a:ext cx="0" cy="0"/>
          <a:chOff x="0" y="0"/>
          <a:chExt cx="0" cy="0"/>
        </a:xfrm>
      </p:grpSpPr>
      <p:sp>
        <p:nvSpPr>
          <p:cNvPr id="449" name="Google Shape;449;g2161ec02cbf_0_1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0" name="Google Shape;450;g2161ec02cbf_0_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
        <p:cNvGrpSpPr/>
        <p:nvPr/>
      </p:nvGrpSpPr>
      <p:grpSpPr>
        <a:xfrm>
          <a:off x="0" y="0"/>
          <a:ext cx="0" cy="0"/>
          <a:chOff x="0" y="0"/>
          <a:chExt cx="0" cy="0"/>
        </a:xfrm>
      </p:grpSpPr>
      <p:sp>
        <p:nvSpPr>
          <p:cNvPr id="459" name="Google Shape;459;g1105afc42a3_1_7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 name="Google Shape;460;g1105afc42a3_1_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
        <p:cNvGrpSpPr/>
        <p:nvPr/>
      </p:nvGrpSpPr>
      <p:grpSpPr>
        <a:xfrm>
          <a:off x="0" y="0"/>
          <a:ext cx="0" cy="0"/>
          <a:chOff x="0" y="0"/>
          <a:chExt cx="0" cy="0"/>
        </a:xfrm>
      </p:grpSpPr>
      <p:sp>
        <p:nvSpPr>
          <p:cNvPr id="488" name="Google Shape;488;g1e441aacbcb_0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 name="Google Shape;489;g1e441aacbcb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8"/>
        <p:cNvGrpSpPr/>
        <p:nvPr/>
      </p:nvGrpSpPr>
      <p:grpSpPr>
        <a:xfrm>
          <a:off x="0" y="0"/>
          <a:ext cx="0" cy="0"/>
          <a:chOff x="0" y="0"/>
          <a:chExt cx="0" cy="0"/>
        </a:xfrm>
      </p:grpSpPr>
      <p:sp>
        <p:nvSpPr>
          <p:cNvPr id="749" name="Google Shape;749;g1105afc42a3_1_8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0" name="Google Shape;750;g1105afc42a3_1_8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4"/>
        <p:cNvGrpSpPr/>
        <p:nvPr/>
      </p:nvGrpSpPr>
      <p:grpSpPr>
        <a:xfrm>
          <a:off x="0" y="0"/>
          <a:ext cx="0" cy="0"/>
          <a:chOff x="0" y="0"/>
          <a:chExt cx="0" cy="0"/>
        </a:xfrm>
      </p:grpSpPr>
      <p:sp>
        <p:nvSpPr>
          <p:cNvPr id="755" name="Google Shape;755;g1105afc42a3_1_8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6" name="Google Shape;756;g1105afc42a3_1_8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
        <p:cNvGrpSpPr/>
        <p:nvPr/>
      </p:nvGrpSpPr>
      <p:grpSpPr>
        <a:xfrm>
          <a:off x="0" y="0"/>
          <a:ext cx="0" cy="0"/>
          <a:chOff x="0" y="0"/>
          <a:chExt cx="0" cy="0"/>
        </a:xfrm>
      </p:grpSpPr>
      <p:sp>
        <p:nvSpPr>
          <p:cNvPr id="761" name="Google Shape;761;g257f7ea6bb3_0_136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2" name="Google Shape;762;g257f7ea6bb3_0_13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6"/>
        <p:cNvGrpSpPr/>
        <p:nvPr/>
      </p:nvGrpSpPr>
      <p:grpSpPr>
        <a:xfrm>
          <a:off x="0" y="0"/>
          <a:ext cx="0" cy="0"/>
          <a:chOff x="0" y="0"/>
          <a:chExt cx="0" cy="0"/>
        </a:xfrm>
      </p:grpSpPr>
      <p:sp>
        <p:nvSpPr>
          <p:cNvPr id="767" name="Google Shape;767;g257f7ea6bb3_0_136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8" name="Google Shape;768;g257f7ea6bb3_0_136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
        <p:cNvGrpSpPr/>
        <p:nvPr/>
      </p:nvGrpSpPr>
      <p:grpSpPr>
        <a:xfrm>
          <a:off x="0" y="0"/>
          <a:ext cx="0" cy="0"/>
          <a:chOff x="0" y="0"/>
          <a:chExt cx="0" cy="0"/>
        </a:xfrm>
      </p:grpSpPr>
      <p:sp>
        <p:nvSpPr>
          <p:cNvPr id="773" name="Google Shape;773;g257f7ea6bb3_0_136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4" name="Google Shape;774;g257f7ea6bb3_0_13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2"/>
        <p:cNvGrpSpPr/>
        <p:nvPr/>
      </p:nvGrpSpPr>
      <p:grpSpPr>
        <a:xfrm>
          <a:off x="0" y="0"/>
          <a:ext cx="0" cy="0"/>
          <a:chOff x="0" y="0"/>
          <a:chExt cx="0" cy="0"/>
        </a:xfrm>
      </p:grpSpPr>
      <p:sp>
        <p:nvSpPr>
          <p:cNvPr id="793" name="Google Shape;793;g257f7ea6bb3_0_13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4" name="Google Shape;794;g257f7ea6bb3_0_13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8"/>
        <p:cNvGrpSpPr/>
        <p:nvPr/>
      </p:nvGrpSpPr>
      <p:grpSpPr>
        <a:xfrm>
          <a:off x="0" y="0"/>
          <a:ext cx="0" cy="0"/>
          <a:chOff x="0" y="0"/>
          <a:chExt cx="0" cy="0"/>
        </a:xfrm>
      </p:grpSpPr>
      <p:sp>
        <p:nvSpPr>
          <p:cNvPr id="809" name="Google Shape;809;g257f7ea6bb3_0_137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0" name="Google Shape;810;g257f7ea6bb3_0_13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
        <p:cNvGrpSpPr/>
        <p:nvPr/>
      </p:nvGrpSpPr>
      <p:grpSpPr>
        <a:xfrm>
          <a:off x="0" y="0"/>
          <a:ext cx="0" cy="0"/>
          <a:chOff x="0" y="0"/>
          <a:chExt cx="0" cy="0"/>
        </a:xfrm>
      </p:grpSpPr>
      <p:sp>
        <p:nvSpPr>
          <p:cNvPr id="1146" name="Google Shape;1146;g257f7ea6bb3_0_140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7" name="Google Shape;1147;g257f7ea6bb3_0_140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9"/>
        <p:cNvGrpSpPr/>
        <p:nvPr/>
      </p:nvGrpSpPr>
      <p:grpSpPr>
        <a:xfrm>
          <a:off x="0" y="0"/>
          <a:ext cx="0" cy="0"/>
          <a:chOff x="0" y="0"/>
          <a:chExt cx="0" cy="0"/>
        </a:xfrm>
      </p:grpSpPr>
      <p:sp>
        <p:nvSpPr>
          <p:cNvPr id="7060" name="Google Shape;7060;g257f7ea6bb3_0_199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1" name="Google Shape;7061;g257f7ea6bb3_0_19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86"/>
        <p:cNvGrpSpPr/>
        <p:nvPr/>
      </p:nvGrpSpPr>
      <p:grpSpPr>
        <a:xfrm>
          <a:off x="0" y="0"/>
          <a:ext cx="0" cy="0"/>
          <a:chOff x="0" y="0"/>
          <a:chExt cx="0" cy="0"/>
        </a:xfrm>
      </p:grpSpPr>
      <p:sp>
        <p:nvSpPr>
          <p:cNvPr id="7487" name="Google Shape;7487;g257f7ea6bb3_0_203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88" name="Google Shape;7488;g257f7ea6bb3_0_203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49"/>
        <p:cNvGrpSpPr/>
        <p:nvPr/>
      </p:nvGrpSpPr>
      <p:grpSpPr>
        <a:xfrm>
          <a:off x="0" y="0"/>
          <a:ext cx="0" cy="0"/>
          <a:chOff x="0" y="0"/>
          <a:chExt cx="0" cy="0"/>
        </a:xfrm>
      </p:grpSpPr>
      <p:sp>
        <p:nvSpPr>
          <p:cNvPr id="7650" name="Google Shape;7650;g257f7ea6bb3_0_205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1" name="Google Shape;7651;g257f7ea6bb3_0_20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1"/>
        <p:cNvGrpSpPr/>
        <p:nvPr/>
      </p:nvGrpSpPr>
      <p:grpSpPr>
        <a:xfrm>
          <a:off x="0" y="0"/>
          <a:ext cx="0" cy="0"/>
          <a:chOff x="0" y="0"/>
          <a:chExt cx="0" cy="0"/>
        </a:xfrm>
      </p:grpSpPr>
      <p:sp>
        <p:nvSpPr>
          <p:cNvPr id="8052" name="Google Shape;8052;g257f7ea6bb3_0_209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3" name="Google Shape;8053;g257f7ea6bb3_0_209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22"/>
        <p:cNvGrpSpPr/>
        <p:nvPr/>
      </p:nvGrpSpPr>
      <p:grpSpPr>
        <a:xfrm>
          <a:off x="0" y="0"/>
          <a:ext cx="0" cy="0"/>
          <a:chOff x="0" y="0"/>
          <a:chExt cx="0" cy="0"/>
        </a:xfrm>
      </p:grpSpPr>
      <p:sp>
        <p:nvSpPr>
          <p:cNvPr id="8423" name="Google Shape;8423;g257f7ea6bb3_0_213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24" name="Google Shape;8424;g257f7ea6bb3_0_21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11"/>
        <p:cNvGrpSpPr/>
        <p:nvPr/>
      </p:nvGrpSpPr>
      <p:grpSpPr>
        <a:xfrm>
          <a:off x="0" y="0"/>
          <a:ext cx="0" cy="0"/>
          <a:chOff x="0" y="0"/>
          <a:chExt cx="0" cy="0"/>
        </a:xfrm>
      </p:grpSpPr>
      <p:sp>
        <p:nvSpPr>
          <p:cNvPr id="8812" name="Google Shape;8812;g257f7ea6bb3_0_217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13" name="Google Shape;8813;g257f7ea6bb3_0_217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2"/>
        <p:cNvGrpSpPr/>
        <p:nvPr/>
      </p:nvGrpSpPr>
      <p:grpSpPr>
        <a:xfrm>
          <a:off x="0" y="0"/>
          <a:ext cx="0" cy="0"/>
          <a:chOff x="0" y="0"/>
          <a:chExt cx="0" cy="0"/>
        </a:xfrm>
      </p:grpSpPr>
      <p:sp>
        <p:nvSpPr>
          <p:cNvPr id="9243" name="Google Shape;9243;g257f7ea6bb3_0_22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4" name="Google Shape;9244;g257f7ea6bb3_0_22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5"/>
        <p:cNvGrpSpPr/>
        <p:nvPr/>
      </p:nvGrpSpPr>
      <p:grpSpPr>
        <a:xfrm>
          <a:off x="0" y="0"/>
          <a:ext cx="0" cy="0"/>
          <a:chOff x="0" y="0"/>
          <a:chExt cx="0" cy="0"/>
        </a:xfrm>
      </p:grpSpPr>
      <p:sp>
        <p:nvSpPr>
          <p:cNvPr id="10036" name="Google Shape;10036;g257f7ea6bb3_0_229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37" name="Google Shape;10037;g257f7ea6bb3_0_22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76"/>
        <p:cNvGrpSpPr/>
        <p:nvPr/>
      </p:nvGrpSpPr>
      <p:grpSpPr>
        <a:xfrm>
          <a:off x="0" y="0"/>
          <a:ext cx="0" cy="0"/>
          <a:chOff x="0" y="0"/>
          <a:chExt cx="0" cy="0"/>
        </a:xfrm>
      </p:grpSpPr>
      <p:sp>
        <p:nvSpPr>
          <p:cNvPr id="10777" name="Google Shape;10777;g257f7ea6bb3_0_236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8" name="Google Shape;10778;g257f7ea6bb3_0_23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69"/>
        <p:cNvGrpSpPr/>
        <p:nvPr/>
      </p:nvGrpSpPr>
      <p:grpSpPr>
        <a:xfrm>
          <a:off x="0" y="0"/>
          <a:ext cx="0" cy="0"/>
          <a:chOff x="0" y="0"/>
          <a:chExt cx="0" cy="0"/>
        </a:xfrm>
      </p:grpSpPr>
      <p:sp>
        <p:nvSpPr>
          <p:cNvPr id="11470" name="Google Shape;11470;g257f7ea6bb3_0_243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71" name="Google Shape;11471;g257f7ea6bb3_0_24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71"/>
        <p:cNvGrpSpPr/>
        <p:nvPr/>
      </p:nvGrpSpPr>
      <p:grpSpPr>
        <a:xfrm>
          <a:off x="0" y="0"/>
          <a:ext cx="0" cy="0"/>
          <a:chOff x="0" y="0"/>
          <a:chExt cx="0" cy="0"/>
        </a:xfrm>
      </p:grpSpPr>
      <p:sp>
        <p:nvSpPr>
          <p:cNvPr id="11772" name="Google Shape;11772;g257f7ea6bb3_0_246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73" name="Google Shape;11773;g257f7ea6bb3_0_246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11"/>
        <p:cNvGrpSpPr/>
        <p:nvPr/>
      </p:nvGrpSpPr>
      <p:grpSpPr>
        <a:xfrm>
          <a:off x="0" y="0"/>
          <a:ext cx="0" cy="0"/>
          <a:chOff x="0" y="0"/>
          <a:chExt cx="0" cy="0"/>
        </a:xfrm>
      </p:grpSpPr>
      <p:sp>
        <p:nvSpPr>
          <p:cNvPr id="12412" name="Google Shape;12412;g257f7ea6bb3_0_273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13" name="Google Shape;12413;g257f7ea6bb3_0_27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5704850" y="-125"/>
            <a:ext cx="3371100" cy="5143500"/>
            <a:chOff x="5704850" y="-125"/>
            <a:chExt cx="3371100" cy="5143500"/>
          </a:xfrm>
        </p:grpSpPr>
        <p:sp>
          <p:nvSpPr>
            <p:cNvPr id="10" name="Google Shape;10;p2"/>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65650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Google Shape;14;p2"/>
          <p:cNvSpPr txBox="1">
            <a:spLocks noGrp="1"/>
          </p:cNvSpPr>
          <p:nvPr>
            <p:ph type="ctrTitle"/>
          </p:nvPr>
        </p:nvSpPr>
        <p:spPr>
          <a:xfrm>
            <a:off x="715100" y="1444750"/>
            <a:ext cx="3988200" cy="2409300"/>
          </a:xfrm>
          <a:prstGeom prst="rect">
            <a:avLst/>
          </a:prstGeom>
        </p:spPr>
        <p:txBody>
          <a:bodyPr spcFirstLastPara="1" wrap="square" lIns="91425" tIns="91425" rIns="91425" bIns="91425" anchor="t" anchorCtr="0">
            <a:noAutofit/>
          </a:bodyPr>
          <a:lstStyle>
            <a:lvl1pPr lvl="0">
              <a:lnSpc>
                <a:spcPct val="90000"/>
              </a:lnSpc>
              <a:spcBef>
                <a:spcPts val="0"/>
              </a:spcBef>
              <a:spcAft>
                <a:spcPts val="0"/>
              </a:spcAft>
              <a:buSzPts val="5200"/>
              <a:buNone/>
              <a:defRPr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5" name="Google Shape;15;p2"/>
          <p:cNvSpPr txBox="1">
            <a:spLocks noGrp="1"/>
          </p:cNvSpPr>
          <p:nvPr>
            <p:ph type="subTitle" idx="1"/>
          </p:nvPr>
        </p:nvSpPr>
        <p:spPr>
          <a:xfrm>
            <a:off x="715100" y="3821423"/>
            <a:ext cx="2141700" cy="7797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6" name="Google Shape;16;p2"/>
          <p:cNvSpPr txBox="1">
            <a:spLocks noGrp="1"/>
          </p:cNvSpPr>
          <p:nvPr>
            <p:ph type="subTitle" idx="2"/>
          </p:nvPr>
        </p:nvSpPr>
        <p:spPr>
          <a:xfrm>
            <a:off x="807175" y="535000"/>
            <a:ext cx="1471800" cy="30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100">
                <a:solidFill>
                  <a:schemeClr val="accent3"/>
                </a:solidFill>
                <a:latin typeface="Be Vietnam Pro"/>
                <a:ea typeface="Be Vietnam Pro"/>
                <a:cs typeface="Be Vietnam Pro"/>
                <a:sym typeface="Be Vietnam Pro"/>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7" name="Google Shape;17;p2"/>
          <p:cNvSpPr>
            <a:spLocks noGrp="1"/>
          </p:cNvSpPr>
          <p:nvPr>
            <p:ph type="pic" idx="3"/>
          </p:nvPr>
        </p:nvSpPr>
        <p:spPr>
          <a:xfrm>
            <a:off x="5099400" y="1129100"/>
            <a:ext cx="3329700" cy="3329700"/>
          </a:xfrm>
          <a:prstGeom prst="rect">
            <a:avLst/>
          </a:prstGeom>
          <a:noFill/>
          <a:ln w="38100" cap="flat" cmpd="sng">
            <a:solidFill>
              <a:schemeClr val="lt1"/>
            </a:solidFill>
            <a:prstDash val="solid"/>
            <a:miter lim="8000"/>
            <a:headEnd type="none" w="sm" len="sm"/>
            <a:tailEnd type="none" w="sm" len="sm"/>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8"/>
        <p:cNvGrpSpPr/>
        <p:nvPr/>
      </p:nvGrpSpPr>
      <p:grpSpPr>
        <a:xfrm>
          <a:off x="0" y="0"/>
          <a:ext cx="0" cy="0"/>
          <a:chOff x="0" y="0"/>
          <a:chExt cx="0" cy="0"/>
        </a:xfrm>
      </p:grpSpPr>
      <p:grpSp>
        <p:nvGrpSpPr>
          <p:cNvPr id="19" name="Google Shape;19;p3"/>
          <p:cNvGrpSpPr/>
          <p:nvPr/>
        </p:nvGrpSpPr>
        <p:grpSpPr>
          <a:xfrm>
            <a:off x="69575" y="-125"/>
            <a:ext cx="4250613" cy="5143500"/>
            <a:chOff x="69575" y="-125"/>
            <a:chExt cx="4250613" cy="5143500"/>
          </a:xfrm>
        </p:grpSpPr>
        <p:sp>
          <p:nvSpPr>
            <p:cNvPr id="20" name="Google Shape;20;p3"/>
            <p:cNvSpPr/>
            <p:nvPr/>
          </p:nvSpPr>
          <p:spPr>
            <a:xfrm>
              <a:off x="3529688"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69575"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929775"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1789975"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2650175"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3"/>
          <p:cNvSpPr txBox="1">
            <a:spLocks noGrp="1"/>
          </p:cNvSpPr>
          <p:nvPr>
            <p:ph type="title"/>
          </p:nvPr>
        </p:nvSpPr>
        <p:spPr>
          <a:xfrm>
            <a:off x="4694475" y="3638600"/>
            <a:ext cx="3734400" cy="969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7311400" y="2631350"/>
            <a:ext cx="1117500" cy="8418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chemeClr val="lt1"/>
              </a:buClr>
              <a:buSzPts val="6000"/>
              <a:buNone/>
              <a:defRPr sz="60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7" name="Google Shape;27;p3"/>
          <p:cNvSpPr>
            <a:spLocks noGrp="1"/>
          </p:cNvSpPr>
          <p:nvPr>
            <p:ph type="pic" idx="3"/>
          </p:nvPr>
        </p:nvSpPr>
        <p:spPr>
          <a:xfrm>
            <a:off x="715100" y="766563"/>
            <a:ext cx="3841800" cy="3841800"/>
          </a:xfrm>
          <a:prstGeom prst="rect">
            <a:avLst/>
          </a:prstGeom>
          <a:noFill/>
          <a:ln w="38100" cap="flat" cmpd="sng">
            <a:solidFill>
              <a:schemeClr val="lt1"/>
            </a:solidFill>
            <a:prstDash val="solid"/>
            <a:miter lim="8000"/>
            <a:headEnd type="none" w="sm" len="sm"/>
            <a:tailEnd type="none" w="sm" len="sm"/>
          </a:ln>
        </p:spPr>
      </p:sp>
      <p:sp>
        <p:nvSpPr>
          <p:cNvPr id="28" name="Google Shape;28;p3"/>
          <p:cNvSpPr txBox="1">
            <a:spLocks noGrp="1"/>
          </p:cNvSpPr>
          <p:nvPr>
            <p:ph type="subTitle" idx="1"/>
          </p:nvPr>
        </p:nvSpPr>
        <p:spPr>
          <a:xfrm>
            <a:off x="6880900" y="535000"/>
            <a:ext cx="1471800" cy="409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100">
                <a:solidFill>
                  <a:schemeClr val="accent3"/>
                </a:solidFill>
                <a:latin typeface="Be Vietnam Pro"/>
                <a:ea typeface="Be Vietnam Pro"/>
                <a:cs typeface="Be Vietnam Pro"/>
                <a:sym typeface="Be Vietnam Pro"/>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9"/>
        <p:cNvGrpSpPr/>
        <p:nvPr/>
      </p:nvGrpSpPr>
      <p:grpSpPr>
        <a:xfrm>
          <a:off x="0" y="0"/>
          <a:ext cx="0" cy="0"/>
          <a:chOff x="0" y="0"/>
          <a:chExt cx="0" cy="0"/>
        </a:xfrm>
      </p:grpSpPr>
      <p:grpSp>
        <p:nvGrpSpPr>
          <p:cNvPr id="30" name="Google Shape;30;p4"/>
          <p:cNvGrpSpPr/>
          <p:nvPr/>
        </p:nvGrpSpPr>
        <p:grpSpPr>
          <a:xfrm>
            <a:off x="6565050" y="-125"/>
            <a:ext cx="2510900" cy="5143500"/>
            <a:chOff x="6565050" y="-125"/>
            <a:chExt cx="2510900" cy="5143500"/>
          </a:xfrm>
        </p:grpSpPr>
        <p:sp>
          <p:nvSpPr>
            <p:cNvPr id="31" name="Google Shape;31;p4"/>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4"/>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 name="Google Shape;34;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 name="Google Shape;35;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Char char="●"/>
              <a:defRPr>
                <a:solidFill>
                  <a:srgbClr val="434343"/>
                </a:solidFill>
              </a:defRPr>
            </a:lvl1pPr>
            <a:lvl2pPr marL="914400" lvl="1" indent="-304800" rtl="0">
              <a:lnSpc>
                <a:spcPct val="115000"/>
              </a:lnSpc>
              <a:spcBef>
                <a:spcPts val="0"/>
              </a:spcBef>
              <a:spcAft>
                <a:spcPts val="0"/>
              </a:spcAft>
              <a:buClr>
                <a:srgbClr val="434343"/>
              </a:buClr>
              <a:buSzPts val="1200"/>
              <a:buChar char="○"/>
              <a:defRPr>
                <a:solidFill>
                  <a:srgbClr val="434343"/>
                </a:solidFill>
              </a:defRPr>
            </a:lvl2pPr>
            <a:lvl3pPr marL="1371600" lvl="2" indent="-304800" rtl="0">
              <a:lnSpc>
                <a:spcPct val="115000"/>
              </a:lnSpc>
              <a:spcBef>
                <a:spcPts val="0"/>
              </a:spcBef>
              <a:spcAft>
                <a:spcPts val="0"/>
              </a:spcAft>
              <a:buClr>
                <a:srgbClr val="434343"/>
              </a:buClr>
              <a:buSzPts val="1200"/>
              <a:buChar char="■"/>
              <a:defRPr>
                <a:solidFill>
                  <a:srgbClr val="434343"/>
                </a:solidFill>
              </a:defRPr>
            </a:lvl3pPr>
            <a:lvl4pPr marL="1828800" lvl="3" indent="-304800" rtl="0">
              <a:lnSpc>
                <a:spcPct val="115000"/>
              </a:lnSpc>
              <a:spcBef>
                <a:spcPts val="0"/>
              </a:spcBef>
              <a:spcAft>
                <a:spcPts val="0"/>
              </a:spcAft>
              <a:buClr>
                <a:srgbClr val="434343"/>
              </a:buClr>
              <a:buSzPts val="1200"/>
              <a:buChar char="●"/>
              <a:defRPr>
                <a:solidFill>
                  <a:srgbClr val="434343"/>
                </a:solidFill>
              </a:defRPr>
            </a:lvl4pPr>
            <a:lvl5pPr marL="2286000" lvl="4" indent="-304800" rtl="0">
              <a:lnSpc>
                <a:spcPct val="115000"/>
              </a:lnSpc>
              <a:spcBef>
                <a:spcPts val="0"/>
              </a:spcBef>
              <a:spcAft>
                <a:spcPts val="0"/>
              </a:spcAft>
              <a:buClr>
                <a:srgbClr val="434343"/>
              </a:buClr>
              <a:buSzPts val="1200"/>
              <a:buChar char="○"/>
              <a:defRPr>
                <a:solidFill>
                  <a:srgbClr val="434343"/>
                </a:solidFill>
              </a:defRPr>
            </a:lvl5pPr>
            <a:lvl6pPr marL="2743200" lvl="5" indent="-304800" rtl="0">
              <a:lnSpc>
                <a:spcPct val="115000"/>
              </a:lnSpc>
              <a:spcBef>
                <a:spcPts val="0"/>
              </a:spcBef>
              <a:spcAft>
                <a:spcPts val="0"/>
              </a:spcAft>
              <a:buClr>
                <a:srgbClr val="434343"/>
              </a:buClr>
              <a:buSzPts val="1200"/>
              <a:buChar char="■"/>
              <a:defRPr>
                <a:solidFill>
                  <a:srgbClr val="434343"/>
                </a:solidFill>
              </a:defRPr>
            </a:lvl6pPr>
            <a:lvl7pPr marL="3200400" lvl="6" indent="-304800" rtl="0">
              <a:lnSpc>
                <a:spcPct val="115000"/>
              </a:lnSpc>
              <a:spcBef>
                <a:spcPts val="0"/>
              </a:spcBef>
              <a:spcAft>
                <a:spcPts val="0"/>
              </a:spcAft>
              <a:buClr>
                <a:srgbClr val="434343"/>
              </a:buClr>
              <a:buSzPts val="1200"/>
              <a:buChar char="●"/>
              <a:defRPr>
                <a:solidFill>
                  <a:srgbClr val="434343"/>
                </a:solidFill>
              </a:defRPr>
            </a:lvl7pPr>
            <a:lvl8pPr marL="3657600" lvl="7" indent="-304800" rtl="0">
              <a:lnSpc>
                <a:spcPct val="115000"/>
              </a:lnSpc>
              <a:spcBef>
                <a:spcPts val="0"/>
              </a:spcBef>
              <a:spcAft>
                <a:spcPts val="0"/>
              </a:spcAft>
              <a:buClr>
                <a:srgbClr val="434343"/>
              </a:buClr>
              <a:buSzPts val="1200"/>
              <a:buChar char="○"/>
              <a:defRPr>
                <a:solidFill>
                  <a:srgbClr val="434343"/>
                </a:solidFill>
              </a:defRPr>
            </a:lvl8pPr>
            <a:lvl9pPr marL="4114800" lvl="8" indent="-304800" rtl="0">
              <a:lnSpc>
                <a:spcPct val="115000"/>
              </a:lnSpc>
              <a:spcBef>
                <a:spcPts val="0"/>
              </a:spcBef>
              <a:spcAft>
                <a:spcPts val="0"/>
              </a:spcAft>
              <a:buClr>
                <a:srgbClr val="434343"/>
              </a:buClr>
              <a:buSzPts val="1200"/>
              <a:buChar char="■"/>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6"/>
        <p:cNvGrpSpPr/>
        <p:nvPr/>
      </p:nvGrpSpPr>
      <p:grpSpPr>
        <a:xfrm>
          <a:off x="0" y="0"/>
          <a:ext cx="0" cy="0"/>
          <a:chOff x="0" y="0"/>
          <a:chExt cx="0" cy="0"/>
        </a:xfrm>
      </p:grpSpPr>
      <p:grpSp>
        <p:nvGrpSpPr>
          <p:cNvPr id="37" name="Google Shape;37;p5"/>
          <p:cNvGrpSpPr/>
          <p:nvPr/>
        </p:nvGrpSpPr>
        <p:grpSpPr>
          <a:xfrm>
            <a:off x="6565050" y="-125"/>
            <a:ext cx="2510900" cy="5143500"/>
            <a:chOff x="6565050" y="-125"/>
            <a:chExt cx="2510900" cy="5143500"/>
          </a:xfrm>
        </p:grpSpPr>
        <p:sp>
          <p:nvSpPr>
            <p:cNvPr id="38" name="Google Shape;38;p5"/>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5"/>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5"/>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 name="Google Shape;41;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2" name="Google Shape;42;p5"/>
          <p:cNvSpPr txBox="1">
            <a:spLocks noGrp="1"/>
          </p:cNvSpPr>
          <p:nvPr>
            <p:ph type="subTitle" idx="1"/>
          </p:nvPr>
        </p:nvSpPr>
        <p:spPr>
          <a:xfrm>
            <a:off x="720000" y="3544251"/>
            <a:ext cx="5247300" cy="76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 name="Google Shape;43;p5"/>
          <p:cNvSpPr txBox="1">
            <a:spLocks noGrp="1"/>
          </p:cNvSpPr>
          <p:nvPr>
            <p:ph type="subTitle" idx="2"/>
          </p:nvPr>
        </p:nvSpPr>
        <p:spPr>
          <a:xfrm>
            <a:off x="720000" y="1905279"/>
            <a:ext cx="5247300" cy="76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4" name="Google Shape;44;p5"/>
          <p:cNvSpPr txBox="1">
            <a:spLocks noGrp="1"/>
          </p:cNvSpPr>
          <p:nvPr>
            <p:ph type="subTitle" idx="3"/>
          </p:nvPr>
        </p:nvSpPr>
        <p:spPr>
          <a:xfrm>
            <a:off x="720000" y="1470875"/>
            <a:ext cx="5247300" cy="419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5" name="Google Shape;45;p5"/>
          <p:cNvSpPr txBox="1">
            <a:spLocks noGrp="1"/>
          </p:cNvSpPr>
          <p:nvPr>
            <p:ph type="subTitle" idx="4"/>
          </p:nvPr>
        </p:nvSpPr>
        <p:spPr>
          <a:xfrm>
            <a:off x="720000" y="3109798"/>
            <a:ext cx="5247300" cy="419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6"/>
        <p:cNvGrpSpPr/>
        <p:nvPr/>
      </p:nvGrpSpPr>
      <p:grpSpPr>
        <a:xfrm>
          <a:off x="0" y="0"/>
          <a:ext cx="0" cy="0"/>
          <a:chOff x="0" y="0"/>
          <a:chExt cx="0" cy="0"/>
        </a:xfrm>
      </p:grpSpPr>
      <p:grpSp>
        <p:nvGrpSpPr>
          <p:cNvPr id="47" name="Google Shape;47;p6"/>
          <p:cNvGrpSpPr/>
          <p:nvPr/>
        </p:nvGrpSpPr>
        <p:grpSpPr>
          <a:xfrm>
            <a:off x="7425250" y="-125"/>
            <a:ext cx="1650700" cy="5143500"/>
            <a:chOff x="7425250" y="-125"/>
            <a:chExt cx="1650700" cy="5143500"/>
          </a:xfrm>
        </p:grpSpPr>
        <p:sp>
          <p:nvSpPr>
            <p:cNvPr id="48" name="Google Shape;48;p6"/>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6"/>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 name="Google Shape;50;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1"/>
        <p:cNvGrpSpPr/>
        <p:nvPr/>
      </p:nvGrpSpPr>
      <p:grpSpPr>
        <a:xfrm>
          <a:off x="0" y="0"/>
          <a:ext cx="0" cy="0"/>
          <a:chOff x="0" y="0"/>
          <a:chExt cx="0" cy="0"/>
        </a:xfrm>
      </p:grpSpPr>
      <p:grpSp>
        <p:nvGrpSpPr>
          <p:cNvPr id="52" name="Google Shape;52;p7"/>
          <p:cNvGrpSpPr/>
          <p:nvPr/>
        </p:nvGrpSpPr>
        <p:grpSpPr>
          <a:xfrm>
            <a:off x="6565050" y="-125"/>
            <a:ext cx="2510900" cy="5143500"/>
            <a:chOff x="6565050" y="-125"/>
            <a:chExt cx="2510900" cy="5143500"/>
          </a:xfrm>
        </p:grpSpPr>
        <p:sp>
          <p:nvSpPr>
            <p:cNvPr id="53" name="Google Shape;53;p7"/>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7"/>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7"/>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 name="Google Shape;56;p7"/>
          <p:cNvSpPr txBox="1">
            <a:spLocks noGrp="1"/>
          </p:cNvSpPr>
          <p:nvPr>
            <p:ph type="title"/>
          </p:nvPr>
        </p:nvSpPr>
        <p:spPr>
          <a:xfrm>
            <a:off x="720000" y="445025"/>
            <a:ext cx="4686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7" name="Google Shape;57;p7"/>
          <p:cNvSpPr txBox="1">
            <a:spLocks noGrp="1"/>
          </p:cNvSpPr>
          <p:nvPr>
            <p:ph type="body" idx="1"/>
          </p:nvPr>
        </p:nvSpPr>
        <p:spPr>
          <a:xfrm>
            <a:off x="720000" y="1275387"/>
            <a:ext cx="3735900" cy="3041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solidFill>
                  <a:srgbClr val="434343"/>
                </a:solidFill>
              </a:defRPr>
            </a:lvl1pPr>
            <a:lvl2pPr marL="914400" lvl="1" indent="-304800" rtl="0">
              <a:lnSpc>
                <a:spcPct val="115000"/>
              </a:lnSpc>
              <a:spcBef>
                <a:spcPts val="0"/>
              </a:spcBef>
              <a:spcAft>
                <a:spcPts val="0"/>
              </a:spcAft>
              <a:buSzPts val="1200"/>
              <a:buChar char="○"/>
              <a:defRPr>
                <a:solidFill>
                  <a:srgbClr val="434343"/>
                </a:solidFill>
              </a:defRPr>
            </a:lvl2pPr>
            <a:lvl3pPr marL="1371600" lvl="2" indent="-304800" rtl="0">
              <a:lnSpc>
                <a:spcPct val="115000"/>
              </a:lnSpc>
              <a:spcBef>
                <a:spcPts val="0"/>
              </a:spcBef>
              <a:spcAft>
                <a:spcPts val="0"/>
              </a:spcAft>
              <a:buSzPts val="1200"/>
              <a:buChar char="■"/>
              <a:defRPr>
                <a:solidFill>
                  <a:srgbClr val="434343"/>
                </a:solidFill>
              </a:defRPr>
            </a:lvl3pPr>
            <a:lvl4pPr marL="1828800" lvl="3" indent="-304800" rtl="0">
              <a:lnSpc>
                <a:spcPct val="115000"/>
              </a:lnSpc>
              <a:spcBef>
                <a:spcPts val="0"/>
              </a:spcBef>
              <a:spcAft>
                <a:spcPts val="0"/>
              </a:spcAft>
              <a:buSzPts val="1200"/>
              <a:buChar char="●"/>
              <a:defRPr>
                <a:solidFill>
                  <a:srgbClr val="434343"/>
                </a:solidFill>
              </a:defRPr>
            </a:lvl4pPr>
            <a:lvl5pPr marL="2286000" lvl="4" indent="-304800" rtl="0">
              <a:lnSpc>
                <a:spcPct val="115000"/>
              </a:lnSpc>
              <a:spcBef>
                <a:spcPts val="0"/>
              </a:spcBef>
              <a:spcAft>
                <a:spcPts val="0"/>
              </a:spcAft>
              <a:buSzPts val="1200"/>
              <a:buChar char="○"/>
              <a:defRPr>
                <a:solidFill>
                  <a:srgbClr val="434343"/>
                </a:solidFill>
              </a:defRPr>
            </a:lvl5pPr>
            <a:lvl6pPr marL="2743200" lvl="5" indent="-304800" rtl="0">
              <a:lnSpc>
                <a:spcPct val="115000"/>
              </a:lnSpc>
              <a:spcBef>
                <a:spcPts val="0"/>
              </a:spcBef>
              <a:spcAft>
                <a:spcPts val="0"/>
              </a:spcAft>
              <a:buSzPts val="1200"/>
              <a:buChar char="■"/>
              <a:defRPr>
                <a:solidFill>
                  <a:srgbClr val="434343"/>
                </a:solidFill>
              </a:defRPr>
            </a:lvl6pPr>
            <a:lvl7pPr marL="3200400" lvl="6" indent="-304800" rtl="0">
              <a:lnSpc>
                <a:spcPct val="115000"/>
              </a:lnSpc>
              <a:spcBef>
                <a:spcPts val="0"/>
              </a:spcBef>
              <a:spcAft>
                <a:spcPts val="0"/>
              </a:spcAft>
              <a:buSzPts val="1200"/>
              <a:buChar char="●"/>
              <a:defRPr>
                <a:solidFill>
                  <a:srgbClr val="434343"/>
                </a:solidFill>
              </a:defRPr>
            </a:lvl7pPr>
            <a:lvl8pPr marL="3657600" lvl="7" indent="-304800" rtl="0">
              <a:lnSpc>
                <a:spcPct val="115000"/>
              </a:lnSpc>
              <a:spcBef>
                <a:spcPts val="0"/>
              </a:spcBef>
              <a:spcAft>
                <a:spcPts val="0"/>
              </a:spcAft>
              <a:buSzPts val="1200"/>
              <a:buChar char="○"/>
              <a:defRPr>
                <a:solidFill>
                  <a:srgbClr val="434343"/>
                </a:solidFill>
              </a:defRPr>
            </a:lvl8pPr>
            <a:lvl9pPr marL="4114800" lvl="8" indent="-304800" rtl="0">
              <a:lnSpc>
                <a:spcPct val="115000"/>
              </a:lnSpc>
              <a:spcBef>
                <a:spcPts val="0"/>
              </a:spcBef>
              <a:spcAft>
                <a:spcPts val="0"/>
              </a:spcAft>
              <a:buSzPts val="1200"/>
              <a:buChar char="■"/>
              <a:defRPr>
                <a:solidFill>
                  <a:srgbClr val="434343"/>
                </a:solidFill>
              </a:defRPr>
            </a:lvl9pPr>
          </a:lstStyle>
          <a:p>
            <a:endParaRPr/>
          </a:p>
        </p:txBody>
      </p:sp>
      <p:sp>
        <p:nvSpPr>
          <p:cNvPr id="58" name="Google Shape;58;p7"/>
          <p:cNvSpPr>
            <a:spLocks noGrp="1"/>
          </p:cNvSpPr>
          <p:nvPr>
            <p:ph type="pic" idx="2"/>
          </p:nvPr>
        </p:nvSpPr>
        <p:spPr>
          <a:xfrm>
            <a:off x="4950375" y="1056825"/>
            <a:ext cx="3478500" cy="3478500"/>
          </a:xfrm>
          <a:prstGeom prst="rect">
            <a:avLst/>
          </a:prstGeom>
          <a:noFill/>
          <a:ln w="38100" cap="sq" cmpd="sng">
            <a:solidFill>
              <a:schemeClr val="lt1"/>
            </a:solidFill>
            <a:prstDash val="solid"/>
            <a:miter lim="8000"/>
            <a:headEnd type="none" w="sm" len="sm"/>
            <a:tailEnd type="none" w="sm" len="sm"/>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9"/>
        <p:cNvGrpSpPr/>
        <p:nvPr/>
      </p:nvGrpSpPr>
      <p:grpSpPr>
        <a:xfrm>
          <a:off x="0" y="0"/>
          <a:ext cx="0" cy="0"/>
          <a:chOff x="0" y="0"/>
          <a:chExt cx="0" cy="0"/>
        </a:xfrm>
      </p:grpSpPr>
      <p:sp>
        <p:nvSpPr>
          <p:cNvPr id="60" name="Google Shape;60;p8"/>
          <p:cNvSpPr txBox="1">
            <a:spLocks noGrp="1"/>
          </p:cNvSpPr>
          <p:nvPr>
            <p:ph type="title"/>
          </p:nvPr>
        </p:nvSpPr>
        <p:spPr>
          <a:xfrm>
            <a:off x="2724150" y="1307100"/>
            <a:ext cx="36957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1"/>
        <p:cNvGrpSpPr/>
        <p:nvPr/>
      </p:nvGrpSpPr>
      <p:grpSpPr>
        <a:xfrm>
          <a:off x="0" y="0"/>
          <a:ext cx="0" cy="0"/>
          <a:chOff x="0" y="0"/>
          <a:chExt cx="0" cy="0"/>
        </a:xfrm>
      </p:grpSpPr>
      <p:sp>
        <p:nvSpPr>
          <p:cNvPr id="62" name="Google Shape;62;p9"/>
          <p:cNvSpPr txBox="1">
            <a:spLocks noGrp="1"/>
          </p:cNvSpPr>
          <p:nvPr>
            <p:ph type="title"/>
          </p:nvPr>
        </p:nvSpPr>
        <p:spPr>
          <a:xfrm>
            <a:off x="2201850" y="1584874"/>
            <a:ext cx="47403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3" name="Google Shape;63;p9"/>
          <p:cNvSpPr txBox="1">
            <a:spLocks noGrp="1"/>
          </p:cNvSpPr>
          <p:nvPr>
            <p:ph type="subTitle" idx="1"/>
          </p:nvPr>
        </p:nvSpPr>
        <p:spPr>
          <a:xfrm>
            <a:off x="2201925" y="2427926"/>
            <a:ext cx="4740300" cy="113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4"/>
        <p:cNvGrpSpPr/>
        <p:nvPr/>
      </p:nvGrpSpPr>
      <p:grpSpPr>
        <a:xfrm>
          <a:off x="0" y="0"/>
          <a:ext cx="0" cy="0"/>
          <a:chOff x="0" y="0"/>
          <a:chExt cx="0" cy="0"/>
        </a:xfrm>
      </p:grpSpPr>
      <p:sp>
        <p:nvSpPr>
          <p:cNvPr id="65" name="Google Shape;65;p10"/>
          <p:cNvSpPr>
            <a:spLocks noGrp="1"/>
          </p:cNvSpPr>
          <p:nvPr>
            <p:ph type="pic" idx="2"/>
          </p:nvPr>
        </p:nvSpPr>
        <p:spPr>
          <a:xfrm>
            <a:off x="-6875" y="0"/>
            <a:ext cx="9144000" cy="5157300"/>
          </a:xfrm>
          <a:prstGeom prst="rect">
            <a:avLst/>
          </a:prstGeom>
          <a:noFill/>
          <a:ln>
            <a:noFill/>
          </a:ln>
        </p:spPr>
      </p:sp>
      <p:sp>
        <p:nvSpPr>
          <p:cNvPr id="66" name="Google Shape;66;p10"/>
          <p:cNvSpPr txBox="1">
            <a:spLocks noGrp="1"/>
          </p:cNvSpPr>
          <p:nvPr>
            <p:ph type="title"/>
          </p:nvPr>
        </p:nvSpPr>
        <p:spPr>
          <a:xfrm>
            <a:off x="720000" y="4146800"/>
            <a:ext cx="7704000" cy="334200"/>
          </a:xfrm>
          <a:prstGeom prst="rect">
            <a:avLst/>
          </a:prstGeom>
          <a:solidFill>
            <a:schemeClr val="accent2"/>
          </a:solidFill>
        </p:spPr>
        <p:txBody>
          <a:bodyPr spcFirstLastPara="1" wrap="square" lIns="91425" tIns="91425" rIns="91425" bIns="91425" anchor="ctr"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7"/>
        <p:cNvGrpSpPr/>
        <p:nvPr/>
      </p:nvGrpSpPr>
      <p:grpSpPr>
        <a:xfrm>
          <a:off x="0" y="0"/>
          <a:ext cx="0" cy="0"/>
          <a:chOff x="0" y="0"/>
          <a:chExt cx="0" cy="0"/>
        </a:xfrm>
      </p:grpSpPr>
      <p:grpSp>
        <p:nvGrpSpPr>
          <p:cNvPr id="68" name="Google Shape;68;p11"/>
          <p:cNvGrpSpPr/>
          <p:nvPr/>
        </p:nvGrpSpPr>
        <p:grpSpPr>
          <a:xfrm>
            <a:off x="5704850" y="-125"/>
            <a:ext cx="3371100" cy="5143500"/>
            <a:chOff x="5704850" y="-125"/>
            <a:chExt cx="3371100" cy="5143500"/>
          </a:xfrm>
        </p:grpSpPr>
        <p:sp>
          <p:nvSpPr>
            <p:cNvPr id="69" name="Google Shape;69;p11"/>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1"/>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1"/>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1"/>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 name="Google Shape;73;p11"/>
          <p:cNvSpPr txBox="1">
            <a:spLocks noGrp="1"/>
          </p:cNvSpPr>
          <p:nvPr>
            <p:ph type="title" hasCustomPrompt="1"/>
          </p:nvPr>
        </p:nvSpPr>
        <p:spPr>
          <a:xfrm>
            <a:off x="715100" y="1731675"/>
            <a:ext cx="3638700" cy="1511100"/>
          </a:xfrm>
          <a:prstGeom prst="rect">
            <a:avLst/>
          </a:prstGeom>
        </p:spPr>
        <p:txBody>
          <a:bodyPr spcFirstLastPara="1" wrap="square" lIns="91425" tIns="91425" rIns="91425" bIns="91425" anchor="b" anchorCtr="0">
            <a:noAutofit/>
          </a:bodyPr>
          <a:lstStyle>
            <a:lvl1pPr lvl="0">
              <a:spcBef>
                <a:spcPts val="0"/>
              </a:spcBef>
              <a:spcAft>
                <a:spcPts val="0"/>
              </a:spcAft>
              <a:buSzPts val="9600"/>
              <a:buNone/>
              <a:defRPr sz="72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4" name="Google Shape;74;p11"/>
          <p:cNvSpPr txBox="1">
            <a:spLocks noGrp="1"/>
          </p:cNvSpPr>
          <p:nvPr>
            <p:ph type="subTitle" idx="1"/>
          </p:nvPr>
        </p:nvSpPr>
        <p:spPr>
          <a:xfrm>
            <a:off x="715100" y="3194800"/>
            <a:ext cx="3638700" cy="117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5" name="Google Shape;75;p11"/>
          <p:cNvSpPr>
            <a:spLocks noGrp="1"/>
          </p:cNvSpPr>
          <p:nvPr>
            <p:ph type="pic" idx="2"/>
          </p:nvPr>
        </p:nvSpPr>
        <p:spPr>
          <a:xfrm>
            <a:off x="5099400" y="1044700"/>
            <a:ext cx="3329700" cy="3329700"/>
          </a:xfrm>
          <a:prstGeom prst="rect">
            <a:avLst/>
          </a:prstGeom>
          <a:noFill/>
          <a:ln w="38100" cap="flat" cmpd="sng">
            <a:solidFill>
              <a:schemeClr val="lt1"/>
            </a:solidFill>
            <a:prstDash val="solid"/>
            <a:miter lim="8000"/>
            <a:headEnd type="none" w="sm" len="sm"/>
            <a:tailEnd type="none" w="sm" len="sm"/>
          </a:ln>
        </p:spPr>
      </p:sp>
      <p:sp>
        <p:nvSpPr>
          <p:cNvPr id="76" name="Google Shape;76;p11"/>
          <p:cNvSpPr txBox="1">
            <a:spLocks noGrp="1"/>
          </p:cNvSpPr>
          <p:nvPr>
            <p:ph type="subTitle" idx="3"/>
          </p:nvPr>
        </p:nvSpPr>
        <p:spPr>
          <a:xfrm>
            <a:off x="807175" y="535000"/>
            <a:ext cx="1471800" cy="30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100">
                <a:solidFill>
                  <a:schemeClr val="accent3"/>
                </a:solidFill>
                <a:latin typeface="Be Vietnam Pro"/>
                <a:ea typeface="Be Vietnam Pro"/>
                <a:cs typeface="Be Vietnam Pro"/>
                <a:sym typeface="Be Vietnam Pro"/>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78"/>
        <p:cNvGrpSpPr/>
        <p:nvPr/>
      </p:nvGrpSpPr>
      <p:grpSpPr>
        <a:xfrm>
          <a:off x="0" y="0"/>
          <a:ext cx="0" cy="0"/>
          <a:chOff x="0" y="0"/>
          <a:chExt cx="0" cy="0"/>
        </a:xfrm>
      </p:grpSpPr>
      <p:sp>
        <p:nvSpPr>
          <p:cNvPr id="79" name="Google Shape;79;p13"/>
          <p:cNvSpPr/>
          <p:nvPr/>
        </p:nvSpPr>
        <p:spPr>
          <a:xfrm>
            <a:off x="8285450" y="-125"/>
            <a:ext cx="790500" cy="5143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1" name="Google Shape;81;p13"/>
          <p:cNvSpPr txBox="1">
            <a:spLocks noGrp="1"/>
          </p:cNvSpPr>
          <p:nvPr>
            <p:ph type="title" idx="2" hasCustomPrompt="1"/>
          </p:nvPr>
        </p:nvSpPr>
        <p:spPr>
          <a:xfrm>
            <a:off x="720000" y="2149475"/>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a:spLocks noGrp="1"/>
          </p:cNvSpPr>
          <p:nvPr>
            <p:ph type="title" idx="3" hasCustomPrompt="1"/>
          </p:nvPr>
        </p:nvSpPr>
        <p:spPr>
          <a:xfrm>
            <a:off x="720000" y="3582889"/>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a:spLocks noGrp="1"/>
          </p:cNvSpPr>
          <p:nvPr>
            <p:ph type="title" idx="4" hasCustomPrompt="1"/>
          </p:nvPr>
        </p:nvSpPr>
        <p:spPr>
          <a:xfrm>
            <a:off x="3220574" y="2149475"/>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a:spLocks noGrp="1"/>
          </p:cNvSpPr>
          <p:nvPr>
            <p:ph type="title" idx="5" hasCustomPrompt="1"/>
          </p:nvPr>
        </p:nvSpPr>
        <p:spPr>
          <a:xfrm>
            <a:off x="3220574" y="3582889"/>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a:spLocks noGrp="1"/>
          </p:cNvSpPr>
          <p:nvPr>
            <p:ph type="title" idx="6" hasCustomPrompt="1"/>
          </p:nvPr>
        </p:nvSpPr>
        <p:spPr>
          <a:xfrm>
            <a:off x="5721150" y="2149475"/>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a:spLocks noGrp="1"/>
          </p:cNvSpPr>
          <p:nvPr>
            <p:ph type="title" idx="7" hasCustomPrompt="1"/>
          </p:nvPr>
        </p:nvSpPr>
        <p:spPr>
          <a:xfrm>
            <a:off x="5721150" y="3582889"/>
            <a:ext cx="7968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latin typeface="Be Vietnam Pro ExtraLight"/>
                <a:ea typeface="Be Vietnam Pro ExtraLight"/>
                <a:cs typeface="Be Vietnam Pro ExtraLight"/>
                <a:sym typeface="Be Vietnam Pro Extra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a:spLocks noGrp="1"/>
          </p:cNvSpPr>
          <p:nvPr>
            <p:ph type="subTitle" idx="1"/>
          </p:nvPr>
        </p:nvSpPr>
        <p:spPr>
          <a:xfrm>
            <a:off x="720000" y="2460219"/>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 name="Google Shape;88;p13"/>
          <p:cNvSpPr txBox="1">
            <a:spLocks noGrp="1"/>
          </p:cNvSpPr>
          <p:nvPr>
            <p:ph type="subTitle" idx="8"/>
          </p:nvPr>
        </p:nvSpPr>
        <p:spPr>
          <a:xfrm>
            <a:off x="3220574" y="2460219"/>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9" name="Google Shape;89;p13"/>
          <p:cNvSpPr txBox="1">
            <a:spLocks noGrp="1"/>
          </p:cNvSpPr>
          <p:nvPr>
            <p:ph type="subTitle" idx="9"/>
          </p:nvPr>
        </p:nvSpPr>
        <p:spPr>
          <a:xfrm>
            <a:off x="5721150" y="2460219"/>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0" name="Google Shape;90;p13"/>
          <p:cNvSpPr txBox="1">
            <a:spLocks noGrp="1"/>
          </p:cNvSpPr>
          <p:nvPr>
            <p:ph type="subTitle" idx="13"/>
          </p:nvPr>
        </p:nvSpPr>
        <p:spPr>
          <a:xfrm>
            <a:off x="720000" y="3893700"/>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1" name="Google Shape;91;p13"/>
          <p:cNvSpPr txBox="1">
            <a:spLocks noGrp="1"/>
          </p:cNvSpPr>
          <p:nvPr>
            <p:ph type="subTitle" idx="14"/>
          </p:nvPr>
        </p:nvSpPr>
        <p:spPr>
          <a:xfrm>
            <a:off x="3220574" y="3893700"/>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2" name="Google Shape;92;p13"/>
          <p:cNvSpPr txBox="1">
            <a:spLocks noGrp="1"/>
          </p:cNvSpPr>
          <p:nvPr>
            <p:ph type="subTitle" idx="15"/>
          </p:nvPr>
        </p:nvSpPr>
        <p:spPr>
          <a:xfrm>
            <a:off x="5721150" y="3893700"/>
            <a:ext cx="2500500" cy="635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93"/>
        <p:cNvGrpSpPr/>
        <p:nvPr/>
      </p:nvGrpSpPr>
      <p:grpSpPr>
        <a:xfrm>
          <a:off x="0" y="0"/>
          <a:ext cx="0" cy="0"/>
          <a:chOff x="0" y="0"/>
          <a:chExt cx="0" cy="0"/>
        </a:xfrm>
      </p:grpSpPr>
      <p:grpSp>
        <p:nvGrpSpPr>
          <p:cNvPr id="94" name="Google Shape;94;p14"/>
          <p:cNvGrpSpPr/>
          <p:nvPr/>
        </p:nvGrpSpPr>
        <p:grpSpPr>
          <a:xfrm>
            <a:off x="5704850" y="-125"/>
            <a:ext cx="3371100" cy="5143500"/>
            <a:chOff x="5704850" y="-125"/>
            <a:chExt cx="3371100" cy="5143500"/>
          </a:xfrm>
        </p:grpSpPr>
        <p:sp>
          <p:nvSpPr>
            <p:cNvPr id="95" name="Google Shape;95;p14"/>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4"/>
            <p:cNvSpPr/>
            <p:nvPr/>
          </p:nvSpPr>
          <p:spPr>
            <a:xfrm>
              <a:off x="65650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4"/>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4"/>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 name="Google Shape;99;p14"/>
          <p:cNvSpPr/>
          <p:nvPr/>
        </p:nvSpPr>
        <p:spPr>
          <a:xfrm>
            <a:off x="807175" y="-125"/>
            <a:ext cx="1471800" cy="535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4"/>
          <p:cNvSpPr txBox="1">
            <a:spLocks noGrp="1"/>
          </p:cNvSpPr>
          <p:nvPr>
            <p:ph type="title" hasCustomPrompt="1"/>
          </p:nvPr>
        </p:nvSpPr>
        <p:spPr>
          <a:xfrm>
            <a:off x="798388" y="2121975"/>
            <a:ext cx="34926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8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1" name="Google Shape;101;p14"/>
          <p:cNvSpPr txBox="1">
            <a:spLocks noGrp="1"/>
          </p:cNvSpPr>
          <p:nvPr>
            <p:ph type="subTitle" idx="1"/>
          </p:nvPr>
        </p:nvSpPr>
        <p:spPr>
          <a:xfrm>
            <a:off x="798400" y="2768520"/>
            <a:ext cx="3492600" cy="36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02" name="Google Shape;102;p14"/>
          <p:cNvSpPr txBox="1">
            <a:spLocks noGrp="1"/>
          </p:cNvSpPr>
          <p:nvPr>
            <p:ph type="title" idx="2" hasCustomPrompt="1"/>
          </p:nvPr>
        </p:nvSpPr>
        <p:spPr>
          <a:xfrm>
            <a:off x="798400" y="859514"/>
            <a:ext cx="34926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8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3" name="Google Shape;103;p14"/>
          <p:cNvSpPr txBox="1">
            <a:spLocks noGrp="1"/>
          </p:cNvSpPr>
          <p:nvPr>
            <p:ph type="subTitle" idx="3"/>
          </p:nvPr>
        </p:nvSpPr>
        <p:spPr>
          <a:xfrm>
            <a:off x="798400" y="1506055"/>
            <a:ext cx="3492600" cy="36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04" name="Google Shape;104;p14"/>
          <p:cNvSpPr txBox="1">
            <a:spLocks noGrp="1"/>
          </p:cNvSpPr>
          <p:nvPr>
            <p:ph type="title" idx="4" hasCustomPrompt="1"/>
          </p:nvPr>
        </p:nvSpPr>
        <p:spPr>
          <a:xfrm>
            <a:off x="798388" y="3384450"/>
            <a:ext cx="34926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8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5" name="Google Shape;105;p14"/>
          <p:cNvSpPr txBox="1">
            <a:spLocks noGrp="1"/>
          </p:cNvSpPr>
          <p:nvPr>
            <p:ph type="subTitle" idx="5"/>
          </p:nvPr>
        </p:nvSpPr>
        <p:spPr>
          <a:xfrm>
            <a:off x="798400" y="4031003"/>
            <a:ext cx="3492600" cy="36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06" name="Google Shape;106;p14"/>
          <p:cNvSpPr>
            <a:spLocks noGrp="1"/>
          </p:cNvSpPr>
          <p:nvPr>
            <p:ph type="pic" idx="6"/>
          </p:nvPr>
        </p:nvSpPr>
        <p:spPr>
          <a:xfrm>
            <a:off x="5099400" y="1129100"/>
            <a:ext cx="3329700" cy="3329700"/>
          </a:xfrm>
          <a:prstGeom prst="rect">
            <a:avLst/>
          </a:prstGeom>
          <a:noFill/>
          <a:ln w="38100" cap="flat" cmpd="sng">
            <a:solidFill>
              <a:schemeClr val="lt1"/>
            </a:solidFill>
            <a:prstDash val="solid"/>
            <a:miter lim="8000"/>
            <a:headEnd type="none" w="sm" len="sm"/>
            <a:tailEnd type="none" w="sm" len="sm"/>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07"/>
        <p:cNvGrpSpPr/>
        <p:nvPr/>
      </p:nvGrpSpPr>
      <p:grpSpPr>
        <a:xfrm>
          <a:off x="0" y="0"/>
          <a:ext cx="0" cy="0"/>
          <a:chOff x="0" y="0"/>
          <a:chExt cx="0" cy="0"/>
        </a:xfrm>
      </p:grpSpPr>
      <p:grpSp>
        <p:nvGrpSpPr>
          <p:cNvPr id="108" name="Google Shape;108;p15"/>
          <p:cNvGrpSpPr/>
          <p:nvPr/>
        </p:nvGrpSpPr>
        <p:grpSpPr>
          <a:xfrm>
            <a:off x="6565050" y="-125"/>
            <a:ext cx="2510900" cy="5143500"/>
            <a:chOff x="6565050" y="-125"/>
            <a:chExt cx="2510900" cy="5143500"/>
          </a:xfrm>
        </p:grpSpPr>
        <p:grpSp>
          <p:nvGrpSpPr>
            <p:cNvPr id="109" name="Google Shape;109;p15"/>
            <p:cNvGrpSpPr/>
            <p:nvPr/>
          </p:nvGrpSpPr>
          <p:grpSpPr>
            <a:xfrm>
              <a:off x="6565050" y="-125"/>
              <a:ext cx="2510900" cy="5143500"/>
              <a:chOff x="6565050" y="-125"/>
              <a:chExt cx="2510900" cy="5143500"/>
            </a:xfrm>
          </p:grpSpPr>
          <p:sp>
            <p:nvSpPr>
              <p:cNvPr id="110" name="Google Shape;110;p15"/>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5"/>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5"/>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 name="Google Shape;113;p15"/>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 name="Google Shape;114;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15"/>
        <p:cNvGrpSpPr/>
        <p:nvPr/>
      </p:nvGrpSpPr>
      <p:grpSpPr>
        <a:xfrm>
          <a:off x="0" y="0"/>
          <a:ext cx="0" cy="0"/>
          <a:chOff x="0" y="0"/>
          <a:chExt cx="0" cy="0"/>
        </a:xfrm>
      </p:grpSpPr>
      <p:sp>
        <p:nvSpPr>
          <p:cNvPr id="116" name="Google Shape;116;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7" name="Google Shape;117;p16"/>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CUSTOM_4_1">
    <p:spTree>
      <p:nvGrpSpPr>
        <p:cNvPr id="1" name="Shape 118"/>
        <p:cNvGrpSpPr/>
        <p:nvPr/>
      </p:nvGrpSpPr>
      <p:grpSpPr>
        <a:xfrm>
          <a:off x="0" y="0"/>
          <a:ext cx="0" cy="0"/>
          <a:chOff x="0" y="0"/>
          <a:chExt cx="0" cy="0"/>
        </a:xfrm>
      </p:grpSpPr>
      <p:grpSp>
        <p:nvGrpSpPr>
          <p:cNvPr id="119" name="Google Shape;119;p17"/>
          <p:cNvGrpSpPr/>
          <p:nvPr/>
        </p:nvGrpSpPr>
        <p:grpSpPr>
          <a:xfrm>
            <a:off x="4844650" y="-125"/>
            <a:ext cx="4231300" cy="5143500"/>
            <a:chOff x="4844650" y="-125"/>
            <a:chExt cx="4231300" cy="5143500"/>
          </a:xfrm>
        </p:grpSpPr>
        <p:grpSp>
          <p:nvGrpSpPr>
            <p:cNvPr id="120" name="Google Shape;120;p17"/>
            <p:cNvGrpSpPr/>
            <p:nvPr/>
          </p:nvGrpSpPr>
          <p:grpSpPr>
            <a:xfrm>
              <a:off x="5704850" y="-125"/>
              <a:ext cx="3371100" cy="5143500"/>
              <a:chOff x="5704850" y="-125"/>
              <a:chExt cx="3371100" cy="5143500"/>
            </a:xfrm>
          </p:grpSpPr>
          <p:sp>
            <p:nvSpPr>
              <p:cNvPr id="121" name="Google Shape;121;p17"/>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7"/>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7"/>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7"/>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125;p17"/>
            <p:cNvSpPr/>
            <p:nvPr/>
          </p:nvSpPr>
          <p:spPr>
            <a:xfrm>
              <a:off x="48446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126;p17"/>
          <p:cNvSpPr txBox="1">
            <a:spLocks noGrp="1"/>
          </p:cNvSpPr>
          <p:nvPr>
            <p:ph type="title"/>
          </p:nvPr>
        </p:nvSpPr>
        <p:spPr>
          <a:xfrm>
            <a:off x="720000" y="812738"/>
            <a:ext cx="3423600" cy="6783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7" name="Google Shape;127;p17"/>
          <p:cNvSpPr txBox="1">
            <a:spLocks noGrp="1"/>
          </p:cNvSpPr>
          <p:nvPr>
            <p:ph type="subTitle" idx="1"/>
          </p:nvPr>
        </p:nvSpPr>
        <p:spPr>
          <a:xfrm>
            <a:off x="720000" y="1546613"/>
            <a:ext cx="3423600" cy="89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8" name="Google Shape;128;p17"/>
          <p:cNvSpPr>
            <a:spLocks noGrp="1"/>
          </p:cNvSpPr>
          <p:nvPr>
            <p:ph type="pic" idx="2"/>
          </p:nvPr>
        </p:nvSpPr>
        <p:spPr>
          <a:xfrm>
            <a:off x="6212050" y="535000"/>
            <a:ext cx="2216700" cy="4104000"/>
          </a:xfrm>
          <a:prstGeom prst="rect">
            <a:avLst/>
          </a:prstGeom>
          <a:noFill/>
          <a:ln>
            <a:noFill/>
          </a:ln>
        </p:spPr>
      </p:sp>
      <p:sp>
        <p:nvSpPr>
          <p:cNvPr id="129" name="Google Shape;129;p17"/>
          <p:cNvSpPr>
            <a:spLocks noGrp="1"/>
          </p:cNvSpPr>
          <p:nvPr>
            <p:ph type="pic" idx="3"/>
          </p:nvPr>
        </p:nvSpPr>
        <p:spPr>
          <a:xfrm>
            <a:off x="715100" y="2701800"/>
            <a:ext cx="2541000" cy="1937100"/>
          </a:xfrm>
          <a:prstGeom prst="rect">
            <a:avLst/>
          </a:prstGeom>
          <a:noFill/>
          <a:ln>
            <a:noFill/>
          </a:ln>
        </p:spPr>
      </p:sp>
      <p:sp>
        <p:nvSpPr>
          <p:cNvPr id="130" name="Google Shape;130;p17"/>
          <p:cNvSpPr>
            <a:spLocks noGrp="1"/>
          </p:cNvSpPr>
          <p:nvPr>
            <p:ph type="pic" idx="4"/>
          </p:nvPr>
        </p:nvSpPr>
        <p:spPr>
          <a:xfrm>
            <a:off x="3346050" y="2701775"/>
            <a:ext cx="2776200" cy="1937100"/>
          </a:xfrm>
          <a:prstGeom prst="rect">
            <a:avLst/>
          </a:prstGeom>
          <a:noFill/>
          <a:ln>
            <a:noFill/>
          </a:ln>
        </p:spPr>
      </p:sp>
      <p:sp>
        <p:nvSpPr>
          <p:cNvPr id="131" name="Google Shape;131;p17"/>
          <p:cNvSpPr>
            <a:spLocks noGrp="1"/>
          </p:cNvSpPr>
          <p:nvPr>
            <p:ph type="pic" idx="5"/>
          </p:nvPr>
        </p:nvSpPr>
        <p:spPr>
          <a:xfrm>
            <a:off x="4386900" y="535000"/>
            <a:ext cx="1735200" cy="2064300"/>
          </a:xfrm>
          <a:prstGeom prst="rect">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_4_1_1">
    <p:spTree>
      <p:nvGrpSpPr>
        <p:cNvPr id="1" name="Shape 132"/>
        <p:cNvGrpSpPr/>
        <p:nvPr/>
      </p:nvGrpSpPr>
      <p:grpSpPr>
        <a:xfrm>
          <a:off x="0" y="0"/>
          <a:ext cx="0" cy="0"/>
          <a:chOff x="0" y="0"/>
          <a:chExt cx="0" cy="0"/>
        </a:xfrm>
      </p:grpSpPr>
      <p:grpSp>
        <p:nvGrpSpPr>
          <p:cNvPr id="133" name="Google Shape;133;p18"/>
          <p:cNvGrpSpPr/>
          <p:nvPr/>
        </p:nvGrpSpPr>
        <p:grpSpPr>
          <a:xfrm>
            <a:off x="4844650" y="-125"/>
            <a:ext cx="4231300" cy="5143500"/>
            <a:chOff x="4844650" y="-125"/>
            <a:chExt cx="4231300" cy="5143500"/>
          </a:xfrm>
        </p:grpSpPr>
        <p:grpSp>
          <p:nvGrpSpPr>
            <p:cNvPr id="134" name="Google Shape;134;p18"/>
            <p:cNvGrpSpPr/>
            <p:nvPr/>
          </p:nvGrpSpPr>
          <p:grpSpPr>
            <a:xfrm>
              <a:off x="5704850" y="-125"/>
              <a:ext cx="3371100" cy="5143500"/>
              <a:chOff x="5704850" y="-125"/>
              <a:chExt cx="3371100" cy="5143500"/>
            </a:xfrm>
          </p:grpSpPr>
          <p:sp>
            <p:nvSpPr>
              <p:cNvPr id="135" name="Google Shape;135;p18"/>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8"/>
              <p:cNvSpPr/>
              <p:nvPr/>
            </p:nvSpPr>
            <p:spPr>
              <a:xfrm>
                <a:off x="65650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8"/>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8"/>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 name="Google Shape;139;p18"/>
            <p:cNvSpPr/>
            <p:nvPr/>
          </p:nvSpPr>
          <p:spPr>
            <a:xfrm>
              <a:off x="48446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 name="Google Shape;140;p18"/>
          <p:cNvSpPr txBox="1">
            <a:spLocks noGrp="1"/>
          </p:cNvSpPr>
          <p:nvPr>
            <p:ph type="title"/>
          </p:nvPr>
        </p:nvSpPr>
        <p:spPr>
          <a:xfrm>
            <a:off x="720000" y="1870875"/>
            <a:ext cx="3429600" cy="1636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1" name="Google Shape;141;p18"/>
          <p:cNvSpPr txBox="1">
            <a:spLocks noGrp="1"/>
          </p:cNvSpPr>
          <p:nvPr>
            <p:ph type="subTitle" idx="1"/>
          </p:nvPr>
        </p:nvSpPr>
        <p:spPr>
          <a:xfrm>
            <a:off x="720000" y="3563325"/>
            <a:ext cx="3429600" cy="89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2" name="Google Shape;142;p18"/>
          <p:cNvSpPr>
            <a:spLocks noGrp="1"/>
          </p:cNvSpPr>
          <p:nvPr>
            <p:ph type="pic" idx="2"/>
          </p:nvPr>
        </p:nvSpPr>
        <p:spPr>
          <a:xfrm>
            <a:off x="5099400" y="1129100"/>
            <a:ext cx="3329700" cy="3329700"/>
          </a:xfrm>
          <a:prstGeom prst="rect">
            <a:avLst/>
          </a:prstGeom>
          <a:noFill/>
          <a:ln w="38100" cap="flat" cmpd="sng">
            <a:solidFill>
              <a:schemeClr val="lt1"/>
            </a:solidFill>
            <a:prstDash val="solid"/>
            <a:miter lim="8000"/>
            <a:headEnd type="none" w="sm" len="sm"/>
            <a:tailEnd type="none" w="sm" len="sm"/>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2">
  <p:cSld name="TITLE_AND_BODY_1">
    <p:spTree>
      <p:nvGrpSpPr>
        <p:cNvPr id="1" name="Shape 143"/>
        <p:cNvGrpSpPr/>
        <p:nvPr/>
      </p:nvGrpSpPr>
      <p:grpSpPr>
        <a:xfrm>
          <a:off x="0" y="0"/>
          <a:ext cx="0" cy="0"/>
          <a:chOff x="0" y="0"/>
          <a:chExt cx="0" cy="0"/>
        </a:xfrm>
      </p:grpSpPr>
      <p:grpSp>
        <p:nvGrpSpPr>
          <p:cNvPr id="144" name="Google Shape;144;p19"/>
          <p:cNvGrpSpPr/>
          <p:nvPr/>
        </p:nvGrpSpPr>
        <p:grpSpPr>
          <a:xfrm>
            <a:off x="7425250" y="-125"/>
            <a:ext cx="1650700" cy="5143500"/>
            <a:chOff x="7425250" y="-125"/>
            <a:chExt cx="1650700" cy="5143500"/>
          </a:xfrm>
        </p:grpSpPr>
        <p:sp>
          <p:nvSpPr>
            <p:cNvPr id="145" name="Google Shape;145;p19"/>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9"/>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 name="Google Shape;147;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8" name="Google Shape;148;p19"/>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Char char="●"/>
              <a:defRPr>
                <a:solidFill>
                  <a:srgbClr val="434343"/>
                </a:solidFill>
              </a:defRPr>
            </a:lvl1pPr>
            <a:lvl2pPr marL="914400" lvl="1" indent="-304800" rtl="0">
              <a:lnSpc>
                <a:spcPct val="115000"/>
              </a:lnSpc>
              <a:spcBef>
                <a:spcPts val="0"/>
              </a:spcBef>
              <a:spcAft>
                <a:spcPts val="0"/>
              </a:spcAft>
              <a:buClr>
                <a:srgbClr val="434343"/>
              </a:buClr>
              <a:buSzPts val="1200"/>
              <a:buChar char="○"/>
              <a:defRPr>
                <a:solidFill>
                  <a:srgbClr val="434343"/>
                </a:solidFill>
              </a:defRPr>
            </a:lvl2pPr>
            <a:lvl3pPr marL="1371600" lvl="2" indent="-304800" rtl="0">
              <a:lnSpc>
                <a:spcPct val="115000"/>
              </a:lnSpc>
              <a:spcBef>
                <a:spcPts val="0"/>
              </a:spcBef>
              <a:spcAft>
                <a:spcPts val="0"/>
              </a:spcAft>
              <a:buClr>
                <a:srgbClr val="434343"/>
              </a:buClr>
              <a:buSzPts val="1200"/>
              <a:buChar char="■"/>
              <a:defRPr>
                <a:solidFill>
                  <a:srgbClr val="434343"/>
                </a:solidFill>
              </a:defRPr>
            </a:lvl3pPr>
            <a:lvl4pPr marL="1828800" lvl="3" indent="-304800" rtl="0">
              <a:lnSpc>
                <a:spcPct val="115000"/>
              </a:lnSpc>
              <a:spcBef>
                <a:spcPts val="0"/>
              </a:spcBef>
              <a:spcAft>
                <a:spcPts val="0"/>
              </a:spcAft>
              <a:buClr>
                <a:srgbClr val="434343"/>
              </a:buClr>
              <a:buSzPts val="1200"/>
              <a:buChar char="●"/>
              <a:defRPr>
                <a:solidFill>
                  <a:srgbClr val="434343"/>
                </a:solidFill>
              </a:defRPr>
            </a:lvl4pPr>
            <a:lvl5pPr marL="2286000" lvl="4" indent="-304800" rtl="0">
              <a:lnSpc>
                <a:spcPct val="115000"/>
              </a:lnSpc>
              <a:spcBef>
                <a:spcPts val="0"/>
              </a:spcBef>
              <a:spcAft>
                <a:spcPts val="0"/>
              </a:spcAft>
              <a:buClr>
                <a:srgbClr val="434343"/>
              </a:buClr>
              <a:buSzPts val="1200"/>
              <a:buChar char="○"/>
              <a:defRPr>
                <a:solidFill>
                  <a:srgbClr val="434343"/>
                </a:solidFill>
              </a:defRPr>
            </a:lvl5pPr>
            <a:lvl6pPr marL="2743200" lvl="5" indent="-304800" rtl="0">
              <a:lnSpc>
                <a:spcPct val="115000"/>
              </a:lnSpc>
              <a:spcBef>
                <a:spcPts val="0"/>
              </a:spcBef>
              <a:spcAft>
                <a:spcPts val="0"/>
              </a:spcAft>
              <a:buClr>
                <a:srgbClr val="434343"/>
              </a:buClr>
              <a:buSzPts val="1200"/>
              <a:buChar char="■"/>
              <a:defRPr>
                <a:solidFill>
                  <a:srgbClr val="434343"/>
                </a:solidFill>
              </a:defRPr>
            </a:lvl6pPr>
            <a:lvl7pPr marL="3200400" lvl="6" indent="-304800" rtl="0">
              <a:lnSpc>
                <a:spcPct val="115000"/>
              </a:lnSpc>
              <a:spcBef>
                <a:spcPts val="0"/>
              </a:spcBef>
              <a:spcAft>
                <a:spcPts val="0"/>
              </a:spcAft>
              <a:buClr>
                <a:srgbClr val="434343"/>
              </a:buClr>
              <a:buSzPts val="1200"/>
              <a:buChar char="●"/>
              <a:defRPr>
                <a:solidFill>
                  <a:srgbClr val="434343"/>
                </a:solidFill>
              </a:defRPr>
            </a:lvl7pPr>
            <a:lvl8pPr marL="3657600" lvl="7" indent="-304800" rtl="0">
              <a:lnSpc>
                <a:spcPct val="115000"/>
              </a:lnSpc>
              <a:spcBef>
                <a:spcPts val="0"/>
              </a:spcBef>
              <a:spcAft>
                <a:spcPts val="0"/>
              </a:spcAft>
              <a:buClr>
                <a:srgbClr val="434343"/>
              </a:buClr>
              <a:buSzPts val="1200"/>
              <a:buChar char="○"/>
              <a:defRPr>
                <a:solidFill>
                  <a:srgbClr val="434343"/>
                </a:solidFill>
              </a:defRPr>
            </a:lvl8pPr>
            <a:lvl9pPr marL="4114800" lvl="8" indent="-304800" rtl="0">
              <a:lnSpc>
                <a:spcPct val="115000"/>
              </a:lnSpc>
              <a:spcBef>
                <a:spcPts val="0"/>
              </a:spcBef>
              <a:spcAft>
                <a:spcPts val="0"/>
              </a:spcAft>
              <a:buClr>
                <a:srgbClr val="434343"/>
              </a:buClr>
              <a:buSzPts val="1200"/>
              <a:buChar char="■"/>
              <a:defRPr>
                <a:solidFill>
                  <a:srgbClr val="43434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8">
    <p:spTree>
      <p:nvGrpSpPr>
        <p:cNvPr id="1" name="Shape 149"/>
        <p:cNvGrpSpPr/>
        <p:nvPr/>
      </p:nvGrpSpPr>
      <p:grpSpPr>
        <a:xfrm>
          <a:off x="0" y="0"/>
          <a:ext cx="0" cy="0"/>
          <a:chOff x="0" y="0"/>
          <a:chExt cx="0" cy="0"/>
        </a:xfrm>
      </p:grpSpPr>
      <p:grpSp>
        <p:nvGrpSpPr>
          <p:cNvPr id="150" name="Google Shape;150;p20"/>
          <p:cNvGrpSpPr/>
          <p:nvPr/>
        </p:nvGrpSpPr>
        <p:grpSpPr>
          <a:xfrm>
            <a:off x="6565050" y="-125"/>
            <a:ext cx="2510900" cy="5143500"/>
            <a:chOff x="6565050" y="-125"/>
            <a:chExt cx="2510900" cy="5143500"/>
          </a:xfrm>
        </p:grpSpPr>
        <p:grpSp>
          <p:nvGrpSpPr>
            <p:cNvPr id="151" name="Google Shape;151;p20"/>
            <p:cNvGrpSpPr/>
            <p:nvPr/>
          </p:nvGrpSpPr>
          <p:grpSpPr>
            <a:xfrm>
              <a:off x="6565050" y="-125"/>
              <a:ext cx="2510900" cy="5143500"/>
              <a:chOff x="6565050" y="-125"/>
              <a:chExt cx="2510900" cy="5143500"/>
            </a:xfrm>
          </p:grpSpPr>
          <p:sp>
            <p:nvSpPr>
              <p:cNvPr id="152" name="Google Shape;152;p20"/>
              <p:cNvSpPr/>
              <p:nvPr/>
            </p:nvSpPr>
            <p:spPr>
              <a:xfrm>
                <a:off x="65650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0"/>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0"/>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 name="Google Shape;155;p20"/>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 name="Google Shape;156;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7" name="Google Shape;157;p20"/>
          <p:cNvSpPr txBox="1">
            <a:spLocks noGrp="1"/>
          </p:cNvSpPr>
          <p:nvPr>
            <p:ph type="subTitle" idx="1"/>
          </p:nvPr>
        </p:nvSpPr>
        <p:spPr>
          <a:xfrm>
            <a:off x="715100" y="1137550"/>
            <a:ext cx="5755500" cy="997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158" name="Google Shape;158;p20"/>
          <p:cNvSpPr txBox="1">
            <a:spLocks noGrp="1"/>
          </p:cNvSpPr>
          <p:nvPr>
            <p:ph type="subTitle" idx="2"/>
          </p:nvPr>
        </p:nvSpPr>
        <p:spPr>
          <a:xfrm>
            <a:off x="715100" y="2135046"/>
            <a:ext cx="5755500" cy="14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159" name="Google Shape;159;p20"/>
          <p:cNvSpPr txBox="1">
            <a:spLocks noGrp="1"/>
          </p:cNvSpPr>
          <p:nvPr>
            <p:ph type="subTitle" idx="3"/>
          </p:nvPr>
        </p:nvSpPr>
        <p:spPr>
          <a:xfrm>
            <a:off x="715100" y="3611151"/>
            <a:ext cx="5755500" cy="997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
    <p:spTree>
      <p:nvGrpSpPr>
        <p:cNvPr id="1" name="Shape 160"/>
        <p:cNvGrpSpPr/>
        <p:nvPr/>
      </p:nvGrpSpPr>
      <p:grpSpPr>
        <a:xfrm>
          <a:off x="0" y="0"/>
          <a:ext cx="0" cy="0"/>
          <a:chOff x="0" y="0"/>
          <a:chExt cx="0" cy="0"/>
        </a:xfrm>
      </p:grpSpPr>
      <p:sp>
        <p:nvSpPr>
          <p:cNvPr id="161" name="Google Shape;161;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2" name="Google Shape;162;p21"/>
          <p:cNvSpPr txBox="1">
            <a:spLocks noGrp="1"/>
          </p:cNvSpPr>
          <p:nvPr>
            <p:ph type="subTitle" idx="1"/>
          </p:nvPr>
        </p:nvSpPr>
        <p:spPr>
          <a:xfrm>
            <a:off x="715100" y="1671677"/>
            <a:ext cx="7178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3" name="Google Shape;163;p21"/>
          <p:cNvSpPr txBox="1">
            <a:spLocks noGrp="1"/>
          </p:cNvSpPr>
          <p:nvPr>
            <p:ph type="subTitle" idx="2"/>
          </p:nvPr>
        </p:nvSpPr>
        <p:spPr>
          <a:xfrm>
            <a:off x="715100" y="2742776"/>
            <a:ext cx="7178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4" name="Google Shape;164;p21"/>
          <p:cNvSpPr txBox="1">
            <a:spLocks noGrp="1"/>
          </p:cNvSpPr>
          <p:nvPr>
            <p:ph type="subTitle" idx="3"/>
          </p:nvPr>
        </p:nvSpPr>
        <p:spPr>
          <a:xfrm>
            <a:off x="715100" y="3813875"/>
            <a:ext cx="7178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5" name="Google Shape;165;p21"/>
          <p:cNvSpPr txBox="1">
            <a:spLocks noGrp="1"/>
          </p:cNvSpPr>
          <p:nvPr>
            <p:ph type="subTitle" idx="4"/>
          </p:nvPr>
        </p:nvSpPr>
        <p:spPr>
          <a:xfrm>
            <a:off x="715100" y="1222625"/>
            <a:ext cx="7178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6" name="Google Shape;166;p21"/>
          <p:cNvSpPr txBox="1">
            <a:spLocks noGrp="1"/>
          </p:cNvSpPr>
          <p:nvPr>
            <p:ph type="subTitle" idx="5"/>
          </p:nvPr>
        </p:nvSpPr>
        <p:spPr>
          <a:xfrm>
            <a:off x="715100" y="2293720"/>
            <a:ext cx="7178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7" name="Google Shape;167;p21"/>
          <p:cNvSpPr txBox="1">
            <a:spLocks noGrp="1"/>
          </p:cNvSpPr>
          <p:nvPr>
            <p:ph type="subTitle" idx="6"/>
          </p:nvPr>
        </p:nvSpPr>
        <p:spPr>
          <a:xfrm>
            <a:off x="715100" y="3365481"/>
            <a:ext cx="7178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8" name="Google Shape;168;p21"/>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69"/>
        <p:cNvGrpSpPr/>
        <p:nvPr/>
      </p:nvGrpSpPr>
      <p:grpSpPr>
        <a:xfrm>
          <a:off x="0" y="0"/>
          <a:ext cx="0" cy="0"/>
          <a:chOff x="0" y="0"/>
          <a:chExt cx="0" cy="0"/>
        </a:xfrm>
      </p:grpSpPr>
      <p:grpSp>
        <p:nvGrpSpPr>
          <p:cNvPr id="170" name="Google Shape;170;p22"/>
          <p:cNvGrpSpPr/>
          <p:nvPr/>
        </p:nvGrpSpPr>
        <p:grpSpPr>
          <a:xfrm>
            <a:off x="7425250" y="-125"/>
            <a:ext cx="1650700" cy="5143500"/>
            <a:chOff x="7425250" y="-125"/>
            <a:chExt cx="1650700" cy="5143500"/>
          </a:xfrm>
        </p:grpSpPr>
        <p:sp>
          <p:nvSpPr>
            <p:cNvPr id="171" name="Google Shape;171;p22"/>
            <p:cNvSpPr/>
            <p:nvPr/>
          </p:nvSpPr>
          <p:spPr>
            <a:xfrm>
              <a:off x="74252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2"/>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 name="Google Shape;173;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4" name="Google Shape;174;p22"/>
          <p:cNvSpPr txBox="1">
            <a:spLocks noGrp="1"/>
          </p:cNvSpPr>
          <p:nvPr>
            <p:ph type="subTitle" idx="1"/>
          </p:nvPr>
        </p:nvSpPr>
        <p:spPr>
          <a:xfrm>
            <a:off x="720000" y="1306475"/>
            <a:ext cx="29670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75" name="Google Shape;175;p22"/>
          <p:cNvSpPr txBox="1">
            <a:spLocks noGrp="1"/>
          </p:cNvSpPr>
          <p:nvPr>
            <p:ph type="subTitle" idx="2"/>
          </p:nvPr>
        </p:nvSpPr>
        <p:spPr>
          <a:xfrm>
            <a:off x="720001" y="1832375"/>
            <a:ext cx="29670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6" name="Google Shape;176;p22"/>
          <p:cNvSpPr txBox="1">
            <a:spLocks noGrp="1"/>
          </p:cNvSpPr>
          <p:nvPr>
            <p:ph type="subTitle" idx="3"/>
          </p:nvPr>
        </p:nvSpPr>
        <p:spPr>
          <a:xfrm>
            <a:off x="4075202" y="1832375"/>
            <a:ext cx="29670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7" name="Google Shape;177;p22"/>
          <p:cNvSpPr txBox="1">
            <a:spLocks noGrp="1"/>
          </p:cNvSpPr>
          <p:nvPr>
            <p:ph type="subTitle" idx="4"/>
          </p:nvPr>
        </p:nvSpPr>
        <p:spPr>
          <a:xfrm>
            <a:off x="720001" y="3580700"/>
            <a:ext cx="29670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8" name="Google Shape;178;p22"/>
          <p:cNvSpPr txBox="1">
            <a:spLocks noGrp="1"/>
          </p:cNvSpPr>
          <p:nvPr>
            <p:ph type="subTitle" idx="5"/>
          </p:nvPr>
        </p:nvSpPr>
        <p:spPr>
          <a:xfrm>
            <a:off x="4075202" y="3580700"/>
            <a:ext cx="29670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9" name="Google Shape;179;p22"/>
          <p:cNvSpPr txBox="1">
            <a:spLocks noGrp="1"/>
          </p:cNvSpPr>
          <p:nvPr>
            <p:ph type="subTitle" idx="6"/>
          </p:nvPr>
        </p:nvSpPr>
        <p:spPr>
          <a:xfrm>
            <a:off x="720000" y="3054800"/>
            <a:ext cx="29670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80" name="Google Shape;180;p22"/>
          <p:cNvSpPr txBox="1">
            <a:spLocks noGrp="1"/>
          </p:cNvSpPr>
          <p:nvPr>
            <p:ph type="subTitle" idx="7"/>
          </p:nvPr>
        </p:nvSpPr>
        <p:spPr>
          <a:xfrm>
            <a:off x="4075200" y="1306475"/>
            <a:ext cx="29670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81" name="Google Shape;181;p22"/>
          <p:cNvSpPr txBox="1">
            <a:spLocks noGrp="1"/>
          </p:cNvSpPr>
          <p:nvPr>
            <p:ph type="subTitle" idx="8"/>
          </p:nvPr>
        </p:nvSpPr>
        <p:spPr>
          <a:xfrm>
            <a:off x="4075200" y="3054800"/>
            <a:ext cx="29670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82"/>
        <p:cNvGrpSpPr/>
        <p:nvPr/>
      </p:nvGrpSpPr>
      <p:grpSpPr>
        <a:xfrm>
          <a:off x="0" y="0"/>
          <a:ext cx="0" cy="0"/>
          <a:chOff x="0" y="0"/>
          <a:chExt cx="0" cy="0"/>
        </a:xfrm>
      </p:grpSpPr>
      <p:sp>
        <p:nvSpPr>
          <p:cNvPr id="183" name="Google Shape;183;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4" name="Google Shape;184;p23"/>
          <p:cNvSpPr txBox="1">
            <a:spLocks noGrp="1"/>
          </p:cNvSpPr>
          <p:nvPr>
            <p:ph type="subTitle" idx="1"/>
          </p:nvPr>
        </p:nvSpPr>
        <p:spPr>
          <a:xfrm>
            <a:off x="720000" y="1773009"/>
            <a:ext cx="20793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5" name="Google Shape;185;p23"/>
          <p:cNvSpPr txBox="1">
            <a:spLocks noGrp="1"/>
          </p:cNvSpPr>
          <p:nvPr>
            <p:ph type="subTitle" idx="2"/>
          </p:nvPr>
        </p:nvSpPr>
        <p:spPr>
          <a:xfrm>
            <a:off x="3198000" y="1773018"/>
            <a:ext cx="20754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6" name="Google Shape;186;p23"/>
          <p:cNvSpPr txBox="1">
            <a:spLocks noGrp="1"/>
          </p:cNvSpPr>
          <p:nvPr>
            <p:ph type="subTitle" idx="3"/>
          </p:nvPr>
        </p:nvSpPr>
        <p:spPr>
          <a:xfrm>
            <a:off x="720000" y="3503300"/>
            <a:ext cx="20835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7" name="Google Shape;187;p23"/>
          <p:cNvSpPr txBox="1">
            <a:spLocks noGrp="1"/>
          </p:cNvSpPr>
          <p:nvPr>
            <p:ph type="subTitle" idx="4"/>
          </p:nvPr>
        </p:nvSpPr>
        <p:spPr>
          <a:xfrm>
            <a:off x="3198000" y="3503300"/>
            <a:ext cx="20754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8" name="Google Shape;188;p23"/>
          <p:cNvSpPr txBox="1">
            <a:spLocks noGrp="1"/>
          </p:cNvSpPr>
          <p:nvPr>
            <p:ph type="subTitle" idx="5"/>
          </p:nvPr>
        </p:nvSpPr>
        <p:spPr>
          <a:xfrm>
            <a:off x="5582703" y="1773018"/>
            <a:ext cx="20793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9" name="Google Shape;189;p23"/>
          <p:cNvSpPr txBox="1">
            <a:spLocks noGrp="1"/>
          </p:cNvSpPr>
          <p:nvPr>
            <p:ph type="subTitle" idx="6"/>
          </p:nvPr>
        </p:nvSpPr>
        <p:spPr>
          <a:xfrm>
            <a:off x="5582700" y="3503300"/>
            <a:ext cx="20793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0" name="Google Shape;190;p23"/>
          <p:cNvSpPr txBox="1">
            <a:spLocks noGrp="1"/>
          </p:cNvSpPr>
          <p:nvPr>
            <p:ph type="subTitle" idx="7"/>
          </p:nvPr>
        </p:nvSpPr>
        <p:spPr>
          <a:xfrm>
            <a:off x="724105" y="1399125"/>
            <a:ext cx="20793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1" name="Google Shape;191;p23"/>
          <p:cNvSpPr txBox="1">
            <a:spLocks noGrp="1"/>
          </p:cNvSpPr>
          <p:nvPr>
            <p:ph type="subTitle" idx="8"/>
          </p:nvPr>
        </p:nvSpPr>
        <p:spPr>
          <a:xfrm>
            <a:off x="3202077" y="1399125"/>
            <a:ext cx="20673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2" name="Google Shape;192;p23"/>
          <p:cNvSpPr txBox="1">
            <a:spLocks noGrp="1"/>
          </p:cNvSpPr>
          <p:nvPr>
            <p:ph type="subTitle" idx="9"/>
          </p:nvPr>
        </p:nvSpPr>
        <p:spPr>
          <a:xfrm>
            <a:off x="5582703" y="1399125"/>
            <a:ext cx="20793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3" name="Google Shape;193;p23"/>
          <p:cNvSpPr txBox="1">
            <a:spLocks noGrp="1"/>
          </p:cNvSpPr>
          <p:nvPr>
            <p:ph type="subTitle" idx="13"/>
          </p:nvPr>
        </p:nvSpPr>
        <p:spPr>
          <a:xfrm>
            <a:off x="723900" y="3126200"/>
            <a:ext cx="20835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4" name="Google Shape;194;p23"/>
          <p:cNvSpPr txBox="1">
            <a:spLocks noGrp="1"/>
          </p:cNvSpPr>
          <p:nvPr>
            <p:ph type="subTitle" idx="14"/>
          </p:nvPr>
        </p:nvSpPr>
        <p:spPr>
          <a:xfrm>
            <a:off x="3201916" y="3126200"/>
            <a:ext cx="20754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5" name="Google Shape;195;p23"/>
          <p:cNvSpPr txBox="1">
            <a:spLocks noGrp="1"/>
          </p:cNvSpPr>
          <p:nvPr>
            <p:ph type="subTitle" idx="15"/>
          </p:nvPr>
        </p:nvSpPr>
        <p:spPr>
          <a:xfrm>
            <a:off x="5582700" y="3126200"/>
            <a:ext cx="2071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1800">
                <a:solidFill>
                  <a:schemeClr val="dk1"/>
                </a:solidFill>
                <a:latin typeface="Be Vietnam Pro"/>
                <a:ea typeface="Be Vietnam Pro"/>
                <a:cs typeface="Be Vietnam Pro"/>
                <a:sym typeface="Be Vietnam Pr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6" name="Google Shape;196;p23"/>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97"/>
        <p:cNvGrpSpPr/>
        <p:nvPr/>
      </p:nvGrpSpPr>
      <p:grpSpPr>
        <a:xfrm>
          <a:off x="0" y="0"/>
          <a:ext cx="0" cy="0"/>
          <a:chOff x="0" y="0"/>
          <a:chExt cx="0" cy="0"/>
        </a:xfrm>
      </p:grpSpPr>
      <p:grpSp>
        <p:nvGrpSpPr>
          <p:cNvPr id="198" name="Google Shape;198;p24"/>
          <p:cNvGrpSpPr/>
          <p:nvPr/>
        </p:nvGrpSpPr>
        <p:grpSpPr>
          <a:xfrm>
            <a:off x="5704850" y="-125"/>
            <a:ext cx="3371100" cy="5143500"/>
            <a:chOff x="5704850" y="-125"/>
            <a:chExt cx="3371100" cy="5143500"/>
          </a:xfrm>
        </p:grpSpPr>
        <p:sp>
          <p:nvSpPr>
            <p:cNvPr id="199" name="Google Shape;199;p24"/>
            <p:cNvSpPr/>
            <p:nvPr/>
          </p:nvSpPr>
          <p:spPr>
            <a:xfrm>
              <a:off x="5704850" y="-125"/>
              <a:ext cx="790500" cy="5143500"/>
            </a:xfrm>
            <a:prstGeom prst="rect">
              <a:avLst/>
            </a:prstGeom>
            <a:solidFill>
              <a:srgbClr val="6D819A">
                <a:alpha val="220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4"/>
            <p:cNvSpPr/>
            <p:nvPr/>
          </p:nvSpPr>
          <p:spPr>
            <a:xfrm>
              <a:off x="65650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4"/>
            <p:cNvSpPr/>
            <p:nvPr/>
          </p:nvSpPr>
          <p:spPr>
            <a:xfrm>
              <a:off x="74252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4"/>
            <p:cNvSpPr/>
            <p:nvPr/>
          </p:nvSpPr>
          <p:spPr>
            <a:xfrm>
              <a:off x="8285450" y="-125"/>
              <a:ext cx="7905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 name="Google Shape;203;p24"/>
          <p:cNvSpPr txBox="1">
            <a:spLocks noGrp="1"/>
          </p:cNvSpPr>
          <p:nvPr>
            <p:ph type="ctrTitle"/>
          </p:nvPr>
        </p:nvSpPr>
        <p:spPr>
          <a:xfrm>
            <a:off x="715100" y="929500"/>
            <a:ext cx="4284000" cy="997800"/>
          </a:xfrm>
          <a:prstGeom prst="rect">
            <a:avLst/>
          </a:prstGeom>
        </p:spPr>
        <p:txBody>
          <a:bodyPr spcFirstLastPara="1" wrap="square" lIns="91425" tIns="91425" rIns="91425" bIns="91425" anchor="ctr" anchorCtr="0">
            <a:noAutofit/>
          </a:bodyPr>
          <a:lstStyle>
            <a:lvl1pPr lvl="0"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04" name="Google Shape;204;p24"/>
          <p:cNvSpPr txBox="1">
            <a:spLocks noGrp="1"/>
          </p:cNvSpPr>
          <p:nvPr>
            <p:ph type="subTitle" idx="1"/>
          </p:nvPr>
        </p:nvSpPr>
        <p:spPr>
          <a:xfrm>
            <a:off x="715100" y="1758135"/>
            <a:ext cx="3513600" cy="117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05" name="Google Shape;205;p24"/>
          <p:cNvSpPr txBox="1"/>
          <p:nvPr/>
        </p:nvSpPr>
        <p:spPr>
          <a:xfrm>
            <a:off x="715100" y="3992900"/>
            <a:ext cx="4201500" cy="615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000" b="1">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lang="en" sz="1000" b="1" u="sng">
                <a:solidFill>
                  <a:schemeClr val="hlink"/>
                </a:solidFill>
                <a:latin typeface="Open Sans"/>
                <a:ea typeface="Open Sans"/>
                <a:cs typeface="Open Sans"/>
                <a:sym typeface="Open Sans"/>
                <a:hlinkClick r:id="rId2"/>
              </a:rPr>
              <a:t>Slidesgo</a:t>
            </a:r>
            <a:r>
              <a:rPr lang="en" sz="1000" b="1" u="sng">
                <a:solidFill>
                  <a:schemeClr val="dk1"/>
                </a:solidFill>
                <a:latin typeface="Open Sans"/>
                <a:ea typeface="Open Sans"/>
                <a:cs typeface="Open Sans"/>
                <a:sym typeface="Open Sans"/>
              </a:rPr>
              <a:t>,</a:t>
            </a:r>
            <a:r>
              <a:rPr lang="en" sz="1000" b="1">
                <a:solidFill>
                  <a:schemeClr val="dk1"/>
                </a:solidFill>
                <a:latin typeface="Open Sans"/>
                <a:ea typeface="Open Sans"/>
                <a:cs typeface="Open Sans"/>
                <a:sym typeface="Open Sans"/>
              </a:rPr>
              <a:t> </a:t>
            </a:r>
            <a:r>
              <a:rPr lang="en" sz="1000">
                <a:solidFill>
                  <a:schemeClr val="dk1"/>
                </a:solidFill>
                <a:latin typeface="Open Sans"/>
                <a:ea typeface="Open Sans"/>
                <a:cs typeface="Open Sans"/>
                <a:sym typeface="Open Sans"/>
              </a:rPr>
              <a:t>and includes icons by </a:t>
            </a:r>
            <a:r>
              <a:rPr lang="en" sz="1000" b="1" u="sng">
                <a:solidFill>
                  <a:schemeClr val="dk1"/>
                </a:solidFill>
                <a:latin typeface="Open Sans"/>
                <a:ea typeface="Open Sans"/>
                <a:cs typeface="Open Sans"/>
                <a:sym typeface="Open Sans"/>
                <a:hlinkClick r:id="rId3">
                  <a:extLst>
                    <a:ext uri="{A12FA001-AC4F-418D-AE19-62706E023703}">
                      <ahyp:hlinkClr xmlns:ahyp="http://schemas.microsoft.com/office/drawing/2018/hyperlinkcolor" val="tx"/>
                    </a:ext>
                  </a:extLst>
                </a:hlinkClick>
              </a:rPr>
              <a:t>Flaticon</a:t>
            </a:r>
            <a:r>
              <a:rPr lang="en" sz="1000" b="1">
                <a:solidFill>
                  <a:schemeClr val="dk1"/>
                </a:solidFill>
                <a:latin typeface="Open Sans"/>
                <a:ea typeface="Open Sans"/>
                <a:cs typeface="Open Sans"/>
                <a:sym typeface="Open Sans"/>
              </a:rPr>
              <a:t> </a:t>
            </a:r>
            <a:r>
              <a:rPr lang="en" sz="1000">
                <a:solidFill>
                  <a:schemeClr val="dk1"/>
                </a:solidFill>
                <a:latin typeface="Open Sans"/>
                <a:ea typeface="Open Sans"/>
                <a:cs typeface="Open Sans"/>
                <a:sym typeface="Open Sans"/>
              </a:rPr>
              <a:t>and infographics &amp; images by </a:t>
            </a:r>
            <a:r>
              <a:rPr lang="en" sz="1000" b="1" u="sng">
                <a:solidFill>
                  <a:schemeClr val="dk1"/>
                </a:solidFill>
                <a:latin typeface="Open Sans"/>
                <a:ea typeface="Open Sans"/>
                <a:cs typeface="Open Sans"/>
                <a:sym typeface="Open Sans"/>
                <a:hlinkClick r:id="rId4">
                  <a:extLst>
                    <a:ext uri="{A12FA001-AC4F-418D-AE19-62706E023703}">
                      <ahyp:hlinkClr xmlns:ahyp="http://schemas.microsoft.com/office/drawing/2018/hyperlinkcolor" val="tx"/>
                    </a:ext>
                  </a:extLst>
                </a:hlinkClick>
              </a:rPr>
              <a:t>Freepik</a:t>
            </a:r>
            <a:endParaRPr sz="1000" b="1" u="sng">
              <a:solidFill>
                <a:schemeClr val="dk1"/>
              </a:solidFill>
              <a:highlight>
                <a:srgbClr val="DFDEFC"/>
              </a:highlight>
              <a:latin typeface="Open Sans"/>
              <a:ea typeface="Open Sans"/>
              <a:cs typeface="Open Sans"/>
              <a:sym typeface="Open Sans"/>
            </a:endParaRPr>
          </a:p>
        </p:txBody>
      </p:sp>
      <p:sp>
        <p:nvSpPr>
          <p:cNvPr id="206" name="Google Shape;206;p24"/>
          <p:cNvSpPr>
            <a:spLocks noGrp="1"/>
          </p:cNvSpPr>
          <p:nvPr>
            <p:ph type="pic" idx="2"/>
          </p:nvPr>
        </p:nvSpPr>
        <p:spPr>
          <a:xfrm>
            <a:off x="5099400" y="1129100"/>
            <a:ext cx="3329700" cy="3329700"/>
          </a:xfrm>
          <a:prstGeom prst="rect">
            <a:avLst/>
          </a:prstGeom>
          <a:noFill/>
          <a:ln w="38100" cap="flat" cmpd="sng">
            <a:solidFill>
              <a:schemeClr val="lt1"/>
            </a:solidFill>
            <a:prstDash val="solid"/>
            <a:miter lim="8000"/>
            <a:headEnd type="none" w="sm" len="sm"/>
            <a:tailEnd type="none" w="sm" len="sm"/>
          </a:ln>
        </p:spPr>
      </p:sp>
      <p:sp>
        <p:nvSpPr>
          <p:cNvPr id="207" name="Google Shape;207;p24"/>
          <p:cNvSpPr txBox="1">
            <a:spLocks noGrp="1"/>
          </p:cNvSpPr>
          <p:nvPr>
            <p:ph type="subTitle" idx="3"/>
          </p:nvPr>
        </p:nvSpPr>
        <p:spPr>
          <a:xfrm>
            <a:off x="807175" y="535000"/>
            <a:ext cx="1471800" cy="30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100">
                <a:solidFill>
                  <a:schemeClr val="accent3"/>
                </a:solidFill>
                <a:latin typeface="Be Vietnam Pro"/>
                <a:ea typeface="Be Vietnam Pro"/>
                <a:cs typeface="Be Vietnam Pro"/>
                <a:sym typeface="Be Vietnam Pro"/>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08"/>
        <p:cNvGrpSpPr/>
        <p:nvPr/>
      </p:nvGrpSpPr>
      <p:grpSpPr>
        <a:xfrm>
          <a:off x="0" y="0"/>
          <a:ext cx="0" cy="0"/>
          <a:chOff x="0" y="0"/>
          <a:chExt cx="0" cy="0"/>
        </a:xfrm>
      </p:grpSpPr>
      <p:grpSp>
        <p:nvGrpSpPr>
          <p:cNvPr id="209" name="Google Shape;209;p25"/>
          <p:cNvGrpSpPr/>
          <p:nvPr/>
        </p:nvGrpSpPr>
        <p:grpSpPr>
          <a:xfrm flipH="1">
            <a:off x="64250" y="-125"/>
            <a:ext cx="3371100" cy="5143500"/>
            <a:chOff x="5704850" y="-125"/>
            <a:chExt cx="3371100" cy="5143500"/>
          </a:xfrm>
        </p:grpSpPr>
        <p:sp>
          <p:nvSpPr>
            <p:cNvPr id="210" name="Google Shape;210;p25"/>
            <p:cNvSpPr/>
            <p:nvPr/>
          </p:nvSpPr>
          <p:spPr>
            <a:xfrm>
              <a:off x="5704850" y="-125"/>
              <a:ext cx="790500" cy="514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5"/>
            <p:cNvSpPr/>
            <p:nvPr/>
          </p:nvSpPr>
          <p:spPr>
            <a:xfrm>
              <a:off x="6565050" y="-125"/>
              <a:ext cx="790500" cy="514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5"/>
            <p:cNvSpPr/>
            <p:nvPr/>
          </p:nvSpPr>
          <p:spPr>
            <a:xfrm>
              <a:off x="7425250" y="-125"/>
              <a:ext cx="790500" cy="514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5"/>
            <p:cNvSpPr/>
            <p:nvPr/>
          </p:nvSpPr>
          <p:spPr>
            <a:xfrm>
              <a:off x="8285450" y="-125"/>
              <a:ext cx="790500" cy="5143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14"/>
        <p:cNvGrpSpPr/>
        <p:nvPr/>
      </p:nvGrpSpPr>
      <p:grpSpPr>
        <a:xfrm>
          <a:off x="0" y="0"/>
          <a:ext cx="0" cy="0"/>
          <a:chOff x="0" y="0"/>
          <a:chExt cx="0" cy="0"/>
        </a:xfrm>
      </p:grpSpPr>
      <p:grpSp>
        <p:nvGrpSpPr>
          <p:cNvPr id="215" name="Google Shape;215;p26"/>
          <p:cNvGrpSpPr/>
          <p:nvPr/>
        </p:nvGrpSpPr>
        <p:grpSpPr>
          <a:xfrm flipH="1">
            <a:off x="64250" y="-125"/>
            <a:ext cx="1650700" cy="5143500"/>
            <a:chOff x="7425250" y="-125"/>
            <a:chExt cx="1650700" cy="5143500"/>
          </a:xfrm>
        </p:grpSpPr>
        <p:sp>
          <p:nvSpPr>
            <p:cNvPr id="216" name="Google Shape;216;p26"/>
            <p:cNvSpPr/>
            <p:nvPr/>
          </p:nvSpPr>
          <p:spPr>
            <a:xfrm>
              <a:off x="7425250" y="-125"/>
              <a:ext cx="790500" cy="514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6"/>
            <p:cNvSpPr/>
            <p:nvPr/>
          </p:nvSpPr>
          <p:spPr>
            <a:xfrm>
              <a:off x="8285450" y="-125"/>
              <a:ext cx="790500" cy="5143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21"/>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22"/>
        <p:cNvGrpSpPr/>
        <p:nvPr/>
      </p:nvGrpSpPr>
      <p:grpSpPr>
        <a:xfrm>
          <a:off x="0" y="0"/>
          <a:ext cx="0" cy="0"/>
          <a:chOff x="0" y="0"/>
          <a:chExt cx="0" cy="0"/>
        </a:xfrm>
      </p:grpSpPr>
      <p:sp>
        <p:nvSpPr>
          <p:cNvPr id="223" name="Google Shape;223;p2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7.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Be Vietnam Pro"/>
              <a:buNone/>
              <a:defRPr sz="3000">
                <a:solidFill>
                  <a:schemeClr val="dk1"/>
                </a:solidFill>
                <a:latin typeface="Be Vietnam Pro"/>
                <a:ea typeface="Be Vietnam Pro"/>
                <a:cs typeface="Be Vietnam Pro"/>
                <a:sym typeface="Be Vietnam Pro"/>
              </a:defRPr>
            </a:lvl1pPr>
            <a:lvl2pPr lvl="1"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2pPr>
            <a:lvl3pPr lvl="2"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3pPr>
            <a:lvl4pPr lvl="3"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4pPr>
            <a:lvl5pPr lvl="4"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5pPr>
            <a:lvl6pPr lvl="5"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6pPr>
            <a:lvl7pPr lvl="6"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7pPr>
            <a:lvl8pPr lvl="7"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8pPr>
            <a:lvl9pPr lvl="8" rtl="0">
              <a:spcBef>
                <a:spcPts val="0"/>
              </a:spcBef>
              <a:spcAft>
                <a:spcPts val="0"/>
              </a:spcAft>
              <a:buClr>
                <a:schemeClr val="dk1"/>
              </a:buClr>
              <a:buSzPts val="3500"/>
              <a:buFont typeface="Be Vietnam Pro"/>
              <a:buNone/>
              <a:defRPr sz="3500">
                <a:solidFill>
                  <a:schemeClr val="dk1"/>
                </a:solidFill>
                <a:latin typeface="Be Vietnam Pro"/>
                <a:ea typeface="Be Vietnam Pro"/>
                <a:cs typeface="Be Vietnam Pro"/>
                <a:sym typeface="Be Vietnam Pro"/>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1pPr>
            <a:lvl2pPr marL="914400" lvl="1"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2pPr>
            <a:lvl3pPr marL="1371600" lvl="2"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3pPr>
            <a:lvl4pPr marL="1828800" lvl="3"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4pPr>
            <a:lvl5pPr marL="2286000" lvl="4"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5pPr>
            <a:lvl6pPr marL="2743200" lvl="5"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6pPr>
            <a:lvl7pPr marL="3200400" lvl="6"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7pPr>
            <a:lvl8pPr marL="3657600" lvl="7"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8pPr>
            <a:lvl9pPr marL="4114800" lvl="8" indent="-30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18"/>
        <p:cNvGrpSpPr/>
        <p:nvPr/>
      </p:nvGrpSpPr>
      <p:grpSpPr>
        <a:xfrm>
          <a:off x="0" y="0"/>
          <a:ext cx="0" cy="0"/>
          <a:chOff x="0" y="0"/>
          <a:chExt cx="0" cy="0"/>
        </a:xfrm>
      </p:grpSpPr>
      <p:sp>
        <p:nvSpPr>
          <p:cNvPr id="219" name="Google Shape;219;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20" name="Google Shape;220;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 id="2147483674"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22.xml"/><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8" Type="http://schemas.openxmlformats.org/officeDocument/2006/relationships/hyperlink" Target="https://www.freepik.com/free-photo/old-patient-suffering-from-parkinson_25177890.htm/?utm_source=slidesgo_template&amp;utm_medium=referral-link&amp;utm_campaign=s%20g_resources&amp;utm_content=freepik" TargetMode="External"/><Relationship Id="rId13" Type="http://schemas.openxmlformats.org/officeDocument/2006/relationships/hyperlink" Target="https://www.freepik.com/free-photo/tablet-with-medical-app_1093533.htm/?utm_source=slidesgo_template&amp;utm_medium=referral-link&amp;utm_campaign=s%20g_resources&amp;utm_content=freepik" TargetMode="External"/><Relationship Id="rId3" Type="http://schemas.openxmlformats.org/officeDocument/2006/relationships/hyperlink" Target="https://www.freepik.com/free-photo/person-conducting-online-psychologist-therapy_26389252.htm/?utm_source=slidesgo_template&amp;utm_medium=referral-link&amp;utm_campaign=s%20g_resources&amp;utm_content=freepik" TargetMode="External"/><Relationship Id="rId7" Type="http://schemas.openxmlformats.org/officeDocument/2006/relationships/hyperlink" Target="https://www.freepik.com/free-photo/old-man-nursing-home-reading-book_10892998.htm/?utm_source=slidesgo_template&amp;utm_medium=referral-link&amp;utm_campaign=s%20g_resources&amp;utm_content=freepik" TargetMode="External"/><Relationship Id="rId12" Type="http://schemas.openxmlformats.org/officeDocument/2006/relationships/hyperlink" Target="https://www.freepik.com/free-photo/old-woman-feeling-well-home_16137259.htm/?utm_source=slidesgo_template&amp;utm_medium=referral-link&amp;utm_campaign=s%20g_resources&amp;utm_content=freepik" TargetMode="External"/><Relationship Id="rId2" Type="http://schemas.openxmlformats.org/officeDocument/2006/relationships/notesSlide" Target="../notesSlides/notesSlide22.xml"/><Relationship Id="rId1" Type="http://schemas.openxmlformats.org/officeDocument/2006/relationships/slideLayout" Target="../slideLayouts/slideLayout3.xml"/><Relationship Id="rId6" Type="http://schemas.openxmlformats.org/officeDocument/2006/relationships/hyperlink" Target="https://www.freepik.com/free-photo/lonely-woman-confronting-alzheimer-disease_16518353.htm/?utm_source=slidesgo_template&amp;utm_medium=referral-link&amp;utm_campaign=s%20g_resources&amp;utm_content=freepik" TargetMode="External"/><Relationship Id="rId11" Type="http://schemas.openxmlformats.org/officeDocument/2006/relationships/hyperlink" Target="https://www.freepik.com/free-photo/elderly-woman-confronting-alzheimer-s-disease_16518425.htm/?utm_source=slidesgo_template&amp;utm_medium=referral-link&amp;utm_campaign=s%20g_resources&amp;utm_content=freepik" TargetMode="External"/><Relationship Id="rId5" Type="http://schemas.openxmlformats.org/officeDocument/2006/relationships/hyperlink" Target="https://www.freepik.com/free-photo/medium-shot-senior-woman-sitting-table_25810499.htm/?utm_source=slidesgo_template&amp;utm_medium=referral-link&amp;utm_campaign=s%20g_resources&amp;utm_content=freepik" TargetMode="External"/><Relationship Id="rId15" Type="http://schemas.openxmlformats.org/officeDocument/2006/relationships/hyperlink" Target="https://www.freepik.com/free-photo/doctor-getting-patient-ready-ct-scan_25053899.htm/?utm_source=slidesgo_template&amp;utm_medium=referral-link&amp;utm_campaign=s%20g_resources&amp;utm_content=freepik" TargetMode="External"/><Relationship Id="rId10" Type="http://schemas.openxmlformats.org/officeDocument/2006/relationships/hyperlink" Target="https://www.freepik.com/free-photo/elderly-woman-confronting-alzheimer-s-disease_16518431.htm/?utm_source=slidesgo_template&amp;utm_medium=referral-link&amp;utm_campaign=s%20g_resources&amp;utm_content=freepik" TargetMode="External"/><Relationship Id="rId4" Type="http://schemas.openxmlformats.org/officeDocument/2006/relationships/hyperlink" Target="https://www.freepik.com/free-photo/top-view-online-psychologist-concept_26389218.htm/?utm_source=slidesgo_template&amp;utm_medium=referral-link&amp;utm_campaign=s%20g_resources&amp;utm_content=freepik" TargetMode="External"/><Relationship Id="rId9" Type="http://schemas.openxmlformats.org/officeDocument/2006/relationships/hyperlink" Target="https://www.freepik.com/free-photo/side-view-old-man-nursing-home_10893016.htm/?utm_source=slidesgo_template&amp;utm_medium=referral-link&amp;utm_campaign=s%20g_resources&amp;utm_content=freepik" TargetMode="External"/><Relationship Id="rId14" Type="http://schemas.openxmlformats.org/officeDocument/2006/relationships/hyperlink" Target="https://www.freepik.com/free-photo/doctor-getting-patient-ready-ct-scan_25053901.htm/?utm_source=slidesgo_template&amp;utm_medium=referral-link&amp;utm_campaign=s%20g_resources&amp;utm_content=freepik" TargetMode="External"/></Relationships>
</file>

<file path=ppt/slides/_rels/slide23.xml.rels><?xml version="1.0" encoding="UTF-8" standalone="yes"?>
<Relationships xmlns="http://schemas.openxmlformats.org/package/2006/relationships"><Relationship Id="rId8" Type="http://schemas.openxmlformats.org/officeDocument/2006/relationships/hyperlink" Target="https://www.freepik.com/free-photo/side-view-doctor-holding-radiography_39571982.htm/?utm_source=slidesgo_template&amp;utm_medium=referral-link&amp;utm_campaign=s%20g_resources&amp;utm_content=freepik" TargetMode="External"/><Relationship Id="rId13" Type="http://schemas.openxmlformats.org/officeDocument/2006/relationships/hyperlink" Target="https://www.flaticon.com/packs/alzheimer-13?word=alzheimer/?utm_source=slidesgo_template&amp;utm_medium=referral-link&amp;utm_campaign=s%20g_resources&amp;utm_content=flaticon" TargetMode="External"/><Relationship Id="rId3" Type="http://schemas.openxmlformats.org/officeDocument/2006/relationships/hyperlink" Target="https://www.freepik.com/free-photo/doctor-looking-ct-scan_25054001.htm/?utm_source=slidesgo_template&amp;utm_medium=referral-link&amp;utm_campaign=s%20g_resources&amp;utm_content=freepik" TargetMode="External"/><Relationship Id="rId7" Type="http://schemas.openxmlformats.org/officeDocument/2006/relationships/hyperlink" Target="https://www.freepik.com/free-photo/medium-shot-doctor-looking-radiography_32338412.htm/?utm_source=slidesgo_template&amp;utm_medium=referral-link&amp;utm_campaign=sg_resources&amp;utm_content=freepik" TargetMode="External"/><Relationship Id="rId12" Type="http://schemas.openxmlformats.org/officeDocument/2006/relationships/hyperlink" Target="https://www.freepik.com/free-photo/senior-woman-confronting-alzheimer-disease_16518256.htm/?utm_source=slidesgo_template&amp;utm_medium=referral-link&amp;utm_campaign=s%20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18.xml"/><Relationship Id="rId6" Type="http://schemas.openxmlformats.org/officeDocument/2006/relationships/hyperlink" Target="https://www.freepik.com/free-photo/side-view-woman-doctor-s-appointment_32338366.htm/?utm_source=slidesgo_template&amp;utm_medium=referral-link&amp;utm_campaign=sg_resources&amp;utm_content=freepik" TargetMode="External"/><Relationship Id="rId11" Type="http://schemas.openxmlformats.org/officeDocument/2006/relationships/hyperlink" Target="https://www.freepik.com/free-photo/african-senior-woman-portrait_12245699.htm/?utm_source=slidesgo_template&amp;utm_medium=referral-link&amp;utm_campaign=sg_resources&amp;utm_content=freepik" TargetMode="External"/><Relationship Id="rId5" Type="http://schemas.openxmlformats.org/officeDocument/2006/relationships/hyperlink" Target="https://www.freepik.com/free-photo/doctor-looking-ct-scan_25053976.htm/?utm_source=slidesgo_template&amp;utm_medium=referral-link&amp;utm_campaign=s%20g_resources&amp;utm_content=freepik" TargetMode="External"/><Relationship Id="rId10" Type="http://schemas.openxmlformats.org/officeDocument/2006/relationships/hyperlink" Target="https://www.freepik.com/free-photo/social-worker-taking-care-senior-woman_16137206.htm/?utm_source=slidesgo_template&amp;utm_medium=referral-link&amp;utm_campaign=sg_resources&amp;utm_content=freepik" TargetMode="External"/><Relationship Id="rId4" Type="http://schemas.openxmlformats.org/officeDocument/2006/relationships/hyperlink" Target="https://www.freepik.com/free-photo/doctor-looking-ct-scan_25053973.htm/?utm_source=slidesgo_template&amp;utm_medium=referral-link&amp;utm_campaign=s%20g_resources&amp;utm_content=freepik" TargetMode="External"/><Relationship Id="rId9" Type="http://schemas.openxmlformats.org/officeDocument/2006/relationships/hyperlink" Target="https://www.freepik.com/free-photo/male-social-worker-taking-care-old-woman_1613717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7.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7.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6.xml.rels><?xml version="1.0" encoding="UTF-8" standalone="yes"?>
<Relationships xmlns="http://schemas.openxmlformats.org/package/2006/relationships"><Relationship Id="rId3" Type="http://schemas.openxmlformats.org/officeDocument/2006/relationships/hyperlink" Target="https://fonts.google.com/specimen/Be+Vietnam+Pro" TargetMode="External"/><Relationship Id="rId2" Type="http://schemas.openxmlformats.org/officeDocument/2006/relationships/notesSlide" Target="../notesSlides/notesSlide26.xml"/><Relationship Id="rId1" Type="http://schemas.openxmlformats.org/officeDocument/2006/relationships/slideLayout" Target="../slideLayouts/slideLayout27.xml"/><Relationship Id="rId4" Type="http://schemas.openxmlformats.org/officeDocument/2006/relationships/hyperlink" Target="https://fonts.google.com/specimen/Open+Sans" TargetMode="External"/></Relationships>
</file>

<file path=ppt/slides/_rels/slide2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png"/><Relationship Id="rId2" Type="http://schemas.openxmlformats.org/officeDocument/2006/relationships/notesSlide" Target="../notesSlides/notesSlide27.xml"/><Relationship Id="rId1" Type="http://schemas.openxmlformats.org/officeDocument/2006/relationships/slideLayout" Target="../slideLayouts/slideLayout27.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png"/><Relationship Id="rId4" Type="http://schemas.openxmlformats.org/officeDocument/2006/relationships/image" Target="../media/image12.png"/><Relationship Id="rId9" Type="http://schemas.openxmlformats.org/officeDocument/2006/relationships/image" Target="../media/image13.png"/></Relationships>
</file>

<file path=ppt/slides/_rels/slide2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8.xml"/><Relationship Id="rId1" Type="http://schemas.openxmlformats.org/officeDocument/2006/relationships/slideLayout" Target="../slideLayouts/slideLayout2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7.xm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26.xm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27"/>
        <p:cNvGrpSpPr/>
        <p:nvPr/>
      </p:nvGrpSpPr>
      <p:grpSpPr>
        <a:xfrm>
          <a:off x="0" y="0"/>
          <a:ext cx="0" cy="0"/>
          <a:chOff x="0" y="0"/>
          <a:chExt cx="0" cy="0"/>
        </a:xfrm>
      </p:grpSpPr>
      <p:sp>
        <p:nvSpPr>
          <p:cNvPr id="228" name="Google Shape;228;p30"/>
          <p:cNvSpPr txBox="1">
            <a:spLocks noGrp="1"/>
          </p:cNvSpPr>
          <p:nvPr>
            <p:ph type="ctrTitle"/>
          </p:nvPr>
        </p:nvSpPr>
        <p:spPr>
          <a:xfrm>
            <a:off x="483186" y="1174943"/>
            <a:ext cx="5433909" cy="2409300"/>
          </a:xfrm>
          <a:prstGeom prst="rect">
            <a:avLst/>
          </a:prstGeom>
        </p:spPr>
        <p:txBody>
          <a:bodyPr spcFirstLastPara="1" wrap="square" lIns="91425" tIns="91425" rIns="91425" bIns="91425" anchor="t" anchorCtr="0">
            <a:noAutofit/>
          </a:bodyPr>
          <a:lstStyle/>
          <a:p>
            <a:pPr lvl="0"/>
            <a:r>
              <a:rPr lang="en-IN" sz="4000" dirty="0" err="1"/>
              <a:t>AlzDx</a:t>
            </a:r>
            <a:r>
              <a:rPr lang="en-IN" sz="4000" dirty="0"/>
              <a:t>: AI-Based Early Detection of Alzheimer's Disease Using Speech and Machine Learning</a:t>
            </a:r>
            <a:endParaRPr sz="4000" dirty="0">
              <a:latin typeface="Be Vietnam Pro ExtraLight"/>
              <a:ea typeface="Be Vietnam Pro ExtraLight"/>
              <a:cs typeface="Be Vietnam Pro ExtraLight"/>
              <a:sym typeface="Be Vietnam Pro ExtraLight"/>
            </a:endParaRPr>
          </a:p>
        </p:txBody>
      </p:sp>
      <p:sp>
        <p:nvSpPr>
          <p:cNvPr id="229" name="Google Shape;229;p30"/>
          <p:cNvSpPr txBox="1">
            <a:spLocks noGrp="1"/>
          </p:cNvSpPr>
          <p:nvPr>
            <p:ph type="subTitle" idx="1"/>
          </p:nvPr>
        </p:nvSpPr>
        <p:spPr>
          <a:xfrm>
            <a:off x="377030" y="4139137"/>
            <a:ext cx="3459334" cy="779700"/>
          </a:xfrm>
          <a:prstGeom prst="rect">
            <a:avLst/>
          </a:prstGeom>
        </p:spPr>
        <p:txBody>
          <a:bodyPr spcFirstLastPara="1" wrap="square" lIns="91425" tIns="91425" rIns="91425" bIns="91425" anchor="b" anchorCtr="0">
            <a:noAutofit/>
          </a:bodyPr>
          <a:lstStyle/>
          <a:p>
            <a:pPr lvl="0"/>
            <a:r>
              <a:rPr lang="en-IN" sz="1200" dirty="0"/>
              <a:t>Bhanu Prakash — 2420030209</a:t>
            </a:r>
          </a:p>
          <a:p>
            <a:pPr lvl="0"/>
            <a:r>
              <a:rPr lang="en-IN" sz="1200" dirty="0"/>
              <a:t>Myneni </a:t>
            </a:r>
            <a:r>
              <a:rPr lang="en-IN" sz="1200" dirty="0" err="1"/>
              <a:t>Krishita</a:t>
            </a:r>
            <a:r>
              <a:rPr lang="en-IN" sz="1200" dirty="0"/>
              <a:t> — 2420030443</a:t>
            </a:r>
          </a:p>
          <a:p>
            <a:pPr lvl="0"/>
            <a:r>
              <a:rPr lang="en-IN" sz="1200" dirty="0"/>
              <a:t>D.L.S. Laasya Priya — 2420030002</a:t>
            </a:r>
          </a:p>
        </p:txBody>
      </p:sp>
      <p:sp>
        <p:nvSpPr>
          <p:cNvPr id="230" name="Google Shape;230;p30"/>
          <p:cNvSpPr/>
          <p:nvPr/>
        </p:nvSpPr>
        <p:spPr>
          <a:xfrm>
            <a:off x="807175" y="-125"/>
            <a:ext cx="1087886" cy="90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0"/>
          <p:cNvSpPr txBox="1">
            <a:spLocks noGrp="1"/>
          </p:cNvSpPr>
          <p:nvPr>
            <p:ph type="subTitle" idx="2"/>
          </p:nvPr>
        </p:nvSpPr>
        <p:spPr>
          <a:xfrm>
            <a:off x="615218" y="579609"/>
            <a:ext cx="1471800" cy="306300"/>
          </a:xfrm>
          <a:prstGeom prst="rect">
            <a:avLst/>
          </a:prstGeom>
        </p:spPr>
        <p:txBody>
          <a:bodyPr spcFirstLastPara="1" wrap="square" lIns="91425" tIns="91425" rIns="91425" bIns="91425" anchor="t" anchorCtr="0">
            <a:noAutofit/>
          </a:bodyPr>
          <a:lstStyle/>
          <a:p>
            <a:pPr marL="0" lvl="0" indent="0"/>
            <a:r>
              <a:rPr lang="en-IN" dirty="0"/>
              <a:t>Review III</a:t>
            </a:r>
            <a:endParaRPr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78"/>
        <p:cNvGrpSpPr/>
        <p:nvPr/>
      </p:nvGrpSpPr>
      <p:grpSpPr>
        <a:xfrm>
          <a:off x="0" y="0"/>
          <a:ext cx="0" cy="0"/>
          <a:chOff x="0" y="0"/>
          <a:chExt cx="0" cy="0"/>
        </a:xfrm>
      </p:grpSpPr>
      <p:sp>
        <p:nvSpPr>
          <p:cNvPr id="279" name="Google Shape;279;p35"/>
          <p:cNvSpPr txBox="1">
            <a:spLocks noGrp="1"/>
          </p:cNvSpPr>
          <p:nvPr>
            <p:ph type="subTitle" idx="4"/>
          </p:nvPr>
        </p:nvSpPr>
        <p:spPr>
          <a:xfrm>
            <a:off x="720000" y="3109798"/>
            <a:ext cx="5247300" cy="419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Importance</a:t>
            </a:r>
            <a:endParaRPr/>
          </a:p>
        </p:txBody>
      </p:sp>
      <p:sp>
        <p:nvSpPr>
          <p:cNvPr id="280" name="Google Shape;280;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281" name="Google Shape;281;p35"/>
          <p:cNvSpPr txBox="1">
            <a:spLocks noGrp="1"/>
          </p:cNvSpPr>
          <p:nvPr>
            <p:ph type="subTitle" idx="1"/>
          </p:nvPr>
        </p:nvSpPr>
        <p:spPr>
          <a:xfrm>
            <a:off x="720000" y="3544251"/>
            <a:ext cx="5247300" cy="76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Highlight the significance and educational value of the case. Emphasize the uniqueness, rarity, or complexity of the presented case, and explain how it contributes to the existing knowledge or clinical practice</a:t>
            </a:r>
            <a:endParaRPr/>
          </a:p>
        </p:txBody>
      </p:sp>
      <p:sp>
        <p:nvSpPr>
          <p:cNvPr id="282" name="Google Shape;282;p35"/>
          <p:cNvSpPr txBox="1">
            <a:spLocks noGrp="1"/>
          </p:cNvSpPr>
          <p:nvPr>
            <p:ph type="subTitle" idx="2"/>
          </p:nvPr>
        </p:nvSpPr>
        <p:spPr>
          <a:xfrm>
            <a:off x="720000" y="1905279"/>
            <a:ext cx="5247300" cy="76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Provide a brief overview of the condition or disease being discussed in the case. Include pertinent information about its prevalence, clinical manifestations and any relevant previous studies or literature</a:t>
            </a:r>
            <a:endParaRPr/>
          </a:p>
        </p:txBody>
      </p:sp>
      <p:sp>
        <p:nvSpPr>
          <p:cNvPr id="283" name="Google Shape;283;p35"/>
          <p:cNvSpPr txBox="1">
            <a:spLocks noGrp="1"/>
          </p:cNvSpPr>
          <p:nvPr>
            <p:ph type="subTitle" idx="3"/>
          </p:nvPr>
        </p:nvSpPr>
        <p:spPr>
          <a:xfrm>
            <a:off x="720000" y="1470875"/>
            <a:ext cx="5247300" cy="419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Background</a:t>
            </a:r>
            <a:endParaRPr/>
          </a:p>
        </p:txBody>
      </p:sp>
      <p:pic>
        <p:nvPicPr>
          <p:cNvPr id="3" name="Picture 2">
            <a:extLst>
              <a:ext uri="{FF2B5EF4-FFF2-40B4-BE49-F238E27FC236}">
                <a16:creationId xmlns:a16="http://schemas.microsoft.com/office/drawing/2014/main" id="{AED7E7F9-7F92-4B50-6FC7-B2535686D57E}"/>
              </a:ext>
            </a:extLst>
          </p:cNvPr>
          <p:cNvPicPr>
            <a:picLocks noChangeAspect="1"/>
          </p:cNvPicPr>
          <p:nvPr/>
        </p:nvPicPr>
        <p:blipFill>
          <a:blip r:embed="rId3"/>
          <a:stretch>
            <a:fillRect/>
          </a:stretch>
        </p:blipFill>
        <p:spPr>
          <a:xfrm>
            <a:off x="2429" y="0"/>
            <a:ext cx="9139141" cy="5143500"/>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2"/>
        <p:cNvGrpSpPr/>
        <p:nvPr/>
      </p:nvGrpSpPr>
      <p:grpSpPr>
        <a:xfrm>
          <a:off x="0" y="0"/>
          <a:ext cx="0" cy="0"/>
          <a:chOff x="0" y="0"/>
          <a:chExt cx="0" cy="0"/>
        </a:xfrm>
      </p:grpSpPr>
      <p:sp>
        <p:nvSpPr>
          <p:cNvPr id="263" name="Google Shape;263;p33"/>
          <p:cNvSpPr/>
          <p:nvPr/>
        </p:nvSpPr>
        <p:spPr>
          <a:xfrm>
            <a:off x="6880900" y="-125"/>
            <a:ext cx="1471800" cy="90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3"/>
          <p:cNvSpPr txBox="1">
            <a:spLocks noGrp="1"/>
          </p:cNvSpPr>
          <p:nvPr>
            <p:ph type="title"/>
          </p:nvPr>
        </p:nvSpPr>
        <p:spPr>
          <a:xfrm>
            <a:off x="4694475" y="3638600"/>
            <a:ext cx="3734400" cy="969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Abstract</a:t>
            </a:r>
            <a:endParaRPr/>
          </a:p>
        </p:txBody>
      </p:sp>
      <p:sp>
        <p:nvSpPr>
          <p:cNvPr id="265" name="Google Shape;265;p33"/>
          <p:cNvSpPr txBox="1">
            <a:spLocks noGrp="1"/>
          </p:cNvSpPr>
          <p:nvPr>
            <p:ph type="title" idx="2"/>
          </p:nvPr>
        </p:nvSpPr>
        <p:spPr>
          <a:xfrm>
            <a:off x="7311400" y="2631350"/>
            <a:ext cx="11175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01</a:t>
            </a:r>
            <a:endParaRPr/>
          </a:p>
        </p:txBody>
      </p:sp>
      <p:sp>
        <p:nvSpPr>
          <p:cNvPr id="267" name="Google Shape;267;p33"/>
          <p:cNvSpPr txBox="1">
            <a:spLocks noGrp="1"/>
          </p:cNvSpPr>
          <p:nvPr>
            <p:ph type="subTitle" idx="1"/>
          </p:nvPr>
        </p:nvSpPr>
        <p:spPr>
          <a:xfrm>
            <a:off x="6880900" y="535000"/>
            <a:ext cx="1471800" cy="40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Case report_0001</a:t>
            </a:r>
            <a:endParaRPr/>
          </a:p>
        </p:txBody>
      </p:sp>
      <p:pic>
        <p:nvPicPr>
          <p:cNvPr id="5" name="Picture 4">
            <a:extLst>
              <a:ext uri="{FF2B5EF4-FFF2-40B4-BE49-F238E27FC236}">
                <a16:creationId xmlns:a16="http://schemas.microsoft.com/office/drawing/2014/main" id="{5CD222E6-402E-3E9C-D6DD-9919BA1C2278}"/>
              </a:ext>
            </a:extLst>
          </p:cNvPr>
          <p:cNvPicPr>
            <a:picLocks noChangeAspect="1"/>
          </p:cNvPicPr>
          <p:nvPr/>
        </p:nvPicPr>
        <p:blipFill>
          <a:blip r:embed="rId3"/>
          <a:stretch>
            <a:fillRect/>
          </a:stretch>
        </p:blipFill>
        <p:spPr>
          <a:xfrm>
            <a:off x="2429" y="0"/>
            <a:ext cx="9139141" cy="5143500"/>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45"/>
        <p:cNvGrpSpPr/>
        <p:nvPr/>
      </p:nvGrpSpPr>
      <p:grpSpPr>
        <a:xfrm>
          <a:off x="0" y="0"/>
          <a:ext cx="0" cy="0"/>
          <a:chOff x="0" y="0"/>
          <a:chExt cx="0" cy="0"/>
        </a:xfrm>
      </p:grpSpPr>
      <p:sp>
        <p:nvSpPr>
          <p:cNvPr id="246" name="Google Shape;246;p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247" name="Google Shape;247;p32"/>
          <p:cNvSpPr txBox="1">
            <a:spLocks noGrp="1"/>
          </p:cNvSpPr>
          <p:nvPr>
            <p:ph type="title" idx="2"/>
          </p:nvPr>
        </p:nvSpPr>
        <p:spPr>
          <a:xfrm>
            <a:off x="720000"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48" name="Google Shape;248;p32"/>
          <p:cNvSpPr txBox="1">
            <a:spLocks noGrp="1"/>
          </p:cNvSpPr>
          <p:nvPr>
            <p:ph type="title" idx="3"/>
          </p:nvPr>
        </p:nvSpPr>
        <p:spPr>
          <a:xfrm>
            <a:off x="720000"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49" name="Google Shape;249;p32"/>
          <p:cNvSpPr txBox="1">
            <a:spLocks noGrp="1"/>
          </p:cNvSpPr>
          <p:nvPr>
            <p:ph type="title" idx="4"/>
          </p:nvPr>
        </p:nvSpPr>
        <p:spPr>
          <a:xfrm>
            <a:off x="3220574"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50" name="Google Shape;250;p32"/>
          <p:cNvSpPr txBox="1">
            <a:spLocks noGrp="1"/>
          </p:cNvSpPr>
          <p:nvPr>
            <p:ph type="title" idx="5"/>
          </p:nvPr>
        </p:nvSpPr>
        <p:spPr>
          <a:xfrm>
            <a:off x="3220574"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51" name="Google Shape;251;p32"/>
          <p:cNvSpPr txBox="1">
            <a:spLocks noGrp="1"/>
          </p:cNvSpPr>
          <p:nvPr>
            <p:ph type="title" idx="6"/>
          </p:nvPr>
        </p:nvSpPr>
        <p:spPr>
          <a:xfrm>
            <a:off x="5721150"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252" name="Google Shape;252;p32"/>
          <p:cNvSpPr txBox="1">
            <a:spLocks noGrp="1"/>
          </p:cNvSpPr>
          <p:nvPr>
            <p:ph type="title" idx="7"/>
          </p:nvPr>
        </p:nvSpPr>
        <p:spPr>
          <a:xfrm>
            <a:off x="5721150"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253" name="Google Shape;253;p32"/>
          <p:cNvSpPr txBox="1">
            <a:spLocks noGrp="1"/>
          </p:cNvSpPr>
          <p:nvPr>
            <p:ph type="subTitle" idx="1"/>
          </p:nvPr>
        </p:nvSpPr>
        <p:spPr>
          <a:xfrm>
            <a:off x="720000"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Abstract</a:t>
            </a:r>
            <a:endParaRPr/>
          </a:p>
        </p:txBody>
      </p:sp>
      <p:sp>
        <p:nvSpPr>
          <p:cNvPr id="254" name="Google Shape;254;p32"/>
          <p:cNvSpPr txBox="1">
            <a:spLocks noGrp="1"/>
          </p:cNvSpPr>
          <p:nvPr>
            <p:ph type="subTitle" idx="8"/>
          </p:nvPr>
        </p:nvSpPr>
        <p:spPr>
          <a:xfrm>
            <a:off x="3220574"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255" name="Google Shape;255;p32"/>
          <p:cNvSpPr txBox="1">
            <a:spLocks noGrp="1"/>
          </p:cNvSpPr>
          <p:nvPr>
            <p:ph type="subTitle" idx="9"/>
          </p:nvPr>
        </p:nvSpPr>
        <p:spPr>
          <a:xfrm>
            <a:off x="5721150"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Case presentation</a:t>
            </a:r>
            <a:endParaRPr/>
          </a:p>
        </p:txBody>
      </p:sp>
      <p:sp>
        <p:nvSpPr>
          <p:cNvPr id="256" name="Google Shape;256;p32"/>
          <p:cNvSpPr txBox="1">
            <a:spLocks noGrp="1"/>
          </p:cNvSpPr>
          <p:nvPr>
            <p:ph type="subTitle" idx="13"/>
          </p:nvPr>
        </p:nvSpPr>
        <p:spPr>
          <a:xfrm>
            <a:off x="720000"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Discussion</a:t>
            </a:r>
            <a:endParaRPr/>
          </a:p>
        </p:txBody>
      </p:sp>
      <p:sp>
        <p:nvSpPr>
          <p:cNvPr id="257" name="Google Shape;257;p32"/>
          <p:cNvSpPr txBox="1">
            <a:spLocks noGrp="1"/>
          </p:cNvSpPr>
          <p:nvPr>
            <p:ph type="subTitle" idx="14"/>
          </p:nvPr>
        </p:nvSpPr>
        <p:spPr>
          <a:xfrm>
            <a:off x="3220574"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Conclusion</a:t>
            </a:r>
            <a:endParaRPr/>
          </a:p>
        </p:txBody>
      </p:sp>
      <p:sp>
        <p:nvSpPr>
          <p:cNvPr id="258" name="Google Shape;258;p32"/>
          <p:cNvSpPr txBox="1">
            <a:spLocks noGrp="1"/>
          </p:cNvSpPr>
          <p:nvPr>
            <p:ph type="subTitle" idx="15"/>
          </p:nvPr>
        </p:nvSpPr>
        <p:spPr>
          <a:xfrm>
            <a:off x="5721150"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Roadmap</a:t>
            </a:r>
            <a:endParaRPr/>
          </a:p>
        </p:txBody>
      </p:sp>
      <p:pic>
        <p:nvPicPr>
          <p:cNvPr id="3" name="Picture 2">
            <a:extLst>
              <a:ext uri="{FF2B5EF4-FFF2-40B4-BE49-F238E27FC236}">
                <a16:creationId xmlns:a16="http://schemas.microsoft.com/office/drawing/2014/main" id="{686F56C6-EFD9-E138-16E2-D79158960E95}"/>
              </a:ext>
            </a:extLst>
          </p:cNvPr>
          <p:cNvPicPr>
            <a:picLocks noChangeAspect="1"/>
          </p:cNvPicPr>
          <p:nvPr/>
        </p:nvPicPr>
        <p:blipFill>
          <a:blip r:embed="rId3"/>
          <a:stretch>
            <a:fillRect/>
          </a:stretch>
        </p:blipFill>
        <p:spPr>
          <a:xfrm>
            <a:off x="2429" y="0"/>
            <a:ext cx="9139141" cy="51435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CB18A9E4-1A9A-408B-D743-3A21E36B8D2E}"/>
            </a:ext>
          </a:extLst>
        </p:cNvPr>
        <p:cNvGrpSpPr/>
        <p:nvPr/>
      </p:nvGrpSpPr>
      <p:grpSpPr>
        <a:xfrm>
          <a:off x="0" y="0"/>
          <a:ext cx="0" cy="0"/>
          <a:chOff x="0" y="0"/>
          <a:chExt cx="0" cy="0"/>
        </a:xfrm>
      </p:grpSpPr>
      <p:sp>
        <p:nvSpPr>
          <p:cNvPr id="246" name="Google Shape;246;p32">
            <a:extLst>
              <a:ext uri="{FF2B5EF4-FFF2-40B4-BE49-F238E27FC236}">
                <a16:creationId xmlns:a16="http://schemas.microsoft.com/office/drawing/2014/main" id="{539C6037-2781-F4B1-D517-CD22F3BFB433}"/>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247" name="Google Shape;247;p32">
            <a:extLst>
              <a:ext uri="{FF2B5EF4-FFF2-40B4-BE49-F238E27FC236}">
                <a16:creationId xmlns:a16="http://schemas.microsoft.com/office/drawing/2014/main" id="{C7E7CC4A-4DE4-9E70-4C74-7343B94A67D8}"/>
              </a:ext>
            </a:extLst>
          </p:cNvPr>
          <p:cNvSpPr txBox="1">
            <a:spLocks noGrp="1"/>
          </p:cNvSpPr>
          <p:nvPr>
            <p:ph type="title" idx="2"/>
          </p:nvPr>
        </p:nvSpPr>
        <p:spPr>
          <a:xfrm>
            <a:off x="720000"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48" name="Google Shape;248;p32">
            <a:extLst>
              <a:ext uri="{FF2B5EF4-FFF2-40B4-BE49-F238E27FC236}">
                <a16:creationId xmlns:a16="http://schemas.microsoft.com/office/drawing/2014/main" id="{3E8F7FC9-F586-E13E-FA49-5729A5C7E8C3}"/>
              </a:ext>
            </a:extLst>
          </p:cNvPr>
          <p:cNvSpPr txBox="1">
            <a:spLocks noGrp="1"/>
          </p:cNvSpPr>
          <p:nvPr>
            <p:ph type="title" idx="3"/>
          </p:nvPr>
        </p:nvSpPr>
        <p:spPr>
          <a:xfrm>
            <a:off x="720000"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49" name="Google Shape;249;p32">
            <a:extLst>
              <a:ext uri="{FF2B5EF4-FFF2-40B4-BE49-F238E27FC236}">
                <a16:creationId xmlns:a16="http://schemas.microsoft.com/office/drawing/2014/main" id="{87239501-4783-49AC-1D04-8F6796DC0305}"/>
              </a:ext>
            </a:extLst>
          </p:cNvPr>
          <p:cNvSpPr txBox="1">
            <a:spLocks noGrp="1"/>
          </p:cNvSpPr>
          <p:nvPr>
            <p:ph type="title" idx="4"/>
          </p:nvPr>
        </p:nvSpPr>
        <p:spPr>
          <a:xfrm>
            <a:off x="3220574"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50" name="Google Shape;250;p32">
            <a:extLst>
              <a:ext uri="{FF2B5EF4-FFF2-40B4-BE49-F238E27FC236}">
                <a16:creationId xmlns:a16="http://schemas.microsoft.com/office/drawing/2014/main" id="{7CCD3BBF-4912-5B04-D2F6-CBEDD399F44A}"/>
              </a:ext>
            </a:extLst>
          </p:cNvPr>
          <p:cNvSpPr txBox="1">
            <a:spLocks noGrp="1"/>
          </p:cNvSpPr>
          <p:nvPr>
            <p:ph type="title" idx="5"/>
          </p:nvPr>
        </p:nvSpPr>
        <p:spPr>
          <a:xfrm>
            <a:off x="3220574"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51" name="Google Shape;251;p32">
            <a:extLst>
              <a:ext uri="{FF2B5EF4-FFF2-40B4-BE49-F238E27FC236}">
                <a16:creationId xmlns:a16="http://schemas.microsoft.com/office/drawing/2014/main" id="{4B49304F-1800-E562-748D-7031EBBB9DAD}"/>
              </a:ext>
            </a:extLst>
          </p:cNvPr>
          <p:cNvSpPr txBox="1">
            <a:spLocks noGrp="1"/>
          </p:cNvSpPr>
          <p:nvPr>
            <p:ph type="title" idx="6"/>
          </p:nvPr>
        </p:nvSpPr>
        <p:spPr>
          <a:xfrm>
            <a:off x="5721150" y="2149475"/>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252" name="Google Shape;252;p32">
            <a:extLst>
              <a:ext uri="{FF2B5EF4-FFF2-40B4-BE49-F238E27FC236}">
                <a16:creationId xmlns:a16="http://schemas.microsoft.com/office/drawing/2014/main" id="{25ACC4EE-55A5-16EC-13A6-73358CB519C8}"/>
              </a:ext>
            </a:extLst>
          </p:cNvPr>
          <p:cNvSpPr txBox="1">
            <a:spLocks noGrp="1"/>
          </p:cNvSpPr>
          <p:nvPr>
            <p:ph type="title" idx="7"/>
          </p:nvPr>
        </p:nvSpPr>
        <p:spPr>
          <a:xfrm>
            <a:off x="5721150" y="3582889"/>
            <a:ext cx="79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253" name="Google Shape;253;p32">
            <a:extLst>
              <a:ext uri="{FF2B5EF4-FFF2-40B4-BE49-F238E27FC236}">
                <a16:creationId xmlns:a16="http://schemas.microsoft.com/office/drawing/2014/main" id="{1D0969B4-D238-58D2-0D18-6B595BEDE5F3}"/>
              </a:ext>
            </a:extLst>
          </p:cNvPr>
          <p:cNvSpPr txBox="1">
            <a:spLocks noGrp="1"/>
          </p:cNvSpPr>
          <p:nvPr>
            <p:ph type="subTitle" idx="1"/>
          </p:nvPr>
        </p:nvSpPr>
        <p:spPr>
          <a:xfrm>
            <a:off x="720000"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Abstract</a:t>
            </a:r>
            <a:endParaRPr/>
          </a:p>
        </p:txBody>
      </p:sp>
      <p:sp>
        <p:nvSpPr>
          <p:cNvPr id="254" name="Google Shape;254;p32">
            <a:extLst>
              <a:ext uri="{FF2B5EF4-FFF2-40B4-BE49-F238E27FC236}">
                <a16:creationId xmlns:a16="http://schemas.microsoft.com/office/drawing/2014/main" id="{1E1A34CE-1103-BF18-2545-0ED318FD3FDB}"/>
              </a:ext>
            </a:extLst>
          </p:cNvPr>
          <p:cNvSpPr txBox="1">
            <a:spLocks noGrp="1"/>
          </p:cNvSpPr>
          <p:nvPr>
            <p:ph type="subTitle" idx="8"/>
          </p:nvPr>
        </p:nvSpPr>
        <p:spPr>
          <a:xfrm>
            <a:off x="3220574"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255" name="Google Shape;255;p32">
            <a:extLst>
              <a:ext uri="{FF2B5EF4-FFF2-40B4-BE49-F238E27FC236}">
                <a16:creationId xmlns:a16="http://schemas.microsoft.com/office/drawing/2014/main" id="{A5DF2DB0-626C-FF84-BCC3-975F61150C8D}"/>
              </a:ext>
            </a:extLst>
          </p:cNvPr>
          <p:cNvSpPr txBox="1">
            <a:spLocks noGrp="1"/>
          </p:cNvSpPr>
          <p:nvPr>
            <p:ph type="subTitle" idx="9"/>
          </p:nvPr>
        </p:nvSpPr>
        <p:spPr>
          <a:xfrm>
            <a:off x="5721150" y="2460219"/>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Case presentation</a:t>
            </a:r>
            <a:endParaRPr/>
          </a:p>
        </p:txBody>
      </p:sp>
      <p:sp>
        <p:nvSpPr>
          <p:cNvPr id="256" name="Google Shape;256;p32">
            <a:extLst>
              <a:ext uri="{FF2B5EF4-FFF2-40B4-BE49-F238E27FC236}">
                <a16:creationId xmlns:a16="http://schemas.microsoft.com/office/drawing/2014/main" id="{2388F432-0414-90D2-C0D0-A7A8953DD43C}"/>
              </a:ext>
            </a:extLst>
          </p:cNvPr>
          <p:cNvSpPr txBox="1">
            <a:spLocks noGrp="1"/>
          </p:cNvSpPr>
          <p:nvPr>
            <p:ph type="subTitle" idx="13"/>
          </p:nvPr>
        </p:nvSpPr>
        <p:spPr>
          <a:xfrm>
            <a:off x="720000"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Discussion</a:t>
            </a:r>
            <a:endParaRPr/>
          </a:p>
        </p:txBody>
      </p:sp>
      <p:sp>
        <p:nvSpPr>
          <p:cNvPr id="257" name="Google Shape;257;p32">
            <a:extLst>
              <a:ext uri="{FF2B5EF4-FFF2-40B4-BE49-F238E27FC236}">
                <a16:creationId xmlns:a16="http://schemas.microsoft.com/office/drawing/2014/main" id="{968E1161-B34E-F16A-16C7-E0F5F827B874}"/>
              </a:ext>
            </a:extLst>
          </p:cNvPr>
          <p:cNvSpPr txBox="1">
            <a:spLocks noGrp="1"/>
          </p:cNvSpPr>
          <p:nvPr>
            <p:ph type="subTitle" idx="14"/>
          </p:nvPr>
        </p:nvSpPr>
        <p:spPr>
          <a:xfrm>
            <a:off x="3220574"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Conclusion</a:t>
            </a:r>
            <a:endParaRPr/>
          </a:p>
        </p:txBody>
      </p:sp>
      <p:sp>
        <p:nvSpPr>
          <p:cNvPr id="258" name="Google Shape;258;p32">
            <a:extLst>
              <a:ext uri="{FF2B5EF4-FFF2-40B4-BE49-F238E27FC236}">
                <a16:creationId xmlns:a16="http://schemas.microsoft.com/office/drawing/2014/main" id="{1E3BC477-6E25-A3D1-4048-8ED6523612A1}"/>
              </a:ext>
            </a:extLst>
          </p:cNvPr>
          <p:cNvSpPr txBox="1">
            <a:spLocks noGrp="1"/>
          </p:cNvSpPr>
          <p:nvPr>
            <p:ph type="subTitle" idx="15"/>
          </p:nvPr>
        </p:nvSpPr>
        <p:spPr>
          <a:xfrm>
            <a:off x="5721150" y="3893700"/>
            <a:ext cx="2500500" cy="635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Roadmap</a:t>
            </a:r>
            <a:endParaRPr/>
          </a:p>
        </p:txBody>
      </p:sp>
      <p:pic>
        <p:nvPicPr>
          <p:cNvPr id="4" name="Picture 3">
            <a:extLst>
              <a:ext uri="{FF2B5EF4-FFF2-40B4-BE49-F238E27FC236}">
                <a16:creationId xmlns:a16="http://schemas.microsoft.com/office/drawing/2014/main" id="{BC44C241-735E-2EF0-65E2-912E744F0BA9}"/>
              </a:ext>
            </a:extLst>
          </p:cNvPr>
          <p:cNvPicPr>
            <a:picLocks noChangeAspect="1"/>
          </p:cNvPicPr>
          <p:nvPr/>
        </p:nvPicPr>
        <p:blipFill>
          <a:blip r:embed="rId3"/>
          <a:stretch>
            <a:fillRect/>
          </a:stretch>
        </p:blipFill>
        <p:spPr>
          <a:xfrm>
            <a:off x="2429" y="0"/>
            <a:ext cx="9139141" cy="5143500"/>
          </a:xfrm>
          <a:prstGeom prst="rect">
            <a:avLst/>
          </a:prstGeom>
        </p:spPr>
      </p:pic>
    </p:spTree>
    <p:extLst>
      <p:ext uri="{BB962C8B-B14F-4D97-AF65-F5344CB8AC3E}">
        <p14:creationId xmlns:p14="http://schemas.microsoft.com/office/powerpoint/2010/main" val="339262781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1"/>
        <p:cNvGrpSpPr/>
        <p:nvPr/>
      </p:nvGrpSpPr>
      <p:grpSpPr>
        <a:xfrm>
          <a:off x="0" y="0"/>
          <a:ext cx="0" cy="0"/>
          <a:chOff x="0" y="0"/>
          <a:chExt cx="0" cy="0"/>
        </a:xfrm>
      </p:grpSpPr>
      <p:sp>
        <p:nvSpPr>
          <p:cNvPr id="272" name="Google Shape;272;p34"/>
          <p:cNvSpPr txBox="1">
            <a:spLocks noGrp="1"/>
          </p:cNvSpPr>
          <p:nvPr>
            <p:ph type="title"/>
          </p:nvPr>
        </p:nvSpPr>
        <p:spPr>
          <a:xfrm>
            <a:off x="700121" y="822712"/>
            <a:ext cx="4686600" cy="572700"/>
          </a:xfrm>
          <a:prstGeom prst="rect">
            <a:avLst/>
          </a:prstGeom>
        </p:spPr>
        <p:txBody>
          <a:bodyPr spcFirstLastPara="1" wrap="square" lIns="91425" tIns="91425" rIns="91425" bIns="91425" anchor="t" anchorCtr="0">
            <a:noAutofit/>
          </a:bodyPr>
          <a:lstStyle/>
          <a:p>
            <a:pPr lvl="0"/>
            <a:r>
              <a:rPr lang="en-IN" sz="3500" dirty="0"/>
              <a:t>Research Gap</a:t>
            </a:r>
            <a:endParaRPr sz="3500" dirty="0"/>
          </a:p>
        </p:txBody>
      </p:sp>
      <p:sp>
        <p:nvSpPr>
          <p:cNvPr id="273" name="Google Shape;273;p34"/>
          <p:cNvSpPr txBox="1">
            <a:spLocks noGrp="1"/>
          </p:cNvSpPr>
          <p:nvPr>
            <p:ph type="body" idx="1"/>
          </p:nvPr>
        </p:nvSpPr>
        <p:spPr>
          <a:xfrm>
            <a:off x="374516" y="1723310"/>
            <a:ext cx="5790528" cy="3041400"/>
          </a:xfrm>
          <a:prstGeom prst="rect">
            <a:avLst/>
          </a:prstGeom>
        </p:spPr>
        <p:txBody>
          <a:bodyPr spcFirstLastPara="1" wrap="square" lIns="91425" tIns="91425" rIns="91425" bIns="91425" anchor="t" anchorCtr="0">
            <a:noAutofit/>
          </a:bodyPr>
          <a:lstStyle/>
          <a:p>
            <a:pPr lvl="0"/>
            <a:r>
              <a:rPr lang="en-IN" b="1" dirty="0"/>
              <a:t>Computational Cost:</a:t>
            </a:r>
            <a:r>
              <a:rPr lang="en-IN" dirty="0"/>
              <a:t> Multimodal models require significant processing power.</a:t>
            </a:r>
          </a:p>
          <a:p>
            <a:pPr marL="139700" lvl="0" indent="0">
              <a:buNone/>
            </a:pPr>
            <a:endParaRPr lang="en-IN" dirty="0"/>
          </a:p>
          <a:p>
            <a:pPr lvl="0"/>
            <a:r>
              <a:rPr lang="en-IN" b="1" dirty="0"/>
              <a:t>Transcription Errors:</a:t>
            </a:r>
            <a:r>
              <a:rPr lang="en-IN" dirty="0"/>
              <a:t> Speech recognition errors can reduce prediction accuracy.</a:t>
            </a:r>
          </a:p>
          <a:p>
            <a:pPr marL="139700" lvl="0" indent="0">
              <a:buNone/>
            </a:pPr>
            <a:endParaRPr lang="en-IN" dirty="0"/>
          </a:p>
          <a:p>
            <a:pPr lvl="0"/>
            <a:r>
              <a:rPr lang="en-IN" b="1" dirty="0"/>
              <a:t>Model Robustness:</a:t>
            </a:r>
            <a:r>
              <a:rPr lang="en-IN" dirty="0"/>
              <a:t> Dependence on prompt engineering limits consistency across datasets.</a:t>
            </a:r>
          </a:p>
          <a:p>
            <a:pPr marL="139700" lvl="0" indent="0">
              <a:buNone/>
            </a:pPr>
            <a:endParaRPr lang="en-IN" dirty="0"/>
          </a:p>
          <a:p>
            <a:pPr lvl="0"/>
            <a:r>
              <a:rPr lang="en-IN" b="1" dirty="0"/>
              <a:t>Practical Applications:</a:t>
            </a:r>
            <a:r>
              <a:rPr lang="en-IN" dirty="0"/>
              <a:t> Limited integration of prediction explanations, reports, and user-friendly interfaces.</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11"/>
        <p:cNvGrpSpPr/>
        <p:nvPr/>
      </p:nvGrpSpPr>
      <p:grpSpPr>
        <a:xfrm>
          <a:off x="0" y="0"/>
          <a:ext cx="0" cy="0"/>
          <a:chOff x="0" y="0"/>
          <a:chExt cx="0" cy="0"/>
        </a:xfrm>
      </p:grpSpPr>
      <p:sp>
        <p:nvSpPr>
          <p:cNvPr id="312" name="Google Shape;312;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Conclusion</a:t>
            </a:r>
            <a:endParaRPr/>
          </a:p>
        </p:txBody>
      </p:sp>
      <p:sp>
        <p:nvSpPr>
          <p:cNvPr id="313" name="Google Shape;313;p38"/>
          <p:cNvSpPr txBox="1">
            <a:spLocks noGrp="1"/>
          </p:cNvSpPr>
          <p:nvPr>
            <p:ph type="subTitle" idx="1"/>
          </p:nvPr>
        </p:nvSpPr>
        <p:spPr>
          <a:xfrm>
            <a:off x="720000" y="1773009"/>
            <a:ext cx="20793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Address any diagnostic challenges, emphasizing the importance of thorough investigation and clinical reasoning</a:t>
            </a:r>
            <a:endParaRPr/>
          </a:p>
        </p:txBody>
      </p:sp>
      <p:sp>
        <p:nvSpPr>
          <p:cNvPr id="314" name="Google Shape;314;p38"/>
          <p:cNvSpPr txBox="1">
            <a:spLocks noGrp="1"/>
          </p:cNvSpPr>
          <p:nvPr>
            <p:ph type="subTitle" idx="2"/>
          </p:nvPr>
        </p:nvSpPr>
        <p:spPr>
          <a:xfrm>
            <a:off x="3198000" y="1773018"/>
            <a:ext cx="20754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Highlight successful outcomes achieved through the chosen treatment approach, showcasing effectiveness</a:t>
            </a:r>
            <a:endParaRPr/>
          </a:p>
        </p:txBody>
      </p:sp>
      <p:sp>
        <p:nvSpPr>
          <p:cNvPr id="315" name="Google Shape;315;p38"/>
          <p:cNvSpPr txBox="1">
            <a:spLocks noGrp="1"/>
          </p:cNvSpPr>
          <p:nvPr>
            <p:ph type="subTitle" idx="3"/>
          </p:nvPr>
        </p:nvSpPr>
        <p:spPr>
          <a:xfrm>
            <a:off x="720000" y="3503300"/>
            <a:ext cx="20835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Emphasize the case's educational value, impact on medical knowledge, professional development, and learning</a:t>
            </a:r>
            <a:endParaRPr/>
          </a:p>
        </p:txBody>
      </p:sp>
      <p:sp>
        <p:nvSpPr>
          <p:cNvPr id="316" name="Google Shape;316;p38"/>
          <p:cNvSpPr txBox="1">
            <a:spLocks noGrp="1"/>
          </p:cNvSpPr>
          <p:nvPr>
            <p:ph type="subTitle" idx="4"/>
          </p:nvPr>
        </p:nvSpPr>
        <p:spPr>
          <a:xfrm>
            <a:off x="3198000" y="3503300"/>
            <a:ext cx="20754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Identify areas for future investigation that have emerged from the case, stimulating advancements</a:t>
            </a:r>
            <a:endParaRPr/>
          </a:p>
        </p:txBody>
      </p:sp>
      <p:sp>
        <p:nvSpPr>
          <p:cNvPr id="317" name="Google Shape;317;p38"/>
          <p:cNvSpPr txBox="1">
            <a:spLocks noGrp="1"/>
          </p:cNvSpPr>
          <p:nvPr>
            <p:ph type="subTitle" idx="7"/>
          </p:nvPr>
        </p:nvSpPr>
        <p:spPr>
          <a:xfrm>
            <a:off x="724105" y="1399125"/>
            <a:ext cx="20793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Challenge</a:t>
            </a:r>
            <a:endParaRPr/>
          </a:p>
        </p:txBody>
      </p:sp>
      <p:sp>
        <p:nvSpPr>
          <p:cNvPr id="318" name="Google Shape;318;p38"/>
          <p:cNvSpPr txBox="1">
            <a:spLocks noGrp="1"/>
          </p:cNvSpPr>
          <p:nvPr>
            <p:ph type="subTitle" idx="8"/>
          </p:nvPr>
        </p:nvSpPr>
        <p:spPr>
          <a:xfrm>
            <a:off x="3202077" y="1399125"/>
            <a:ext cx="20673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Success</a:t>
            </a:r>
            <a:endParaRPr/>
          </a:p>
        </p:txBody>
      </p:sp>
      <p:sp>
        <p:nvSpPr>
          <p:cNvPr id="319" name="Google Shape;319;p38"/>
          <p:cNvSpPr txBox="1">
            <a:spLocks noGrp="1"/>
          </p:cNvSpPr>
          <p:nvPr>
            <p:ph type="subTitle" idx="9"/>
          </p:nvPr>
        </p:nvSpPr>
        <p:spPr>
          <a:xfrm>
            <a:off x="5582703" y="1399125"/>
            <a:ext cx="20793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Lessons</a:t>
            </a:r>
            <a:endParaRPr/>
          </a:p>
        </p:txBody>
      </p:sp>
      <p:sp>
        <p:nvSpPr>
          <p:cNvPr id="320" name="Google Shape;320;p38"/>
          <p:cNvSpPr txBox="1">
            <a:spLocks noGrp="1"/>
          </p:cNvSpPr>
          <p:nvPr>
            <p:ph type="subTitle" idx="5"/>
          </p:nvPr>
        </p:nvSpPr>
        <p:spPr>
          <a:xfrm>
            <a:off x="5582703" y="1773018"/>
            <a:ext cx="20793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Summarize valuable lessons learned, providing insights to guide future clinical decision-making and enhance care</a:t>
            </a:r>
            <a:endParaRPr/>
          </a:p>
        </p:txBody>
      </p:sp>
      <p:sp>
        <p:nvSpPr>
          <p:cNvPr id="321" name="Google Shape;321;p38"/>
          <p:cNvSpPr txBox="1">
            <a:spLocks noGrp="1"/>
          </p:cNvSpPr>
          <p:nvPr>
            <p:ph type="subTitle" idx="6"/>
          </p:nvPr>
        </p:nvSpPr>
        <p:spPr>
          <a:xfrm>
            <a:off x="5582700" y="3503300"/>
            <a:ext cx="20793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End with a concise concluding statement, summarizing the overall significance of the case</a:t>
            </a:r>
            <a:endParaRPr/>
          </a:p>
        </p:txBody>
      </p:sp>
      <p:sp>
        <p:nvSpPr>
          <p:cNvPr id="322" name="Google Shape;322;p38"/>
          <p:cNvSpPr txBox="1">
            <a:spLocks noGrp="1"/>
          </p:cNvSpPr>
          <p:nvPr>
            <p:ph type="subTitle" idx="13"/>
          </p:nvPr>
        </p:nvSpPr>
        <p:spPr>
          <a:xfrm>
            <a:off x="723900" y="3126200"/>
            <a:ext cx="20835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Significance</a:t>
            </a:r>
            <a:endParaRPr/>
          </a:p>
        </p:txBody>
      </p:sp>
      <p:sp>
        <p:nvSpPr>
          <p:cNvPr id="323" name="Google Shape;323;p38"/>
          <p:cNvSpPr txBox="1">
            <a:spLocks noGrp="1"/>
          </p:cNvSpPr>
          <p:nvPr>
            <p:ph type="subTitle" idx="14"/>
          </p:nvPr>
        </p:nvSpPr>
        <p:spPr>
          <a:xfrm>
            <a:off x="3201916" y="3126200"/>
            <a:ext cx="20754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a:t>
            </a:r>
            <a:endParaRPr/>
          </a:p>
        </p:txBody>
      </p:sp>
      <p:sp>
        <p:nvSpPr>
          <p:cNvPr id="324" name="Google Shape;324;p38"/>
          <p:cNvSpPr txBox="1">
            <a:spLocks noGrp="1"/>
          </p:cNvSpPr>
          <p:nvPr>
            <p:ph type="subTitle" idx="15"/>
          </p:nvPr>
        </p:nvSpPr>
        <p:spPr>
          <a:xfrm>
            <a:off x="5582700" y="3126200"/>
            <a:ext cx="2071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Summary</a:t>
            </a:r>
            <a:endParaRPr/>
          </a:p>
        </p:txBody>
      </p:sp>
      <p:pic>
        <p:nvPicPr>
          <p:cNvPr id="3" name="Picture 2">
            <a:extLst>
              <a:ext uri="{FF2B5EF4-FFF2-40B4-BE49-F238E27FC236}">
                <a16:creationId xmlns:a16="http://schemas.microsoft.com/office/drawing/2014/main" id="{09CBE46A-DEAE-AC2A-881D-EA0593EA0147}"/>
              </a:ext>
            </a:extLst>
          </p:cNvPr>
          <p:cNvPicPr>
            <a:picLocks noChangeAspect="1"/>
          </p:cNvPicPr>
          <p:nvPr/>
        </p:nvPicPr>
        <p:blipFill>
          <a:blip r:embed="rId3"/>
          <a:stretch>
            <a:fillRect/>
          </a:stretch>
        </p:blipFill>
        <p:spPr>
          <a:xfrm>
            <a:off x="2429" y="0"/>
            <a:ext cx="9139141" cy="5143500"/>
          </a:xfrm>
          <a:prstGeom prst="rect">
            <a:avLst/>
          </a:prstGeom>
        </p:spPr>
      </p:pic>
      <p:pic>
        <p:nvPicPr>
          <p:cNvPr id="5" name="Picture 4">
            <a:extLst>
              <a:ext uri="{FF2B5EF4-FFF2-40B4-BE49-F238E27FC236}">
                <a16:creationId xmlns:a16="http://schemas.microsoft.com/office/drawing/2014/main" id="{B8C500C8-6132-53E6-B1CD-2C32E4A5B0D4}"/>
              </a:ext>
            </a:extLst>
          </p:cNvPr>
          <p:cNvPicPr>
            <a:picLocks noChangeAspect="1"/>
          </p:cNvPicPr>
          <p:nvPr/>
        </p:nvPicPr>
        <p:blipFill>
          <a:blip r:embed="rId4"/>
          <a:stretch>
            <a:fillRect/>
          </a:stretch>
        </p:blipFill>
        <p:spPr>
          <a:xfrm>
            <a:off x="0" y="14080"/>
            <a:ext cx="9144000" cy="5115339"/>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87"/>
        <p:cNvGrpSpPr/>
        <p:nvPr/>
      </p:nvGrpSpPr>
      <p:grpSpPr>
        <a:xfrm>
          <a:off x="0" y="0"/>
          <a:ext cx="0" cy="0"/>
          <a:chOff x="0" y="0"/>
          <a:chExt cx="0" cy="0"/>
        </a:xfrm>
      </p:grpSpPr>
      <p:sp>
        <p:nvSpPr>
          <p:cNvPr id="2" name="Google Shape;349;p41">
            <a:extLst>
              <a:ext uri="{FF2B5EF4-FFF2-40B4-BE49-F238E27FC236}">
                <a16:creationId xmlns:a16="http://schemas.microsoft.com/office/drawing/2014/main" id="{40287F39-A7CA-0489-00D5-1A514D8FA662}"/>
              </a:ext>
            </a:extLst>
          </p:cNvPr>
          <p:cNvSpPr txBox="1">
            <a:spLocks noGrp="1"/>
          </p:cNvSpPr>
          <p:nvPr>
            <p:ph type="title"/>
          </p:nvPr>
        </p:nvSpPr>
        <p:spPr>
          <a:xfrm>
            <a:off x="1168395" y="2524729"/>
            <a:ext cx="5583587" cy="66508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IN" dirty="0"/>
              <a:t>System architecture(the complicated </a:t>
            </a:r>
            <a:r>
              <a:rPr lang="en-IN" dirty="0" err="1"/>
              <a:t>fotu</a:t>
            </a:r>
            <a:r>
              <a:rPr lang="en-IN" dirty="0"/>
              <a:t> in mini hackathon) </a:t>
            </a:r>
            <a:endParaRPr dirty="0"/>
          </a:p>
        </p:txBody>
      </p:sp>
      <p:pic>
        <p:nvPicPr>
          <p:cNvPr id="6" name="Picture 5">
            <a:extLst>
              <a:ext uri="{FF2B5EF4-FFF2-40B4-BE49-F238E27FC236}">
                <a16:creationId xmlns:a16="http://schemas.microsoft.com/office/drawing/2014/main" id="{886850FD-E6AD-F1EB-D3DA-886F0FB97464}"/>
              </a:ext>
            </a:extLst>
          </p:cNvPr>
          <p:cNvPicPr>
            <a:picLocks noChangeAspect="1"/>
          </p:cNvPicPr>
          <p:nvPr/>
        </p:nvPicPr>
        <p:blipFill>
          <a:blip r:embed="rId3"/>
          <a:stretch>
            <a:fillRect/>
          </a:stretch>
        </p:blipFill>
        <p:spPr>
          <a:xfrm>
            <a:off x="0" y="0"/>
            <a:ext cx="9144000" cy="5143500"/>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39"/>
        <p:cNvGrpSpPr/>
        <p:nvPr/>
      </p:nvGrpSpPr>
      <p:grpSpPr>
        <a:xfrm>
          <a:off x="0" y="0"/>
          <a:ext cx="0" cy="0"/>
          <a:chOff x="0" y="0"/>
          <a:chExt cx="0" cy="0"/>
        </a:xfrm>
      </p:grpSpPr>
      <p:sp>
        <p:nvSpPr>
          <p:cNvPr id="2" name="Google Shape;349;p41">
            <a:extLst>
              <a:ext uri="{FF2B5EF4-FFF2-40B4-BE49-F238E27FC236}">
                <a16:creationId xmlns:a16="http://schemas.microsoft.com/office/drawing/2014/main" id="{CD3E657B-75FA-3C85-317F-29AC7DB7097D}"/>
              </a:ext>
            </a:extLst>
          </p:cNvPr>
          <p:cNvSpPr txBox="1">
            <a:spLocks noGrp="1"/>
          </p:cNvSpPr>
          <p:nvPr>
            <p:ph type="title"/>
          </p:nvPr>
        </p:nvSpPr>
        <p:spPr>
          <a:xfrm>
            <a:off x="521216" y="448863"/>
            <a:ext cx="4799530" cy="525936"/>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IN" sz="3500" dirty="0"/>
              <a:t> Outcomes</a:t>
            </a:r>
            <a:endParaRPr sz="3500" dirty="0"/>
          </a:p>
        </p:txBody>
      </p:sp>
      <p:sp>
        <p:nvSpPr>
          <p:cNvPr id="5" name="Google Shape;351;p41">
            <a:extLst>
              <a:ext uri="{FF2B5EF4-FFF2-40B4-BE49-F238E27FC236}">
                <a16:creationId xmlns:a16="http://schemas.microsoft.com/office/drawing/2014/main" id="{8E154E97-8D68-A1F6-02B8-D081E10F3C13}"/>
              </a:ext>
            </a:extLst>
          </p:cNvPr>
          <p:cNvSpPr txBox="1">
            <a:spLocks noGrp="1"/>
          </p:cNvSpPr>
          <p:nvPr>
            <p:ph type="subTitle" idx="1"/>
          </p:nvPr>
        </p:nvSpPr>
        <p:spPr>
          <a:xfrm>
            <a:off x="150155" y="1130087"/>
            <a:ext cx="5435636" cy="895500"/>
          </a:xfrm>
          <a:prstGeom prst="rect">
            <a:avLst/>
          </a:prstGeom>
        </p:spPr>
        <p:txBody>
          <a:bodyPr spcFirstLastPara="1" wrap="square" lIns="91425" tIns="91425" rIns="91425" bIns="91425" anchor="t" anchorCtr="0">
            <a:noAutofit/>
          </a:bodyPr>
          <a:lstStyle/>
          <a:p>
            <a:pPr lvl="0">
              <a:buFont typeface="Arial" panose="020B0604020202020204" pitchFamily="34" charset="0"/>
              <a:buChar char="•"/>
            </a:pPr>
            <a:r>
              <a:rPr lang="en-IN" b="1" dirty="0"/>
              <a:t>Risk Screening:</a:t>
            </a:r>
            <a:r>
              <a:rPr lang="en-IN" dirty="0"/>
              <a:t> Classify speech transcripts as Healthy or Alzheimer’s with confidence scores.</a:t>
            </a:r>
          </a:p>
          <a:p>
            <a:pPr lvl="0">
              <a:buFont typeface="Arial" panose="020B0604020202020204" pitchFamily="34" charset="0"/>
              <a:buChar char="•"/>
            </a:pPr>
            <a:endParaRPr lang="en-IN" dirty="0"/>
          </a:p>
          <a:p>
            <a:pPr lvl="0">
              <a:buFont typeface="Arial" panose="020B0604020202020204" pitchFamily="34" charset="0"/>
              <a:buChar char="•"/>
            </a:pPr>
            <a:r>
              <a:rPr lang="en-IN" b="1" dirty="0"/>
              <a:t>Web Application:</a:t>
            </a:r>
            <a:r>
              <a:rPr lang="en-IN" dirty="0"/>
              <a:t> Enable users to upload audio recordings or enter text transcripts.</a:t>
            </a:r>
          </a:p>
          <a:p>
            <a:pPr lvl="0">
              <a:buFont typeface="Arial" panose="020B0604020202020204" pitchFamily="34" charset="0"/>
              <a:buChar char="•"/>
            </a:pPr>
            <a:endParaRPr lang="en-IN" dirty="0"/>
          </a:p>
          <a:p>
            <a:pPr lvl="0">
              <a:buFont typeface="Arial" panose="020B0604020202020204" pitchFamily="34" charset="0"/>
              <a:buChar char="•"/>
            </a:pPr>
            <a:r>
              <a:rPr lang="en-IN" b="1" dirty="0"/>
              <a:t>Analysis Reports:</a:t>
            </a:r>
            <a:r>
              <a:rPr lang="en-IN" dirty="0"/>
              <a:t> Provide prediction explanations and downloadable PDF reports.</a:t>
            </a:r>
          </a:p>
          <a:p>
            <a:pPr lvl="0">
              <a:buFont typeface="Arial" panose="020B0604020202020204" pitchFamily="34" charset="0"/>
              <a:buChar char="•"/>
            </a:pPr>
            <a:endParaRPr lang="en-IN" dirty="0"/>
          </a:p>
          <a:p>
            <a:pPr lvl="0">
              <a:buFont typeface="Arial" panose="020B0604020202020204" pitchFamily="34" charset="0"/>
              <a:buChar char="•"/>
            </a:pPr>
            <a:r>
              <a:rPr lang="en-IN" b="1" dirty="0"/>
              <a:t>AI Assistance:</a:t>
            </a:r>
            <a:r>
              <a:rPr lang="en-IN" dirty="0"/>
              <a:t> Help users understand their results through an integrated chatbot.</a:t>
            </a:r>
          </a:p>
          <a:p>
            <a:pPr lvl="0">
              <a:buFont typeface="Arial" panose="020B0604020202020204" pitchFamily="34" charset="0"/>
              <a:buChar char="•"/>
            </a:pPr>
            <a:endParaRPr lang="en-IN" dirty="0"/>
          </a:p>
          <a:p>
            <a:pPr lvl="0">
              <a:buFont typeface="Arial" panose="020B0604020202020204" pitchFamily="34" charset="0"/>
              <a:buChar char="•"/>
            </a:pPr>
            <a:r>
              <a:rPr lang="en-IN" b="1" dirty="0"/>
              <a:t>Analysis History:</a:t>
            </a:r>
            <a:r>
              <a:rPr lang="en-IN" dirty="0"/>
              <a:t> Save previous screening results for future reference.</a:t>
            </a:r>
          </a:p>
          <a:p>
            <a:pPr marL="285750" lvl="0" indent="-285750" algn="l" rtl="0">
              <a:spcBef>
                <a:spcPts val="0"/>
              </a:spcBef>
              <a:spcAft>
                <a:spcPts val="0"/>
              </a:spcAft>
              <a:buFont typeface="Arial" panose="020B0604020202020204" pitchFamily="34" charset="0"/>
              <a:buChar char="•"/>
            </a:pP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06"/>
        <p:cNvGrpSpPr/>
        <p:nvPr/>
      </p:nvGrpSpPr>
      <p:grpSpPr>
        <a:xfrm>
          <a:off x="0" y="0"/>
          <a:ext cx="0" cy="0"/>
          <a:chOff x="0" y="0"/>
          <a:chExt cx="0" cy="0"/>
        </a:xfrm>
      </p:grpSpPr>
      <p:pic>
        <p:nvPicPr>
          <p:cNvPr id="8" name="Picture 7">
            <a:extLst>
              <a:ext uri="{FF2B5EF4-FFF2-40B4-BE49-F238E27FC236}">
                <a16:creationId xmlns:a16="http://schemas.microsoft.com/office/drawing/2014/main" id="{FC40BE58-CA61-B3CD-77A9-38CE6DBE0022}"/>
              </a:ext>
            </a:extLst>
          </p:cNvPr>
          <p:cNvPicPr>
            <a:picLocks noChangeAspect="1"/>
          </p:cNvPicPr>
          <p:nvPr/>
        </p:nvPicPr>
        <p:blipFill>
          <a:blip r:embed="rId3"/>
          <a:stretch>
            <a:fillRect/>
          </a:stretch>
        </p:blipFill>
        <p:spPr>
          <a:xfrm>
            <a:off x="2429" y="0"/>
            <a:ext cx="9139141" cy="5143500"/>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48"/>
        <p:cNvGrpSpPr/>
        <p:nvPr/>
      </p:nvGrpSpPr>
      <p:grpSpPr>
        <a:xfrm>
          <a:off x="0" y="0"/>
          <a:ext cx="0" cy="0"/>
          <a:chOff x="0" y="0"/>
          <a:chExt cx="0" cy="0"/>
        </a:xfrm>
      </p:grpSpPr>
      <p:sp>
        <p:nvSpPr>
          <p:cNvPr id="349" name="Google Shape;349;p41"/>
          <p:cNvSpPr txBox="1">
            <a:spLocks noGrp="1"/>
          </p:cNvSpPr>
          <p:nvPr>
            <p:ph type="title"/>
          </p:nvPr>
        </p:nvSpPr>
        <p:spPr>
          <a:xfrm>
            <a:off x="1194900" y="464016"/>
            <a:ext cx="3429600" cy="66508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IN" dirty="0"/>
              <a:t>Frontend</a:t>
            </a:r>
            <a:endParaRPr dirty="0"/>
          </a:p>
        </p:txBody>
      </p:sp>
      <p:sp>
        <p:nvSpPr>
          <p:cNvPr id="4" name="Subtitle 3">
            <a:extLst>
              <a:ext uri="{FF2B5EF4-FFF2-40B4-BE49-F238E27FC236}">
                <a16:creationId xmlns:a16="http://schemas.microsoft.com/office/drawing/2014/main" id="{3C3BA65E-1DCC-63DD-D7BC-95E7B70845C4}"/>
              </a:ext>
            </a:extLst>
          </p:cNvPr>
          <p:cNvSpPr>
            <a:spLocks noGrp="1"/>
          </p:cNvSpPr>
          <p:nvPr>
            <p:ph type="subTitle" idx="1"/>
          </p:nvPr>
        </p:nvSpPr>
        <p:spPr/>
        <p:txBody>
          <a:bodyPr/>
          <a:lstStyle/>
          <a:p>
            <a:endParaRPr lang="en-IN"/>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5"/>
        <p:cNvGrpSpPr/>
        <p:nvPr/>
      </p:nvGrpSpPr>
      <p:grpSpPr>
        <a:xfrm>
          <a:off x="0" y="0"/>
          <a:ext cx="0" cy="0"/>
          <a:chOff x="0" y="0"/>
          <a:chExt cx="0" cy="0"/>
        </a:xfrm>
      </p:grpSpPr>
      <p:sp>
        <p:nvSpPr>
          <p:cNvPr id="3" name="Title 2">
            <a:extLst>
              <a:ext uri="{FF2B5EF4-FFF2-40B4-BE49-F238E27FC236}">
                <a16:creationId xmlns:a16="http://schemas.microsoft.com/office/drawing/2014/main" id="{A2B6EC47-EB01-1047-4240-5D0D0B3EDDC5}"/>
              </a:ext>
            </a:extLst>
          </p:cNvPr>
          <p:cNvSpPr>
            <a:spLocks noGrp="1"/>
          </p:cNvSpPr>
          <p:nvPr>
            <p:ph type="title"/>
          </p:nvPr>
        </p:nvSpPr>
        <p:spPr>
          <a:xfrm>
            <a:off x="720000" y="271963"/>
            <a:ext cx="7704000" cy="572700"/>
          </a:xfrm>
        </p:spPr>
        <p:txBody>
          <a:bodyPr/>
          <a:lstStyle/>
          <a:p>
            <a:r>
              <a:rPr lang="en-IN" dirty="0"/>
              <a:t>Front end</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19"/>
        <p:cNvGrpSpPr/>
        <p:nvPr/>
      </p:nvGrpSpPr>
      <p:grpSpPr>
        <a:xfrm>
          <a:off x="0" y="0"/>
          <a:ext cx="0" cy="0"/>
          <a:chOff x="0" y="0"/>
          <a:chExt cx="0" cy="0"/>
        </a:xfrm>
      </p:grpSpPr>
      <p:sp>
        <p:nvSpPr>
          <p:cNvPr id="420" name="Google Shape;420;p46"/>
          <p:cNvSpPr txBox="1">
            <a:spLocks noGrp="1"/>
          </p:cNvSpPr>
          <p:nvPr>
            <p:ph type="title"/>
          </p:nvPr>
        </p:nvSpPr>
        <p:spPr>
          <a:xfrm>
            <a:off x="1853061" y="25949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IN" dirty="0"/>
              <a:t>Comparative analysis</a:t>
            </a:r>
          </a:p>
        </p:txBody>
      </p:sp>
      <p:pic>
        <p:nvPicPr>
          <p:cNvPr id="9" name="Picture 8">
            <a:extLst>
              <a:ext uri="{FF2B5EF4-FFF2-40B4-BE49-F238E27FC236}">
                <a16:creationId xmlns:a16="http://schemas.microsoft.com/office/drawing/2014/main" id="{9583C135-CAE5-7283-9CEE-B3FD13BC273D}"/>
              </a:ext>
            </a:extLst>
          </p:cNvPr>
          <p:cNvPicPr>
            <a:picLocks noChangeAspect="1"/>
          </p:cNvPicPr>
          <p:nvPr/>
        </p:nvPicPr>
        <p:blipFill>
          <a:blip r:embed="rId3"/>
          <a:stretch>
            <a:fillRect/>
          </a:stretch>
        </p:blipFill>
        <p:spPr>
          <a:xfrm>
            <a:off x="0" y="985009"/>
            <a:ext cx="9144000" cy="3986213"/>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70"/>
        <p:cNvGrpSpPr/>
        <p:nvPr/>
      </p:nvGrpSpPr>
      <p:grpSpPr>
        <a:xfrm>
          <a:off x="0" y="0"/>
          <a:ext cx="0" cy="0"/>
          <a:chOff x="0" y="0"/>
          <a:chExt cx="0" cy="0"/>
        </a:xfrm>
      </p:grpSpPr>
      <p:sp>
        <p:nvSpPr>
          <p:cNvPr id="371" name="Google Shape;371;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IN" dirty="0"/>
              <a:t>Comparison with exiting work</a:t>
            </a:r>
            <a:endParaRPr dirty="0"/>
          </a:p>
        </p:txBody>
      </p:sp>
      <p:pic>
        <p:nvPicPr>
          <p:cNvPr id="9" name="Picture 8">
            <a:extLst>
              <a:ext uri="{FF2B5EF4-FFF2-40B4-BE49-F238E27FC236}">
                <a16:creationId xmlns:a16="http://schemas.microsoft.com/office/drawing/2014/main" id="{D17B77D5-6642-C448-D71F-D3FBD57439AB}"/>
              </a:ext>
            </a:extLst>
          </p:cNvPr>
          <p:cNvPicPr>
            <a:picLocks noChangeAspect="1"/>
          </p:cNvPicPr>
          <p:nvPr/>
        </p:nvPicPr>
        <p:blipFill>
          <a:blip r:embed="rId3"/>
          <a:stretch>
            <a:fillRect/>
          </a:stretch>
        </p:blipFill>
        <p:spPr>
          <a:xfrm>
            <a:off x="2429" y="0"/>
            <a:ext cx="9139141" cy="5143500"/>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64"/>
        <p:cNvGrpSpPr/>
        <p:nvPr/>
      </p:nvGrpSpPr>
      <p:grpSpPr>
        <a:xfrm>
          <a:off x="0" y="0"/>
          <a:ext cx="0" cy="0"/>
          <a:chOff x="0" y="0"/>
          <a:chExt cx="0" cy="0"/>
        </a:xfrm>
      </p:grpSpPr>
      <p:sp>
        <p:nvSpPr>
          <p:cNvPr id="365" name="Google Shape;36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lang="en-IN"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sp>
        <p:nvSpPr>
          <p:cNvPr id="388" name="Title 387">
            <a:extLst>
              <a:ext uri="{FF2B5EF4-FFF2-40B4-BE49-F238E27FC236}">
                <a16:creationId xmlns:a16="http://schemas.microsoft.com/office/drawing/2014/main" id="{27BD426B-D266-7913-6AE6-577749BB9CB7}"/>
              </a:ext>
            </a:extLst>
          </p:cNvPr>
          <p:cNvSpPr>
            <a:spLocks noGrp="1"/>
          </p:cNvSpPr>
          <p:nvPr>
            <p:ph type="title" idx="2"/>
          </p:nvPr>
        </p:nvSpPr>
        <p:spPr/>
        <p:txBody>
          <a:bodyPr/>
          <a:lstStyle/>
          <a:p>
            <a:endParaRPr lang="en-IN"/>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98"/>
        <p:cNvGrpSpPr/>
        <p:nvPr/>
      </p:nvGrpSpPr>
      <p:grpSpPr>
        <a:xfrm>
          <a:off x="0" y="0"/>
          <a:ext cx="0" cy="0"/>
          <a:chOff x="0" y="0"/>
          <a:chExt cx="0" cy="0"/>
        </a:xfrm>
      </p:grpSpPr>
      <p:sp>
        <p:nvSpPr>
          <p:cNvPr id="299" name="Google Shape;299;p37"/>
          <p:cNvSpPr txBox="1">
            <a:spLocks noGrp="1"/>
          </p:cNvSpPr>
          <p:nvPr>
            <p:ph type="subTitle" idx="2"/>
          </p:nvPr>
        </p:nvSpPr>
        <p:spPr>
          <a:xfrm>
            <a:off x="720001" y="1832375"/>
            <a:ext cx="29670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Explore potential diagnoses based on the patient's presentation and relevant findings. Discuss distinguishing features for each and reasons for inclusion/exclusion</a:t>
            </a:r>
            <a:endParaRPr/>
          </a:p>
        </p:txBody>
      </p:sp>
      <p:sp>
        <p:nvSpPr>
          <p:cNvPr id="300" name="Google Shape;300;p37"/>
          <p:cNvSpPr txBox="1">
            <a:spLocks noGrp="1"/>
          </p:cNvSpPr>
          <p:nvPr>
            <p:ph type="subTitle" idx="3"/>
          </p:nvPr>
        </p:nvSpPr>
        <p:spPr>
          <a:xfrm>
            <a:off x="4075202" y="1832375"/>
            <a:ext cx="29670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 the confirmed diagnosis and explain diagnostic criteria. Outline the chosen treatment approach and rationale behind it</a:t>
            </a:r>
            <a:endParaRPr/>
          </a:p>
        </p:txBody>
      </p:sp>
      <p:sp>
        <p:nvSpPr>
          <p:cNvPr id="301" name="Google Shape;301;p37"/>
          <p:cNvSpPr txBox="1">
            <a:spLocks noGrp="1"/>
          </p:cNvSpPr>
          <p:nvPr>
            <p:ph type="subTitle" idx="4"/>
          </p:nvPr>
        </p:nvSpPr>
        <p:spPr>
          <a:xfrm>
            <a:off x="720001" y="3580700"/>
            <a:ext cx="29670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Describe the patient's progression, treatment response and any significant events or complications. Summarize the final outcome</a:t>
            </a:r>
            <a:endParaRPr/>
          </a:p>
        </p:txBody>
      </p:sp>
      <p:sp>
        <p:nvSpPr>
          <p:cNvPr id="302" name="Google Shape;302;p37"/>
          <p:cNvSpPr txBox="1">
            <a:spLocks noGrp="1"/>
          </p:cNvSpPr>
          <p:nvPr>
            <p:ph type="subTitle" idx="5"/>
          </p:nvPr>
        </p:nvSpPr>
        <p:spPr>
          <a:xfrm>
            <a:off x="4075202" y="3580700"/>
            <a:ext cx="29670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Discuss the case's educational value, highlighting unique aspects. Share insights gained, including diagnostic challenges, treatment considerations or disease mechanisms</a:t>
            </a:r>
            <a:endParaRPr/>
          </a:p>
        </p:txBody>
      </p:sp>
      <p:sp>
        <p:nvSpPr>
          <p:cNvPr id="303" name="Google Shape;303;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Discussion</a:t>
            </a:r>
            <a:endParaRPr/>
          </a:p>
        </p:txBody>
      </p:sp>
      <p:sp>
        <p:nvSpPr>
          <p:cNvPr id="304" name="Google Shape;304;p37"/>
          <p:cNvSpPr txBox="1">
            <a:spLocks noGrp="1"/>
          </p:cNvSpPr>
          <p:nvPr>
            <p:ph type="subTitle" idx="1"/>
          </p:nvPr>
        </p:nvSpPr>
        <p:spPr>
          <a:xfrm>
            <a:off x="720000" y="1306475"/>
            <a:ext cx="29670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Differential diagnosis</a:t>
            </a:r>
            <a:endParaRPr/>
          </a:p>
        </p:txBody>
      </p:sp>
      <p:sp>
        <p:nvSpPr>
          <p:cNvPr id="305" name="Google Shape;305;p37"/>
          <p:cNvSpPr txBox="1">
            <a:spLocks noGrp="1"/>
          </p:cNvSpPr>
          <p:nvPr>
            <p:ph type="subTitle" idx="6"/>
          </p:nvPr>
        </p:nvSpPr>
        <p:spPr>
          <a:xfrm>
            <a:off x="720000" y="3054800"/>
            <a:ext cx="29670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Clinical course</a:t>
            </a:r>
            <a:endParaRPr/>
          </a:p>
        </p:txBody>
      </p:sp>
      <p:sp>
        <p:nvSpPr>
          <p:cNvPr id="306" name="Google Shape;306;p37"/>
          <p:cNvSpPr txBox="1">
            <a:spLocks noGrp="1"/>
          </p:cNvSpPr>
          <p:nvPr>
            <p:ph type="subTitle" idx="7"/>
          </p:nvPr>
        </p:nvSpPr>
        <p:spPr>
          <a:xfrm>
            <a:off x="4075200" y="1306475"/>
            <a:ext cx="29670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Treatment</a:t>
            </a:r>
            <a:endParaRPr/>
          </a:p>
        </p:txBody>
      </p:sp>
      <p:sp>
        <p:nvSpPr>
          <p:cNvPr id="307" name="Google Shape;307;p37"/>
          <p:cNvSpPr txBox="1">
            <a:spLocks noGrp="1"/>
          </p:cNvSpPr>
          <p:nvPr>
            <p:ph type="subTitle" idx="8"/>
          </p:nvPr>
        </p:nvSpPr>
        <p:spPr>
          <a:xfrm>
            <a:off x="4075200" y="3054800"/>
            <a:ext cx="29670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Lesson learned</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27"/>
        <p:cNvGrpSpPr/>
        <p:nvPr/>
      </p:nvGrpSpPr>
      <p:grpSpPr>
        <a:xfrm>
          <a:off x="0" y="0"/>
          <a:ext cx="0" cy="0"/>
          <a:chOff x="0" y="0"/>
          <a:chExt cx="0" cy="0"/>
        </a:xfrm>
      </p:grpSpPr>
      <p:sp>
        <p:nvSpPr>
          <p:cNvPr id="428" name="Google Shape;428;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Outcomes and recommendations</a:t>
            </a:r>
            <a:endParaRPr/>
          </a:p>
        </p:txBody>
      </p:sp>
      <p:sp>
        <p:nvSpPr>
          <p:cNvPr id="429" name="Google Shape;429;p47"/>
          <p:cNvSpPr/>
          <p:nvPr/>
        </p:nvSpPr>
        <p:spPr>
          <a:xfrm>
            <a:off x="3484025" y="1095300"/>
            <a:ext cx="1910700" cy="517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Be Vietnam Pro"/>
                <a:ea typeface="Be Vietnam Pro"/>
                <a:cs typeface="Be Vietnam Pro"/>
                <a:sym typeface="Be Vietnam Pro"/>
              </a:rPr>
              <a:t>Start</a:t>
            </a:r>
            <a:endParaRPr sz="1600">
              <a:solidFill>
                <a:schemeClr val="dk1"/>
              </a:solidFill>
              <a:latin typeface="Be Vietnam Pro"/>
              <a:ea typeface="Be Vietnam Pro"/>
              <a:cs typeface="Be Vietnam Pro"/>
              <a:sym typeface="Be Vietnam Pro"/>
            </a:endParaRPr>
          </a:p>
        </p:txBody>
      </p:sp>
      <p:sp>
        <p:nvSpPr>
          <p:cNvPr id="430" name="Google Shape;430;p47"/>
          <p:cNvSpPr/>
          <p:nvPr/>
        </p:nvSpPr>
        <p:spPr>
          <a:xfrm>
            <a:off x="3484025" y="2329050"/>
            <a:ext cx="1910700" cy="517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Be Vietnam Pro"/>
                <a:ea typeface="Be Vietnam Pro"/>
                <a:cs typeface="Be Vietnam Pro"/>
                <a:sym typeface="Be Vietnam Pro"/>
              </a:rPr>
              <a:t>Outcome </a:t>
            </a:r>
            <a:endParaRPr sz="1600">
              <a:solidFill>
                <a:schemeClr val="dk1"/>
              </a:solidFill>
              <a:latin typeface="Be Vietnam Pro"/>
              <a:ea typeface="Be Vietnam Pro"/>
              <a:cs typeface="Be Vietnam Pro"/>
              <a:sym typeface="Be Vietnam Pro"/>
            </a:endParaRPr>
          </a:p>
        </p:txBody>
      </p:sp>
      <p:sp>
        <p:nvSpPr>
          <p:cNvPr id="431" name="Google Shape;431;p47"/>
          <p:cNvSpPr/>
          <p:nvPr/>
        </p:nvSpPr>
        <p:spPr>
          <a:xfrm>
            <a:off x="786050" y="2368725"/>
            <a:ext cx="1910700" cy="517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Be Vietnam Pro"/>
                <a:ea typeface="Be Vietnam Pro"/>
                <a:cs typeface="Be Vietnam Pro"/>
                <a:sym typeface="Be Vietnam Pro"/>
              </a:rPr>
              <a:t>Outcome </a:t>
            </a:r>
            <a:endParaRPr sz="1600">
              <a:solidFill>
                <a:schemeClr val="dk1"/>
              </a:solidFill>
              <a:latin typeface="Be Vietnam Pro"/>
              <a:ea typeface="Be Vietnam Pro"/>
              <a:cs typeface="Be Vietnam Pro"/>
              <a:sym typeface="Be Vietnam Pro"/>
            </a:endParaRPr>
          </a:p>
        </p:txBody>
      </p:sp>
      <p:sp>
        <p:nvSpPr>
          <p:cNvPr id="432" name="Google Shape;432;p47"/>
          <p:cNvSpPr/>
          <p:nvPr/>
        </p:nvSpPr>
        <p:spPr>
          <a:xfrm>
            <a:off x="6182000" y="2329050"/>
            <a:ext cx="1910700" cy="517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Be Vietnam Pro"/>
                <a:ea typeface="Be Vietnam Pro"/>
                <a:cs typeface="Be Vietnam Pro"/>
                <a:sym typeface="Be Vietnam Pro"/>
              </a:rPr>
              <a:t>Outcome </a:t>
            </a:r>
            <a:endParaRPr sz="1600">
              <a:solidFill>
                <a:schemeClr val="dk1"/>
              </a:solidFill>
              <a:latin typeface="Be Vietnam Pro"/>
              <a:ea typeface="Be Vietnam Pro"/>
              <a:cs typeface="Be Vietnam Pro"/>
              <a:sym typeface="Be Vietnam Pro"/>
            </a:endParaRPr>
          </a:p>
        </p:txBody>
      </p:sp>
      <p:sp>
        <p:nvSpPr>
          <p:cNvPr id="433" name="Google Shape;433;p47"/>
          <p:cNvSpPr/>
          <p:nvPr/>
        </p:nvSpPr>
        <p:spPr>
          <a:xfrm>
            <a:off x="1565450" y="1885100"/>
            <a:ext cx="351900" cy="3519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e Vietnam Pro"/>
                <a:ea typeface="Be Vietnam Pro"/>
                <a:cs typeface="Be Vietnam Pro"/>
                <a:sym typeface="Be Vietnam Pro"/>
              </a:rPr>
              <a:t>1</a:t>
            </a:r>
            <a:endParaRPr>
              <a:solidFill>
                <a:schemeClr val="dk1"/>
              </a:solidFill>
              <a:latin typeface="Be Vietnam Pro"/>
              <a:ea typeface="Be Vietnam Pro"/>
              <a:cs typeface="Be Vietnam Pro"/>
              <a:sym typeface="Be Vietnam Pro"/>
            </a:endParaRPr>
          </a:p>
        </p:txBody>
      </p:sp>
      <p:sp>
        <p:nvSpPr>
          <p:cNvPr id="434" name="Google Shape;434;p47"/>
          <p:cNvSpPr/>
          <p:nvPr/>
        </p:nvSpPr>
        <p:spPr>
          <a:xfrm>
            <a:off x="4263425" y="1885100"/>
            <a:ext cx="351900" cy="3519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e Vietnam Pro"/>
                <a:ea typeface="Be Vietnam Pro"/>
                <a:cs typeface="Be Vietnam Pro"/>
                <a:sym typeface="Be Vietnam Pro"/>
              </a:rPr>
              <a:t>2</a:t>
            </a:r>
            <a:endParaRPr>
              <a:solidFill>
                <a:schemeClr val="dk1"/>
              </a:solidFill>
              <a:latin typeface="Be Vietnam Pro"/>
              <a:ea typeface="Be Vietnam Pro"/>
              <a:cs typeface="Be Vietnam Pro"/>
              <a:sym typeface="Be Vietnam Pro"/>
            </a:endParaRPr>
          </a:p>
        </p:txBody>
      </p:sp>
      <p:sp>
        <p:nvSpPr>
          <p:cNvPr id="435" name="Google Shape;435;p47"/>
          <p:cNvSpPr/>
          <p:nvPr/>
        </p:nvSpPr>
        <p:spPr>
          <a:xfrm>
            <a:off x="6961400" y="1885100"/>
            <a:ext cx="351900" cy="3519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e Vietnam Pro"/>
                <a:ea typeface="Be Vietnam Pro"/>
                <a:cs typeface="Be Vietnam Pro"/>
                <a:sym typeface="Be Vietnam Pro"/>
              </a:rPr>
              <a:t>3</a:t>
            </a:r>
            <a:endParaRPr>
              <a:solidFill>
                <a:schemeClr val="dk1"/>
              </a:solidFill>
              <a:latin typeface="Be Vietnam Pro"/>
              <a:ea typeface="Be Vietnam Pro"/>
              <a:cs typeface="Be Vietnam Pro"/>
              <a:sym typeface="Be Vietnam Pro"/>
            </a:endParaRPr>
          </a:p>
        </p:txBody>
      </p:sp>
      <p:sp>
        <p:nvSpPr>
          <p:cNvPr id="436" name="Google Shape;436;p47"/>
          <p:cNvSpPr/>
          <p:nvPr/>
        </p:nvSpPr>
        <p:spPr>
          <a:xfrm>
            <a:off x="786050" y="2972900"/>
            <a:ext cx="1910700" cy="1635600"/>
          </a:xfrm>
          <a:prstGeom prst="rect">
            <a:avLst/>
          </a:prstGeom>
          <a:noFill/>
          <a:ln>
            <a:noFill/>
          </a:ln>
        </p:spPr>
        <p:txBody>
          <a:bodyPr spcFirstLastPara="1" wrap="square" lIns="91425" tIns="91425" rIns="91425" bIns="91425" anchor="t" anchorCtr="0">
            <a:noAutofit/>
          </a:bodyPr>
          <a:lstStyle/>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p:txBody>
      </p:sp>
      <p:cxnSp>
        <p:nvCxnSpPr>
          <p:cNvPr id="437" name="Google Shape;437;p47"/>
          <p:cNvCxnSpPr>
            <a:stCxn id="429" idx="2"/>
            <a:endCxn id="433" idx="0"/>
          </p:cNvCxnSpPr>
          <p:nvPr/>
        </p:nvCxnSpPr>
        <p:spPr>
          <a:xfrm rot="5400000">
            <a:off x="2954375" y="400200"/>
            <a:ext cx="272100" cy="2697900"/>
          </a:xfrm>
          <a:prstGeom prst="bentConnector3">
            <a:avLst>
              <a:gd name="adj1" fmla="val 49982"/>
            </a:avLst>
          </a:prstGeom>
          <a:noFill/>
          <a:ln w="9525" cap="flat" cmpd="sng">
            <a:solidFill>
              <a:schemeClr val="dk1"/>
            </a:solidFill>
            <a:prstDash val="solid"/>
            <a:round/>
            <a:headEnd type="none" w="med" len="med"/>
            <a:tailEnd type="none" w="med" len="med"/>
          </a:ln>
        </p:spPr>
      </p:cxnSp>
      <p:cxnSp>
        <p:nvCxnSpPr>
          <p:cNvPr id="438" name="Google Shape;438;p47"/>
          <p:cNvCxnSpPr>
            <a:stCxn id="429" idx="2"/>
            <a:endCxn id="435" idx="0"/>
          </p:cNvCxnSpPr>
          <p:nvPr/>
        </p:nvCxnSpPr>
        <p:spPr>
          <a:xfrm rot="-5400000" flipH="1">
            <a:off x="5652275" y="400200"/>
            <a:ext cx="272100" cy="2697900"/>
          </a:xfrm>
          <a:prstGeom prst="bentConnector3">
            <a:avLst>
              <a:gd name="adj1" fmla="val 49982"/>
            </a:avLst>
          </a:prstGeom>
          <a:noFill/>
          <a:ln w="9525" cap="flat" cmpd="sng">
            <a:solidFill>
              <a:schemeClr val="dk1"/>
            </a:solidFill>
            <a:prstDash val="solid"/>
            <a:round/>
            <a:headEnd type="none" w="med" len="med"/>
            <a:tailEnd type="none" w="med" len="med"/>
          </a:ln>
        </p:spPr>
      </p:cxnSp>
      <p:cxnSp>
        <p:nvCxnSpPr>
          <p:cNvPr id="439" name="Google Shape;439;p47"/>
          <p:cNvCxnSpPr>
            <a:stCxn id="429" idx="2"/>
            <a:endCxn id="434" idx="0"/>
          </p:cNvCxnSpPr>
          <p:nvPr/>
        </p:nvCxnSpPr>
        <p:spPr>
          <a:xfrm rot="-5400000" flipH="1">
            <a:off x="4303625" y="1748850"/>
            <a:ext cx="272100" cy="600"/>
          </a:xfrm>
          <a:prstGeom prst="bentConnector3">
            <a:avLst>
              <a:gd name="adj1" fmla="val 49982"/>
            </a:avLst>
          </a:prstGeom>
          <a:noFill/>
          <a:ln w="9525" cap="flat" cmpd="sng">
            <a:solidFill>
              <a:schemeClr val="dk1"/>
            </a:solidFill>
            <a:prstDash val="solid"/>
            <a:round/>
            <a:headEnd type="none" w="med" len="med"/>
            <a:tailEnd type="none" w="med" len="med"/>
          </a:ln>
        </p:spPr>
      </p:cxnSp>
      <p:cxnSp>
        <p:nvCxnSpPr>
          <p:cNvPr id="440" name="Google Shape;440;p47"/>
          <p:cNvCxnSpPr>
            <a:stCxn id="433" idx="2"/>
            <a:endCxn id="431" idx="0"/>
          </p:cNvCxnSpPr>
          <p:nvPr/>
        </p:nvCxnSpPr>
        <p:spPr>
          <a:xfrm rot="-5400000" flipH="1">
            <a:off x="1675850" y="2302550"/>
            <a:ext cx="131700" cy="600"/>
          </a:xfrm>
          <a:prstGeom prst="bentConnector3">
            <a:avLst>
              <a:gd name="adj1" fmla="val 50009"/>
            </a:avLst>
          </a:prstGeom>
          <a:noFill/>
          <a:ln w="9525" cap="flat" cmpd="sng">
            <a:solidFill>
              <a:schemeClr val="dk1"/>
            </a:solidFill>
            <a:prstDash val="solid"/>
            <a:round/>
            <a:headEnd type="none" w="med" len="med"/>
            <a:tailEnd type="none" w="med" len="med"/>
          </a:ln>
        </p:spPr>
      </p:cxnSp>
      <p:cxnSp>
        <p:nvCxnSpPr>
          <p:cNvPr id="441" name="Google Shape;441;p47"/>
          <p:cNvCxnSpPr>
            <a:stCxn id="434" idx="2"/>
            <a:endCxn id="430" idx="0"/>
          </p:cNvCxnSpPr>
          <p:nvPr/>
        </p:nvCxnSpPr>
        <p:spPr>
          <a:xfrm rot="-5400000" flipH="1">
            <a:off x="4393625" y="2282750"/>
            <a:ext cx="92100" cy="600"/>
          </a:xfrm>
          <a:prstGeom prst="bentConnector3">
            <a:avLst>
              <a:gd name="adj1" fmla="val 49973"/>
            </a:avLst>
          </a:prstGeom>
          <a:noFill/>
          <a:ln w="9525" cap="flat" cmpd="sng">
            <a:solidFill>
              <a:schemeClr val="dk1"/>
            </a:solidFill>
            <a:prstDash val="solid"/>
            <a:round/>
            <a:headEnd type="none" w="med" len="med"/>
            <a:tailEnd type="none" w="med" len="med"/>
          </a:ln>
        </p:spPr>
      </p:cxnSp>
      <p:cxnSp>
        <p:nvCxnSpPr>
          <p:cNvPr id="442" name="Google Shape;442;p47"/>
          <p:cNvCxnSpPr>
            <a:stCxn id="435" idx="2"/>
            <a:endCxn id="432" idx="0"/>
          </p:cNvCxnSpPr>
          <p:nvPr/>
        </p:nvCxnSpPr>
        <p:spPr>
          <a:xfrm rot="-5400000" flipH="1">
            <a:off x="7091600" y="2282750"/>
            <a:ext cx="92100" cy="600"/>
          </a:xfrm>
          <a:prstGeom prst="bentConnector3">
            <a:avLst>
              <a:gd name="adj1" fmla="val 49973"/>
            </a:avLst>
          </a:prstGeom>
          <a:noFill/>
          <a:ln w="9525" cap="flat" cmpd="sng">
            <a:solidFill>
              <a:schemeClr val="dk1"/>
            </a:solidFill>
            <a:prstDash val="solid"/>
            <a:round/>
            <a:headEnd type="none" w="med" len="med"/>
            <a:tailEnd type="none" w="med" len="med"/>
          </a:ln>
        </p:spPr>
      </p:cxnSp>
      <p:cxnSp>
        <p:nvCxnSpPr>
          <p:cNvPr id="443" name="Google Shape;443;p47"/>
          <p:cNvCxnSpPr>
            <a:stCxn id="431" idx="2"/>
            <a:endCxn id="436" idx="0"/>
          </p:cNvCxnSpPr>
          <p:nvPr/>
        </p:nvCxnSpPr>
        <p:spPr>
          <a:xfrm rot="-5400000" flipH="1">
            <a:off x="1698500" y="2929425"/>
            <a:ext cx="86400" cy="600"/>
          </a:xfrm>
          <a:prstGeom prst="bentConnector3">
            <a:avLst>
              <a:gd name="adj1" fmla="val 49986"/>
            </a:avLst>
          </a:prstGeom>
          <a:noFill/>
          <a:ln w="9525" cap="flat" cmpd="sng">
            <a:solidFill>
              <a:schemeClr val="dk2"/>
            </a:solidFill>
            <a:prstDash val="solid"/>
            <a:round/>
            <a:headEnd type="none" w="med" len="med"/>
            <a:tailEnd type="none" w="med" len="med"/>
          </a:ln>
        </p:spPr>
      </p:cxnSp>
      <p:cxnSp>
        <p:nvCxnSpPr>
          <p:cNvPr id="444" name="Google Shape;444;p47"/>
          <p:cNvCxnSpPr>
            <a:stCxn id="445" idx="0"/>
            <a:endCxn id="432" idx="2"/>
          </p:cNvCxnSpPr>
          <p:nvPr/>
        </p:nvCxnSpPr>
        <p:spPr>
          <a:xfrm rot="-5400000">
            <a:off x="7074650" y="2909525"/>
            <a:ext cx="126000" cy="600"/>
          </a:xfrm>
          <a:prstGeom prst="bentConnector3">
            <a:avLst>
              <a:gd name="adj1" fmla="val 49990"/>
            </a:avLst>
          </a:prstGeom>
          <a:noFill/>
          <a:ln w="9525" cap="flat" cmpd="sng">
            <a:solidFill>
              <a:schemeClr val="dk2"/>
            </a:solidFill>
            <a:prstDash val="solid"/>
            <a:round/>
            <a:headEnd type="none" w="med" len="med"/>
            <a:tailEnd type="none" w="med" len="med"/>
          </a:ln>
        </p:spPr>
      </p:cxnSp>
      <p:cxnSp>
        <p:nvCxnSpPr>
          <p:cNvPr id="446" name="Google Shape;446;p47"/>
          <p:cNvCxnSpPr>
            <a:stCxn id="430" idx="2"/>
            <a:endCxn id="447" idx="0"/>
          </p:cNvCxnSpPr>
          <p:nvPr/>
        </p:nvCxnSpPr>
        <p:spPr>
          <a:xfrm rot="-5400000" flipH="1">
            <a:off x="4376675" y="2909550"/>
            <a:ext cx="126000" cy="600"/>
          </a:xfrm>
          <a:prstGeom prst="bentConnector3">
            <a:avLst>
              <a:gd name="adj1" fmla="val 49990"/>
            </a:avLst>
          </a:prstGeom>
          <a:noFill/>
          <a:ln w="9525" cap="flat" cmpd="sng">
            <a:solidFill>
              <a:schemeClr val="dk2"/>
            </a:solidFill>
            <a:prstDash val="solid"/>
            <a:round/>
            <a:headEnd type="none" w="med" len="med"/>
            <a:tailEnd type="none" w="med" len="med"/>
          </a:ln>
        </p:spPr>
      </p:cxnSp>
      <p:sp>
        <p:nvSpPr>
          <p:cNvPr id="447" name="Google Shape;447;p47"/>
          <p:cNvSpPr/>
          <p:nvPr/>
        </p:nvSpPr>
        <p:spPr>
          <a:xfrm>
            <a:off x="3484025" y="2972825"/>
            <a:ext cx="1910700" cy="1635600"/>
          </a:xfrm>
          <a:prstGeom prst="rect">
            <a:avLst/>
          </a:prstGeom>
          <a:noFill/>
          <a:ln>
            <a:noFill/>
          </a:ln>
        </p:spPr>
        <p:txBody>
          <a:bodyPr spcFirstLastPara="1" wrap="square" lIns="91425" tIns="91425" rIns="91425" bIns="91425" anchor="t" anchorCtr="0">
            <a:noAutofit/>
          </a:bodyPr>
          <a:lstStyle/>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p:txBody>
      </p:sp>
      <p:sp>
        <p:nvSpPr>
          <p:cNvPr id="445" name="Google Shape;445;p47"/>
          <p:cNvSpPr/>
          <p:nvPr/>
        </p:nvSpPr>
        <p:spPr>
          <a:xfrm>
            <a:off x="6182000" y="2972825"/>
            <a:ext cx="1910700" cy="1635600"/>
          </a:xfrm>
          <a:prstGeom prst="rect">
            <a:avLst/>
          </a:prstGeom>
          <a:noFill/>
          <a:ln>
            <a:noFill/>
          </a:ln>
        </p:spPr>
        <p:txBody>
          <a:bodyPr spcFirstLastPara="1" wrap="square" lIns="91425" tIns="91425" rIns="91425" bIns="91425" anchor="t" anchorCtr="0">
            <a:noAutofit/>
          </a:bodyPr>
          <a:lstStyle/>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a:p>
            <a:pPr marL="285750" lvl="0" indent="-247650" algn="l" rtl="0">
              <a:spcBef>
                <a:spcPts val="0"/>
              </a:spcBef>
              <a:spcAft>
                <a:spcPts val="0"/>
              </a:spcAft>
              <a:buClr>
                <a:schemeClr val="dk1"/>
              </a:buClr>
              <a:buSzPts val="1200"/>
              <a:buFont typeface="Open Sans"/>
              <a:buAutoNum type="alphaUcPeriod"/>
            </a:pPr>
            <a:r>
              <a:rPr lang="en" sz="1200">
                <a:solidFill>
                  <a:schemeClr val="dk1"/>
                </a:solidFill>
                <a:latin typeface="Open Sans"/>
                <a:ea typeface="Open Sans"/>
                <a:cs typeface="Open Sans"/>
                <a:sym typeface="Open Sans"/>
              </a:rPr>
              <a:t>Write your recommendation</a:t>
            </a:r>
            <a:endParaRPr sz="1200">
              <a:solidFill>
                <a:schemeClr val="dk1"/>
              </a:solidFill>
              <a:latin typeface="Open Sans"/>
              <a:ea typeface="Open Sans"/>
              <a:cs typeface="Open Sans"/>
              <a:sym typeface="Open Sans"/>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51"/>
        <p:cNvGrpSpPr/>
        <p:nvPr/>
      </p:nvGrpSpPr>
      <p:grpSpPr>
        <a:xfrm>
          <a:off x="0" y="0"/>
          <a:ext cx="0" cy="0"/>
          <a:chOff x="0" y="0"/>
          <a:chExt cx="0" cy="0"/>
        </a:xfrm>
      </p:grpSpPr>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61"/>
        <p:cNvGrpSpPr/>
        <p:nvPr/>
      </p:nvGrpSpPr>
      <p:grpSpPr>
        <a:xfrm>
          <a:off x="0" y="0"/>
          <a:ext cx="0" cy="0"/>
          <a:chOff x="0" y="0"/>
          <a:chExt cx="0" cy="0"/>
        </a:xfrm>
      </p:grpSpPr>
      <p:sp>
        <p:nvSpPr>
          <p:cNvPr id="462" name="Google Shape;462;p49"/>
          <p:cNvSpPr/>
          <p:nvPr/>
        </p:nvSpPr>
        <p:spPr>
          <a:xfrm>
            <a:off x="807175" y="-125"/>
            <a:ext cx="1471800" cy="90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9"/>
          <p:cNvSpPr txBox="1">
            <a:spLocks noGrp="1"/>
          </p:cNvSpPr>
          <p:nvPr>
            <p:ph type="subTitle" idx="1"/>
          </p:nvPr>
        </p:nvSpPr>
        <p:spPr>
          <a:xfrm>
            <a:off x="715100" y="1758135"/>
            <a:ext cx="3513600" cy="117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r>
              <a:rPr lang="en"/>
              <a:t>youremail@freepik.com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yourwebsite.com</a:t>
            </a:r>
            <a:endParaRPr/>
          </a:p>
        </p:txBody>
      </p:sp>
      <p:sp>
        <p:nvSpPr>
          <p:cNvPr id="464" name="Google Shape;464;p49"/>
          <p:cNvSpPr txBox="1">
            <a:spLocks noGrp="1"/>
          </p:cNvSpPr>
          <p:nvPr>
            <p:ph type="ctrTitle"/>
          </p:nvPr>
        </p:nvSpPr>
        <p:spPr>
          <a:xfrm>
            <a:off x="715100" y="929500"/>
            <a:ext cx="4284000" cy="99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
        <p:nvSpPr>
          <p:cNvPr id="465" name="Google Shape;465;p49"/>
          <p:cNvSpPr txBox="1"/>
          <p:nvPr/>
        </p:nvSpPr>
        <p:spPr>
          <a:xfrm>
            <a:off x="715100" y="3745483"/>
            <a:ext cx="3272400" cy="2760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pic>
        <p:nvPicPr>
          <p:cNvPr id="466" name="Google Shape;466;p49"/>
          <p:cNvPicPr preferRelativeResize="0">
            <a:picLocks noGrp="1"/>
          </p:cNvPicPr>
          <p:nvPr>
            <p:ph type="pic" idx="2"/>
          </p:nvPr>
        </p:nvPicPr>
        <p:blipFill rotWithShape="1">
          <a:blip r:embed="rId3">
            <a:alphaModFix/>
          </a:blip>
          <a:srcRect t="16676" b="16676"/>
          <a:stretch/>
        </p:blipFill>
        <p:spPr>
          <a:xfrm>
            <a:off x="5099400" y="1129100"/>
            <a:ext cx="3329700" cy="3329700"/>
          </a:xfrm>
          <a:prstGeom prst="rect">
            <a:avLst/>
          </a:prstGeom>
        </p:spPr>
      </p:pic>
      <p:sp>
        <p:nvSpPr>
          <p:cNvPr id="467" name="Google Shape;467;p49"/>
          <p:cNvSpPr/>
          <p:nvPr/>
        </p:nvSpPr>
        <p:spPr>
          <a:xfrm>
            <a:off x="829297" y="3114758"/>
            <a:ext cx="499071" cy="499623"/>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 name="Google Shape;468;p49"/>
          <p:cNvGrpSpPr/>
          <p:nvPr/>
        </p:nvGrpSpPr>
        <p:grpSpPr>
          <a:xfrm>
            <a:off x="1478093" y="3115147"/>
            <a:ext cx="499601" cy="499084"/>
            <a:chOff x="3303268" y="3817349"/>
            <a:chExt cx="346056" cy="345674"/>
          </a:xfrm>
        </p:grpSpPr>
        <p:sp>
          <p:nvSpPr>
            <p:cNvPr id="469" name="Google Shape;469;p4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 name="Google Shape;473;p49"/>
          <p:cNvGrpSpPr/>
          <p:nvPr/>
        </p:nvGrpSpPr>
        <p:grpSpPr>
          <a:xfrm>
            <a:off x="2126444" y="3115147"/>
            <a:ext cx="499601" cy="499084"/>
            <a:chOff x="3752358" y="3817349"/>
            <a:chExt cx="346056" cy="345674"/>
          </a:xfrm>
        </p:grpSpPr>
        <p:sp>
          <p:nvSpPr>
            <p:cNvPr id="474" name="Google Shape;474;p4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49"/>
          <p:cNvGrpSpPr/>
          <p:nvPr/>
        </p:nvGrpSpPr>
        <p:grpSpPr>
          <a:xfrm>
            <a:off x="2774794" y="3115147"/>
            <a:ext cx="499555" cy="499084"/>
            <a:chOff x="4201447" y="3817349"/>
            <a:chExt cx="346024" cy="345674"/>
          </a:xfrm>
        </p:grpSpPr>
        <p:sp>
          <p:nvSpPr>
            <p:cNvPr id="479" name="Google Shape;479;p4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 name="Google Shape;481;p49"/>
          <p:cNvGrpSpPr/>
          <p:nvPr/>
        </p:nvGrpSpPr>
        <p:grpSpPr>
          <a:xfrm>
            <a:off x="3423226" y="3115156"/>
            <a:ext cx="499601" cy="499084"/>
            <a:chOff x="2238181" y="4120624"/>
            <a:chExt cx="346056" cy="345674"/>
          </a:xfrm>
        </p:grpSpPr>
        <p:grpSp>
          <p:nvGrpSpPr>
            <p:cNvPr id="482" name="Google Shape;482;p49"/>
            <p:cNvGrpSpPr/>
            <p:nvPr/>
          </p:nvGrpSpPr>
          <p:grpSpPr>
            <a:xfrm>
              <a:off x="2309155" y="4177413"/>
              <a:ext cx="203862" cy="231903"/>
              <a:chOff x="1512725" y="258500"/>
              <a:chExt cx="4570900" cy="5199625"/>
            </a:xfrm>
          </p:grpSpPr>
          <p:sp>
            <p:nvSpPr>
              <p:cNvPr id="483" name="Google Shape;483;p4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 name="Google Shape;485;p4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49"/>
          <p:cNvSpPr txBox="1">
            <a:spLocks noGrp="1"/>
          </p:cNvSpPr>
          <p:nvPr>
            <p:ph type="subTitle" idx="3"/>
          </p:nvPr>
        </p:nvSpPr>
        <p:spPr>
          <a:xfrm>
            <a:off x="807175" y="535000"/>
            <a:ext cx="1471800" cy="306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Case report_0001</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90"/>
        <p:cNvGrpSpPr/>
        <p:nvPr/>
      </p:nvGrpSpPr>
      <p:grpSpPr>
        <a:xfrm>
          <a:off x="0" y="0"/>
          <a:ext cx="0" cy="0"/>
          <a:chOff x="0" y="0"/>
          <a:chExt cx="0" cy="0"/>
        </a:xfrm>
      </p:grpSpPr>
      <p:sp>
        <p:nvSpPr>
          <p:cNvPr id="491" name="Google Shape;491;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492" name="Google Shape;492;p50"/>
          <p:cNvGrpSpPr/>
          <p:nvPr/>
        </p:nvGrpSpPr>
        <p:grpSpPr>
          <a:xfrm>
            <a:off x="738003" y="1156029"/>
            <a:ext cx="435634" cy="474504"/>
            <a:chOff x="1407753" y="1156029"/>
            <a:chExt cx="435634" cy="474504"/>
          </a:xfrm>
        </p:grpSpPr>
        <p:sp>
          <p:nvSpPr>
            <p:cNvPr id="493" name="Google Shape;493;p50"/>
            <p:cNvSpPr/>
            <p:nvPr/>
          </p:nvSpPr>
          <p:spPr>
            <a:xfrm>
              <a:off x="1614090" y="1211504"/>
              <a:ext cx="229297" cy="419029"/>
            </a:xfrm>
            <a:custGeom>
              <a:avLst/>
              <a:gdLst/>
              <a:ahLst/>
              <a:cxnLst/>
              <a:rect l="l" t="t" r="r" b="b"/>
              <a:pathLst>
                <a:path w="3286" h="6005" extrusionOk="0">
                  <a:moveTo>
                    <a:pt x="2370" y="678"/>
                  </a:moveTo>
                  <a:lnTo>
                    <a:pt x="2370" y="678"/>
                  </a:lnTo>
                  <a:cubicBezTo>
                    <a:pt x="2897" y="837"/>
                    <a:pt x="3086" y="1037"/>
                    <a:pt x="3086" y="1166"/>
                  </a:cubicBezTo>
                  <a:cubicBezTo>
                    <a:pt x="3086" y="1306"/>
                    <a:pt x="2877" y="1465"/>
                    <a:pt x="2529" y="1594"/>
                  </a:cubicBezTo>
                  <a:lnTo>
                    <a:pt x="2529" y="1554"/>
                  </a:lnTo>
                  <a:cubicBezTo>
                    <a:pt x="2529" y="1246"/>
                    <a:pt x="2479" y="957"/>
                    <a:pt x="2370" y="678"/>
                  </a:cubicBezTo>
                  <a:close/>
                  <a:moveTo>
                    <a:pt x="687" y="1704"/>
                  </a:moveTo>
                  <a:lnTo>
                    <a:pt x="717" y="2341"/>
                  </a:lnTo>
                  <a:lnTo>
                    <a:pt x="209" y="2052"/>
                  </a:lnTo>
                  <a:lnTo>
                    <a:pt x="687" y="1704"/>
                  </a:lnTo>
                  <a:close/>
                  <a:moveTo>
                    <a:pt x="1906" y="0"/>
                  </a:moveTo>
                  <a:cubicBezTo>
                    <a:pt x="1883" y="0"/>
                    <a:pt x="1860" y="8"/>
                    <a:pt x="1842" y="21"/>
                  </a:cubicBezTo>
                  <a:cubicBezTo>
                    <a:pt x="1792" y="61"/>
                    <a:pt x="1792" y="121"/>
                    <a:pt x="1822" y="161"/>
                  </a:cubicBezTo>
                  <a:cubicBezTo>
                    <a:pt x="2151" y="549"/>
                    <a:pt x="2330" y="1047"/>
                    <a:pt x="2330" y="1554"/>
                  </a:cubicBezTo>
                  <a:lnTo>
                    <a:pt x="2330" y="1664"/>
                  </a:lnTo>
                  <a:cubicBezTo>
                    <a:pt x="1941" y="1783"/>
                    <a:pt x="1443" y="1873"/>
                    <a:pt x="896" y="1903"/>
                  </a:cubicBezTo>
                  <a:lnTo>
                    <a:pt x="886" y="1694"/>
                  </a:lnTo>
                  <a:cubicBezTo>
                    <a:pt x="876" y="1624"/>
                    <a:pt x="837" y="1554"/>
                    <a:pt x="767" y="1525"/>
                  </a:cubicBezTo>
                  <a:cubicBezTo>
                    <a:pt x="743" y="1513"/>
                    <a:pt x="716" y="1507"/>
                    <a:pt x="689" y="1507"/>
                  </a:cubicBezTo>
                  <a:cubicBezTo>
                    <a:pt x="647" y="1507"/>
                    <a:pt x="604" y="1520"/>
                    <a:pt x="567" y="1545"/>
                  </a:cubicBezTo>
                  <a:lnTo>
                    <a:pt x="90" y="1893"/>
                  </a:lnTo>
                  <a:cubicBezTo>
                    <a:pt x="30" y="1932"/>
                    <a:pt x="1" y="1992"/>
                    <a:pt x="10" y="2062"/>
                  </a:cubicBezTo>
                  <a:cubicBezTo>
                    <a:pt x="10" y="2122"/>
                    <a:pt x="50" y="2191"/>
                    <a:pt x="110" y="2221"/>
                  </a:cubicBezTo>
                  <a:lnTo>
                    <a:pt x="618" y="2510"/>
                  </a:lnTo>
                  <a:cubicBezTo>
                    <a:pt x="652" y="2530"/>
                    <a:pt x="687" y="2540"/>
                    <a:pt x="722" y="2540"/>
                  </a:cubicBezTo>
                  <a:cubicBezTo>
                    <a:pt x="757" y="2540"/>
                    <a:pt x="792" y="2530"/>
                    <a:pt x="826" y="2510"/>
                  </a:cubicBezTo>
                  <a:cubicBezTo>
                    <a:pt x="886" y="2470"/>
                    <a:pt x="916" y="2401"/>
                    <a:pt x="916" y="2331"/>
                  </a:cubicBezTo>
                  <a:lnTo>
                    <a:pt x="906" y="2102"/>
                  </a:lnTo>
                  <a:cubicBezTo>
                    <a:pt x="1443" y="2072"/>
                    <a:pt x="1941" y="1983"/>
                    <a:pt x="2330" y="1873"/>
                  </a:cubicBezTo>
                  <a:lnTo>
                    <a:pt x="2330" y="2530"/>
                  </a:lnTo>
                  <a:cubicBezTo>
                    <a:pt x="2330" y="3058"/>
                    <a:pt x="2140" y="3555"/>
                    <a:pt x="1802" y="3953"/>
                  </a:cubicBezTo>
                  <a:cubicBezTo>
                    <a:pt x="1563" y="4212"/>
                    <a:pt x="1443" y="4560"/>
                    <a:pt x="1443" y="4929"/>
                  </a:cubicBezTo>
                  <a:lnTo>
                    <a:pt x="1443" y="5775"/>
                  </a:lnTo>
                  <a:cubicBezTo>
                    <a:pt x="1443" y="5785"/>
                    <a:pt x="1434" y="5805"/>
                    <a:pt x="1414" y="5805"/>
                  </a:cubicBezTo>
                  <a:lnTo>
                    <a:pt x="567" y="5805"/>
                  </a:lnTo>
                  <a:cubicBezTo>
                    <a:pt x="518" y="5805"/>
                    <a:pt x="468" y="5845"/>
                    <a:pt x="468" y="5904"/>
                  </a:cubicBezTo>
                  <a:cubicBezTo>
                    <a:pt x="468" y="5954"/>
                    <a:pt x="518" y="6004"/>
                    <a:pt x="567" y="6004"/>
                  </a:cubicBezTo>
                  <a:lnTo>
                    <a:pt x="1414" y="6004"/>
                  </a:lnTo>
                  <a:cubicBezTo>
                    <a:pt x="1543" y="6004"/>
                    <a:pt x="1643" y="5894"/>
                    <a:pt x="1643" y="5775"/>
                  </a:cubicBezTo>
                  <a:lnTo>
                    <a:pt x="1643" y="4929"/>
                  </a:lnTo>
                  <a:cubicBezTo>
                    <a:pt x="1643" y="4600"/>
                    <a:pt x="1752" y="4301"/>
                    <a:pt x="1951" y="4082"/>
                  </a:cubicBezTo>
                  <a:cubicBezTo>
                    <a:pt x="2330" y="3655"/>
                    <a:pt x="2529" y="3097"/>
                    <a:pt x="2529" y="2530"/>
                  </a:cubicBezTo>
                  <a:lnTo>
                    <a:pt x="2529" y="1813"/>
                  </a:lnTo>
                  <a:cubicBezTo>
                    <a:pt x="2538" y="1813"/>
                    <a:pt x="2538" y="1803"/>
                    <a:pt x="2549" y="1803"/>
                  </a:cubicBezTo>
                  <a:cubicBezTo>
                    <a:pt x="3027" y="1634"/>
                    <a:pt x="3285" y="1415"/>
                    <a:pt x="3285" y="1166"/>
                  </a:cubicBezTo>
                  <a:cubicBezTo>
                    <a:pt x="3285" y="798"/>
                    <a:pt x="2728" y="569"/>
                    <a:pt x="2250" y="439"/>
                  </a:cubicBezTo>
                  <a:cubicBezTo>
                    <a:pt x="2180" y="300"/>
                    <a:pt x="2080" y="161"/>
                    <a:pt x="1981" y="32"/>
                  </a:cubicBezTo>
                  <a:cubicBezTo>
                    <a:pt x="1960" y="10"/>
                    <a:pt x="1932" y="0"/>
                    <a:pt x="1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50"/>
            <p:cNvSpPr/>
            <p:nvPr/>
          </p:nvSpPr>
          <p:spPr>
            <a:xfrm>
              <a:off x="1407753" y="1156029"/>
              <a:ext cx="323779" cy="474504"/>
            </a:xfrm>
            <a:custGeom>
              <a:avLst/>
              <a:gdLst/>
              <a:ahLst/>
              <a:cxnLst/>
              <a:rect l="l" t="t" r="r" b="b"/>
              <a:pathLst>
                <a:path w="4640" h="6800" extrusionOk="0">
                  <a:moveTo>
                    <a:pt x="967" y="1473"/>
                  </a:moveTo>
                  <a:lnTo>
                    <a:pt x="967" y="1473"/>
                  </a:lnTo>
                  <a:cubicBezTo>
                    <a:pt x="857" y="1742"/>
                    <a:pt x="797" y="2041"/>
                    <a:pt x="797" y="2349"/>
                  </a:cubicBezTo>
                  <a:lnTo>
                    <a:pt x="797" y="2389"/>
                  </a:lnTo>
                  <a:cubicBezTo>
                    <a:pt x="449" y="2260"/>
                    <a:pt x="240" y="2101"/>
                    <a:pt x="240" y="1961"/>
                  </a:cubicBezTo>
                  <a:cubicBezTo>
                    <a:pt x="240" y="1832"/>
                    <a:pt x="439" y="1643"/>
                    <a:pt x="967" y="1473"/>
                  </a:cubicBezTo>
                  <a:close/>
                  <a:moveTo>
                    <a:pt x="3146" y="0"/>
                  </a:moveTo>
                  <a:cubicBezTo>
                    <a:pt x="2250" y="0"/>
                    <a:pt x="1474" y="498"/>
                    <a:pt x="1076" y="1234"/>
                  </a:cubicBezTo>
                  <a:cubicBezTo>
                    <a:pt x="598" y="1364"/>
                    <a:pt x="41" y="1593"/>
                    <a:pt x="41" y="1961"/>
                  </a:cubicBezTo>
                  <a:cubicBezTo>
                    <a:pt x="41" y="2210"/>
                    <a:pt x="299" y="2429"/>
                    <a:pt x="788" y="2598"/>
                  </a:cubicBezTo>
                  <a:lnTo>
                    <a:pt x="797" y="2608"/>
                  </a:lnTo>
                  <a:lnTo>
                    <a:pt x="797" y="2678"/>
                  </a:lnTo>
                  <a:cubicBezTo>
                    <a:pt x="797" y="3016"/>
                    <a:pt x="668" y="3335"/>
                    <a:pt x="429" y="3574"/>
                  </a:cubicBezTo>
                  <a:lnTo>
                    <a:pt x="120" y="3882"/>
                  </a:lnTo>
                  <a:cubicBezTo>
                    <a:pt x="31" y="3972"/>
                    <a:pt x="1" y="4101"/>
                    <a:pt x="51" y="4211"/>
                  </a:cubicBezTo>
                  <a:cubicBezTo>
                    <a:pt x="100" y="4330"/>
                    <a:pt x="210" y="4400"/>
                    <a:pt x="339" y="4400"/>
                  </a:cubicBezTo>
                  <a:lnTo>
                    <a:pt x="777" y="4400"/>
                  </a:lnTo>
                  <a:cubicBezTo>
                    <a:pt x="788" y="4400"/>
                    <a:pt x="797" y="4410"/>
                    <a:pt x="797" y="4420"/>
                  </a:cubicBezTo>
                  <a:lnTo>
                    <a:pt x="797" y="4798"/>
                  </a:lnTo>
                  <a:cubicBezTo>
                    <a:pt x="797" y="5425"/>
                    <a:pt x="1305" y="5933"/>
                    <a:pt x="1932" y="5933"/>
                  </a:cubicBezTo>
                  <a:cubicBezTo>
                    <a:pt x="2101" y="5933"/>
                    <a:pt x="2241" y="6072"/>
                    <a:pt x="2241" y="6242"/>
                  </a:cubicBezTo>
                  <a:lnTo>
                    <a:pt x="2241" y="6570"/>
                  </a:lnTo>
                  <a:cubicBezTo>
                    <a:pt x="2241" y="6699"/>
                    <a:pt x="2340" y="6799"/>
                    <a:pt x="2460" y="6799"/>
                  </a:cubicBezTo>
                  <a:lnTo>
                    <a:pt x="3067" y="6799"/>
                  </a:lnTo>
                  <a:cubicBezTo>
                    <a:pt x="3117" y="6799"/>
                    <a:pt x="3166" y="6749"/>
                    <a:pt x="3166" y="6699"/>
                  </a:cubicBezTo>
                  <a:cubicBezTo>
                    <a:pt x="3166" y="6640"/>
                    <a:pt x="3117" y="6600"/>
                    <a:pt x="3067" y="6600"/>
                  </a:cubicBezTo>
                  <a:lnTo>
                    <a:pt x="2460" y="6600"/>
                  </a:lnTo>
                  <a:cubicBezTo>
                    <a:pt x="2449" y="6600"/>
                    <a:pt x="2440" y="6590"/>
                    <a:pt x="2440" y="6570"/>
                  </a:cubicBezTo>
                  <a:lnTo>
                    <a:pt x="2440" y="6242"/>
                  </a:lnTo>
                  <a:cubicBezTo>
                    <a:pt x="2440" y="5963"/>
                    <a:pt x="2211" y="5734"/>
                    <a:pt x="1932" y="5734"/>
                  </a:cubicBezTo>
                  <a:cubicBezTo>
                    <a:pt x="1414" y="5734"/>
                    <a:pt x="996" y="5315"/>
                    <a:pt x="996" y="4798"/>
                  </a:cubicBezTo>
                  <a:lnTo>
                    <a:pt x="996" y="4420"/>
                  </a:lnTo>
                  <a:cubicBezTo>
                    <a:pt x="996" y="4300"/>
                    <a:pt x="897" y="4201"/>
                    <a:pt x="777" y="4201"/>
                  </a:cubicBezTo>
                  <a:lnTo>
                    <a:pt x="339" y="4201"/>
                  </a:lnTo>
                  <a:cubicBezTo>
                    <a:pt x="270" y="4201"/>
                    <a:pt x="240" y="4151"/>
                    <a:pt x="240" y="4141"/>
                  </a:cubicBezTo>
                  <a:cubicBezTo>
                    <a:pt x="230" y="4121"/>
                    <a:pt x="210" y="4072"/>
                    <a:pt x="260" y="4021"/>
                  </a:cubicBezTo>
                  <a:lnTo>
                    <a:pt x="569" y="3713"/>
                  </a:lnTo>
                  <a:cubicBezTo>
                    <a:pt x="847" y="3435"/>
                    <a:pt x="996" y="3066"/>
                    <a:pt x="996" y="2678"/>
                  </a:cubicBezTo>
                  <a:lnTo>
                    <a:pt x="996" y="2668"/>
                  </a:lnTo>
                  <a:cubicBezTo>
                    <a:pt x="1584" y="2837"/>
                    <a:pt x="2360" y="2907"/>
                    <a:pt x="2500" y="2907"/>
                  </a:cubicBezTo>
                  <a:cubicBezTo>
                    <a:pt x="2549" y="2907"/>
                    <a:pt x="2589" y="2867"/>
                    <a:pt x="2599" y="2807"/>
                  </a:cubicBezTo>
                  <a:cubicBezTo>
                    <a:pt x="2599" y="2758"/>
                    <a:pt x="2559" y="2707"/>
                    <a:pt x="2500" y="2707"/>
                  </a:cubicBezTo>
                  <a:cubicBezTo>
                    <a:pt x="1932" y="2668"/>
                    <a:pt x="1405" y="2588"/>
                    <a:pt x="996" y="2459"/>
                  </a:cubicBezTo>
                  <a:lnTo>
                    <a:pt x="996" y="2349"/>
                  </a:lnTo>
                  <a:cubicBezTo>
                    <a:pt x="996" y="1165"/>
                    <a:pt x="1962" y="199"/>
                    <a:pt x="3146" y="199"/>
                  </a:cubicBezTo>
                  <a:cubicBezTo>
                    <a:pt x="3624" y="199"/>
                    <a:pt x="4082" y="358"/>
                    <a:pt x="4460" y="647"/>
                  </a:cubicBezTo>
                  <a:cubicBezTo>
                    <a:pt x="4482" y="665"/>
                    <a:pt x="4506" y="673"/>
                    <a:pt x="4528" y="673"/>
                  </a:cubicBezTo>
                  <a:cubicBezTo>
                    <a:pt x="4557" y="673"/>
                    <a:pt x="4583" y="660"/>
                    <a:pt x="4600" y="637"/>
                  </a:cubicBezTo>
                  <a:cubicBezTo>
                    <a:pt x="4639" y="588"/>
                    <a:pt x="4630" y="528"/>
                    <a:pt x="4580" y="498"/>
                  </a:cubicBezTo>
                  <a:cubicBezTo>
                    <a:pt x="4172" y="170"/>
                    <a:pt x="3674" y="0"/>
                    <a:pt x="3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 name="Google Shape;495;p50"/>
          <p:cNvGrpSpPr/>
          <p:nvPr/>
        </p:nvGrpSpPr>
        <p:grpSpPr>
          <a:xfrm>
            <a:off x="1424283" y="1155890"/>
            <a:ext cx="391114" cy="473875"/>
            <a:chOff x="2094033" y="1155890"/>
            <a:chExt cx="391114" cy="473875"/>
          </a:xfrm>
        </p:grpSpPr>
        <p:sp>
          <p:nvSpPr>
            <p:cNvPr id="496" name="Google Shape;496;p50"/>
            <p:cNvSpPr/>
            <p:nvPr/>
          </p:nvSpPr>
          <p:spPr>
            <a:xfrm>
              <a:off x="2362125" y="1155890"/>
              <a:ext cx="123022" cy="145352"/>
            </a:xfrm>
            <a:custGeom>
              <a:avLst/>
              <a:gdLst/>
              <a:ahLst/>
              <a:cxnLst/>
              <a:rect l="l" t="t" r="r" b="b"/>
              <a:pathLst>
                <a:path w="1763" h="2083" extrusionOk="0">
                  <a:moveTo>
                    <a:pt x="881" y="200"/>
                  </a:moveTo>
                  <a:cubicBezTo>
                    <a:pt x="893" y="200"/>
                    <a:pt x="904" y="200"/>
                    <a:pt x="916" y="201"/>
                  </a:cubicBezTo>
                  <a:cubicBezTo>
                    <a:pt x="1255" y="221"/>
                    <a:pt x="1524" y="500"/>
                    <a:pt x="1544" y="838"/>
                  </a:cubicBezTo>
                  <a:cubicBezTo>
                    <a:pt x="1564" y="1117"/>
                    <a:pt x="1394" y="1386"/>
                    <a:pt x="1135" y="1495"/>
                  </a:cubicBezTo>
                  <a:cubicBezTo>
                    <a:pt x="1056" y="1535"/>
                    <a:pt x="1006" y="1615"/>
                    <a:pt x="1006" y="1705"/>
                  </a:cubicBezTo>
                  <a:lnTo>
                    <a:pt x="1006" y="1754"/>
                  </a:lnTo>
                  <a:cubicBezTo>
                    <a:pt x="1006" y="1824"/>
                    <a:pt x="947" y="1884"/>
                    <a:pt x="867" y="1884"/>
                  </a:cubicBezTo>
                  <a:cubicBezTo>
                    <a:pt x="797" y="1884"/>
                    <a:pt x="737" y="1824"/>
                    <a:pt x="737" y="1754"/>
                  </a:cubicBezTo>
                  <a:lnTo>
                    <a:pt x="737" y="1705"/>
                  </a:lnTo>
                  <a:cubicBezTo>
                    <a:pt x="737" y="1505"/>
                    <a:pt x="847" y="1326"/>
                    <a:pt x="1026" y="1256"/>
                  </a:cubicBezTo>
                  <a:cubicBezTo>
                    <a:pt x="1185" y="1187"/>
                    <a:pt x="1295" y="1028"/>
                    <a:pt x="1275" y="848"/>
                  </a:cubicBezTo>
                  <a:cubicBezTo>
                    <a:pt x="1265" y="649"/>
                    <a:pt x="1095" y="480"/>
                    <a:pt x="896" y="470"/>
                  </a:cubicBezTo>
                  <a:cubicBezTo>
                    <a:pt x="885" y="469"/>
                    <a:pt x="873" y="469"/>
                    <a:pt x="862" y="469"/>
                  </a:cubicBezTo>
                  <a:cubicBezTo>
                    <a:pt x="639" y="469"/>
                    <a:pt x="458" y="651"/>
                    <a:pt x="458" y="878"/>
                  </a:cubicBezTo>
                  <a:cubicBezTo>
                    <a:pt x="458" y="948"/>
                    <a:pt x="399" y="1008"/>
                    <a:pt x="329" y="1008"/>
                  </a:cubicBezTo>
                  <a:cubicBezTo>
                    <a:pt x="250" y="1008"/>
                    <a:pt x="200" y="948"/>
                    <a:pt x="200" y="878"/>
                  </a:cubicBezTo>
                  <a:cubicBezTo>
                    <a:pt x="200" y="511"/>
                    <a:pt x="499" y="200"/>
                    <a:pt x="881" y="200"/>
                  </a:cubicBezTo>
                  <a:close/>
                  <a:moveTo>
                    <a:pt x="873" y="0"/>
                  </a:moveTo>
                  <a:cubicBezTo>
                    <a:pt x="381" y="0"/>
                    <a:pt x="1" y="398"/>
                    <a:pt x="1" y="878"/>
                  </a:cubicBezTo>
                  <a:cubicBezTo>
                    <a:pt x="1" y="1057"/>
                    <a:pt x="140" y="1207"/>
                    <a:pt x="329" y="1207"/>
                  </a:cubicBezTo>
                  <a:cubicBezTo>
                    <a:pt x="509" y="1207"/>
                    <a:pt x="657" y="1057"/>
                    <a:pt x="657" y="878"/>
                  </a:cubicBezTo>
                  <a:cubicBezTo>
                    <a:pt x="657" y="764"/>
                    <a:pt x="748" y="669"/>
                    <a:pt x="868" y="669"/>
                  </a:cubicBezTo>
                  <a:cubicBezTo>
                    <a:pt x="874" y="669"/>
                    <a:pt x="881" y="669"/>
                    <a:pt x="887" y="669"/>
                  </a:cubicBezTo>
                  <a:cubicBezTo>
                    <a:pt x="986" y="669"/>
                    <a:pt x="1076" y="759"/>
                    <a:pt x="1086" y="858"/>
                  </a:cubicBezTo>
                  <a:cubicBezTo>
                    <a:pt x="1086" y="958"/>
                    <a:pt x="1036" y="1037"/>
                    <a:pt x="956" y="1067"/>
                  </a:cubicBezTo>
                  <a:cubicBezTo>
                    <a:pt x="697" y="1177"/>
                    <a:pt x="538" y="1426"/>
                    <a:pt x="538" y="1705"/>
                  </a:cubicBezTo>
                  <a:lnTo>
                    <a:pt x="538" y="1754"/>
                  </a:lnTo>
                  <a:cubicBezTo>
                    <a:pt x="538" y="1933"/>
                    <a:pt x="688" y="2083"/>
                    <a:pt x="867" y="2083"/>
                  </a:cubicBezTo>
                  <a:cubicBezTo>
                    <a:pt x="1056" y="2083"/>
                    <a:pt x="1205" y="1933"/>
                    <a:pt x="1205" y="1754"/>
                  </a:cubicBezTo>
                  <a:lnTo>
                    <a:pt x="1205" y="1705"/>
                  </a:lnTo>
                  <a:lnTo>
                    <a:pt x="1205" y="1685"/>
                  </a:lnTo>
                  <a:cubicBezTo>
                    <a:pt x="1553" y="1535"/>
                    <a:pt x="1763" y="1196"/>
                    <a:pt x="1743" y="818"/>
                  </a:cubicBezTo>
                  <a:cubicBezTo>
                    <a:pt x="1713" y="380"/>
                    <a:pt x="1365" y="32"/>
                    <a:pt x="927" y="2"/>
                  </a:cubicBezTo>
                  <a:cubicBezTo>
                    <a:pt x="909" y="1"/>
                    <a:pt x="891" y="0"/>
                    <a:pt x="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50"/>
            <p:cNvSpPr/>
            <p:nvPr/>
          </p:nvSpPr>
          <p:spPr>
            <a:xfrm>
              <a:off x="2399666" y="1314219"/>
              <a:ext cx="46613" cy="46055"/>
            </a:xfrm>
            <a:custGeom>
              <a:avLst/>
              <a:gdLst/>
              <a:ahLst/>
              <a:cxnLst/>
              <a:rect l="l" t="t" r="r" b="b"/>
              <a:pathLst>
                <a:path w="668" h="660" extrusionOk="0">
                  <a:moveTo>
                    <a:pt x="338" y="192"/>
                  </a:moveTo>
                  <a:cubicBezTo>
                    <a:pt x="409" y="202"/>
                    <a:pt x="468" y="261"/>
                    <a:pt x="468" y="331"/>
                  </a:cubicBezTo>
                  <a:cubicBezTo>
                    <a:pt x="468" y="401"/>
                    <a:pt x="409" y="460"/>
                    <a:pt x="329" y="460"/>
                  </a:cubicBezTo>
                  <a:cubicBezTo>
                    <a:pt x="259" y="460"/>
                    <a:pt x="199" y="401"/>
                    <a:pt x="199" y="331"/>
                  </a:cubicBezTo>
                  <a:cubicBezTo>
                    <a:pt x="199" y="292"/>
                    <a:pt x="209" y="252"/>
                    <a:pt x="239" y="232"/>
                  </a:cubicBezTo>
                  <a:cubicBezTo>
                    <a:pt x="269" y="212"/>
                    <a:pt x="299" y="192"/>
                    <a:pt x="329" y="192"/>
                  </a:cubicBezTo>
                  <a:close/>
                  <a:moveTo>
                    <a:pt x="325" y="1"/>
                  </a:moveTo>
                  <a:cubicBezTo>
                    <a:pt x="247" y="1"/>
                    <a:pt x="171" y="30"/>
                    <a:pt x="110" y="82"/>
                  </a:cubicBezTo>
                  <a:cubicBezTo>
                    <a:pt x="40" y="142"/>
                    <a:pt x="0" y="232"/>
                    <a:pt x="0" y="331"/>
                  </a:cubicBezTo>
                  <a:cubicBezTo>
                    <a:pt x="0" y="511"/>
                    <a:pt x="150" y="659"/>
                    <a:pt x="329" y="659"/>
                  </a:cubicBezTo>
                  <a:cubicBezTo>
                    <a:pt x="518" y="659"/>
                    <a:pt x="657" y="511"/>
                    <a:pt x="667" y="331"/>
                  </a:cubicBezTo>
                  <a:cubicBezTo>
                    <a:pt x="667" y="162"/>
                    <a:pt x="538" y="13"/>
                    <a:pt x="358" y="3"/>
                  </a:cubicBezTo>
                  <a:cubicBezTo>
                    <a:pt x="347" y="1"/>
                    <a:pt x="336" y="1"/>
                    <a:pt x="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50"/>
            <p:cNvSpPr/>
            <p:nvPr/>
          </p:nvSpPr>
          <p:spPr>
            <a:xfrm>
              <a:off x="2125294" y="1334525"/>
              <a:ext cx="264676" cy="264048"/>
            </a:xfrm>
            <a:custGeom>
              <a:avLst/>
              <a:gdLst/>
              <a:ahLst/>
              <a:cxnLst/>
              <a:rect l="l" t="t" r="r" b="b"/>
              <a:pathLst>
                <a:path w="3793" h="3784" extrusionOk="0">
                  <a:moveTo>
                    <a:pt x="2001" y="200"/>
                  </a:moveTo>
                  <a:cubicBezTo>
                    <a:pt x="2240" y="220"/>
                    <a:pt x="2459" y="279"/>
                    <a:pt x="2658" y="379"/>
                  </a:cubicBezTo>
                  <a:lnTo>
                    <a:pt x="2598" y="498"/>
                  </a:lnTo>
                  <a:cubicBezTo>
                    <a:pt x="2569" y="538"/>
                    <a:pt x="2578" y="598"/>
                    <a:pt x="2628" y="627"/>
                  </a:cubicBezTo>
                  <a:cubicBezTo>
                    <a:pt x="2645" y="637"/>
                    <a:pt x="2663" y="642"/>
                    <a:pt x="2680" y="642"/>
                  </a:cubicBezTo>
                  <a:cubicBezTo>
                    <a:pt x="2715" y="642"/>
                    <a:pt x="2748" y="624"/>
                    <a:pt x="2768" y="598"/>
                  </a:cubicBezTo>
                  <a:lnTo>
                    <a:pt x="2828" y="478"/>
                  </a:lnTo>
                  <a:cubicBezTo>
                    <a:pt x="3027" y="607"/>
                    <a:pt x="3186" y="777"/>
                    <a:pt x="3315" y="966"/>
                  </a:cubicBezTo>
                  <a:lnTo>
                    <a:pt x="3206" y="1025"/>
                  </a:lnTo>
                  <a:cubicBezTo>
                    <a:pt x="3156" y="1056"/>
                    <a:pt x="3136" y="1115"/>
                    <a:pt x="3166" y="1165"/>
                  </a:cubicBezTo>
                  <a:cubicBezTo>
                    <a:pt x="3186" y="1199"/>
                    <a:pt x="3220" y="1214"/>
                    <a:pt x="3252" y="1214"/>
                  </a:cubicBezTo>
                  <a:cubicBezTo>
                    <a:pt x="3268" y="1214"/>
                    <a:pt x="3282" y="1211"/>
                    <a:pt x="3295" y="1205"/>
                  </a:cubicBezTo>
                  <a:lnTo>
                    <a:pt x="3414" y="1135"/>
                  </a:lnTo>
                  <a:cubicBezTo>
                    <a:pt x="3514" y="1334"/>
                    <a:pt x="3574" y="1563"/>
                    <a:pt x="3584" y="1792"/>
                  </a:cubicBezTo>
                  <a:lnTo>
                    <a:pt x="3454" y="1792"/>
                  </a:lnTo>
                  <a:cubicBezTo>
                    <a:pt x="3405" y="1792"/>
                    <a:pt x="3355" y="1842"/>
                    <a:pt x="3355" y="1892"/>
                  </a:cubicBezTo>
                  <a:cubicBezTo>
                    <a:pt x="3355" y="1952"/>
                    <a:pt x="3405" y="1991"/>
                    <a:pt x="3454" y="1991"/>
                  </a:cubicBezTo>
                  <a:lnTo>
                    <a:pt x="3584" y="1991"/>
                  </a:lnTo>
                  <a:cubicBezTo>
                    <a:pt x="3574" y="2230"/>
                    <a:pt x="3514" y="2449"/>
                    <a:pt x="3414" y="2658"/>
                  </a:cubicBezTo>
                  <a:lnTo>
                    <a:pt x="3295" y="2589"/>
                  </a:lnTo>
                  <a:cubicBezTo>
                    <a:pt x="3282" y="2579"/>
                    <a:pt x="3266" y="2574"/>
                    <a:pt x="3250" y="2574"/>
                  </a:cubicBezTo>
                  <a:cubicBezTo>
                    <a:pt x="3216" y="2574"/>
                    <a:pt x="3179" y="2594"/>
                    <a:pt x="3166" y="2628"/>
                  </a:cubicBezTo>
                  <a:cubicBezTo>
                    <a:pt x="3136" y="2678"/>
                    <a:pt x="3156" y="2738"/>
                    <a:pt x="3195" y="2757"/>
                  </a:cubicBezTo>
                  <a:lnTo>
                    <a:pt x="3315" y="2828"/>
                  </a:lnTo>
                  <a:cubicBezTo>
                    <a:pt x="3186" y="3016"/>
                    <a:pt x="3016" y="3186"/>
                    <a:pt x="2828" y="3305"/>
                  </a:cubicBezTo>
                  <a:lnTo>
                    <a:pt x="2768" y="3195"/>
                  </a:lnTo>
                  <a:cubicBezTo>
                    <a:pt x="2747" y="3162"/>
                    <a:pt x="2712" y="3146"/>
                    <a:pt x="2677" y="3146"/>
                  </a:cubicBezTo>
                  <a:cubicBezTo>
                    <a:pt x="2661" y="3146"/>
                    <a:pt x="2644" y="3149"/>
                    <a:pt x="2628" y="3156"/>
                  </a:cubicBezTo>
                  <a:cubicBezTo>
                    <a:pt x="2578" y="3186"/>
                    <a:pt x="2558" y="3246"/>
                    <a:pt x="2589" y="3295"/>
                  </a:cubicBezTo>
                  <a:lnTo>
                    <a:pt x="2658" y="3405"/>
                  </a:lnTo>
                  <a:cubicBezTo>
                    <a:pt x="2459" y="3504"/>
                    <a:pt x="2230" y="3574"/>
                    <a:pt x="1991" y="3584"/>
                  </a:cubicBezTo>
                  <a:lnTo>
                    <a:pt x="1991" y="3454"/>
                  </a:lnTo>
                  <a:cubicBezTo>
                    <a:pt x="1991" y="3395"/>
                    <a:pt x="1952" y="3355"/>
                    <a:pt x="1892" y="3355"/>
                  </a:cubicBezTo>
                  <a:cubicBezTo>
                    <a:pt x="1842" y="3355"/>
                    <a:pt x="1792" y="3395"/>
                    <a:pt x="1792" y="3454"/>
                  </a:cubicBezTo>
                  <a:lnTo>
                    <a:pt x="1792" y="3584"/>
                  </a:lnTo>
                  <a:cubicBezTo>
                    <a:pt x="1563" y="3574"/>
                    <a:pt x="1334" y="3504"/>
                    <a:pt x="1135" y="3405"/>
                  </a:cubicBezTo>
                  <a:lnTo>
                    <a:pt x="1205" y="3295"/>
                  </a:lnTo>
                  <a:cubicBezTo>
                    <a:pt x="1235" y="3246"/>
                    <a:pt x="1215" y="3186"/>
                    <a:pt x="1165" y="3156"/>
                  </a:cubicBezTo>
                  <a:cubicBezTo>
                    <a:pt x="1149" y="3146"/>
                    <a:pt x="1132" y="3142"/>
                    <a:pt x="1116" y="3142"/>
                  </a:cubicBezTo>
                  <a:cubicBezTo>
                    <a:pt x="1080" y="3142"/>
                    <a:pt x="1046" y="3162"/>
                    <a:pt x="1025" y="3195"/>
                  </a:cubicBezTo>
                  <a:lnTo>
                    <a:pt x="966" y="3305"/>
                  </a:lnTo>
                  <a:cubicBezTo>
                    <a:pt x="777" y="3176"/>
                    <a:pt x="607" y="3016"/>
                    <a:pt x="488" y="2828"/>
                  </a:cubicBezTo>
                  <a:lnTo>
                    <a:pt x="598" y="2757"/>
                  </a:lnTo>
                  <a:cubicBezTo>
                    <a:pt x="647" y="2728"/>
                    <a:pt x="658" y="2668"/>
                    <a:pt x="627" y="2618"/>
                  </a:cubicBezTo>
                  <a:cubicBezTo>
                    <a:pt x="614" y="2592"/>
                    <a:pt x="583" y="2574"/>
                    <a:pt x="550" y="2574"/>
                  </a:cubicBezTo>
                  <a:cubicBezTo>
                    <a:pt x="533" y="2574"/>
                    <a:pt x="515" y="2578"/>
                    <a:pt x="498" y="2589"/>
                  </a:cubicBezTo>
                  <a:lnTo>
                    <a:pt x="388" y="2648"/>
                  </a:lnTo>
                  <a:cubicBezTo>
                    <a:pt x="279" y="2449"/>
                    <a:pt x="220" y="2230"/>
                    <a:pt x="209" y="1991"/>
                  </a:cubicBezTo>
                  <a:lnTo>
                    <a:pt x="339" y="1991"/>
                  </a:lnTo>
                  <a:cubicBezTo>
                    <a:pt x="388" y="1991"/>
                    <a:pt x="439" y="1952"/>
                    <a:pt x="439" y="1892"/>
                  </a:cubicBezTo>
                  <a:cubicBezTo>
                    <a:pt x="439" y="1842"/>
                    <a:pt x="388" y="1792"/>
                    <a:pt x="339" y="1792"/>
                  </a:cubicBezTo>
                  <a:lnTo>
                    <a:pt x="209" y="1792"/>
                  </a:lnTo>
                  <a:cubicBezTo>
                    <a:pt x="220" y="1553"/>
                    <a:pt x="289" y="1334"/>
                    <a:pt x="388" y="1135"/>
                  </a:cubicBezTo>
                  <a:lnTo>
                    <a:pt x="498" y="1195"/>
                  </a:lnTo>
                  <a:cubicBezTo>
                    <a:pt x="515" y="1205"/>
                    <a:pt x="532" y="1209"/>
                    <a:pt x="549" y="1209"/>
                  </a:cubicBezTo>
                  <a:cubicBezTo>
                    <a:pt x="584" y="1209"/>
                    <a:pt x="617" y="1191"/>
                    <a:pt x="638" y="1165"/>
                  </a:cubicBezTo>
                  <a:cubicBezTo>
                    <a:pt x="658" y="1115"/>
                    <a:pt x="647" y="1056"/>
                    <a:pt x="598" y="1025"/>
                  </a:cubicBezTo>
                  <a:lnTo>
                    <a:pt x="488" y="966"/>
                  </a:lnTo>
                  <a:cubicBezTo>
                    <a:pt x="618" y="767"/>
                    <a:pt x="777" y="607"/>
                    <a:pt x="966" y="478"/>
                  </a:cubicBezTo>
                  <a:lnTo>
                    <a:pt x="1036" y="587"/>
                  </a:lnTo>
                  <a:cubicBezTo>
                    <a:pt x="1056" y="621"/>
                    <a:pt x="1090" y="642"/>
                    <a:pt x="1122" y="642"/>
                  </a:cubicBezTo>
                  <a:cubicBezTo>
                    <a:pt x="1137" y="642"/>
                    <a:pt x="1152" y="637"/>
                    <a:pt x="1165" y="627"/>
                  </a:cubicBezTo>
                  <a:cubicBezTo>
                    <a:pt x="1215" y="598"/>
                    <a:pt x="1235" y="538"/>
                    <a:pt x="1205" y="488"/>
                  </a:cubicBezTo>
                  <a:lnTo>
                    <a:pt x="1145" y="379"/>
                  </a:lnTo>
                  <a:cubicBezTo>
                    <a:pt x="1344" y="279"/>
                    <a:pt x="1563" y="220"/>
                    <a:pt x="1802" y="200"/>
                  </a:cubicBezTo>
                  <a:lnTo>
                    <a:pt x="1802" y="329"/>
                  </a:lnTo>
                  <a:cubicBezTo>
                    <a:pt x="1802" y="388"/>
                    <a:pt x="1842" y="428"/>
                    <a:pt x="1901" y="428"/>
                  </a:cubicBezTo>
                  <a:cubicBezTo>
                    <a:pt x="1952" y="428"/>
                    <a:pt x="2001" y="388"/>
                    <a:pt x="2001" y="329"/>
                  </a:cubicBezTo>
                  <a:lnTo>
                    <a:pt x="2001" y="200"/>
                  </a:lnTo>
                  <a:close/>
                  <a:moveTo>
                    <a:pt x="1901" y="1"/>
                  </a:moveTo>
                  <a:cubicBezTo>
                    <a:pt x="857" y="1"/>
                    <a:pt x="10" y="846"/>
                    <a:pt x="10" y="1892"/>
                  </a:cubicBezTo>
                  <a:cubicBezTo>
                    <a:pt x="1" y="2937"/>
                    <a:pt x="857" y="3783"/>
                    <a:pt x="1892" y="3783"/>
                  </a:cubicBezTo>
                  <a:cubicBezTo>
                    <a:pt x="2937" y="3783"/>
                    <a:pt x="3793" y="2937"/>
                    <a:pt x="3793" y="1892"/>
                  </a:cubicBezTo>
                  <a:cubicBezTo>
                    <a:pt x="3793" y="857"/>
                    <a:pt x="2947" y="1"/>
                    <a:pt x="1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50"/>
            <p:cNvSpPr/>
            <p:nvPr/>
          </p:nvSpPr>
          <p:spPr>
            <a:xfrm>
              <a:off x="2184327" y="1377578"/>
              <a:ext cx="98669" cy="114649"/>
            </a:xfrm>
            <a:custGeom>
              <a:avLst/>
              <a:gdLst/>
              <a:ahLst/>
              <a:cxnLst/>
              <a:rect l="l" t="t" r="r" b="b"/>
              <a:pathLst>
                <a:path w="1414" h="1643" extrusionOk="0">
                  <a:moveTo>
                    <a:pt x="1055" y="1116"/>
                  </a:moveTo>
                  <a:cubicBezTo>
                    <a:pt x="1145" y="1116"/>
                    <a:pt x="1215" y="1185"/>
                    <a:pt x="1215" y="1275"/>
                  </a:cubicBezTo>
                  <a:cubicBezTo>
                    <a:pt x="1215" y="1364"/>
                    <a:pt x="1145" y="1444"/>
                    <a:pt x="1055" y="1444"/>
                  </a:cubicBezTo>
                  <a:cubicBezTo>
                    <a:pt x="956" y="1444"/>
                    <a:pt x="887" y="1364"/>
                    <a:pt x="887" y="1275"/>
                  </a:cubicBezTo>
                  <a:cubicBezTo>
                    <a:pt x="887" y="1185"/>
                    <a:pt x="956" y="1116"/>
                    <a:pt x="1055" y="1116"/>
                  </a:cubicBezTo>
                  <a:close/>
                  <a:moveTo>
                    <a:pt x="1055" y="1"/>
                  </a:moveTo>
                  <a:cubicBezTo>
                    <a:pt x="996" y="1"/>
                    <a:pt x="956" y="50"/>
                    <a:pt x="956" y="100"/>
                  </a:cubicBezTo>
                  <a:lnTo>
                    <a:pt x="956" y="926"/>
                  </a:lnTo>
                  <a:cubicBezTo>
                    <a:pt x="827" y="956"/>
                    <a:pt x="737" y="1056"/>
                    <a:pt x="697" y="1175"/>
                  </a:cubicBezTo>
                  <a:lnTo>
                    <a:pt x="100" y="1175"/>
                  </a:lnTo>
                  <a:cubicBezTo>
                    <a:pt x="50" y="1175"/>
                    <a:pt x="0" y="1225"/>
                    <a:pt x="0" y="1275"/>
                  </a:cubicBezTo>
                  <a:cubicBezTo>
                    <a:pt x="0" y="1335"/>
                    <a:pt x="50" y="1374"/>
                    <a:pt x="100" y="1374"/>
                  </a:cubicBezTo>
                  <a:lnTo>
                    <a:pt x="697" y="1374"/>
                  </a:lnTo>
                  <a:cubicBezTo>
                    <a:pt x="747" y="1534"/>
                    <a:pt x="887" y="1643"/>
                    <a:pt x="1055" y="1643"/>
                  </a:cubicBezTo>
                  <a:cubicBezTo>
                    <a:pt x="1255" y="1643"/>
                    <a:pt x="1414" y="1474"/>
                    <a:pt x="1414" y="1275"/>
                  </a:cubicBezTo>
                  <a:cubicBezTo>
                    <a:pt x="1414" y="1105"/>
                    <a:pt x="1305" y="966"/>
                    <a:pt x="1155" y="926"/>
                  </a:cubicBezTo>
                  <a:lnTo>
                    <a:pt x="1155" y="100"/>
                  </a:lnTo>
                  <a:cubicBezTo>
                    <a:pt x="1155" y="50"/>
                    <a:pt x="1106" y="1"/>
                    <a:pt x="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50"/>
            <p:cNvSpPr/>
            <p:nvPr/>
          </p:nvSpPr>
          <p:spPr>
            <a:xfrm>
              <a:off x="2267015" y="1303961"/>
              <a:ext cx="153516" cy="153586"/>
            </a:xfrm>
            <a:custGeom>
              <a:avLst/>
              <a:gdLst/>
              <a:ahLst/>
              <a:cxnLst/>
              <a:rect l="l" t="t" r="r" b="b"/>
              <a:pathLst>
                <a:path w="2200" h="2201" extrusionOk="0">
                  <a:moveTo>
                    <a:pt x="109" y="1"/>
                  </a:moveTo>
                  <a:cubicBezTo>
                    <a:pt x="60" y="1"/>
                    <a:pt x="10" y="40"/>
                    <a:pt x="0" y="90"/>
                  </a:cubicBezTo>
                  <a:cubicBezTo>
                    <a:pt x="0" y="150"/>
                    <a:pt x="40" y="200"/>
                    <a:pt x="89" y="200"/>
                  </a:cubicBezTo>
                  <a:cubicBezTo>
                    <a:pt x="1095" y="309"/>
                    <a:pt x="1891" y="1105"/>
                    <a:pt x="2001" y="2111"/>
                  </a:cubicBezTo>
                  <a:cubicBezTo>
                    <a:pt x="2001" y="2160"/>
                    <a:pt x="2051" y="2200"/>
                    <a:pt x="2100" y="2200"/>
                  </a:cubicBezTo>
                  <a:lnTo>
                    <a:pt x="2110" y="2200"/>
                  </a:lnTo>
                  <a:cubicBezTo>
                    <a:pt x="2160" y="2200"/>
                    <a:pt x="2200" y="2151"/>
                    <a:pt x="2200" y="2091"/>
                  </a:cubicBezTo>
                  <a:cubicBezTo>
                    <a:pt x="2140" y="1563"/>
                    <a:pt x="1901" y="1056"/>
                    <a:pt x="1523" y="677"/>
                  </a:cubicBezTo>
                  <a:cubicBezTo>
                    <a:pt x="1145" y="299"/>
                    <a:pt x="647" y="60"/>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50"/>
            <p:cNvSpPr/>
            <p:nvPr/>
          </p:nvSpPr>
          <p:spPr>
            <a:xfrm>
              <a:off x="2094033" y="1303961"/>
              <a:ext cx="326501" cy="325803"/>
            </a:xfrm>
            <a:custGeom>
              <a:avLst/>
              <a:gdLst/>
              <a:ahLst/>
              <a:cxnLst/>
              <a:rect l="l" t="t" r="r" b="b"/>
              <a:pathLst>
                <a:path w="4679" h="4669" extrusionOk="0">
                  <a:moveTo>
                    <a:pt x="2111" y="1"/>
                  </a:moveTo>
                  <a:cubicBezTo>
                    <a:pt x="1533" y="60"/>
                    <a:pt x="1006" y="329"/>
                    <a:pt x="617" y="757"/>
                  </a:cubicBezTo>
                  <a:cubicBezTo>
                    <a:pt x="219" y="1185"/>
                    <a:pt x="11" y="1742"/>
                    <a:pt x="0" y="2330"/>
                  </a:cubicBezTo>
                  <a:cubicBezTo>
                    <a:pt x="0" y="3624"/>
                    <a:pt x="1055" y="4669"/>
                    <a:pt x="2340" y="4669"/>
                  </a:cubicBezTo>
                  <a:cubicBezTo>
                    <a:pt x="2927" y="4669"/>
                    <a:pt x="3484" y="4460"/>
                    <a:pt x="3922" y="4071"/>
                  </a:cubicBezTo>
                  <a:cubicBezTo>
                    <a:pt x="4351" y="3684"/>
                    <a:pt x="4619" y="3146"/>
                    <a:pt x="4679" y="2578"/>
                  </a:cubicBezTo>
                  <a:cubicBezTo>
                    <a:pt x="4679" y="2519"/>
                    <a:pt x="4639" y="2469"/>
                    <a:pt x="4589" y="2469"/>
                  </a:cubicBezTo>
                  <a:cubicBezTo>
                    <a:pt x="4583" y="2468"/>
                    <a:pt x="4577" y="2468"/>
                    <a:pt x="4571" y="2468"/>
                  </a:cubicBezTo>
                  <a:cubicBezTo>
                    <a:pt x="4520" y="2468"/>
                    <a:pt x="4480" y="2505"/>
                    <a:pt x="4480" y="2558"/>
                  </a:cubicBezTo>
                  <a:cubicBezTo>
                    <a:pt x="4361" y="3647"/>
                    <a:pt x="3456" y="4470"/>
                    <a:pt x="2360" y="4470"/>
                  </a:cubicBezTo>
                  <a:cubicBezTo>
                    <a:pt x="2354" y="4470"/>
                    <a:pt x="2347" y="4470"/>
                    <a:pt x="2340" y="4470"/>
                  </a:cubicBezTo>
                  <a:cubicBezTo>
                    <a:pt x="1165" y="4470"/>
                    <a:pt x="199" y="3514"/>
                    <a:pt x="199" y="2330"/>
                  </a:cubicBezTo>
                  <a:cubicBezTo>
                    <a:pt x="210" y="1225"/>
                    <a:pt x="1036" y="309"/>
                    <a:pt x="2130" y="200"/>
                  </a:cubicBezTo>
                  <a:cubicBezTo>
                    <a:pt x="2181" y="200"/>
                    <a:pt x="2220" y="150"/>
                    <a:pt x="2220" y="90"/>
                  </a:cubicBezTo>
                  <a:cubicBezTo>
                    <a:pt x="2210" y="40"/>
                    <a:pt x="2161" y="1"/>
                    <a:pt x="2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 name="Google Shape;502;p50"/>
          <p:cNvGrpSpPr/>
          <p:nvPr/>
        </p:nvGrpSpPr>
        <p:grpSpPr>
          <a:xfrm>
            <a:off x="2024385" y="1176684"/>
            <a:ext cx="490411" cy="432844"/>
            <a:chOff x="2694135" y="1176684"/>
            <a:chExt cx="490411" cy="432844"/>
          </a:xfrm>
        </p:grpSpPr>
        <p:sp>
          <p:nvSpPr>
            <p:cNvPr id="503" name="Google Shape;503;p50"/>
            <p:cNvSpPr/>
            <p:nvPr/>
          </p:nvSpPr>
          <p:spPr>
            <a:xfrm>
              <a:off x="2694135" y="1276119"/>
              <a:ext cx="279260" cy="333409"/>
            </a:xfrm>
            <a:custGeom>
              <a:avLst/>
              <a:gdLst/>
              <a:ahLst/>
              <a:cxnLst/>
              <a:rect l="l" t="t" r="r" b="b"/>
              <a:pathLst>
                <a:path w="4002" h="4778" extrusionOk="0">
                  <a:moveTo>
                    <a:pt x="3485" y="1092"/>
                  </a:moveTo>
                  <a:cubicBezTo>
                    <a:pt x="3494" y="1092"/>
                    <a:pt x="3504" y="1099"/>
                    <a:pt x="3504" y="1106"/>
                  </a:cubicBezTo>
                  <a:lnTo>
                    <a:pt x="3614" y="1305"/>
                  </a:lnTo>
                  <a:cubicBezTo>
                    <a:pt x="3624" y="1315"/>
                    <a:pt x="3614" y="1325"/>
                    <a:pt x="3604" y="1335"/>
                  </a:cubicBezTo>
                  <a:lnTo>
                    <a:pt x="3335" y="1475"/>
                  </a:lnTo>
                  <a:lnTo>
                    <a:pt x="3216" y="1236"/>
                  </a:lnTo>
                  <a:lnTo>
                    <a:pt x="3475" y="1096"/>
                  </a:lnTo>
                  <a:cubicBezTo>
                    <a:pt x="3478" y="1093"/>
                    <a:pt x="3481" y="1092"/>
                    <a:pt x="3485" y="1092"/>
                  </a:cubicBezTo>
                  <a:close/>
                  <a:moveTo>
                    <a:pt x="2221" y="798"/>
                  </a:moveTo>
                  <a:cubicBezTo>
                    <a:pt x="2230" y="807"/>
                    <a:pt x="3136" y="2510"/>
                    <a:pt x="3156" y="2550"/>
                  </a:cubicBezTo>
                  <a:cubicBezTo>
                    <a:pt x="3057" y="2537"/>
                    <a:pt x="2957" y="2530"/>
                    <a:pt x="2858" y="2530"/>
                  </a:cubicBezTo>
                  <a:cubicBezTo>
                    <a:pt x="2501" y="2530"/>
                    <a:pt x="2150" y="2613"/>
                    <a:pt x="1822" y="2769"/>
                  </a:cubicBezTo>
                  <a:lnTo>
                    <a:pt x="1295" y="1783"/>
                  </a:lnTo>
                  <a:cubicBezTo>
                    <a:pt x="1693" y="1554"/>
                    <a:pt x="2011" y="1205"/>
                    <a:pt x="2221" y="798"/>
                  </a:cubicBezTo>
                  <a:close/>
                  <a:moveTo>
                    <a:pt x="1115" y="1882"/>
                  </a:moveTo>
                  <a:cubicBezTo>
                    <a:pt x="1185" y="2002"/>
                    <a:pt x="1584" y="2738"/>
                    <a:pt x="1643" y="2868"/>
                  </a:cubicBezTo>
                  <a:cubicBezTo>
                    <a:pt x="1573" y="2908"/>
                    <a:pt x="1743" y="2808"/>
                    <a:pt x="916" y="3256"/>
                  </a:cubicBezTo>
                  <a:cubicBezTo>
                    <a:pt x="879" y="3275"/>
                    <a:pt x="839" y="3283"/>
                    <a:pt x="800" y="3283"/>
                  </a:cubicBezTo>
                  <a:cubicBezTo>
                    <a:pt x="713" y="3283"/>
                    <a:pt x="629" y="3239"/>
                    <a:pt x="588" y="3156"/>
                  </a:cubicBezTo>
                  <a:lnTo>
                    <a:pt x="290" y="2609"/>
                  </a:lnTo>
                  <a:cubicBezTo>
                    <a:pt x="230" y="2480"/>
                    <a:pt x="270" y="2331"/>
                    <a:pt x="389" y="2271"/>
                  </a:cubicBezTo>
                  <a:lnTo>
                    <a:pt x="1115" y="1882"/>
                  </a:lnTo>
                  <a:close/>
                  <a:moveTo>
                    <a:pt x="1743" y="3037"/>
                  </a:moveTo>
                  <a:lnTo>
                    <a:pt x="1842" y="3236"/>
                  </a:lnTo>
                  <a:cubicBezTo>
                    <a:pt x="1872" y="3286"/>
                    <a:pt x="1852" y="3346"/>
                    <a:pt x="1803" y="3375"/>
                  </a:cubicBezTo>
                  <a:lnTo>
                    <a:pt x="1673" y="3446"/>
                  </a:lnTo>
                  <a:cubicBezTo>
                    <a:pt x="1533" y="3196"/>
                    <a:pt x="1573" y="3266"/>
                    <a:pt x="1513" y="3156"/>
                  </a:cubicBezTo>
                  <a:lnTo>
                    <a:pt x="1743" y="3037"/>
                  </a:lnTo>
                  <a:close/>
                  <a:moveTo>
                    <a:pt x="1345" y="3256"/>
                  </a:moveTo>
                  <a:lnTo>
                    <a:pt x="1544" y="3625"/>
                  </a:lnTo>
                  <a:cubicBezTo>
                    <a:pt x="1553" y="3645"/>
                    <a:pt x="1564" y="3654"/>
                    <a:pt x="1573" y="3665"/>
                  </a:cubicBezTo>
                  <a:lnTo>
                    <a:pt x="2031" y="3943"/>
                  </a:lnTo>
                  <a:lnTo>
                    <a:pt x="1862" y="4202"/>
                  </a:lnTo>
                  <a:lnTo>
                    <a:pt x="1365" y="3893"/>
                  </a:lnTo>
                  <a:cubicBezTo>
                    <a:pt x="1334" y="3873"/>
                    <a:pt x="1314" y="3853"/>
                    <a:pt x="1305" y="3833"/>
                  </a:cubicBezTo>
                  <a:lnTo>
                    <a:pt x="1076" y="3395"/>
                  </a:lnTo>
                  <a:lnTo>
                    <a:pt x="1314" y="3266"/>
                  </a:lnTo>
                  <a:lnTo>
                    <a:pt x="1345" y="3256"/>
                  </a:lnTo>
                  <a:close/>
                  <a:moveTo>
                    <a:pt x="2201" y="4052"/>
                  </a:moveTo>
                  <a:lnTo>
                    <a:pt x="2599" y="4291"/>
                  </a:lnTo>
                  <a:cubicBezTo>
                    <a:pt x="2668" y="4341"/>
                    <a:pt x="2688" y="4431"/>
                    <a:pt x="2648" y="4501"/>
                  </a:cubicBezTo>
                  <a:cubicBezTo>
                    <a:pt x="2623" y="4551"/>
                    <a:pt x="2574" y="4577"/>
                    <a:pt x="2524" y="4577"/>
                  </a:cubicBezTo>
                  <a:cubicBezTo>
                    <a:pt x="2495" y="4577"/>
                    <a:pt x="2465" y="4569"/>
                    <a:pt x="2440" y="4550"/>
                  </a:cubicBezTo>
                  <a:lnTo>
                    <a:pt x="2031" y="4302"/>
                  </a:lnTo>
                  <a:lnTo>
                    <a:pt x="2201" y="4052"/>
                  </a:lnTo>
                  <a:close/>
                  <a:moveTo>
                    <a:pt x="2414" y="1"/>
                  </a:moveTo>
                  <a:cubicBezTo>
                    <a:pt x="2373" y="1"/>
                    <a:pt x="2332" y="12"/>
                    <a:pt x="2300" y="31"/>
                  </a:cubicBezTo>
                  <a:lnTo>
                    <a:pt x="2121" y="121"/>
                  </a:lnTo>
                  <a:cubicBezTo>
                    <a:pt x="2071" y="150"/>
                    <a:pt x="2031" y="201"/>
                    <a:pt x="2011" y="260"/>
                  </a:cubicBezTo>
                  <a:cubicBezTo>
                    <a:pt x="1991" y="320"/>
                    <a:pt x="2002" y="389"/>
                    <a:pt x="2031" y="439"/>
                  </a:cubicBezTo>
                  <a:lnTo>
                    <a:pt x="2101" y="579"/>
                  </a:lnTo>
                  <a:cubicBezTo>
                    <a:pt x="1902" y="1037"/>
                    <a:pt x="1553" y="1415"/>
                    <a:pt x="1115" y="1654"/>
                  </a:cubicBezTo>
                  <a:lnTo>
                    <a:pt x="299" y="2092"/>
                  </a:lnTo>
                  <a:cubicBezTo>
                    <a:pt x="80" y="2211"/>
                    <a:pt x="0" y="2480"/>
                    <a:pt x="120" y="2699"/>
                  </a:cubicBezTo>
                  <a:lnTo>
                    <a:pt x="409" y="3246"/>
                  </a:lnTo>
                  <a:cubicBezTo>
                    <a:pt x="489" y="3395"/>
                    <a:pt x="648" y="3485"/>
                    <a:pt x="807" y="3485"/>
                  </a:cubicBezTo>
                  <a:cubicBezTo>
                    <a:pt x="837" y="3485"/>
                    <a:pt x="857" y="3475"/>
                    <a:pt x="887" y="3475"/>
                  </a:cubicBezTo>
                  <a:lnTo>
                    <a:pt x="1135" y="3923"/>
                  </a:lnTo>
                  <a:cubicBezTo>
                    <a:pt x="1155" y="3983"/>
                    <a:pt x="1205" y="4023"/>
                    <a:pt x="1255" y="4063"/>
                  </a:cubicBezTo>
                  <a:lnTo>
                    <a:pt x="1842" y="4421"/>
                  </a:lnTo>
                  <a:lnTo>
                    <a:pt x="2330" y="4720"/>
                  </a:lnTo>
                  <a:cubicBezTo>
                    <a:pt x="2391" y="4759"/>
                    <a:pt x="2458" y="4778"/>
                    <a:pt x="2524" y="4778"/>
                  </a:cubicBezTo>
                  <a:cubicBezTo>
                    <a:pt x="2641" y="4778"/>
                    <a:pt x="2754" y="4718"/>
                    <a:pt x="2818" y="4610"/>
                  </a:cubicBezTo>
                  <a:cubicBezTo>
                    <a:pt x="2917" y="4441"/>
                    <a:pt x="2867" y="4232"/>
                    <a:pt x="2698" y="4122"/>
                  </a:cubicBezTo>
                  <a:lnTo>
                    <a:pt x="2221" y="3833"/>
                  </a:lnTo>
                  <a:lnTo>
                    <a:pt x="1832" y="3585"/>
                  </a:lnTo>
                  <a:lnTo>
                    <a:pt x="1892" y="3555"/>
                  </a:lnTo>
                  <a:cubicBezTo>
                    <a:pt x="2041" y="3475"/>
                    <a:pt x="2101" y="3286"/>
                    <a:pt x="2022" y="3137"/>
                  </a:cubicBezTo>
                  <a:lnTo>
                    <a:pt x="1912" y="2948"/>
                  </a:lnTo>
                  <a:cubicBezTo>
                    <a:pt x="2216" y="2806"/>
                    <a:pt x="2546" y="2730"/>
                    <a:pt x="2875" y="2730"/>
                  </a:cubicBezTo>
                  <a:cubicBezTo>
                    <a:pt x="3009" y="2730"/>
                    <a:pt x="3143" y="2743"/>
                    <a:pt x="3276" y="2769"/>
                  </a:cubicBezTo>
                  <a:lnTo>
                    <a:pt x="3345" y="2898"/>
                  </a:lnTo>
                  <a:cubicBezTo>
                    <a:pt x="3386" y="2980"/>
                    <a:pt x="3470" y="3025"/>
                    <a:pt x="3554" y="3025"/>
                  </a:cubicBezTo>
                  <a:cubicBezTo>
                    <a:pt x="3592" y="3025"/>
                    <a:pt x="3630" y="3016"/>
                    <a:pt x="3664" y="2997"/>
                  </a:cubicBezTo>
                  <a:lnTo>
                    <a:pt x="3843" y="2898"/>
                  </a:lnTo>
                  <a:cubicBezTo>
                    <a:pt x="3953" y="2838"/>
                    <a:pt x="4002" y="2699"/>
                    <a:pt x="3933" y="2579"/>
                  </a:cubicBezTo>
                  <a:lnTo>
                    <a:pt x="3435" y="1643"/>
                  </a:lnTo>
                  <a:lnTo>
                    <a:pt x="3703" y="1504"/>
                  </a:lnTo>
                  <a:cubicBezTo>
                    <a:pt x="3803" y="1444"/>
                    <a:pt x="3843" y="1315"/>
                    <a:pt x="3793" y="1205"/>
                  </a:cubicBezTo>
                  <a:lnTo>
                    <a:pt x="3683" y="1006"/>
                  </a:lnTo>
                  <a:cubicBezTo>
                    <a:pt x="3643" y="932"/>
                    <a:pt x="3569" y="889"/>
                    <a:pt x="3492" y="889"/>
                  </a:cubicBezTo>
                  <a:cubicBezTo>
                    <a:pt x="3456" y="889"/>
                    <a:pt x="3419" y="898"/>
                    <a:pt x="3385" y="917"/>
                  </a:cubicBezTo>
                  <a:lnTo>
                    <a:pt x="3116" y="1057"/>
                  </a:lnTo>
                  <a:lnTo>
                    <a:pt x="2997" y="838"/>
                  </a:lnTo>
                  <a:cubicBezTo>
                    <a:pt x="2984" y="804"/>
                    <a:pt x="2952" y="783"/>
                    <a:pt x="2917" y="783"/>
                  </a:cubicBezTo>
                  <a:cubicBezTo>
                    <a:pt x="2901" y="783"/>
                    <a:pt x="2883" y="788"/>
                    <a:pt x="2867" y="798"/>
                  </a:cubicBezTo>
                  <a:cubicBezTo>
                    <a:pt x="2818" y="827"/>
                    <a:pt x="2798" y="887"/>
                    <a:pt x="2827" y="937"/>
                  </a:cubicBezTo>
                  <a:cubicBezTo>
                    <a:pt x="2917" y="1106"/>
                    <a:pt x="3614" y="2400"/>
                    <a:pt x="3763" y="2679"/>
                  </a:cubicBezTo>
                  <a:cubicBezTo>
                    <a:pt x="3773" y="2699"/>
                    <a:pt x="3763" y="2719"/>
                    <a:pt x="3743" y="2729"/>
                  </a:cubicBezTo>
                  <a:lnTo>
                    <a:pt x="3574" y="2818"/>
                  </a:lnTo>
                  <a:cubicBezTo>
                    <a:pt x="3568" y="2821"/>
                    <a:pt x="3563" y="2822"/>
                    <a:pt x="3557" y="2822"/>
                  </a:cubicBezTo>
                  <a:cubicBezTo>
                    <a:pt x="3544" y="2822"/>
                    <a:pt x="3531" y="2815"/>
                    <a:pt x="3524" y="2808"/>
                  </a:cubicBezTo>
                  <a:cubicBezTo>
                    <a:pt x="3475" y="2719"/>
                    <a:pt x="2270" y="469"/>
                    <a:pt x="2201" y="349"/>
                  </a:cubicBezTo>
                  <a:lnTo>
                    <a:pt x="2201" y="320"/>
                  </a:lnTo>
                  <a:lnTo>
                    <a:pt x="2221" y="300"/>
                  </a:lnTo>
                  <a:lnTo>
                    <a:pt x="2389" y="210"/>
                  </a:lnTo>
                  <a:cubicBezTo>
                    <a:pt x="2409" y="201"/>
                    <a:pt x="2420" y="201"/>
                    <a:pt x="2420" y="201"/>
                  </a:cubicBezTo>
                  <a:cubicBezTo>
                    <a:pt x="2429" y="201"/>
                    <a:pt x="2440" y="210"/>
                    <a:pt x="2440" y="220"/>
                  </a:cubicBezTo>
                  <a:lnTo>
                    <a:pt x="2608" y="529"/>
                  </a:lnTo>
                  <a:cubicBezTo>
                    <a:pt x="2623" y="558"/>
                    <a:pt x="2659" y="576"/>
                    <a:pt x="2697" y="576"/>
                  </a:cubicBezTo>
                  <a:cubicBezTo>
                    <a:pt x="2711" y="576"/>
                    <a:pt x="2725" y="574"/>
                    <a:pt x="2738" y="568"/>
                  </a:cubicBezTo>
                  <a:cubicBezTo>
                    <a:pt x="2788" y="539"/>
                    <a:pt x="2808" y="479"/>
                    <a:pt x="2778" y="429"/>
                  </a:cubicBezTo>
                  <a:lnTo>
                    <a:pt x="2619" y="130"/>
                  </a:lnTo>
                  <a:cubicBezTo>
                    <a:pt x="2589" y="71"/>
                    <a:pt x="2539" y="31"/>
                    <a:pt x="2479" y="11"/>
                  </a:cubicBezTo>
                  <a:cubicBezTo>
                    <a:pt x="2458" y="4"/>
                    <a:pt x="2436" y="1"/>
                    <a:pt x="2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50"/>
            <p:cNvSpPr/>
            <p:nvPr/>
          </p:nvSpPr>
          <p:spPr>
            <a:xfrm>
              <a:off x="3029634" y="1230972"/>
              <a:ext cx="70199" cy="86248"/>
            </a:xfrm>
            <a:custGeom>
              <a:avLst/>
              <a:gdLst/>
              <a:ahLst/>
              <a:cxnLst/>
              <a:rect l="l" t="t" r="r" b="b"/>
              <a:pathLst>
                <a:path w="1006" h="1236" extrusionOk="0">
                  <a:moveTo>
                    <a:pt x="510" y="1"/>
                  </a:moveTo>
                  <a:cubicBezTo>
                    <a:pt x="230" y="1"/>
                    <a:pt x="1" y="226"/>
                    <a:pt x="1" y="499"/>
                  </a:cubicBezTo>
                  <a:cubicBezTo>
                    <a:pt x="1" y="558"/>
                    <a:pt x="50" y="598"/>
                    <a:pt x="100" y="598"/>
                  </a:cubicBezTo>
                  <a:cubicBezTo>
                    <a:pt x="160" y="598"/>
                    <a:pt x="200" y="558"/>
                    <a:pt x="200" y="499"/>
                  </a:cubicBezTo>
                  <a:cubicBezTo>
                    <a:pt x="200" y="335"/>
                    <a:pt x="339" y="200"/>
                    <a:pt x="502" y="200"/>
                  </a:cubicBezTo>
                  <a:cubicBezTo>
                    <a:pt x="507" y="200"/>
                    <a:pt x="513" y="200"/>
                    <a:pt x="518" y="200"/>
                  </a:cubicBezTo>
                  <a:cubicBezTo>
                    <a:pt x="667" y="210"/>
                    <a:pt x="787" y="330"/>
                    <a:pt x="797" y="479"/>
                  </a:cubicBezTo>
                  <a:cubicBezTo>
                    <a:pt x="797" y="609"/>
                    <a:pt x="727" y="728"/>
                    <a:pt x="618" y="768"/>
                  </a:cubicBezTo>
                  <a:cubicBezTo>
                    <a:pt x="478" y="828"/>
                    <a:pt x="399" y="957"/>
                    <a:pt x="399" y="1106"/>
                  </a:cubicBezTo>
                  <a:lnTo>
                    <a:pt x="399" y="1136"/>
                  </a:lnTo>
                  <a:cubicBezTo>
                    <a:pt x="399" y="1196"/>
                    <a:pt x="439" y="1235"/>
                    <a:pt x="498" y="1235"/>
                  </a:cubicBezTo>
                  <a:cubicBezTo>
                    <a:pt x="558" y="1235"/>
                    <a:pt x="598" y="1196"/>
                    <a:pt x="598" y="1136"/>
                  </a:cubicBezTo>
                  <a:lnTo>
                    <a:pt x="598" y="1106"/>
                  </a:lnTo>
                  <a:cubicBezTo>
                    <a:pt x="598" y="1036"/>
                    <a:pt x="638" y="977"/>
                    <a:pt x="687" y="957"/>
                  </a:cubicBezTo>
                  <a:cubicBezTo>
                    <a:pt x="886" y="877"/>
                    <a:pt x="1006" y="678"/>
                    <a:pt x="996" y="469"/>
                  </a:cubicBezTo>
                  <a:cubicBezTo>
                    <a:pt x="976" y="220"/>
                    <a:pt x="777" y="21"/>
                    <a:pt x="528" y="1"/>
                  </a:cubicBezTo>
                  <a:cubicBezTo>
                    <a:pt x="522" y="1"/>
                    <a:pt x="516" y="1"/>
                    <a:pt x="5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50"/>
            <p:cNvSpPr/>
            <p:nvPr/>
          </p:nvSpPr>
          <p:spPr>
            <a:xfrm>
              <a:off x="3057406" y="1329570"/>
              <a:ext cx="13956" cy="14026"/>
            </a:xfrm>
            <a:custGeom>
              <a:avLst/>
              <a:gdLst/>
              <a:ahLst/>
              <a:cxnLst/>
              <a:rect l="l" t="t" r="r" b="b"/>
              <a:pathLst>
                <a:path w="200" h="201" extrusionOk="0">
                  <a:moveTo>
                    <a:pt x="103" y="0"/>
                  </a:moveTo>
                  <a:cubicBezTo>
                    <a:pt x="49" y="0"/>
                    <a:pt x="1" y="39"/>
                    <a:pt x="1" y="101"/>
                  </a:cubicBezTo>
                  <a:cubicBezTo>
                    <a:pt x="1" y="151"/>
                    <a:pt x="41" y="201"/>
                    <a:pt x="100" y="201"/>
                  </a:cubicBezTo>
                  <a:cubicBezTo>
                    <a:pt x="160" y="201"/>
                    <a:pt x="200" y="151"/>
                    <a:pt x="200" y="101"/>
                  </a:cubicBezTo>
                  <a:cubicBezTo>
                    <a:pt x="200" y="52"/>
                    <a:pt x="170" y="12"/>
                    <a:pt x="120" y="2"/>
                  </a:cubicBezTo>
                  <a:cubicBezTo>
                    <a:pt x="114" y="1"/>
                    <a:pt x="108"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50"/>
            <p:cNvSpPr/>
            <p:nvPr/>
          </p:nvSpPr>
          <p:spPr>
            <a:xfrm>
              <a:off x="2945549" y="1176684"/>
              <a:ext cx="238997" cy="232228"/>
            </a:xfrm>
            <a:custGeom>
              <a:avLst/>
              <a:gdLst/>
              <a:ahLst/>
              <a:cxnLst/>
              <a:rect l="l" t="t" r="r" b="b"/>
              <a:pathLst>
                <a:path w="3425" h="3328" extrusionOk="0">
                  <a:moveTo>
                    <a:pt x="1678" y="0"/>
                  </a:moveTo>
                  <a:cubicBezTo>
                    <a:pt x="988" y="0"/>
                    <a:pt x="362" y="456"/>
                    <a:pt x="170" y="1157"/>
                  </a:cubicBezTo>
                  <a:cubicBezTo>
                    <a:pt x="1" y="1774"/>
                    <a:pt x="230" y="2442"/>
                    <a:pt x="737" y="2820"/>
                  </a:cubicBezTo>
                  <a:cubicBezTo>
                    <a:pt x="628" y="2920"/>
                    <a:pt x="518" y="2969"/>
                    <a:pt x="429" y="2999"/>
                  </a:cubicBezTo>
                  <a:cubicBezTo>
                    <a:pt x="370" y="3019"/>
                    <a:pt x="339" y="3068"/>
                    <a:pt x="339" y="3128"/>
                  </a:cubicBezTo>
                  <a:cubicBezTo>
                    <a:pt x="339" y="3188"/>
                    <a:pt x="379" y="3238"/>
                    <a:pt x="439" y="3248"/>
                  </a:cubicBezTo>
                  <a:cubicBezTo>
                    <a:pt x="668" y="3307"/>
                    <a:pt x="728" y="3327"/>
                    <a:pt x="847" y="3327"/>
                  </a:cubicBezTo>
                  <a:cubicBezTo>
                    <a:pt x="1046" y="3327"/>
                    <a:pt x="1235" y="3258"/>
                    <a:pt x="1374" y="3119"/>
                  </a:cubicBezTo>
                  <a:lnTo>
                    <a:pt x="1394" y="3119"/>
                  </a:lnTo>
                  <a:cubicBezTo>
                    <a:pt x="1487" y="3134"/>
                    <a:pt x="1580" y="3142"/>
                    <a:pt x="1672" y="3142"/>
                  </a:cubicBezTo>
                  <a:cubicBezTo>
                    <a:pt x="1871" y="3142"/>
                    <a:pt x="2068" y="3107"/>
                    <a:pt x="2250" y="3039"/>
                  </a:cubicBezTo>
                  <a:cubicBezTo>
                    <a:pt x="2301" y="3019"/>
                    <a:pt x="2330" y="2959"/>
                    <a:pt x="2310" y="2909"/>
                  </a:cubicBezTo>
                  <a:cubicBezTo>
                    <a:pt x="2294" y="2870"/>
                    <a:pt x="2254" y="2843"/>
                    <a:pt x="2214" y="2843"/>
                  </a:cubicBezTo>
                  <a:cubicBezTo>
                    <a:pt x="2203" y="2843"/>
                    <a:pt x="2192" y="2845"/>
                    <a:pt x="2181" y="2849"/>
                  </a:cubicBezTo>
                  <a:cubicBezTo>
                    <a:pt x="2020" y="2910"/>
                    <a:pt x="1850" y="2943"/>
                    <a:pt x="1680" y="2943"/>
                  </a:cubicBezTo>
                  <a:cubicBezTo>
                    <a:pt x="1597" y="2943"/>
                    <a:pt x="1515" y="2936"/>
                    <a:pt x="1434" y="2920"/>
                  </a:cubicBezTo>
                  <a:cubicBezTo>
                    <a:pt x="1422" y="2918"/>
                    <a:pt x="1410" y="2917"/>
                    <a:pt x="1399" y="2917"/>
                  </a:cubicBezTo>
                  <a:cubicBezTo>
                    <a:pt x="1342" y="2917"/>
                    <a:pt x="1286" y="2938"/>
                    <a:pt x="1245" y="2979"/>
                  </a:cubicBezTo>
                  <a:cubicBezTo>
                    <a:pt x="1135" y="3074"/>
                    <a:pt x="1004" y="3132"/>
                    <a:pt x="851" y="3132"/>
                  </a:cubicBezTo>
                  <a:cubicBezTo>
                    <a:pt x="796" y="3132"/>
                    <a:pt x="738" y="3124"/>
                    <a:pt x="678" y="3108"/>
                  </a:cubicBezTo>
                  <a:cubicBezTo>
                    <a:pt x="757" y="3068"/>
                    <a:pt x="837" y="3009"/>
                    <a:pt x="917" y="2929"/>
                  </a:cubicBezTo>
                  <a:cubicBezTo>
                    <a:pt x="947" y="2889"/>
                    <a:pt x="956" y="2849"/>
                    <a:pt x="956" y="2800"/>
                  </a:cubicBezTo>
                  <a:cubicBezTo>
                    <a:pt x="947" y="2760"/>
                    <a:pt x="927" y="2720"/>
                    <a:pt x="887" y="2690"/>
                  </a:cubicBezTo>
                  <a:cubicBezTo>
                    <a:pt x="419" y="2362"/>
                    <a:pt x="210" y="1765"/>
                    <a:pt x="359" y="1207"/>
                  </a:cubicBezTo>
                  <a:cubicBezTo>
                    <a:pt x="527" y="604"/>
                    <a:pt x="1084" y="198"/>
                    <a:pt x="1689" y="198"/>
                  </a:cubicBezTo>
                  <a:cubicBezTo>
                    <a:pt x="1802" y="198"/>
                    <a:pt x="1917" y="212"/>
                    <a:pt x="2031" y="242"/>
                  </a:cubicBezTo>
                  <a:cubicBezTo>
                    <a:pt x="2758" y="431"/>
                    <a:pt x="3206" y="1188"/>
                    <a:pt x="3007" y="1914"/>
                  </a:cubicBezTo>
                  <a:cubicBezTo>
                    <a:pt x="2938" y="2203"/>
                    <a:pt x="2778" y="2451"/>
                    <a:pt x="2559" y="2630"/>
                  </a:cubicBezTo>
                  <a:cubicBezTo>
                    <a:pt x="2509" y="2670"/>
                    <a:pt x="2509" y="2730"/>
                    <a:pt x="2539" y="2770"/>
                  </a:cubicBezTo>
                  <a:cubicBezTo>
                    <a:pt x="2564" y="2794"/>
                    <a:pt x="2595" y="2807"/>
                    <a:pt x="2625" y="2807"/>
                  </a:cubicBezTo>
                  <a:cubicBezTo>
                    <a:pt x="2644" y="2807"/>
                    <a:pt x="2663" y="2802"/>
                    <a:pt x="2679" y="2790"/>
                  </a:cubicBezTo>
                  <a:cubicBezTo>
                    <a:pt x="2938" y="2571"/>
                    <a:pt x="3117" y="2292"/>
                    <a:pt x="3206" y="1964"/>
                  </a:cubicBezTo>
                  <a:cubicBezTo>
                    <a:pt x="3425" y="1128"/>
                    <a:pt x="2918" y="272"/>
                    <a:pt x="2082" y="53"/>
                  </a:cubicBezTo>
                  <a:cubicBezTo>
                    <a:pt x="1946" y="17"/>
                    <a:pt x="18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 name="Google Shape;507;p50"/>
          <p:cNvGrpSpPr/>
          <p:nvPr/>
        </p:nvGrpSpPr>
        <p:grpSpPr>
          <a:xfrm>
            <a:off x="2680101" y="1155750"/>
            <a:ext cx="486995" cy="474574"/>
            <a:chOff x="3349851" y="1155750"/>
            <a:chExt cx="486995" cy="474574"/>
          </a:xfrm>
        </p:grpSpPr>
        <p:sp>
          <p:nvSpPr>
            <p:cNvPr id="508" name="Google Shape;508;p50"/>
            <p:cNvSpPr/>
            <p:nvPr/>
          </p:nvSpPr>
          <p:spPr>
            <a:xfrm>
              <a:off x="3483897" y="1452452"/>
              <a:ext cx="47311" cy="47450"/>
            </a:xfrm>
            <a:custGeom>
              <a:avLst/>
              <a:gdLst/>
              <a:ahLst/>
              <a:cxnLst/>
              <a:rect l="l" t="t" r="r" b="b"/>
              <a:pathLst>
                <a:path w="678" h="680" extrusionOk="0">
                  <a:moveTo>
                    <a:pt x="339" y="192"/>
                  </a:moveTo>
                  <a:lnTo>
                    <a:pt x="349" y="202"/>
                  </a:lnTo>
                  <a:lnTo>
                    <a:pt x="359" y="202"/>
                  </a:lnTo>
                  <a:cubicBezTo>
                    <a:pt x="419" y="202"/>
                    <a:pt x="478" y="262"/>
                    <a:pt x="478" y="341"/>
                  </a:cubicBezTo>
                  <a:cubicBezTo>
                    <a:pt x="478" y="421"/>
                    <a:pt x="419" y="481"/>
                    <a:pt x="339" y="481"/>
                  </a:cubicBezTo>
                  <a:cubicBezTo>
                    <a:pt x="259" y="481"/>
                    <a:pt x="200" y="421"/>
                    <a:pt x="200" y="341"/>
                  </a:cubicBezTo>
                  <a:cubicBezTo>
                    <a:pt x="200" y="301"/>
                    <a:pt x="220" y="262"/>
                    <a:pt x="249" y="231"/>
                  </a:cubicBezTo>
                  <a:cubicBezTo>
                    <a:pt x="269" y="211"/>
                    <a:pt x="309" y="192"/>
                    <a:pt x="339" y="192"/>
                  </a:cubicBezTo>
                  <a:close/>
                  <a:moveTo>
                    <a:pt x="333" y="1"/>
                  </a:moveTo>
                  <a:cubicBezTo>
                    <a:pt x="254" y="1"/>
                    <a:pt x="171" y="30"/>
                    <a:pt x="110" y="82"/>
                  </a:cubicBezTo>
                  <a:cubicBezTo>
                    <a:pt x="40" y="152"/>
                    <a:pt x="1" y="242"/>
                    <a:pt x="1" y="341"/>
                  </a:cubicBezTo>
                  <a:cubicBezTo>
                    <a:pt x="1" y="530"/>
                    <a:pt x="149" y="680"/>
                    <a:pt x="339" y="680"/>
                  </a:cubicBezTo>
                  <a:cubicBezTo>
                    <a:pt x="528" y="680"/>
                    <a:pt x="677" y="530"/>
                    <a:pt x="677" y="341"/>
                  </a:cubicBezTo>
                  <a:cubicBezTo>
                    <a:pt x="677" y="162"/>
                    <a:pt x="548" y="12"/>
                    <a:pt x="368" y="3"/>
                  </a:cubicBezTo>
                  <a:cubicBezTo>
                    <a:pt x="357" y="1"/>
                    <a:pt x="345" y="1"/>
                    <a:pt x="3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50"/>
            <p:cNvSpPr/>
            <p:nvPr/>
          </p:nvSpPr>
          <p:spPr>
            <a:xfrm>
              <a:off x="3648506" y="1452452"/>
              <a:ext cx="48009" cy="47450"/>
            </a:xfrm>
            <a:custGeom>
              <a:avLst/>
              <a:gdLst/>
              <a:ahLst/>
              <a:cxnLst/>
              <a:rect l="l" t="t" r="r" b="b"/>
              <a:pathLst>
                <a:path w="688" h="680" extrusionOk="0">
                  <a:moveTo>
                    <a:pt x="339" y="192"/>
                  </a:moveTo>
                  <a:cubicBezTo>
                    <a:pt x="349" y="192"/>
                    <a:pt x="349" y="202"/>
                    <a:pt x="359" y="202"/>
                  </a:cubicBezTo>
                  <a:cubicBezTo>
                    <a:pt x="418" y="202"/>
                    <a:pt x="488" y="262"/>
                    <a:pt x="488" y="341"/>
                  </a:cubicBezTo>
                  <a:cubicBezTo>
                    <a:pt x="488" y="421"/>
                    <a:pt x="418" y="481"/>
                    <a:pt x="349" y="481"/>
                  </a:cubicBezTo>
                  <a:cubicBezTo>
                    <a:pt x="269" y="481"/>
                    <a:pt x="199" y="421"/>
                    <a:pt x="199" y="341"/>
                  </a:cubicBezTo>
                  <a:cubicBezTo>
                    <a:pt x="199" y="301"/>
                    <a:pt x="219" y="262"/>
                    <a:pt x="249" y="231"/>
                  </a:cubicBezTo>
                  <a:cubicBezTo>
                    <a:pt x="279" y="211"/>
                    <a:pt x="309" y="192"/>
                    <a:pt x="339" y="192"/>
                  </a:cubicBezTo>
                  <a:close/>
                  <a:moveTo>
                    <a:pt x="340" y="1"/>
                  </a:moveTo>
                  <a:cubicBezTo>
                    <a:pt x="256" y="1"/>
                    <a:pt x="181" y="30"/>
                    <a:pt x="120" y="82"/>
                  </a:cubicBezTo>
                  <a:cubicBezTo>
                    <a:pt x="40" y="152"/>
                    <a:pt x="0" y="242"/>
                    <a:pt x="0" y="341"/>
                  </a:cubicBezTo>
                  <a:cubicBezTo>
                    <a:pt x="0" y="530"/>
                    <a:pt x="159" y="680"/>
                    <a:pt x="349" y="680"/>
                  </a:cubicBezTo>
                  <a:cubicBezTo>
                    <a:pt x="528" y="680"/>
                    <a:pt x="687" y="530"/>
                    <a:pt x="687" y="341"/>
                  </a:cubicBezTo>
                  <a:cubicBezTo>
                    <a:pt x="687" y="162"/>
                    <a:pt x="548" y="12"/>
                    <a:pt x="378" y="3"/>
                  </a:cubicBezTo>
                  <a:cubicBezTo>
                    <a:pt x="366" y="1"/>
                    <a:pt x="353"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50"/>
            <p:cNvSpPr/>
            <p:nvPr/>
          </p:nvSpPr>
          <p:spPr>
            <a:xfrm>
              <a:off x="3349851" y="1155750"/>
              <a:ext cx="486995" cy="474574"/>
            </a:xfrm>
            <a:custGeom>
              <a:avLst/>
              <a:gdLst/>
              <a:ahLst/>
              <a:cxnLst/>
              <a:rect l="l" t="t" r="r" b="b"/>
              <a:pathLst>
                <a:path w="6979" h="6801" extrusionOk="0">
                  <a:moveTo>
                    <a:pt x="3446" y="204"/>
                  </a:moveTo>
                  <a:cubicBezTo>
                    <a:pt x="3695" y="204"/>
                    <a:pt x="3949" y="236"/>
                    <a:pt x="4201" y="303"/>
                  </a:cubicBezTo>
                  <a:cubicBezTo>
                    <a:pt x="5804" y="721"/>
                    <a:pt x="6759" y="2364"/>
                    <a:pt x="6341" y="3956"/>
                  </a:cubicBezTo>
                  <a:cubicBezTo>
                    <a:pt x="6000" y="5293"/>
                    <a:pt x="4785" y="6200"/>
                    <a:pt x="3450" y="6200"/>
                  </a:cubicBezTo>
                  <a:cubicBezTo>
                    <a:pt x="3264" y="6200"/>
                    <a:pt x="3075" y="6183"/>
                    <a:pt x="2887" y="6146"/>
                  </a:cubicBezTo>
                  <a:cubicBezTo>
                    <a:pt x="2868" y="6143"/>
                    <a:pt x="2849" y="6141"/>
                    <a:pt x="2830" y="6141"/>
                  </a:cubicBezTo>
                  <a:cubicBezTo>
                    <a:pt x="2740" y="6141"/>
                    <a:pt x="2654" y="6178"/>
                    <a:pt x="2588" y="6235"/>
                  </a:cubicBezTo>
                  <a:cubicBezTo>
                    <a:pt x="2344" y="6472"/>
                    <a:pt x="2022" y="6599"/>
                    <a:pt x="1692" y="6599"/>
                  </a:cubicBezTo>
                  <a:cubicBezTo>
                    <a:pt x="1579" y="6599"/>
                    <a:pt x="1466" y="6584"/>
                    <a:pt x="1354" y="6554"/>
                  </a:cubicBezTo>
                  <a:lnTo>
                    <a:pt x="1006" y="6465"/>
                  </a:lnTo>
                  <a:cubicBezTo>
                    <a:pt x="1225" y="6385"/>
                    <a:pt x="1503" y="6235"/>
                    <a:pt x="1742" y="5976"/>
                  </a:cubicBezTo>
                  <a:cubicBezTo>
                    <a:pt x="1782" y="5937"/>
                    <a:pt x="1802" y="5867"/>
                    <a:pt x="1802" y="5808"/>
                  </a:cubicBezTo>
                  <a:cubicBezTo>
                    <a:pt x="1792" y="5748"/>
                    <a:pt x="1762" y="5688"/>
                    <a:pt x="1703" y="5648"/>
                  </a:cubicBezTo>
                  <a:cubicBezTo>
                    <a:pt x="687" y="4921"/>
                    <a:pt x="219" y="3618"/>
                    <a:pt x="548" y="2413"/>
                  </a:cubicBezTo>
                  <a:cubicBezTo>
                    <a:pt x="907" y="1090"/>
                    <a:pt x="2126" y="204"/>
                    <a:pt x="3446" y="204"/>
                  </a:cubicBezTo>
                  <a:close/>
                  <a:moveTo>
                    <a:pt x="3441" y="0"/>
                  </a:moveTo>
                  <a:cubicBezTo>
                    <a:pt x="2029" y="0"/>
                    <a:pt x="743" y="932"/>
                    <a:pt x="358" y="2364"/>
                  </a:cubicBezTo>
                  <a:cubicBezTo>
                    <a:pt x="0" y="3677"/>
                    <a:pt x="518" y="5041"/>
                    <a:pt x="1593" y="5808"/>
                  </a:cubicBezTo>
                  <a:cubicBezTo>
                    <a:pt x="1603" y="5817"/>
                    <a:pt x="1603" y="5828"/>
                    <a:pt x="1603" y="5828"/>
                  </a:cubicBezTo>
                  <a:cubicBezTo>
                    <a:pt x="1603" y="5828"/>
                    <a:pt x="1603" y="5837"/>
                    <a:pt x="1593" y="5847"/>
                  </a:cubicBezTo>
                  <a:cubicBezTo>
                    <a:pt x="1344" y="6106"/>
                    <a:pt x="1046" y="6246"/>
                    <a:pt x="836" y="6315"/>
                  </a:cubicBezTo>
                  <a:cubicBezTo>
                    <a:pt x="767" y="6335"/>
                    <a:pt x="717" y="6405"/>
                    <a:pt x="727" y="6474"/>
                  </a:cubicBezTo>
                  <a:cubicBezTo>
                    <a:pt x="727" y="6554"/>
                    <a:pt x="776" y="6613"/>
                    <a:pt x="846" y="6633"/>
                  </a:cubicBezTo>
                  <a:lnTo>
                    <a:pt x="1304" y="6753"/>
                  </a:lnTo>
                  <a:cubicBezTo>
                    <a:pt x="1430" y="6785"/>
                    <a:pt x="1557" y="6801"/>
                    <a:pt x="1683" y="6801"/>
                  </a:cubicBezTo>
                  <a:cubicBezTo>
                    <a:pt x="2067" y="6801"/>
                    <a:pt x="2442" y="6655"/>
                    <a:pt x="2727" y="6385"/>
                  </a:cubicBezTo>
                  <a:cubicBezTo>
                    <a:pt x="2750" y="6355"/>
                    <a:pt x="2785" y="6341"/>
                    <a:pt x="2817" y="6341"/>
                  </a:cubicBezTo>
                  <a:cubicBezTo>
                    <a:pt x="2827" y="6341"/>
                    <a:pt x="2837" y="6343"/>
                    <a:pt x="2847" y="6345"/>
                  </a:cubicBezTo>
                  <a:cubicBezTo>
                    <a:pt x="3046" y="6382"/>
                    <a:pt x="3244" y="6400"/>
                    <a:pt x="3439" y="6400"/>
                  </a:cubicBezTo>
                  <a:cubicBezTo>
                    <a:pt x="4870" y="6400"/>
                    <a:pt x="6163" y="5442"/>
                    <a:pt x="6540" y="4006"/>
                  </a:cubicBezTo>
                  <a:cubicBezTo>
                    <a:pt x="6978" y="2293"/>
                    <a:pt x="5963" y="552"/>
                    <a:pt x="4251" y="104"/>
                  </a:cubicBezTo>
                  <a:cubicBezTo>
                    <a:pt x="3980" y="34"/>
                    <a:pt x="3708" y="0"/>
                    <a:pt x="3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50"/>
            <p:cNvSpPr/>
            <p:nvPr/>
          </p:nvSpPr>
          <p:spPr>
            <a:xfrm>
              <a:off x="3433167" y="1260768"/>
              <a:ext cx="150795" cy="178009"/>
            </a:xfrm>
            <a:custGeom>
              <a:avLst/>
              <a:gdLst/>
              <a:ahLst/>
              <a:cxnLst/>
              <a:rect l="l" t="t" r="r" b="b"/>
              <a:pathLst>
                <a:path w="2161" h="2551" extrusionOk="0">
                  <a:moveTo>
                    <a:pt x="830" y="0"/>
                  </a:moveTo>
                  <a:cubicBezTo>
                    <a:pt x="822" y="0"/>
                    <a:pt x="815" y="1"/>
                    <a:pt x="807" y="2"/>
                  </a:cubicBezTo>
                  <a:cubicBezTo>
                    <a:pt x="339" y="122"/>
                    <a:pt x="0" y="550"/>
                    <a:pt x="0" y="1038"/>
                  </a:cubicBezTo>
                  <a:cubicBezTo>
                    <a:pt x="0" y="1226"/>
                    <a:pt x="150" y="1386"/>
                    <a:pt x="339" y="1386"/>
                  </a:cubicBezTo>
                  <a:cubicBezTo>
                    <a:pt x="528" y="1386"/>
                    <a:pt x="688" y="1226"/>
                    <a:pt x="688" y="1038"/>
                  </a:cubicBezTo>
                  <a:cubicBezTo>
                    <a:pt x="688" y="830"/>
                    <a:pt x="849" y="658"/>
                    <a:pt x="1061" y="658"/>
                  </a:cubicBezTo>
                  <a:cubicBezTo>
                    <a:pt x="1072" y="658"/>
                    <a:pt x="1084" y="658"/>
                    <a:pt x="1095" y="659"/>
                  </a:cubicBezTo>
                  <a:cubicBezTo>
                    <a:pt x="1285" y="669"/>
                    <a:pt x="1434" y="828"/>
                    <a:pt x="1454" y="1018"/>
                  </a:cubicBezTo>
                  <a:cubicBezTo>
                    <a:pt x="1464" y="1177"/>
                    <a:pt x="1365" y="1336"/>
                    <a:pt x="1215" y="1396"/>
                  </a:cubicBezTo>
                  <a:cubicBezTo>
                    <a:pt x="916" y="1525"/>
                    <a:pt x="728" y="1814"/>
                    <a:pt x="728" y="2142"/>
                  </a:cubicBezTo>
                  <a:lnTo>
                    <a:pt x="728" y="2212"/>
                  </a:lnTo>
                  <a:cubicBezTo>
                    <a:pt x="728" y="2401"/>
                    <a:pt x="876" y="2551"/>
                    <a:pt x="1066" y="2551"/>
                  </a:cubicBezTo>
                  <a:cubicBezTo>
                    <a:pt x="1255" y="2551"/>
                    <a:pt x="1404" y="2401"/>
                    <a:pt x="1404" y="2212"/>
                  </a:cubicBezTo>
                  <a:lnTo>
                    <a:pt x="1404" y="2142"/>
                  </a:lnTo>
                  <a:cubicBezTo>
                    <a:pt x="1404" y="2093"/>
                    <a:pt x="1434" y="2043"/>
                    <a:pt x="1484" y="2023"/>
                  </a:cubicBezTo>
                  <a:cubicBezTo>
                    <a:pt x="1902" y="1844"/>
                    <a:pt x="2161" y="1425"/>
                    <a:pt x="2131" y="978"/>
                  </a:cubicBezTo>
                  <a:cubicBezTo>
                    <a:pt x="2121" y="749"/>
                    <a:pt x="2031" y="530"/>
                    <a:pt x="1882" y="350"/>
                  </a:cubicBezTo>
                  <a:cubicBezTo>
                    <a:pt x="1732" y="182"/>
                    <a:pt x="1544" y="62"/>
                    <a:pt x="1325" y="2"/>
                  </a:cubicBezTo>
                  <a:cubicBezTo>
                    <a:pt x="1318" y="1"/>
                    <a:pt x="1312" y="0"/>
                    <a:pt x="1305" y="0"/>
                  </a:cubicBezTo>
                  <a:cubicBezTo>
                    <a:pt x="1260" y="0"/>
                    <a:pt x="1214" y="30"/>
                    <a:pt x="1205" y="82"/>
                  </a:cubicBezTo>
                  <a:cubicBezTo>
                    <a:pt x="1185" y="131"/>
                    <a:pt x="1225" y="182"/>
                    <a:pt x="1275" y="202"/>
                  </a:cubicBezTo>
                  <a:cubicBezTo>
                    <a:pt x="1643" y="291"/>
                    <a:pt x="1912" y="609"/>
                    <a:pt x="1932" y="988"/>
                  </a:cubicBezTo>
                  <a:cubicBezTo>
                    <a:pt x="1951" y="1356"/>
                    <a:pt x="1743" y="1695"/>
                    <a:pt x="1404" y="1844"/>
                  </a:cubicBezTo>
                  <a:cubicBezTo>
                    <a:pt x="1285" y="1894"/>
                    <a:pt x="1205" y="2013"/>
                    <a:pt x="1205" y="2142"/>
                  </a:cubicBezTo>
                  <a:lnTo>
                    <a:pt x="1205" y="2212"/>
                  </a:lnTo>
                  <a:cubicBezTo>
                    <a:pt x="1205" y="2292"/>
                    <a:pt x="1146" y="2352"/>
                    <a:pt x="1066" y="2352"/>
                  </a:cubicBezTo>
                  <a:cubicBezTo>
                    <a:pt x="986" y="2352"/>
                    <a:pt x="927" y="2292"/>
                    <a:pt x="927" y="2212"/>
                  </a:cubicBezTo>
                  <a:lnTo>
                    <a:pt x="927" y="2142"/>
                  </a:lnTo>
                  <a:cubicBezTo>
                    <a:pt x="927" y="1894"/>
                    <a:pt x="1066" y="1675"/>
                    <a:pt x="1294" y="1575"/>
                  </a:cubicBezTo>
                  <a:cubicBezTo>
                    <a:pt x="1524" y="1485"/>
                    <a:pt x="1663" y="1246"/>
                    <a:pt x="1653" y="1007"/>
                  </a:cubicBezTo>
                  <a:cubicBezTo>
                    <a:pt x="1633" y="719"/>
                    <a:pt x="1394" y="480"/>
                    <a:pt x="1106" y="460"/>
                  </a:cubicBezTo>
                  <a:cubicBezTo>
                    <a:pt x="1094" y="460"/>
                    <a:pt x="1082" y="459"/>
                    <a:pt x="1070" y="459"/>
                  </a:cubicBezTo>
                  <a:cubicBezTo>
                    <a:pt x="748" y="459"/>
                    <a:pt x="489" y="720"/>
                    <a:pt x="489" y="1038"/>
                  </a:cubicBezTo>
                  <a:cubicBezTo>
                    <a:pt x="489" y="1117"/>
                    <a:pt x="419" y="1187"/>
                    <a:pt x="339" y="1187"/>
                  </a:cubicBezTo>
                  <a:cubicBezTo>
                    <a:pt x="259" y="1187"/>
                    <a:pt x="200" y="1117"/>
                    <a:pt x="200" y="1038"/>
                  </a:cubicBezTo>
                  <a:cubicBezTo>
                    <a:pt x="200" y="640"/>
                    <a:pt x="478" y="291"/>
                    <a:pt x="857" y="202"/>
                  </a:cubicBezTo>
                  <a:cubicBezTo>
                    <a:pt x="916" y="182"/>
                    <a:pt x="947" y="131"/>
                    <a:pt x="936" y="82"/>
                  </a:cubicBezTo>
                  <a:cubicBezTo>
                    <a:pt x="919" y="30"/>
                    <a:pt x="879"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50"/>
            <p:cNvSpPr/>
            <p:nvPr/>
          </p:nvSpPr>
          <p:spPr>
            <a:xfrm>
              <a:off x="3597777" y="1258674"/>
              <a:ext cx="148003" cy="180102"/>
            </a:xfrm>
            <a:custGeom>
              <a:avLst/>
              <a:gdLst/>
              <a:ahLst/>
              <a:cxnLst/>
              <a:rect l="l" t="t" r="r" b="b"/>
              <a:pathLst>
                <a:path w="2121" h="2581" extrusionOk="0">
                  <a:moveTo>
                    <a:pt x="1083" y="1"/>
                  </a:moveTo>
                  <a:cubicBezTo>
                    <a:pt x="480" y="1"/>
                    <a:pt x="1" y="487"/>
                    <a:pt x="1" y="1068"/>
                  </a:cubicBezTo>
                  <a:cubicBezTo>
                    <a:pt x="1" y="1256"/>
                    <a:pt x="160" y="1416"/>
                    <a:pt x="349" y="1416"/>
                  </a:cubicBezTo>
                  <a:cubicBezTo>
                    <a:pt x="538" y="1416"/>
                    <a:pt x="687" y="1256"/>
                    <a:pt x="687" y="1068"/>
                  </a:cubicBezTo>
                  <a:cubicBezTo>
                    <a:pt x="687" y="860"/>
                    <a:pt x="849" y="688"/>
                    <a:pt x="1061" y="688"/>
                  </a:cubicBezTo>
                  <a:cubicBezTo>
                    <a:pt x="1073" y="688"/>
                    <a:pt x="1084" y="688"/>
                    <a:pt x="1096" y="689"/>
                  </a:cubicBezTo>
                  <a:cubicBezTo>
                    <a:pt x="1285" y="699"/>
                    <a:pt x="1444" y="858"/>
                    <a:pt x="1454" y="1048"/>
                  </a:cubicBezTo>
                  <a:cubicBezTo>
                    <a:pt x="1464" y="1207"/>
                    <a:pt x="1375" y="1366"/>
                    <a:pt x="1225" y="1426"/>
                  </a:cubicBezTo>
                  <a:cubicBezTo>
                    <a:pt x="926" y="1555"/>
                    <a:pt x="727" y="1844"/>
                    <a:pt x="727" y="2172"/>
                  </a:cubicBezTo>
                  <a:lnTo>
                    <a:pt x="727" y="2242"/>
                  </a:lnTo>
                  <a:cubicBezTo>
                    <a:pt x="727" y="2431"/>
                    <a:pt x="886" y="2581"/>
                    <a:pt x="1076" y="2581"/>
                  </a:cubicBezTo>
                  <a:cubicBezTo>
                    <a:pt x="1255" y="2581"/>
                    <a:pt x="1414" y="2431"/>
                    <a:pt x="1414" y="2242"/>
                  </a:cubicBezTo>
                  <a:lnTo>
                    <a:pt x="1414" y="2172"/>
                  </a:lnTo>
                  <a:cubicBezTo>
                    <a:pt x="1414" y="2123"/>
                    <a:pt x="1444" y="2073"/>
                    <a:pt x="1484" y="2053"/>
                  </a:cubicBezTo>
                  <a:cubicBezTo>
                    <a:pt x="1793" y="1924"/>
                    <a:pt x="2032" y="1645"/>
                    <a:pt x="2111" y="1316"/>
                  </a:cubicBezTo>
                  <a:cubicBezTo>
                    <a:pt x="2121" y="1267"/>
                    <a:pt x="2091" y="1207"/>
                    <a:pt x="2032" y="1197"/>
                  </a:cubicBezTo>
                  <a:cubicBezTo>
                    <a:pt x="2025" y="1195"/>
                    <a:pt x="2019" y="1195"/>
                    <a:pt x="2013" y="1195"/>
                  </a:cubicBezTo>
                  <a:cubicBezTo>
                    <a:pt x="1969" y="1195"/>
                    <a:pt x="1930" y="1223"/>
                    <a:pt x="1912" y="1267"/>
                  </a:cubicBezTo>
                  <a:cubicBezTo>
                    <a:pt x="1852" y="1535"/>
                    <a:pt x="1663" y="1764"/>
                    <a:pt x="1404" y="1874"/>
                  </a:cubicBezTo>
                  <a:cubicBezTo>
                    <a:pt x="1295" y="1924"/>
                    <a:pt x="1215" y="2043"/>
                    <a:pt x="1215" y="2172"/>
                  </a:cubicBezTo>
                  <a:lnTo>
                    <a:pt x="1215" y="2242"/>
                  </a:lnTo>
                  <a:cubicBezTo>
                    <a:pt x="1215" y="2322"/>
                    <a:pt x="1145" y="2382"/>
                    <a:pt x="1076" y="2382"/>
                  </a:cubicBezTo>
                  <a:cubicBezTo>
                    <a:pt x="996" y="2382"/>
                    <a:pt x="926" y="2322"/>
                    <a:pt x="926" y="2242"/>
                  </a:cubicBezTo>
                  <a:lnTo>
                    <a:pt x="926" y="2172"/>
                  </a:lnTo>
                  <a:cubicBezTo>
                    <a:pt x="926" y="1924"/>
                    <a:pt x="1076" y="1705"/>
                    <a:pt x="1295" y="1605"/>
                  </a:cubicBezTo>
                  <a:cubicBezTo>
                    <a:pt x="1524" y="1515"/>
                    <a:pt x="1673" y="1276"/>
                    <a:pt x="1653" y="1037"/>
                  </a:cubicBezTo>
                  <a:cubicBezTo>
                    <a:pt x="1633" y="749"/>
                    <a:pt x="1395" y="510"/>
                    <a:pt x="1105" y="490"/>
                  </a:cubicBezTo>
                  <a:cubicBezTo>
                    <a:pt x="1094" y="490"/>
                    <a:pt x="1082" y="489"/>
                    <a:pt x="1070" y="489"/>
                  </a:cubicBezTo>
                  <a:cubicBezTo>
                    <a:pt x="748" y="489"/>
                    <a:pt x="488" y="750"/>
                    <a:pt x="488" y="1068"/>
                  </a:cubicBezTo>
                  <a:cubicBezTo>
                    <a:pt x="488" y="1147"/>
                    <a:pt x="429" y="1217"/>
                    <a:pt x="349" y="1217"/>
                  </a:cubicBezTo>
                  <a:cubicBezTo>
                    <a:pt x="269" y="1217"/>
                    <a:pt x="200" y="1147"/>
                    <a:pt x="200" y="1068"/>
                  </a:cubicBezTo>
                  <a:cubicBezTo>
                    <a:pt x="200" y="606"/>
                    <a:pt x="581" y="200"/>
                    <a:pt x="1074" y="200"/>
                  </a:cubicBezTo>
                  <a:cubicBezTo>
                    <a:pt x="1091" y="200"/>
                    <a:pt x="1108" y="200"/>
                    <a:pt x="1125" y="201"/>
                  </a:cubicBezTo>
                  <a:cubicBezTo>
                    <a:pt x="1504" y="232"/>
                    <a:pt x="1813" y="490"/>
                    <a:pt x="1912" y="858"/>
                  </a:cubicBezTo>
                  <a:cubicBezTo>
                    <a:pt x="1920" y="902"/>
                    <a:pt x="1967" y="930"/>
                    <a:pt x="2012" y="930"/>
                  </a:cubicBezTo>
                  <a:cubicBezTo>
                    <a:pt x="2019" y="930"/>
                    <a:pt x="2025" y="930"/>
                    <a:pt x="2032" y="928"/>
                  </a:cubicBezTo>
                  <a:cubicBezTo>
                    <a:pt x="2081" y="908"/>
                    <a:pt x="2121" y="858"/>
                    <a:pt x="2101" y="809"/>
                  </a:cubicBezTo>
                  <a:cubicBezTo>
                    <a:pt x="1992" y="361"/>
                    <a:pt x="1603" y="32"/>
                    <a:pt x="1136" y="2"/>
                  </a:cubicBezTo>
                  <a:cubicBezTo>
                    <a:pt x="1118" y="1"/>
                    <a:pt x="1100" y="1"/>
                    <a:pt x="1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 name="Google Shape;513;p50"/>
          <p:cNvGrpSpPr/>
          <p:nvPr/>
        </p:nvGrpSpPr>
        <p:grpSpPr>
          <a:xfrm>
            <a:off x="3382290" y="1156029"/>
            <a:ext cx="383511" cy="474504"/>
            <a:chOff x="4052040" y="1156029"/>
            <a:chExt cx="383511" cy="474504"/>
          </a:xfrm>
        </p:grpSpPr>
        <p:sp>
          <p:nvSpPr>
            <p:cNvPr id="514" name="Google Shape;514;p50"/>
            <p:cNvSpPr/>
            <p:nvPr/>
          </p:nvSpPr>
          <p:spPr>
            <a:xfrm>
              <a:off x="4238909" y="1189942"/>
              <a:ext cx="61127" cy="73827"/>
            </a:xfrm>
            <a:custGeom>
              <a:avLst/>
              <a:gdLst/>
              <a:ahLst/>
              <a:cxnLst/>
              <a:rect l="l" t="t" r="r" b="b"/>
              <a:pathLst>
                <a:path w="876" h="1058" extrusionOk="0">
                  <a:moveTo>
                    <a:pt x="421" y="1"/>
                  </a:moveTo>
                  <a:cubicBezTo>
                    <a:pt x="316" y="1"/>
                    <a:pt x="220" y="40"/>
                    <a:pt x="139" y="111"/>
                  </a:cubicBezTo>
                  <a:cubicBezTo>
                    <a:pt x="50" y="191"/>
                    <a:pt x="0" y="310"/>
                    <a:pt x="0" y="430"/>
                  </a:cubicBezTo>
                  <a:cubicBezTo>
                    <a:pt x="0" y="480"/>
                    <a:pt x="50" y="529"/>
                    <a:pt x="100" y="529"/>
                  </a:cubicBezTo>
                  <a:cubicBezTo>
                    <a:pt x="159" y="529"/>
                    <a:pt x="199" y="480"/>
                    <a:pt x="199" y="430"/>
                  </a:cubicBezTo>
                  <a:cubicBezTo>
                    <a:pt x="199" y="360"/>
                    <a:pt x="229" y="301"/>
                    <a:pt x="279" y="261"/>
                  </a:cubicBezTo>
                  <a:cubicBezTo>
                    <a:pt x="320" y="219"/>
                    <a:pt x="369" y="199"/>
                    <a:pt x="418" y="199"/>
                  </a:cubicBezTo>
                  <a:cubicBezTo>
                    <a:pt x="428" y="199"/>
                    <a:pt x="438" y="199"/>
                    <a:pt x="448" y="201"/>
                  </a:cubicBezTo>
                  <a:cubicBezTo>
                    <a:pt x="568" y="201"/>
                    <a:pt x="657" y="301"/>
                    <a:pt x="667" y="410"/>
                  </a:cubicBezTo>
                  <a:cubicBezTo>
                    <a:pt x="667" y="509"/>
                    <a:pt x="617" y="599"/>
                    <a:pt x="528" y="639"/>
                  </a:cubicBezTo>
                  <a:cubicBezTo>
                    <a:pt x="409" y="689"/>
                    <a:pt x="338" y="798"/>
                    <a:pt x="338" y="927"/>
                  </a:cubicBezTo>
                  <a:lnTo>
                    <a:pt x="338" y="958"/>
                  </a:lnTo>
                  <a:cubicBezTo>
                    <a:pt x="338" y="1017"/>
                    <a:pt x="378" y="1057"/>
                    <a:pt x="438" y="1057"/>
                  </a:cubicBezTo>
                  <a:cubicBezTo>
                    <a:pt x="488" y="1057"/>
                    <a:pt x="538" y="1017"/>
                    <a:pt x="538" y="958"/>
                  </a:cubicBezTo>
                  <a:lnTo>
                    <a:pt x="538" y="927"/>
                  </a:lnTo>
                  <a:cubicBezTo>
                    <a:pt x="538" y="888"/>
                    <a:pt x="557" y="838"/>
                    <a:pt x="597" y="828"/>
                  </a:cubicBezTo>
                  <a:cubicBezTo>
                    <a:pt x="767" y="748"/>
                    <a:pt x="876" y="579"/>
                    <a:pt x="866" y="400"/>
                  </a:cubicBezTo>
                  <a:cubicBezTo>
                    <a:pt x="847" y="181"/>
                    <a:pt x="677" y="12"/>
                    <a:pt x="458" y="2"/>
                  </a:cubicBezTo>
                  <a:cubicBezTo>
                    <a:pt x="445" y="1"/>
                    <a:pt x="433" y="1"/>
                    <a:pt x="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50"/>
            <p:cNvSpPr/>
            <p:nvPr/>
          </p:nvSpPr>
          <p:spPr>
            <a:xfrm>
              <a:off x="4262494" y="1272002"/>
              <a:ext cx="13956" cy="13956"/>
            </a:xfrm>
            <a:custGeom>
              <a:avLst/>
              <a:gdLst/>
              <a:ahLst/>
              <a:cxnLst/>
              <a:rect l="l" t="t" r="r" b="b"/>
              <a:pathLst>
                <a:path w="200" h="200" extrusionOk="0">
                  <a:moveTo>
                    <a:pt x="100" y="1"/>
                  </a:moveTo>
                  <a:cubicBezTo>
                    <a:pt x="40" y="1"/>
                    <a:pt x="0" y="41"/>
                    <a:pt x="0" y="100"/>
                  </a:cubicBezTo>
                  <a:cubicBezTo>
                    <a:pt x="0" y="150"/>
                    <a:pt x="40" y="200"/>
                    <a:pt x="100" y="200"/>
                  </a:cubicBezTo>
                  <a:cubicBezTo>
                    <a:pt x="150" y="200"/>
                    <a:pt x="200" y="150"/>
                    <a:pt x="200" y="100"/>
                  </a:cubicBezTo>
                  <a:cubicBezTo>
                    <a:pt x="200" y="41"/>
                    <a:pt x="15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50"/>
            <p:cNvSpPr/>
            <p:nvPr/>
          </p:nvSpPr>
          <p:spPr>
            <a:xfrm>
              <a:off x="4159012" y="1298379"/>
              <a:ext cx="91761" cy="71594"/>
            </a:xfrm>
            <a:custGeom>
              <a:avLst/>
              <a:gdLst/>
              <a:ahLst/>
              <a:cxnLst/>
              <a:rect l="l" t="t" r="r" b="b"/>
              <a:pathLst>
                <a:path w="1315" h="1026" extrusionOk="0">
                  <a:moveTo>
                    <a:pt x="1016" y="200"/>
                  </a:moveTo>
                  <a:cubicBezTo>
                    <a:pt x="1041" y="200"/>
                    <a:pt x="1065" y="210"/>
                    <a:pt x="1085" y="230"/>
                  </a:cubicBezTo>
                  <a:cubicBezTo>
                    <a:pt x="1105" y="249"/>
                    <a:pt x="1116" y="269"/>
                    <a:pt x="1116" y="300"/>
                  </a:cubicBezTo>
                  <a:cubicBezTo>
                    <a:pt x="1116" y="329"/>
                    <a:pt x="1105" y="349"/>
                    <a:pt x="1085" y="369"/>
                  </a:cubicBezTo>
                  <a:lnTo>
                    <a:pt x="658" y="807"/>
                  </a:lnTo>
                  <a:cubicBezTo>
                    <a:pt x="638" y="817"/>
                    <a:pt x="608" y="827"/>
                    <a:pt x="588" y="827"/>
                  </a:cubicBezTo>
                  <a:cubicBezTo>
                    <a:pt x="558" y="827"/>
                    <a:pt x="528" y="817"/>
                    <a:pt x="518" y="807"/>
                  </a:cubicBezTo>
                  <a:lnTo>
                    <a:pt x="229" y="519"/>
                  </a:lnTo>
                  <a:cubicBezTo>
                    <a:pt x="209" y="499"/>
                    <a:pt x="200" y="468"/>
                    <a:pt x="200" y="449"/>
                  </a:cubicBezTo>
                  <a:cubicBezTo>
                    <a:pt x="200" y="419"/>
                    <a:pt x="209" y="389"/>
                    <a:pt x="229" y="369"/>
                  </a:cubicBezTo>
                  <a:cubicBezTo>
                    <a:pt x="240" y="359"/>
                    <a:pt x="269" y="349"/>
                    <a:pt x="299" y="349"/>
                  </a:cubicBezTo>
                  <a:cubicBezTo>
                    <a:pt x="319" y="349"/>
                    <a:pt x="349" y="359"/>
                    <a:pt x="369" y="369"/>
                  </a:cubicBezTo>
                  <a:lnTo>
                    <a:pt x="518" y="519"/>
                  </a:lnTo>
                  <a:cubicBezTo>
                    <a:pt x="533" y="538"/>
                    <a:pt x="558" y="548"/>
                    <a:pt x="584" y="548"/>
                  </a:cubicBezTo>
                  <a:cubicBezTo>
                    <a:pt x="610" y="548"/>
                    <a:pt x="638" y="538"/>
                    <a:pt x="658" y="519"/>
                  </a:cubicBezTo>
                  <a:lnTo>
                    <a:pt x="946" y="230"/>
                  </a:lnTo>
                  <a:cubicBezTo>
                    <a:pt x="966" y="210"/>
                    <a:pt x="991" y="200"/>
                    <a:pt x="1016" y="200"/>
                  </a:cubicBezTo>
                  <a:close/>
                  <a:moveTo>
                    <a:pt x="1012" y="1"/>
                  </a:moveTo>
                  <a:cubicBezTo>
                    <a:pt x="936" y="1"/>
                    <a:pt x="862" y="30"/>
                    <a:pt x="807" y="90"/>
                  </a:cubicBezTo>
                  <a:lnTo>
                    <a:pt x="588" y="309"/>
                  </a:lnTo>
                  <a:lnTo>
                    <a:pt x="508" y="230"/>
                  </a:lnTo>
                  <a:cubicBezTo>
                    <a:pt x="448" y="180"/>
                    <a:pt x="379" y="150"/>
                    <a:pt x="299" y="150"/>
                  </a:cubicBezTo>
                  <a:cubicBezTo>
                    <a:pt x="220" y="150"/>
                    <a:pt x="140" y="180"/>
                    <a:pt x="80" y="230"/>
                  </a:cubicBezTo>
                  <a:cubicBezTo>
                    <a:pt x="30" y="289"/>
                    <a:pt x="1" y="369"/>
                    <a:pt x="1" y="449"/>
                  </a:cubicBezTo>
                  <a:cubicBezTo>
                    <a:pt x="1" y="528"/>
                    <a:pt x="30" y="598"/>
                    <a:pt x="80" y="658"/>
                  </a:cubicBezTo>
                  <a:lnTo>
                    <a:pt x="369" y="946"/>
                  </a:lnTo>
                  <a:cubicBezTo>
                    <a:pt x="428" y="996"/>
                    <a:pt x="508" y="1026"/>
                    <a:pt x="588" y="1026"/>
                  </a:cubicBezTo>
                  <a:cubicBezTo>
                    <a:pt x="667" y="1026"/>
                    <a:pt x="737" y="996"/>
                    <a:pt x="797" y="946"/>
                  </a:cubicBezTo>
                  <a:lnTo>
                    <a:pt x="1225" y="508"/>
                  </a:lnTo>
                  <a:cubicBezTo>
                    <a:pt x="1284" y="459"/>
                    <a:pt x="1315" y="379"/>
                    <a:pt x="1315" y="300"/>
                  </a:cubicBezTo>
                  <a:cubicBezTo>
                    <a:pt x="1315" y="220"/>
                    <a:pt x="1284" y="150"/>
                    <a:pt x="1225" y="90"/>
                  </a:cubicBezTo>
                  <a:cubicBezTo>
                    <a:pt x="1165" y="30"/>
                    <a:pt x="1088"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50"/>
            <p:cNvSpPr/>
            <p:nvPr/>
          </p:nvSpPr>
          <p:spPr>
            <a:xfrm>
              <a:off x="4269472" y="1315056"/>
              <a:ext cx="77177" cy="13956"/>
            </a:xfrm>
            <a:custGeom>
              <a:avLst/>
              <a:gdLst/>
              <a:ahLst/>
              <a:cxnLst/>
              <a:rect l="l" t="t" r="r" b="b"/>
              <a:pathLst>
                <a:path w="1106" h="200" extrusionOk="0">
                  <a:moveTo>
                    <a:pt x="100" y="1"/>
                  </a:moveTo>
                  <a:cubicBezTo>
                    <a:pt x="50" y="1"/>
                    <a:pt x="0" y="50"/>
                    <a:pt x="0" y="100"/>
                  </a:cubicBezTo>
                  <a:cubicBezTo>
                    <a:pt x="0" y="160"/>
                    <a:pt x="50" y="200"/>
                    <a:pt x="100" y="200"/>
                  </a:cubicBezTo>
                  <a:lnTo>
                    <a:pt x="1006" y="200"/>
                  </a:lnTo>
                  <a:cubicBezTo>
                    <a:pt x="1055" y="200"/>
                    <a:pt x="1105" y="160"/>
                    <a:pt x="1105" y="100"/>
                  </a:cubicBezTo>
                  <a:cubicBezTo>
                    <a:pt x="1105" y="50"/>
                    <a:pt x="1055" y="1"/>
                    <a:pt x="1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50"/>
            <p:cNvSpPr/>
            <p:nvPr/>
          </p:nvSpPr>
          <p:spPr>
            <a:xfrm>
              <a:off x="4269472" y="1344922"/>
              <a:ext cx="77177" cy="13956"/>
            </a:xfrm>
            <a:custGeom>
              <a:avLst/>
              <a:gdLst/>
              <a:ahLst/>
              <a:cxnLst/>
              <a:rect l="l" t="t" r="r" b="b"/>
              <a:pathLst>
                <a:path w="1106" h="200" extrusionOk="0">
                  <a:moveTo>
                    <a:pt x="100" y="0"/>
                  </a:moveTo>
                  <a:cubicBezTo>
                    <a:pt x="50" y="0"/>
                    <a:pt x="0" y="51"/>
                    <a:pt x="0" y="100"/>
                  </a:cubicBezTo>
                  <a:cubicBezTo>
                    <a:pt x="0" y="160"/>
                    <a:pt x="50" y="200"/>
                    <a:pt x="100" y="200"/>
                  </a:cubicBezTo>
                  <a:lnTo>
                    <a:pt x="1006" y="200"/>
                  </a:lnTo>
                  <a:cubicBezTo>
                    <a:pt x="1055" y="200"/>
                    <a:pt x="1105" y="160"/>
                    <a:pt x="1105" y="100"/>
                  </a:cubicBezTo>
                  <a:cubicBezTo>
                    <a:pt x="1105" y="51"/>
                    <a:pt x="1055" y="0"/>
                    <a:pt x="1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50"/>
            <p:cNvSpPr/>
            <p:nvPr/>
          </p:nvSpPr>
          <p:spPr>
            <a:xfrm>
              <a:off x="4159012" y="1374787"/>
              <a:ext cx="91761" cy="71594"/>
            </a:xfrm>
            <a:custGeom>
              <a:avLst/>
              <a:gdLst/>
              <a:ahLst/>
              <a:cxnLst/>
              <a:rect l="l" t="t" r="r" b="b"/>
              <a:pathLst>
                <a:path w="1315" h="1026" extrusionOk="0">
                  <a:moveTo>
                    <a:pt x="1016" y="200"/>
                  </a:moveTo>
                  <a:cubicBezTo>
                    <a:pt x="1046" y="200"/>
                    <a:pt x="1065" y="210"/>
                    <a:pt x="1085" y="229"/>
                  </a:cubicBezTo>
                  <a:cubicBezTo>
                    <a:pt x="1105" y="249"/>
                    <a:pt x="1116" y="269"/>
                    <a:pt x="1116" y="300"/>
                  </a:cubicBezTo>
                  <a:cubicBezTo>
                    <a:pt x="1116" y="329"/>
                    <a:pt x="1105" y="349"/>
                    <a:pt x="1085" y="369"/>
                  </a:cubicBezTo>
                  <a:lnTo>
                    <a:pt x="658" y="797"/>
                  </a:lnTo>
                  <a:cubicBezTo>
                    <a:pt x="638" y="817"/>
                    <a:pt x="608" y="827"/>
                    <a:pt x="588" y="827"/>
                  </a:cubicBezTo>
                  <a:cubicBezTo>
                    <a:pt x="558" y="827"/>
                    <a:pt x="528" y="817"/>
                    <a:pt x="518" y="797"/>
                  </a:cubicBezTo>
                  <a:lnTo>
                    <a:pt x="229" y="508"/>
                  </a:lnTo>
                  <a:cubicBezTo>
                    <a:pt x="209" y="499"/>
                    <a:pt x="200" y="468"/>
                    <a:pt x="200" y="439"/>
                  </a:cubicBezTo>
                  <a:cubicBezTo>
                    <a:pt x="200" y="419"/>
                    <a:pt x="209" y="389"/>
                    <a:pt x="229" y="369"/>
                  </a:cubicBezTo>
                  <a:cubicBezTo>
                    <a:pt x="240" y="349"/>
                    <a:pt x="269" y="339"/>
                    <a:pt x="299" y="339"/>
                  </a:cubicBezTo>
                  <a:cubicBezTo>
                    <a:pt x="319" y="339"/>
                    <a:pt x="349" y="349"/>
                    <a:pt x="369" y="369"/>
                  </a:cubicBezTo>
                  <a:lnTo>
                    <a:pt x="518" y="519"/>
                  </a:lnTo>
                  <a:cubicBezTo>
                    <a:pt x="528" y="538"/>
                    <a:pt x="558" y="548"/>
                    <a:pt x="588" y="548"/>
                  </a:cubicBezTo>
                  <a:cubicBezTo>
                    <a:pt x="608" y="548"/>
                    <a:pt x="638" y="538"/>
                    <a:pt x="658" y="519"/>
                  </a:cubicBezTo>
                  <a:lnTo>
                    <a:pt x="946" y="229"/>
                  </a:lnTo>
                  <a:cubicBezTo>
                    <a:pt x="966" y="210"/>
                    <a:pt x="986" y="200"/>
                    <a:pt x="1016" y="200"/>
                  </a:cubicBezTo>
                  <a:close/>
                  <a:moveTo>
                    <a:pt x="1016" y="1"/>
                  </a:moveTo>
                  <a:cubicBezTo>
                    <a:pt x="936" y="1"/>
                    <a:pt x="857" y="30"/>
                    <a:pt x="807" y="90"/>
                  </a:cubicBezTo>
                  <a:lnTo>
                    <a:pt x="588" y="309"/>
                  </a:lnTo>
                  <a:lnTo>
                    <a:pt x="508" y="229"/>
                  </a:lnTo>
                  <a:cubicBezTo>
                    <a:pt x="448" y="170"/>
                    <a:pt x="379" y="140"/>
                    <a:pt x="299" y="140"/>
                  </a:cubicBezTo>
                  <a:cubicBezTo>
                    <a:pt x="220" y="140"/>
                    <a:pt x="140" y="170"/>
                    <a:pt x="80" y="229"/>
                  </a:cubicBezTo>
                  <a:cubicBezTo>
                    <a:pt x="30" y="289"/>
                    <a:pt x="1" y="359"/>
                    <a:pt x="1" y="439"/>
                  </a:cubicBezTo>
                  <a:cubicBezTo>
                    <a:pt x="1" y="519"/>
                    <a:pt x="30" y="598"/>
                    <a:pt x="80" y="658"/>
                  </a:cubicBezTo>
                  <a:lnTo>
                    <a:pt x="369" y="937"/>
                  </a:lnTo>
                  <a:cubicBezTo>
                    <a:pt x="428" y="996"/>
                    <a:pt x="508" y="1026"/>
                    <a:pt x="588" y="1026"/>
                  </a:cubicBezTo>
                  <a:cubicBezTo>
                    <a:pt x="667" y="1026"/>
                    <a:pt x="737" y="996"/>
                    <a:pt x="797" y="937"/>
                  </a:cubicBezTo>
                  <a:lnTo>
                    <a:pt x="1225" y="508"/>
                  </a:lnTo>
                  <a:cubicBezTo>
                    <a:pt x="1284" y="448"/>
                    <a:pt x="1315" y="379"/>
                    <a:pt x="1315" y="300"/>
                  </a:cubicBezTo>
                  <a:cubicBezTo>
                    <a:pt x="1315" y="220"/>
                    <a:pt x="1284" y="140"/>
                    <a:pt x="1225" y="90"/>
                  </a:cubicBezTo>
                  <a:cubicBezTo>
                    <a:pt x="1175" y="30"/>
                    <a:pt x="1096"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50"/>
            <p:cNvSpPr/>
            <p:nvPr/>
          </p:nvSpPr>
          <p:spPr>
            <a:xfrm>
              <a:off x="4269472" y="1391465"/>
              <a:ext cx="77177" cy="13956"/>
            </a:xfrm>
            <a:custGeom>
              <a:avLst/>
              <a:gdLst/>
              <a:ahLst/>
              <a:cxnLst/>
              <a:rect l="l" t="t" r="r" b="b"/>
              <a:pathLst>
                <a:path w="1106" h="200" extrusionOk="0">
                  <a:moveTo>
                    <a:pt x="100" y="1"/>
                  </a:moveTo>
                  <a:cubicBezTo>
                    <a:pt x="50" y="1"/>
                    <a:pt x="0" y="41"/>
                    <a:pt x="0" y="100"/>
                  </a:cubicBezTo>
                  <a:cubicBezTo>
                    <a:pt x="0" y="150"/>
                    <a:pt x="50" y="200"/>
                    <a:pt x="100" y="200"/>
                  </a:cubicBezTo>
                  <a:lnTo>
                    <a:pt x="1006" y="200"/>
                  </a:lnTo>
                  <a:cubicBezTo>
                    <a:pt x="1055" y="200"/>
                    <a:pt x="1105" y="150"/>
                    <a:pt x="1105" y="100"/>
                  </a:cubicBezTo>
                  <a:cubicBezTo>
                    <a:pt x="1105" y="41"/>
                    <a:pt x="1055" y="1"/>
                    <a:pt x="1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50"/>
            <p:cNvSpPr/>
            <p:nvPr/>
          </p:nvSpPr>
          <p:spPr>
            <a:xfrm>
              <a:off x="4269472" y="1421330"/>
              <a:ext cx="77177" cy="13956"/>
            </a:xfrm>
            <a:custGeom>
              <a:avLst/>
              <a:gdLst/>
              <a:ahLst/>
              <a:cxnLst/>
              <a:rect l="l" t="t" r="r" b="b"/>
              <a:pathLst>
                <a:path w="1106" h="200" extrusionOk="0">
                  <a:moveTo>
                    <a:pt x="100" y="0"/>
                  </a:moveTo>
                  <a:cubicBezTo>
                    <a:pt x="50" y="0"/>
                    <a:pt x="0" y="51"/>
                    <a:pt x="0" y="100"/>
                  </a:cubicBezTo>
                  <a:cubicBezTo>
                    <a:pt x="0" y="160"/>
                    <a:pt x="50" y="200"/>
                    <a:pt x="100" y="200"/>
                  </a:cubicBezTo>
                  <a:lnTo>
                    <a:pt x="1006" y="200"/>
                  </a:lnTo>
                  <a:cubicBezTo>
                    <a:pt x="1055" y="200"/>
                    <a:pt x="1105" y="160"/>
                    <a:pt x="1105" y="100"/>
                  </a:cubicBezTo>
                  <a:cubicBezTo>
                    <a:pt x="1105" y="51"/>
                    <a:pt x="1055" y="0"/>
                    <a:pt x="1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50"/>
            <p:cNvSpPr/>
            <p:nvPr/>
          </p:nvSpPr>
          <p:spPr>
            <a:xfrm>
              <a:off x="4159012" y="1451196"/>
              <a:ext cx="91761" cy="71594"/>
            </a:xfrm>
            <a:custGeom>
              <a:avLst/>
              <a:gdLst/>
              <a:ahLst/>
              <a:cxnLst/>
              <a:rect l="l" t="t" r="r" b="b"/>
              <a:pathLst>
                <a:path w="1315" h="1026" extrusionOk="0">
                  <a:moveTo>
                    <a:pt x="1016" y="200"/>
                  </a:moveTo>
                  <a:cubicBezTo>
                    <a:pt x="1046" y="200"/>
                    <a:pt x="1065" y="210"/>
                    <a:pt x="1085" y="229"/>
                  </a:cubicBezTo>
                  <a:cubicBezTo>
                    <a:pt x="1105" y="240"/>
                    <a:pt x="1116" y="269"/>
                    <a:pt x="1116" y="299"/>
                  </a:cubicBezTo>
                  <a:cubicBezTo>
                    <a:pt x="1116" y="319"/>
                    <a:pt x="1105" y="349"/>
                    <a:pt x="1085" y="369"/>
                  </a:cubicBezTo>
                  <a:lnTo>
                    <a:pt x="658" y="797"/>
                  </a:lnTo>
                  <a:cubicBezTo>
                    <a:pt x="638" y="817"/>
                    <a:pt x="610" y="827"/>
                    <a:pt x="584" y="827"/>
                  </a:cubicBezTo>
                  <a:cubicBezTo>
                    <a:pt x="558" y="827"/>
                    <a:pt x="533" y="817"/>
                    <a:pt x="518" y="797"/>
                  </a:cubicBezTo>
                  <a:lnTo>
                    <a:pt x="229" y="508"/>
                  </a:lnTo>
                  <a:cubicBezTo>
                    <a:pt x="209" y="488"/>
                    <a:pt x="200" y="468"/>
                    <a:pt x="200" y="439"/>
                  </a:cubicBezTo>
                  <a:cubicBezTo>
                    <a:pt x="200" y="409"/>
                    <a:pt x="209" y="389"/>
                    <a:pt x="229" y="369"/>
                  </a:cubicBezTo>
                  <a:cubicBezTo>
                    <a:pt x="240" y="349"/>
                    <a:pt x="269" y="339"/>
                    <a:pt x="299" y="339"/>
                  </a:cubicBezTo>
                  <a:cubicBezTo>
                    <a:pt x="319" y="339"/>
                    <a:pt x="349" y="349"/>
                    <a:pt x="369" y="369"/>
                  </a:cubicBezTo>
                  <a:lnTo>
                    <a:pt x="518" y="518"/>
                  </a:lnTo>
                  <a:cubicBezTo>
                    <a:pt x="528" y="538"/>
                    <a:pt x="558" y="548"/>
                    <a:pt x="588" y="548"/>
                  </a:cubicBezTo>
                  <a:cubicBezTo>
                    <a:pt x="608" y="548"/>
                    <a:pt x="638" y="538"/>
                    <a:pt x="658" y="518"/>
                  </a:cubicBezTo>
                  <a:lnTo>
                    <a:pt x="946" y="229"/>
                  </a:lnTo>
                  <a:cubicBezTo>
                    <a:pt x="966" y="210"/>
                    <a:pt x="986" y="200"/>
                    <a:pt x="1016" y="200"/>
                  </a:cubicBezTo>
                  <a:close/>
                  <a:moveTo>
                    <a:pt x="1016" y="1"/>
                  </a:moveTo>
                  <a:cubicBezTo>
                    <a:pt x="936" y="1"/>
                    <a:pt x="857" y="30"/>
                    <a:pt x="807" y="80"/>
                  </a:cubicBezTo>
                  <a:lnTo>
                    <a:pt x="588" y="309"/>
                  </a:lnTo>
                  <a:lnTo>
                    <a:pt x="508" y="229"/>
                  </a:lnTo>
                  <a:cubicBezTo>
                    <a:pt x="448" y="170"/>
                    <a:pt x="379" y="140"/>
                    <a:pt x="299" y="140"/>
                  </a:cubicBezTo>
                  <a:cubicBezTo>
                    <a:pt x="220" y="140"/>
                    <a:pt x="140" y="170"/>
                    <a:pt x="80" y="229"/>
                  </a:cubicBezTo>
                  <a:cubicBezTo>
                    <a:pt x="30" y="289"/>
                    <a:pt x="1" y="359"/>
                    <a:pt x="1" y="439"/>
                  </a:cubicBezTo>
                  <a:cubicBezTo>
                    <a:pt x="1" y="518"/>
                    <a:pt x="30" y="598"/>
                    <a:pt x="80" y="647"/>
                  </a:cubicBezTo>
                  <a:lnTo>
                    <a:pt x="369" y="937"/>
                  </a:lnTo>
                  <a:cubicBezTo>
                    <a:pt x="428" y="996"/>
                    <a:pt x="508" y="1026"/>
                    <a:pt x="588" y="1026"/>
                  </a:cubicBezTo>
                  <a:cubicBezTo>
                    <a:pt x="658" y="1026"/>
                    <a:pt x="737" y="996"/>
                    <a:pt x="797" y="937"/>
                  </a:cubicBezTo>
                  <a:lnTo>
                    <a:pt x="1225" y="508"/>
                  </a:lnTo>
                  <a:cubicBezTo>
                    <a:pt x="1284" y="448"/>
                    <a:pt x="1315" y="379"/>
                    <a:pt x="1315" y="299"/>
                  </a:cubicBezTo>
                  <a:cubicBezTo>
                    <a:pt x="1315" y="220"/>
                    <a:pt x="1284" y="140"/>
                    <a:pt x="1225" y="80"/>
                  </a:cubicBezTo>
                  <a:cubicBezTo>
                    <a:pt x="1175" y="30"/>
                    <a:pt x="1096"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50"/>
            <p:cNvSpPr/>
            <p:nvPr/>
          </p:nvSpPr>
          <p:spPr>
            <a:xfrm>
              <a:off x="4269472" y="1467873"/>
              <a:ext cx="77177" cy="13956"/>
            </a:xfrm>
            <a:custGeom>
              <a:avLst/>
              <a:gdLst/>
              <a:ahLst/>
              <a:cxnLst/>
              <a:rect l="l" t="t" r="r" b="b"/>
              <a:pathLst>
                <a:path w="1106" h="200" extrusionOk="0">
                  <a:moveTo>
                    <a:pt x="100" y="1"/>
                  </a:moveTo>
                  <a:cubicBezTo>
                    <a:pt x="50" y="1"/>
                    <a:pt x="0" y="41"/>
                    <a:pt x="0" y="100"/>
                  </a:cubicBezTo>
                  <a:cubicBezTo>
                    <a:pt x="0" y="150"/>
                    <a:pt x="50" y="200"/>
                    <a:pt x="100" y="200"/>
                  </a:cubicBezTo>
                  <a:lnTo>
                    <a:pt x="1006" y="200"/>
                  </a:lnTo>
                  <a:cubicBezTo>
                    <a:pt x="1055" y="200"/>
                    <a:pt x="1105" y="150"/>
                    <a:pt x="1105" y="100"/>
                  </a:cubicBezTo>
                  <a:cubicBezTo>
                    <a:pt x="1105" y="41"/>
                    <a:pt x="1055" y="1"/>
                    <a:pt x="1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50"/>
            <p:cNvSpPr/>
            <p:nvPr/>
          </p:nvSpPr>
          <p:spPr>
            <a:xfrm>
              <a:off x="4269472" y="1497738"/>
              <a:ext cx="77177" cy="13956"/>
            </a:xfrm>
            <a:custGeom>
              <a:avLst/>
              <a:gdLst/>
              <a:ahLst/>
              <a:cxnLst/>
              <a:rect l="l" t="t" r="r" b="b"/>
              <a:pathLst>
                <a:path w="1106" h="200" extrusionOk="0">
                  <a:moveTo>
                    <a:pt x="100" y="0"/>
                  </a:moveTo>
                  <a:cubicBezTo>
                    <a:pt x="50" y="0"/>
                    <a:pt x="0" y="40"/>
                    <a:pt x="0" y="100"/>
                  </a:cubicBezTo>
                  <a:cubicBezTo>
                    <a:pt x="0" y="160"/>
                    <a:pt x="50" y="199"/>
                    <a:pt x="100" y="199"/>
                  </a:cubicBezTo>
                  <a:lnTo>
                    <a:pt x="1006" y="199"/>
                  </a:lnTo>
                  <a:cubicBezTo>
                    <a:pt x="1055" y="199"/>
                    <a:pt x="1105" y="160"/>
                    <a:pt x="1105" y="100"/>
                  </a:cubicBezTo>
                  <a:cubicBezTo>
                    <a:pt x="1105" y="40"/>
                    <a:pt x="1055" y="0"/>
                    <a:pt x="1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50"/>
            <p:cNvSpPr/>
            <p:nvPr/>
          </p:nvSpPr>
          <p:spPr>
            <a:xfrm>
              <a:off x="4295151" y="1360901"/>
              <a:ext cx="140397" cy="269630"/>
            </a:xfrm>
            <a:custGeom>
              <a:avLst/>
              <a:gdLst/>
              <a:ahLst/>
              <a:cxnLst/>
              <a:rect l="l" t="t" r="r" b="b"/>
              <a:pathLst>
                <a:path w="2012" h="3864" extrusionOk="0">
                  <a:moveTo>
                    <a:pt x="1912" y="1"/>
                  </a:moveTo>
                  <a:cubicBezTo>
                    <a:pt x="1852" y="1"/>
                    <a:pt x="1812" y="50"/>
                    <a:pt x="1812" y="100"/>
                  </a:cubicBezTo>
                  <a:lnTo>
                    <a:pt x="1812" y="389"/>
                  </a:lnTo>
                  <a:cubicBezTo>
                    <a:pt x="1812" y="917"/>
                    <a:pt x="1613" y="1414"/>
                    <a:pt x="1275" y="1812"/>
                  </a:cubicBezTo>
                  <a:cubicBezTo>
                    <a:pt x="1045" y="2071"/>
                    <a:pt x="916" y="2419"/>
                    <a:pt x="916" y="2788"/>
                  </a:cubicBezTo>
                  <a:lnTo>
                    <a:pt x="916" y="3634"/>
                  </a:lnTo>
                  <a:cubicBezTo>
                    <a:pt x="916" y="3644"/>
                    <a:pt x="906" y="3664"/>
                    <a:pt x="886" y="3664"/>
                  </a:cubicBezTo>
                  <a:lnTo>
                    <a:pt x="100" y="3664"/>
                  </a:lnTo>
                  <a:cubicBezTo>
                    <a:pt x="41" y="3664"/>
                    <a:pt x="1" y="3704"/>
                    <a:pt x="1" y="3763"/>
                  </a:cubicBezTo>
                  <a:cubicBezTo>
                    <a:pt x="1" y="3813"/>
                    <a:pt x="41" y="3863"/>
                    <a:pt x="100" y="3863"/>
                  </a:cubicBezTo>
                  <a:lnTo>
                    <a:pt x="886" y="3863"/>
                  </a:lnTo>
                  <a:cubicBezTo>
                    <a:pt x="1016" y="3863"/>
                    <a:pt x="1116" y="3753"/>
                    <a:pt x="1116" y="3634"/>
                  </a:cubicBezTo>
                  <a:lnTo>
                    <a:pt x="1116" y="2788"/>
                  </a:lnTo>
                  <a:cubicBezTo>
                    <a:pt x="1116" y="2459"/>
                    <a:pt x="1225" y="2160"/>
                    <a:pt x="1424" y="1941"/>
                  </a:cubicBezTo>
                  <a:cubicBezTo>
                    <a:pt x="1802" y="1514"/>
                    <a:pt x="2011" y="956"/>
                    <a:pt x="2011" y="389"/>
                  </a:cubicBezTo>
                  <a:lnTo>
                    <a:pt x="2011" y="100"/>
                  </a:lnTo>
                  <a:cubicBezTo>
                    <a:pt x="2011" y="50"/>
                    <a:pt x="1961" y="1"/>
                    <a:pt x="1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50"/>
            <p:cNvSpPr/>
            <p:nvPr/>
          </p:nvSpPr>
          <p:spPr>
            <a:xfrm>
              <a:off x="4052040" y="1156029"/>
              <a:ext cx="383511" cy="474504"/>
            </a:xfrm>
            <a:custGeom>
              <a:avLst/>
              <a:gdLst/>
              <a:ahLst/>
              <a:cxnLst/>
              <a:rect l="l" t="t" r="r" b="b"/>
              <a:pathLst>
                <a:path w="5496" h="6800" extrusionOk="0">
                  <a:moveTo>
                    <a:pt x="3146" y="0"/>
                  </a:moveTo>
                  <a:cubicBezTo>
                    <a:pt x="1852" y="0"/>
                    <a:pt x="797" y="1055"/>
                    <a:pt x="797" y="2349"/>
                  </a:cubicBezTo>
                  <a:lnTo>
                    <a:pt x="797" y="2678"/>
                  </a:lnTo>
                  <a:cubicBezTo>
                    <a:pt x="797" y="3016"/>
                    <a:pt x="667" y="3335"/>
                    <a:pt x="428" y="3574"/>
                  </a:cubicBezTo>
                  <a:lnTo>
                    <a:pt x="120" y="3882"/>
                  </a:lnTo>
                  <a:cubicBezTo>
                    <a:pt x="30" y="3972"/>
                    <a:pt x="1" y="4101"/>
                    <a:pt x="50" y="4211"/>
                  </a:cubicBezTo>
                  <a:cubicBezTo>
                    <a:pt x="100" y="4330"/>
                    <a:pt x="209" y="4400"/>
                    <a:pt x="339" y="4400"/>
                  </a:cubicBezTo>
                  <a:lnTo>
                    <a:pt x="787" y="4400"/>
                  </a:lnTo>
                  <a:cubicBezTo>
                    <a:pt x="787" y="4400"/>
                    <a:pt x="797" y="4410"/>
                    <a:pt x="797" y="4420"/>
                  </a:cubicBezTo>
                  <a:lnTo>
                    <a:pt x="797" y="4798"/>
                  </a:lnTo>
                  <a:cubicBezTo>
                    <a:pt x="797" y="5425"/>
                    <a:pt x="1304" y="5933"/>
                    <a:pt x="1932" y="5933"/>
                  </a:cubicBezTo>
                  <a:cubicBezTo>
                    <a:pt x="2101" y="5933"/>
                    <a:pt x="2240" y="6072"/>
                    <a:pt x="2240" y="6242"/>
                  </a:cubicBezTo>
                  <a:lnTo>
                    <a:pt x="2240" y="6570"/>
                  </a:lnTo>
                  <a:cubicBezTo>
                    <a:pt x="2240" y="6699"/>
                    <a:pt x="2340" y="6799"/>
                    <a:pt x="2459" y="6799"/>
                  </a:cubicBezTo>
                  <a:lnTo>
                    <a:pt x="3116" y="6799"/>
                  </a:lnTo>
                  <a:cubicBezTo>
                    <a:pt x="3166" y="6799"/>
                    <a:pt x="3216" y="6749"/>
                    <a:pt x="3216" y="6699"/>
                  </a:cubicBezTo>
                  <a:cubicBezTo>
                    <a:pt x="3216" y="6640"/>
                    <a:pt x="3166" y="6600"/>
                    <a:pt x="3116" y="6600"/>
                  </a:cubicBezTo>
                  <a:lnTo>
                    <a:pt x="2459" y="6600"/>
                  </a:lnTo>
                  <a:cubicBezTo>
                    <a:pt x="2450" y="6600"/>
                    <a:pt x="2439" y="6590"/>
                    <a:pt x="2439" y="6570"/>
                  </a:cubicBezTo>
                  <a:lnTo>
                    <a:pt x="2439" y="6242"/>
                  </a:lnTo>
                  <a:cubicBezTo>
                    <a:pt x="2439" y="5963"/>
                    <a:pt x="2211" y="5734"/>
                    <a:pt x="1932" y="5734"/>
                  </a:cubicBezTo>
                  <a:cubicBezTo>
                    <a:pt x="1414" y="5734"/>
                    <a:pt x="996" y="5315"/>
                    <a:pt x="996" y="4798"/>
                  </a:cubicBezTo>
                  <a:lnTo>
                    <a:pt x="996" y="4420"/>
                  </a:lnTo>
                  <a:cubicBezTo>
                    <a:pt x="996" y="4300"/>
                    <a:pt x="897" y="4201"/>
                    <a:pt x="787" y="4201"/>
                  </a:cubicBezTo>
                  <a:lnTo>
                    <a:pt x="339" y="4201"/>
                  </a:lnTo>
                  <a:cubicBezTo>
                    <a:pt x="269" y="4201"/>
                    <a:pt x="240" y="4151"/>
                    <a:pt x="240" y="4141"/>
                  </a:cubicBezTo>
                  <a:cubicBezTo>
                    <a:pt x="229" y="4121"/>
                    <a:pt x="209" y="4072"/>
                    <a:pt x="260" y="4021"/>
                  </a:cubicBezTo>
                  <a:lnTo>
                    <a:pt x="568" y="3713"/>
                  </a:lnTo>
                  <a:cubicBezTo>
                    <a:pt x="847" y="3435"/>
                    <a:pt x="996" y="3066"/>
                    <a:pt x="996" y="2678"/>
                  </a:cubicBezTo>
                  <a:lnTo>
                    <a:pt x="996" y="2349"/>
                  </a:lnTo>
                  <a:cubicBezTo>
                    <a:pt x="996" y="1165"/>
                    <a:pt x="1961" y="199"/>
                    <a:pt x="3146" y="199"/>
                  </a:cubicBezTo>
                  <a:cubicBezTo>
                    <a:pt x="4330" y="199"/>
                    <a:pt x="5296" y="1165"/>
                    <a:pt x="5296" y="2349"/>
                  </a:cubicBezTo>
                  <a:lnTo>
                    <a:pt x="5296" y="2578"/>
                  </a:lnTo>
                  <a:cubicBezTo>
                    <a:pt x="5296" y="2628"/>
                    <a:pt x="5336" y="2678"/>
                    <a:pt x="5396" y="2678"/>
                  </a:cubicBezTo>
                  <a:cubicBezTo>
                    <a:pt x="5445" y="2678"/>
                    <a:pt x="5495" y="2628"/>
                    <a:pt x="5495" y="2578"/>
                  </a:cubicBezTo>
                  <a:lnTo>
                    <a:pt x="5495" y="2349"/>
                  </a:lnTo>
                  <a:cubicBezTo>
                    <a:pt x="5495" y="1055"/>
                    <a:pt x="4440" y="0"/>
                    <a:pt x="3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50"/>
          <p:cNvGrpSpPr/>
          <p:nvPr/>
        </p:nvGrpSpPr>
        <p:grpSpPr>
          <a:xfrm>
            <a:off x="4028307" y="1156029"/>
            <a:ext cx="402142" cy="474504"/>
            <a:chOff x="4698057" y="1156029"/>
            <a:chExt cx="402142" cy="474504"/>
          </a:xfrm>
        </p:grpSpPr>
        <p:sp>
          <p:nvSpPr>
            <p:cNvPr id="528" name="Google Shape;528;p50"/>
            <p:cNvSpPr/>
            <p:nvPr/>
          </p:nvSpPr>
          <p:spPr>
            <a:xfrm>
              <a:off x="4698057" y="1156029"/>
              <a:ext cx="402142" cy="474504"/>
            </a:xfrm>
            <a:custGeom>
              <a:avLst/>
              <a:gdLst/>
              <a:ahLst/>
              <a:cxnLst/>
              <a:rect l="l" t="t" r="r" b="b"/>
              <a:pathLst>
                <a:path w="5763" h="6800" extrusionOk="0">
                  <a:moveTo>
                    <a:pt x="2887" y="199"/>
                  </a:moveTo>
                  <a:cubicBezTo>
                    <a:pt x="4360" y="199"/>
                    <a:pt x="5564" y="1404"/>
                    <a:pt x="5564" y="2887"/>
                  </a:cubicBezTo>
                  <a:cubicBezTo>
                    <a:pt x="5564" y="4370"/>
                    <a:pt x="4360" y="5574"/>
                    <a:pt x="2887" y="5574"/>
                  </a:cubicBezTo>
                  <a:cubicBezTo>
                    <a:pt x="1403" y="5574"/>
                    <a:pt x="199" y="4370"/>
                    <a:pt x="199" y="2887"/>
                  </a:cubicBezTo>
                  <a:cubicBezTo>
                    <a:pt x="199" y="1404"/>
                    <a:pt x="1403" y="199"/>
                    <a:pt x="2887" y="199"/>
                  </a:cubicBezTo>
                  <a:close/>
                  <a:moveTo>
                    <a:pt x="4400" y="5335"/>
                  </a:moveTo>
                  <a:lnTo>
                    <a:pt x="4718" y="6072"/>
                  </a:lnTo>
                  <a:lnTo>
                    <a:pt x="1045" y="6072"/>
                  </a:lnTo>
                  <a:lnTo>
                    <a:pt x="1363" y="5335"/>
                  </a:lnTo>
                  <a:cubicBezTo>
                    <a:pt x="1835" y="5634"/>
                    <a:pt x="2361" y="5774"/>
                    <a:pt x="2890" y="5774"/>
                  </a:cubicBezTo>
                  <a:cubicBezTo>
                    <a:pt x="2909" y="5774"/>
                    <a:pt x="2927" y="5774"/>
                    <a:pt x="2946" y="5773"/>
                  </a:cubicBezTo>
                  <a:cubicBezTo>
                    <a:pt x="3444" y="5764"/>
                    <a:pt x="3951" y="5624"/>
                    <a:pt x="4400" y="5335"/>
                  </a:cubicBezTo>
                  <a:close/>
                  <a:moveTo>
                    <a:pt x="5176" y="6271"/>
                  </a:moveTo>
                  <a:cubicBezTo>
                    <a:pt x="5196" y="6271"/>
                    <a:pt x="5206" y="6281"/>
                    <a:pt x="5206" y="6301"/>
                  </a:cubicBezTo>
                  <a:lnTo>
                    <a:pt x="5206" y="6560"/>
                  </a:lnTo>
                  <a:cubicBezTo>
                    <a:pt x="5206" y="6580"/>
                    <a:pt x="5196" y="6600"/>
                    <a:pt x="5176" y="6600"/>
                  </a:cubicBezTo>
                  <a:lnTo>
                    <a:pt x="587" y="6600"/>
                  </a:lnTo>
                  <a:cubicBezTo>
                    <a:pt x="567" y="6600"/>
                    <a:pt x="557" y="6580"/>
                    <a:pt x="557" y="6560"/>
                  </a:cubicBezTo>
                  <a:lnTo>
                    <a:pt x="557" y="6301"/>
                  </a:lnTo>
                  <a:cubicBezTo>
                    <a:pt x="557" y="6281"/>
                    <a:pt x="567" y="6271"/>
                    <a:pt x="587" y="6271"/>
                  </a:cubicBezTo>
                  <a:close/>
                  <a:moveTo>
                    <a:pt x="2887" y="0"/>
                  </a:moveTo>
                  <a:cubicBezTo>
                    <a:pt x="1284" y="0"/>
                    <a:pt x="0" y="1294"/>
                    <a:pt x="0" y="2887"/>
                  </a:cubicBezTo>
                  <a:cubicBezTo>
                    <a:pt x="0" y="3822"/>
                    <a:pt x="448" y="4689"/>
                    <a:pt x="1194" y="5226"/>
                  </a:cubicBezTo>
                  <a:lnTo>
                    <a:pt x="826" y="6072"/>
                  </a:lnTo>
                  <a:lnTo>
                    <a:pt x="587" y="6072"/>
                  </a:lnTo>
                  <a:cubicBezTo>
                    <a:pt x="458" y="6072"/>
                    <a:pt x="358" y="6172"/>
                    <a:pt x="358" y="6301"/>
                  </a:cubicBezTo>
                  <a:lnTo>
                    <a:pt x="358" y="6560"/>
                  </a:lnTo>
                  <a:cubicBezTo>
                    <a:pt x="358" y="6689"/>
                    <a:pt x="458" y="6799"/>
                    <a:pt x="587" y="6799"/>
                  </a:cubicBezTo>
                  <a:lnTo>
                    <a:pt x="5176" y="6799"/>
                  </a:lnTo>
                  <a:cubicBezTo>
                    <a:pt x="5305" y="6799"/>
                    <a:pt x="5405" y="6689"/>
                    <a:pt x="5405" y="6560"/>
                  </a:cubicBezTo>
                  <a:lnTo>
                    <a:pt x="5405" y="6301"/>
                  </a:lnTo>
                  <a:cubicBezTo>
                    <a:pt x="5405" y="6172"/>
                    <a:pt x="5305" y="6072"/>
                    <a:pt x="5176" y="6072"/>
                  </a:cubicBezTo>
                  <a:lnTo>
                    <a:pt x="4937" y="6072"/>
                  </a:lnTo>
                  <a:lnTo>
                    <a:pt x="4568" y="5226"/>
                  </a:lnTo>
                  <a:cubicBezTo>
                    <a:pt x="5315" y="4689"/>
                    <a:pt x="5763" y="3833"/>
                    <a:pt x="5763" y="2887"/>
                  </a:cubicBezTo>
                  <a:cubicBezTo>
                    <a:pt x="5763" y="1294"/>
                    <a:pt x="4479" y="0"/>
                    <a:pt x="28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50"/>
            <p:cNvSpPr/>
            <p:nvPr/>
          </p:nvSpPr>
          <p:spPr>
            <a:xfrm>
              <a:off x="4744530" y="1202572"/>
              <a:ext cx="308497" cy="299426"/>
            </a:xfrm>
            <a:custGeom>
              <a:avLst/>
              <a:gdLst/>
              <a:ahLst/>
              <a:cxnLst/>
              <a:rect l="l" t="t" r="r" b="b"/>
              <a:pathLst>
                <a:path w="4421" h="4291" extrusionOk="0">
                  <a:moveTo>
                    <a:pt x="4012" y="3255"/>
                  </a:moveTo>
                  <a:cubicBezTo>
                    <a:pt x="4032" y="3255"/>
                    <a:pt x="4052" y="3275"/>
                    <a:pt x="4052" y="3305"/>
                  </a:cubicBezTo>
                  <a:lnTo>
                    <a:pt x="4052" y="3534"/>
                  </a:lnTo>
                  <a:cubicBezTo>
                    <a:pt x="4052" y="3554"/>
                    <a:pt x="4032" y="3584"/>
                    <a:pt x="4012" y="3584"/>
                  </a:cubicBezTo>
                  <a:lnTo>
                    <a:pt x="419" y="3584"/>
                  </a:lnTo>
                  <a:cubicBezTo>
                    <a:pt x="399" y="3584"/>
                    <a:pt x="379" y="3554"/>
                    <a:pt x="379" y="3534"/>
                  </a:cubicBezTo>
                  <a:lnTo>
                    <a:pt x="379" y="3305"/>
                  </a:lnTo>
                  <a:cubicBezTo>
                    <a:pt x="379" y="3275"/>
                    <a:pt x="399" y="3255"/>
                    <a:pt x="419" y="3255"/>
                  </a:cubicBezTo>
                  <a:close/>
                  <a:moveTo>
                    <a:pt x="3604" y="3783"/>
                  </a:moveTo>
                  <a:cubicBezTo>
                    <a:pt x="3594" y="3823"/>
                    <a:pt x="3584" y="3862"/>
                    <a:pt x="3564" y="3892"/>
                  </a:cubicBezTo>
                  <a:cubicBezTo>
                    <a:pt x="3524" y="4011"/>
                    <a:pt x="3405" y="4091"/>
                    <a:pt x="3285" y="4091"/>
                  </a:cubicBezTo>
                  <a:lnTo>
                    <a:pt x="1146" y="4091"/>
                  </a:lnTo>
                  <a:cubicBezTo>
                    <a:pt x="1026" y="4091"/>
                    <a:pt x="907" y="4011"/>
                    <a:pt x="867" y="3892"/>
                  </a:cubicBezTo>
                  <a:cubicBezTo>
                    <a:pt x="847" y="3862"/>
                    <a:pt x="837" y="3823"/>
                    <a:pt x="827" y="3783"/>
                  </a:cubicBezTo>
                  <a:close/>
                  <a:moveTo>
                    <a:pt x="2221" y="0"/>
                  </a:moveTo>
                  <a:cubicBezTo>
                    <a:pt x="996" y="0"/>
                    <a:pt x="1" y="996"/>
                    <a:pt x="1" y="2220"/>
                  </a:cubicBezTo>
                  <a:cubicBezTo>
                    <a:pt x="1" y="2549"/>
                    <a:pt x="71" y="2877"/>
                    <a:pt x="220" y="3175"/>
                  </a:cubicBezTo>
                  <a:cubicBezTo>
                    <a:pt x="190" y="3215"/>
                    <a:pt x="180" y="3255"/>
                    <a:pt x="180" y="3305"/>
                  </a:cubicBezTo>
                  <a:lnTo>
                    <a:pt x="180" y="3534"/>
                  </a:lnTo>
                  <a:cubicBezTo>
                    <a:pt x="180" y="3663"/>
                    <a:pt x="290" y="3783"/>
                    <a:pt x="419" y="3783"/>
                  </a:cubicBezTo>
                  <a:lnTo>
                    <a:pt x="608" y="3783"/>
                  </a:lnTo>
                  <a:cubicBezTo>
                    <a:pt x="638" y="3843"/>
                    <a:pt x="657" y="3902"/>
                    <a:pt x="677" y="3962"/>
                  </a:cubicBezTo>
                  <a:cubicBezTo>
                    <a:pt x="747" y="4161"/>
                    <a:pt x="936" y="4290"/>
                    <a:pt x="1146" y="4290"/>
                  </a:cubicBezTo>
                  <a:lnTo>
                    <a:pt x="3285" y="4290"/>
                  </a:lnTo>
                  <a:cubicBezTo>
                    <a:pt x="3495" y="4290"/>
                    <a:pt x="3683" y="4161"/>
                    <a:pt x="3754" y="3962"/>
                  </a:cubicBezTo>
                  <a:cubicBezTo>
                    <a:pt x="3773" y="3902"/>
                    <a:pt x="3793" y="3843"/>
                    <a:pt x="3823" y="3783"/>
                  </a:cubicBezTo>
                  <a:lnTo>
                    <a:pt x="4012" y="3783"/>
                  </a:lnTo>
                  <a:cubicBezTo>
                    <a:pt x="4141" y="3783"/>
                    <a:pt x="4251" y="3663"/>
                    <a:pt x="4251" y="3534"/>
                  </a:cubicBezTo>
                  <a:lnTo>
                    <a:pt x="4251" y="3305"/>
                  </a:lnTo>
                  <a:cubicBezTo>
                    <a:pt x="4251" y="3255"/>
                    <a:pt x="4241" y="3215"/>
                    <a:pt x="4221" y="3175"/>
                  </a:cubicBezTo>
                  <a:cubicBezTo>
                    <a:pt x="4321" y="2947"/>
                    <a:pt x="4391" y="2708"/>
                    <a:pt x="4420" y="2459"/>
                  </a:cubicBezTo>
                  <a:cubicBezTo>
                    <a:pt x="4420" y="2409"/>
                    <a:pt x="4380" y="2359"/>
                    <a:pt x="4331" y="2349"/>
                  </a:cubicBezTo>
                  <a:cubicBezTo>
                    <a:pt x="4271" y="2349"/>
                    <a:pt x="4231" y="2389"/>
                    <a:pt x="4221" y="2439"/>
                  </a:cubicBezTo>
                  <a:cubicBezTo>
                    <a:pt x="4201" y="2658"/>
                    <a:pt x="4141" y="2867"/>
                    <a:pt x="4052" y="3056"/>
                  </a:cubicBezTo>
                  <a:lnTo>
                    <a:pt x="3823" y="3056"/>
                  </a:lnTo>
                  <a:cubicBezTo>
                    <a:pt x="3962" y="2797"/>
                    <a:pt x="4032" y="2509"/>
                    <a:pt x="4032" y="2220"/>
                  </a:cubicBezTo>
                  <a:cubicBezTo>
                    <a:pt x="4032" y="1314"/>
                    <a:pt x="3355" y="538"/>
                    <a:pt x="2460" y="418"/>
                  </a:cubicBezTo>
                  <a:cubicBezTo>
                    <a:pt x="2454" y="417"/>
                    <a:pt x="2449" y="417"/>
                    <a:pt x="2443" y="417"/>
                  </a:cubicBezTo>
                  <a:cubicBezTo>
                    <a:pt x="2399" y="417"/>
                    <a:pt x="2359" y="453"/>
                    <a:pt x="2350" y="498"/>
                  </a:cubicBezTo>
                  <a:cubicBezTo>
                    <a:pt x="2340" y="558"/>
                    <a:pt x="2380" y="607"/>
                    <a:pt x="2440" y="617"/>
                  </a:cubicBezTo>
                  <a:cubicBezTo>
                    <a:pt x="3236" y="717"/>
                    <a:pt x="3833" y="1414"/>
                    <a:pt x="3833" y="2220"/>
                  </a:cubicBezTo>
                  <a:cubicBezTo>
                    <a:pt x="3833" y="2518"/>
                    <a:pt x="3754" y="2807"/>
                    <a:pt x="3604" y="3056"/>
                  </a:cubicBezTo>
                  <a:lnTo>
                    <a:pt x="827" y="3056"/>
                  </a:lnTo>
                  <a:cubicBezTo>
                    <a:pt x="677" y="2807"/>
                    <a:pt x="598" y="2518"/>
                    <a:pt x="598" y="2220"/>
                  </a:cubicBezTo>
                  <a:cubicBezTo>
                    <a:pt x="598" y="1414"/>
                    <a:pt x="1195" y="717"/>
                    <a:pt x="2002" y="617"/>
                  </a:cubicBezTo>
                  <a:cubicBezTo>
                    <a:pt x="2051" y="607"/>
                    <a:pt x="2091" y="558"/>
                    <a:pt x="2081" y="498"/>
                  </a:cubicBezTo>
                  <a:cubicBezTo>
                    <a:pt x="2072" y="453"/>
                    <a:pt x="2032" y="417"/>
                    <a:pt x="1988" y="417"/>
                  </a:cubicBezTo>
                  <a:cubicBezTo>
                    <a:pt x="1982" y="417"/>
                    <a:pt x="1977" y="417"/>
                    <a:pt x="1971" y="418"/>
                  </a:cubicBezTo>
                  <a:cubicBezTo>
                    <a:pt x="1076" y="538"/>
                    <a:pt x="399" y="1314"/>
                    <a:pt x="399" y="2220"/>
                  </a:cubicBezTo>
                  <a:cubicBezTo>
                    <a:pt x="399" y="2509"/>
                    <a:pt x="469" y="2797"/>
                    <a:pt x="608" y="3056"/>
                  </a:cubicBezTo>
                  <a:lnTo>
                    <a:pt x="379" y="3056"/>
                  </a:lnTo>
                  <a:cubicBezTo>
                    <a:pt x="259" y="2797"/>
                    <a:pt x="200" y="2509"/>
                    <a:pt x="200" y="2220"/>
                  </a:cubicBezTo>
                  <a:cubicBezTo>
                    <a:pt x="200" y="1105"/>
                    <a:pt x="1106" y="199"/>
                    <a:pt x="2221" y="199"/>
                  </a:cubicBezTo>
                  <a:cubicBezTo>
                    <a:pt x="3246" y="199"/>
                    <a:pt x="4112" y="976"/>
                    <a:pt x="4221" y="2001"/>
                  </a:cubicBezTo>
                  <a:cubicBezTo>
                    <a:pt x="4230" y="2045"/>
                    <a:pt x="4271" y="2082"/>
                    <a:pt x="4315" y="2082"/>
                  </a:cubicBezTo>
                  <a:cubicBezTo>
                    <a:pt x="4320" y="2082"/>
                    <a:pt x="4325" y="2081"/>
                    <a:pt x="4331" y="2080"/>
                  </a:cubicBezTo>
                  <a:cubicBezTo>
                    <a:pt x="4380" y="2080"/>
                    <a:pt x="4420" y="2031"/>
                    <a:pt x="4420" y="1971"/>
                  </a:cubicBezTo>
                  <a:cubicBezTo>
                    <a:pt x="4301" y="856"/>
                    <a:pt x="3345" y="0"/>
                    <a:pt x="2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 name="Google Shape;530;p50"/>
          <p:cNvGrpSpPr/>
          <p:nvPr/>
        </p:nvGrpSpPr>
        <p:grpSpPr>
          <a:xfrm>
            <a:off x="4691559" y="1156029"/>
            <a:ext cx="382813" cy="474504"/>
            <a:chOff x="5361309" y="1156029"/>
            <a:chExt cx="382813" cy="474504"/>
          </a:xfrm>
        </p:grpSpPr>
        <p:sp>
          <p:nvSpPr>
            <p:cNvPr id="531" name="Google Shape;531;p50"/>
            <p:cNvSpPr/>
            <p:nvPr/>
          </p:nvSpPr>
          <p:spPr>
            <a:xfrm>
              <a:off x="5451604" y="1216318"/>
              <a:ext cx="262652" cy="191895"/>
            </a:xfrm>
            <a:custGeom>
              <a:avLst/>
              <a:gdLst/>
              <a:ahLst/>
              <a:cxnLst/>
              <a:rect l="l" t="t" r="r" b="b"/>
              <a:pathLst>
                <a:path w="3764" h="2750" extrusionOk="0">
                  <a:moveTo>
                    <a:pt x="1882" y="649"/>
                  </a:moveTo>
                  <a:cubicBezTo>
                    <a:pt x="2039" y="649"/>
                    <a:pt x="2196" y="669"/>
                    <a:pt x="2350" y="709"/>
                  </a:cubicBezTo>
                  <a:lnTo>
                    <a:pt x="1882" y="1177"/>
                  </a:lnTo>
                  <a:lnTo>
                    <a:pt x="1414" y="709"/>
                  </a:lnTo>
                  <a:cubicBezTo>
                    <a:pt x="1569" y="669"/>
                    <a:pt x="1725" y="649"/>
                    <a:pt x="1882" y="649"/>
                  </a:cubicBezTo>
                  <a:close/>
                  <a:moveTo>
                    <a:pt x="976" y="1117"/>
                  </a:moveTo>
                  <a:lnTo>
                    <a:pt x="1464" y="1595"/>
                  </a:lnTo>
                  <a:lnTo>
                    <a:pt x="976" y="2082"/>
                  </a:lnTo>
                  <a:cubicBezTo>
                    <a:pt x="896" y="1933"/>
                    <a:pt x="857" y="1774"/>
                    <a:pt x="857" y="1595"/>
                  </a:cubicBezTo>
                  <a:cubicBezTo>
                    <a:pt x="857" y="1425"/>
                    <a:pt x="896" y="1266"/>
                    <a:pt x="976" y="1117"/>
                  </a:cubicBezTo>
                  <a:close/>
                  <a:moveTo>
                    <a:pt x="2788" y="1117"/>
                  </a:moveTo>
                  <a:cubicBezTo>
                    <a:pt x="2867" y="1266"/>
                    <a:pt x="2907" y="1425"/>
                    <a:pt x="2907" y="1595"/>
                  </a:cubicBezTo>
                  <a:cubicBezTo>
                    <a:pt x="2907" y="1774"/>
                    <a:pt x="2867" y="1933"/>
                    <a:pt x="2788" y="2082"/>
                  </a:cubicBezTo>
                  <a:lnTo>
                    <a:pt x="2300" y="1595"/>
                  </a:lnTo>
                  <a:lnTo>
                    <a:pt x="2788" y="1117"/>
                  </a:lnTo>
                  <a:close/>
                  <a:moveTo>
                    <a:pt x="857" y="928"/>
                  </a:moveTo>
                  <a:lnTo>
                    <a:pt x="857" y="928"/>
                  </a:lnTo>
                  <a:cubicBezTo>
                    <a:pt x="728" y="1127"/>
                    <a:pt x="658" y="1356"/>
                    <a:pt x="658" y="1595"/>
                  </a:cubicBezTo>
                  <a:cubicBezTo>
                    <a:pt x="658" y="1843"/>
                    <a:pt x="728" y="2073"/>
                    <a:pt x="857" y="2272"/>
                  </a:cubicBezTo>
                  <a:cubicBezTo>
                    <a:pt x="638" y="2133"/>
                    <a:pt x="439" y="1963"/>
                    <a:pt x="279" y="1744"/>
                  </a:cubicBezTo>
                  <a:cubicBezTo>
                    <a:pt x="220" y="1664"/>
                    <a:pt x="220" y="1535"/>
                    <a:pt x="279" y="1445"/>
                  </a:cubicBezTo>
                  <a:cubicBezTo>
                    <a:pt x="279" y="1445"/>
                    <a:pt x="290" y="1445"/>
                    <a:pt x="290" y="1436"/>
                  </a:cubicBezTo>
                  <a:cubicBezTo>
                    <a:pt x="449" y="1226"/>
                    <a:pt x="638" y="1058"/>
                    <a:pt x="857" y="928"/>
                  </a:cubicBezTo>
                  <a:close/>
                  <a:moveTo>
                    <a:pt x="2907" y="928"/>
                  </a:moveTo>
                  <a:lnTo>
                    <a:pt x="2907" y="928"/>
                  </a:lnTo>
                  <a:cubicBezTo>
                    <a:pt x="3117" y="1058"/>
                    <a:pt x="3316" y="1226"/>
                    <a:pt x="3475" y="1436"/>
                  </a:cubicBezTo>
                  <a:cubicBezTo>
                    <a:pt x="3475" y="1445"/>
                    <a:pt x="3475" y="1445"/>
                    <a:pt x="3485" y="1445"/>
                  </a:cubicBezTo>
                  <a:cubicBezTo>
                    <a:pt x="3544" y="1535"/>
                    <a:pt x="3544" y="1664"/>
                    <a:pt x="3485" y="1744"/>
                  </a:cubicBezTo>
                  <a:cubicBezTo>
                    <a:pt x="3325" y="1963"/>
                    <a:pt x="3126" y="2133"/>
                    <a:pt x="2907" y="2272"/>
                  </a:cubicBezTo>
                  <a:cubicBezTo>
                    <a:pt x="3037" y="2073"/>
                    <a:pt x="3106" y="1843"/>
                    <a:pt x="3106" y="1595"/>
                  </a:cubicBezTo>
                  <a:cubicBezTo>
                    <a:pt x="3106" y="1356"/>
                    <a:pt x="3037" y="1127"/>
                    <a:pt x="2907" y="928"/>
                  </a:cubicBezTo>
                  <a:close/>
                  <a:moveTo>
                    <a:pt x="2529" y="808"/>
                  </a:moveTo>
                  <a:cubicBezTo>
                    <a:pt x="2589" y="848"/>
                    <a:pt x="2628" y="898"/>
                    <a:pt x="2668" y="948"/>
                  </a:cubicBezTo>
                  <a:lnTo>
                    <a:pt x="2131" y="1496"/>
                  </a:lnTo>
                  <a:cubicBezTo>
                    <a:pt x="2071" y="1555"/>
                    <a:pt x="2071" y="1644"/>
                    <a:pt x="2131" y="1704"/>
                  </a:cubicBezTo>
                  <a:lnTo>
                    <a:pt x="2668" y="2252"/>
                  </a:lnTo>
                  <a:cubicBezTo>
                    <a:pt x="2628" y="2301"/>
                    <a:pt x="2589" y="2352"/>
                    <a:pt x="2529" y="2391"/>
                  </a:cubicBezTo>
                  <a:lnTo>
                    <a:pt x="1991" y="1843"/>
                  </a:lnTo>
                  <a:cubicBezTo>
                    <a:pt x="1962" y="1814"/>
                    <a:pt x="1922" y="1804"/>
                    <a:pt x="1882" y="1804"/>
                  </a:cubicBezTo>
                  <a:cubicBezTo>
                    <a:pt x="1843" y="1804"/>
                    <a:pt x="1803" y="1814"/>
                    <a:pt x="1772" y="1843"/>
                  </a:cubicBezTo>
                  <a:lnTo>
                    <a:pt x="1235" y="2391"/>
                  </a:lnTo>
                  <a:cubicBezTo>
                    <a:pt x="1175" y="2352"/>
                    <a:pt x="1135" y="2301"/>
                    <a:pt x="1086" y="2252"/>
                  </a:cubicBezTo>
                  <a:lnTo>
                    <a:pt x="1633" y="1704"/>
                  </a:lnTo>
                  <a:cubicBezTo>
                    <a:pt x="1693" y="1644"/>
                    <a:pt x="1693" y="1555"/>
                    <a:pt x="1633" y="1496"/>
                  </a:cubicBezTo>
                  <a:lnTo>
                    <a:pt x="1086" y="948"/>
                  </a:lnTo>
                  <a:cubicBezTo>
                    <a:pt x="1135" y="898"/>
                    <a:pt x="1175" y="848"/>
                    <a:pt x="1235" y="808"/>
                  </a:cubicBezTo>
                  <a:lnTo>
                    <a:pt x="1772" y="1346"/>
                  </a:lnTo>
                  <a:cubicBezTo>
                    <a:pt x="1802" y="1376"/>
                    <a:pt x="1842" y="1391"/>
                    <a:pt x="1882" y="1391"/>
                  </a:cubicBezTo>
                  <a:cubicBezTo>
                    <a:pt x="1922" y="1391"/>
                    <a:pt x="1962" y="1376"/>
                    <a:pt x="1991" y="1346"/>
                  </a:cubicBezTo>
                  <a:lnTo>
                    <a:pt x="2529" y="808"/>
                  </a:lnTo>
                  <a:close/>
                  <a:moveTo>
                    <a:pt x="1882" y="2023"/>
                  </a:moveTo>
                  <a:lnTo>
                    <a:pt x="2350" y="2491"/>
                  </a:lnTo>
                  <a:cubicBezTo>
                    <a:pt x="2201" y="2531"/>
                    <a:pt x="2042" y="2551"/>
                    <a:pt x="1882" y="2551"/>
                  </a:cubicBezTo>
                  <a:cubicBezTo>
                    <a:pt x="1723" y="2551"/>
                    <a:pt x="1573" y="2531"/>
                    <a:pt x="1414" y="2491"/>
                  </a:cubicBezTo>
                  <a:lnTo>
                    <a:pt x="1882" y="2023"/>
                  </a:lnTo>
                  <a:close/>
                  <a:moveTo>
                    <a:pt x="1650" y="1"/>
                  </a:moveTo>
                  <a:cubicBezTo>
                    <a:pt x="1644" y="1"/>
                    <a:pt x="1638" y="1"/>
                    <a:pt x="1633" y="2"/>
                  </a:cubicBezTo>
                  <a:cubicBezTo>
                    <a:pt x="1325" y="52"/>
                    <a:pt x="1036" y="201"/>
                    <a:pt x="767" y="440"/>
                  </a:cubicBezTo>
                  <a:cubicBezTo>
                    <a:pt x="518" y="669"/>
                    <a:pt x="299" y="968"/>
                    <a:pt x="130" y="1326"/>
                  </a:cubicBezTo>
                  <a:lnTo>
                    <a:pt x="120" y="1326"/>
                  </a:lnTo>
                  <a:cubicBezTo>
                    <a:pt x="1" y="1485"/>
                    <a:pt x="1" y="1704"/>
                    <a:pt x="120" y="1863"/>
                  </a:cubicBezTo>
                  <a:cubicBezTo>
                    <a:pt x="529" y="2411"/>
                    <a:pt x="1175" y="2750"/>
                    <a:pt x="1882" y="2750"/>
                  </a:cubicBezTo>
                  <a:cubicBezTo>
                    <a:pt x="2589" y="2750"/>
                    <a:pt x="3236" y="2411"/>
                    <a:pt x="3644" y="1863"/>
                  </a:cubicBezTo>
                  <a:cubicBezTo>
                    <a:pt x="3763" y="1704"/>
                    <a:pt x="3763" y="1485"/>
                    <a:pt x="3644" y="1326"/>
                  </a:cubicBezTo>
                  <a:lnTo>
                    <a:pt x="3634" y="1326"/>
                  </a:lnTo>
                  <a:cubicBezTo>
                    <a:pt x="3455" y="968"/>
                    <a:pt x="3246" y="669"/>
                    <a:pt x="2987" y="440"/>
                  </a:cubicBezTo>
                  <a:cubicBezTo>
                    <a:pt x="2728" y="201"/>
                    <a:pt x="2440" y="52"/>
                    <a:pt x="2131" y="2"/>
                  </a:cubicBezTo>
                  <a:cubicBezTo>
                    <a:pt x="2125" y="1"/>
                    <a:pt x="2120" y="1"/>
                    <a:pt x="2115" y="1"/>
                  </a:cubicBezTo>
                  <a:cubicBezTo>
                    <a:pt x="2069" y="1"/>
                    <a:pt x="2021" y="37"/>
                    <a:pt x="2011" y="82"/>
                  </a:cubicBezTo>
                  <a:cubicBezTo>
                    <a:pt x="2002" y="142"/>
                    <a:pt x="2042" y="191"/>
                    <a:pt x="2101" y="201"/>
                  </a:cubicBezTo>
                  <a:cubicBezTo>
                    <a:pt x="2440" y="261"/>
                    <a:pt x="2768" y="460"/>
                    <a:pt x="3047" y="779"/>
                  </a:cubicBezTo>
                  <a:cubicBezTo>
                    <a:pt x="2699" y="569"/>
                    <a:pt x="2300" y="450"/>
                    <a:pt x="1882" y="450"/>
                  </a:cubicBezTo>
                  <a:cubicBezTo>
                    <a:pt x="1464" y="450"/>
                    <a:pt x="1066" y="560"/>
                    <a:pt x="717" y="779"/>
                  </a:cubicBezTo>
                  <a:cubicBezTo>
                    <a:pt x="996" y="460"/>
                    <a:pt x="1325" y="261"/>
                    <a:pt x="1663" y="201"/>
                  </a:cubicBezTo>
                  <a:cubicBezTo>
                    <a:pt x="1723" y="191"/>
                    <a:pt x="1753" y="142"/>
                    <a:pt x="1743" y="82"/>
                  </a:cubicBezTo>
                  <a:cubicBezTo>
                    <a:pt x="1743" y="37"/>
                    <a:pt x="1695" y="1"/>
                    <a:pt x="1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50"/>
            <p:cNvSpPr/>
            <p:nvPr/>
          </p:nvSpPr>
          <p:spPr>
            <a:xfrm>
              <a:off x="5361309" y="1156029"/>
              <a:ext cx="382813" cy="474504"/>
            </a:xfrm>
            <a:custGeom>
              <a:avLst/>
              <a:gdLst/>
              <a:ahLst/>
              <a:cxnLst/>
              <a:rect l="l" t="t" r="r" b="b"/>
              <a:pathLst>
                <a:path w="5486" h="6800" extrusionOk="0">
                  <a:moveTo>
                    <a:pt x="3137" y="0"/>
                  </a:moveTo>
                  <a:cubicBezTo>
                    <a:pt x="1842" y="0"/>
                    <a:pt x="797" y="1055"/>
                    <a:pt x="797" y="2349"/>
                  </a:cubicBezTo>
                  <a:lnTo>
                    <a:pt x="797" y="2678"/>
                  </a:lnTo>
                  <a:cubicBezTo>
                    <a:pt x="797" y="3016"/>
                    <a:pt x="668" y="3335"/>
                    <a:pt x="429" y="3574"/>
                  </a:cubicBezTo>
                  <a:lnTo>
                    <a:pt x="120" y="3882"/>
                  </a:lnTo>
                  <a:cubicBezTo>
                    <a:pt x="31" y="3972"/>
                    <a:pt x="1" y="4101"/>
                    <a:pt x="51" y="4211"/>
                  </a:cubicBezTo>
                  <a:cubicBezTo>
                    <a:pt x="100" y="4330"/>
                    <a:pt x="210" y="4400"/>
                    <a:pt x="329" y="4400"/>
                  </a:cubicBezTo>
                  <a:lnTo>
                    <a:pt x="777" y="4400"/>
                  </a:lnTo>
                  <a:cubicBezTo>
                    <a:pt x="787" y="4400"/>
                    <a:pt x="797" y="4410"/>
                    <a:pt x="797" y="4420"/>
                  </a:cubicBezTo>
                  <a:lnTo>
                    <a:pt x="797" y="4798"/>
                  </a:lnTo>
                  <a:cubicBezTo>
                    <a:pt x="797" y="5425"/>
                    <a:pt x="1305" y="5933"/>
                    <a:pt x="1932" y="5933"/>
                  </a:cubicBezTo>
                  <a:cubicBezTo>
                    <a:pt x="2101" y="5933"/>
                    <a:pt x="2230" y="6072"/>
                    <a:pt x="2230" y="6242"/>
                  </a:cubicBezTo>
                  <a:lnTo>
                    <a:pt x="2230" y="6570"/>
                  </a:lnTo>
                  <a:cubicBezTo>
                    <a:pt x="2230" y="6699"/>
                    <a:pt x="2330" y="6799"/>
                    <a:pt x="2460" y="6799"/>
                  </a:cubicBezTo>
                  <a:lnTo>
                    <a:pt x="4371" y="6799"/>
                  </a:lnTo>
                  <a:cubicBezTo>
                    <a:pt x="4490" y="6799"/>
                    <a:pt x="4590" y="6689"/>
                    <a:pt x="4590" y="6570"/>
                  </a:cubicBezTo>
                  <a:lnTo>
                    <a:pt x="4590" y="5724"/>
                  </a:lnTo>
                  <a:cubicBezTo>
                    <a:pt x="4590" y="5395"/>
                    <a:pt x="4699" y="5096"/>
                    <a:pt x="4898" y="4877"/>
                  </a:cubicBezTo>
                  <a:cubicBezTo>
                    <a:pt x="5276" y="4450"/>
                    <a:pt x="5486" y="3892"/>
                    <a:pt x="5486" y="3325"/>
                  </a:cubicBezTo>
                  <a:lnTo>
                    <a:pt x="5486" y="3086"/>
                  </a:lnTo>
                  <a:cubicBezTo>
                    <a:pt x="5486" y="3026"/>
                    <a:pt x="5446" y="2986"/>
                    <a:pt x="5386" y="2986"/>
                  </a:cubicBezTo>
                  <a:cubicBezTo>
                    <a:pt x="5336" y="2986"/>
                    <a:pt x="5287" y="3026"/>
                    <a:pt x="5287" y="3086"/>
                  </a:cubicBezTo>
                  <a:lnTo>
                    <a:pt x="5287" y="3325"/>
                  </a:lnTo>
                  <a:cubicBezTo>
                    <a:pt x="5287" y="3853"/>
                    <a:pt x="5097" y="4350"/>
                    <a:pt x="4749" y="4748"/>
                  </a:cubicBezTo>
                  <a:cubicBezTo>
                    <a:pt x="4520" y="5007"/>
                    <a:pt x="4391" y="5355"/>
                    <a:pt x="4391" y="5724"/>
                  </a:cubicBezTo>
                  <a:lnTo>
                    <a:pt x="4391" y="6570"/>
                  </a:lnTo>
                  <a:cubicBezTo>
                    <a:pt x="4391" y="6580"/>
                    <a:pt x="4380" y="6600"/>
                    <a:pt x="4371" y="6600"/>
                  </a:cubicBezTo>
                  <a:lnTo>
                    <a:pt x="2460" y="6600"/>
                  </a:lnTo>
                  <a:cubicBezTo>
                    <a:pt x="2440" y="6600"/>
                    <a:pt x="2429" y="6590"/>
                    <a:pt x="2429" y="6570"/>
                  </a:cubicBezTo>
                  <a:lnTo>
                    <a:pt x="2429" y="6242"/>
                  </a:lnTo>
                  <a:cubicBezTo>
                    <a:pt x="2429" y="5963"/>
                    <a:pt x="2210" y="5734"/>
                    <a:pt x="1932" y="5734"/>
                  </a:cubicBezTo>
                  <a:cubicBezTo>
                    <a:pt x="1414" y="5734"/>
                    <a:pt x="996" y="5315"/>
                    <a:pt x="996" y="4798"/>
                  </a:cubicBezTo>
                  <a:lnTo>
                    <a:pt x="996" y="4420"/>
                  </a:lnTo>
                  <a:cubicBezTo>
                    <a:pt x="996" y="4300"/>
                    <a:pt x="896" y="4201"/>
                    <a:pt x="777" y="4201"/>
                  </a:cubicBezTo>
                  <a:lnTo>
                    <a:pt x="329" y="4201"/>
                  </a:lnTo>
                  <a:cubicBezTo>
                    <a:pt x="270" y="4201"/>
                    <a:pt x="240" y="4151"/>
                    <a:pt x="230" y="4141"/>
                  </a:cubicBezTo>
                  <a:cubicBezTo>
                    <a:pt x="230" y="4121"/>
                    <a:pt x="210" y="4072"/>
                    <a:pt x="259" y="4021"/>
                  </a:cubicBezTo>
                  <a:lnTo>
                    <a:pt x="568" y="3713"/>
                  </a:lnTo>
                  <a:cubicBezTo>
                    <a:pt x="847" y="3435"/>
                    <a:pt x="996" y="3066"/>
                    <a:pt x="996" y="2678"/>
                  </a:cubicBezTo>
                  <a:lnTo>
                    <a:pt x="996" y="2349"/>
                  </a:lnTo>
                  <a:cubicBezTo>
                    <a:pt x="996" y="1165"/>
                    <a:pt x="1962" y="199"/>
                    <a:pt x="3137" y="199"/>
                  </a:cubicBezTo>
                  <a:cubicBezTo>
                    <a:pt x="4321" y="199"/>
                    <a:pt x="5287" y="1165"/>
                    <a:pt x="5287" y="2349"/>
                  </a:cubicBezTo>
                  <a:lnTo>
                    <a:pt x="5287" y="2618"/>
                  </a:lnTo>
                  <a:cubicBezTo>
                    <a:pt x="5287" y="2668"/>
                    <a:pt x="5336" y="2718"/>
                    <a:pt x="5386" y="2718"/>
                  </a:cubicBezTo>
                  <a:cubicBezTo>
                    <a:pt x="5446" y="2718"/>
                    <a:pt x="5486" y="2668"/>
                    <a:pt x="5486" y="2618"/>
                  </a:cubicBezTo>
                  <a:lnTo>
                    <a:pt x="5486" y="2349"/>
                  </a:lnTo>
                  <a:cubicBezTo>
                    <a:pt x="5486" y="1055"/>
                    <a:pt x="4431" y="0"/>
                    <a:pt x="3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 name="Google Shape;533;p50"/>
          <p:cNvSpPr/>
          <p:nvPr/>
        </p:nvSpPr>
        <p:spPr>
          <a:xfrm>
            <a:off x="5334087" y="1156029"/>
            <a:ext cx="408492" cy="474155"/>
          </a:xfrm>
          <a:custGeom>
            <a:avLst/>
            <a:gdLst/>
            <a:ahLst/>
            <a:cxnLst/>
            <a:rect l="l" t="t" r="r" b="b"/>
            <a:pathLst>
              <a:path w="5854" h="6795" extrusionOk="0">
                <a:moveTo>
                  <a:pt x="4449" y="199"/>
                </a:moveTo>
                <a:cubicBezTo>
                  <a:pt x="4370" y="309"/>
                  <a:pt x="3783" y="1135"/>
                  <a:pt x="3703" y="1254"/>
                </a:cubicBezTo>
                <a:lnTo>
                  <a:pt x="3166" y="1254"/>
                </a:lnTo>
                <a:cubicBezTo>
                  <a:pt x="3106" y="1254"/>
                  <a:pt x="3066" y="1294"/>
                  <a:pt x="3066" y="1354"/>
                </a:cubicBezTo>
                <a:cubicBezTo>
                  <a:pt x="3066" y="1404"/>
                  <a:pt x="3106" y="1453"/>
                  <a:pt x="3166" y="1453"/>
                </a:cubicBezTo>
                <a:lnTo>
                  <a:pt x="3564" y="1453"/>
                </a:lnTo>
                <a:lnTo>
                  <a:pt x="2927" y="2349"/>
                </a:lnTo>
                <a:lnTo>
                  <a:pt x="2290" y="1453"/>
                </a:lnTo>
                <a:lnTo>
                  <a:pt x="2698" y="1453"/>
                </a:lnTo>
                <a:cubicBezTo>
                  <a:pt x="2748" y="1453"/>
                  <a:pt x="2797" y="1404"/>
                  <a:pt x="2797" y="1354"/>
                </a:cubicBezTo>
                <a:cubicBezTo>
                  <a:pt x="2797" y="1294"/>
                  <a:pt x="2748" y="1254"/>
                  <a:pt x="2698" y="1254"/>
                </a:cubicBezTo>
                <a:lnTo>
                  <a:pt x="2150" y="1254"/>
                </a:lnTo>
                <a:cubicBezTo>
                  <a:pt x="2071" y="1135"/>
                  <a:pt x="1483" y="299"/>
                  <a:pt x="1414" y="199"/>
                </a:cubicBezTo>
                <a:close/>
                <a:moveTo>
                  <a:pt x="1195" y="239"/>
                </a:moveTo>
                <a:lnTo>
                  <a:pt x="2807" y="2528"/>
                </a:lnTo>
                <a:lnTo>
                  <a:pt x="2021" y="3643"/>
                </a:lnTo>
                <a:lnTo>
                  <a:pt x="328" y="1254"/>
                </a:lnTo>
                <a:cubicBezTo>
                  <a:pt x="229" y="1105"/>
                  <a:pt x="259" y="896"/>
                  <a:pt x="418" y="787"/>
                </a:cubicBezTo>
                <a:lnTo>
                  <a:pt x="1195" y="239"/>
                </a:lnTo>
                <a:close/>
                <a:moveTo>
                  <a:pt x="3843" y="3992"/>
                </a:moveTo>
                <a:lnTo>
                  <a:pt x="5086" y="5764"/>
                </a:lnTo>
                <a:cubicBezTo>
                  <a:pt x="5157" y="5853"/>
                  <a:pt x="5137" y="5992"/>
                  <a:pt x="5037" y="6062"/>
                </a:cubicBezTo>
                <a:lnTo>
                  <a:pt x="4330" y="6560"/>
                </a:lnTo>
                <a:cubicBezTo>
                  <a:pt x="4293" y="6583"/>
                  <a:pt x="4251" y="6594"/>
                  <a:pt x="4210" y="6594"/>
                </a:cubicBezTo>
                <a:cubicBezTo>
                  <a:pt x="4142" y="6594"/>
                  <a:pt x="4075" y="6563"/>
                  <a:pt x="4031" y="6500"/>
                </a:cubicBezTo>
                <a:lnTo>
                  <a:pt x="3046" y="5116"/>
                </a:lnTo>
                <a:cubicBezTo>
                  <a:pt x="3135" y="4987"/>
                  <a:pt x="3753" y="4111"/>
                  <a:pt x="3843" y="3992"/>
                </a:cubicBezTo>
                <a:close/>
                <a:moveTo>
                  <a:pt x="1215" y="0"/>
                </a:moveTo>
                <a:cubicBezTo>
                  <a:pt x="1195" y="0"/>
                  <a:pt x="1175" y="10"/>
                  <a:pt x="1165" y="20"/>
                </a:cubicBezTo>
                <a:lnTo>
                  <a:pt x="299" y="628"/>
                </a:lnTo>
                <a:cubicBezTo>
                  <a:pt x="60" y="796"/>
                  <a:pt x="0" y="1135"/>
                  <a:pt x="169" y="1374"/>
                </a:cubicBezTo>
                <a:lnTo>
                  <a:pt x="1892" y="3822"/>
                </a:lnTo>
                <a:lnTo>
                  <a:pt x="607" y="5644"/>
                </a:lnTo>
                <a:cubicBezTo>
                  <a:pt x="478" y="5833"/>
                  <a:pt x="518" y="6092"/>
                  <a:pt x="707" y="6222"/>
                </a:cubicBezTo>
                <a:lnTo>
                  <a:pt x="1414" y="6719"/>
                </a:lnTo>
                <a:cubicBezTo>
                  <a:pt x="1488" y="6770"/>
                  <a:pt x="1572" y="6794"/>
                  <a:pt x="1656" y="6794"/>
                </a:cubicBezTo>
                <a:cubicBezTo>
                  <a:pt x="1785" y="6794"/>
                  <a:pt x="1912" y="6735"/>
                  <a:pt x="1991" y="6620"/>
                </a:cubicBezTo>
                <a:lnTo>
                  <a:pt x="2927" y="5286"/>
                </a:lnTo>
                <a:lnTo>
                  <a:pt x="3872" y="6620"/>
                </a:lnTo>
                <a:cubicBezTo>
                  <a:pt x="3951" y="6735"/>
                  <a:pt x="4078" y="6794"/>
                  <a:pt x="4208" y="6794"/>
                </a:cubicBezTo>
                <a:cubicBezTo>
                  <a:pt x="4291" y="6794"/>
                  <a:pt x="4376" y="6770"/>
                  <a:pt x="4449" y="6719"/>
                </a:cubicBezTo>
                <a:lnTo>
                  <a:pt x="5146" y="6222"/>
                </a:lnTo>
                <a:cubicBezTo>
                  <a:pt x="5336" y="6092"/>
                  <a:pt x="5385" y="5833"/>
                  <a:pt x="5246" y="5644"/>
                </a:cubicBezTo>
                <a:lnTo>
                  <a:pt x="3962" y="3822"/>
                </a:lnTo>
                <a:lnTo>
                  <a:pt x="4469" y="3096"/>
                </a:lnTo>
                <a:cubicBezTo>
                  <a:pt x="4500" y="3046"/>
                  <a:pt x="4489" y="2986"/>
                  <a:pt x="4449" y="2957"/>
                </a:cubicBezTo>
                <a:cubicBezTo>
                  <a:pt x="4430" y="2945"/>
                  <a:pt x="4409" y="2939"/>
                  <a:pt x="4389" y="2939"/>
                </a:cubicBezTo>
                <a:cubicBezTo>
                  <a:pt x="4358" y="2939"/>
                  <a:pt x="4328" y="2953"/>
                  <a:pt x="4310" y="2977"/>
                </a:cubicBezTo>
                <a:cubicBezTo>
                  <a:pt x="4181" y="3165"/>
                  <a:pt x="1961" y="6311"/>
                  <a:pt x="1822" y="6500"/>
                </a:cubicBezTo>
                <a:cubicBezTo>
                  <a:pt x="1784" y="6563"/>
                  <a:pt x="1716" y="6594"/>
                  <a:pt x="1645" y="6594"/>
                </a:cubicBezTo>
                <a:cubicBezTo>
                  <a:pt x="1603" y="6594"/>
                  <a:pt x="1560" y="6583"/>
                  <a:pt x="1523" y="6560"/>
                </a:cubicBezTo>
                <a:lnTo>
                  <a:pt x="826" y="6062"/>
                </a:lnTo>
                <a:cubicBezTo>
                  <a:pt x="727" y="5992"/>
                  <a:pt x="697" y="5853"/>
                  <a:pt x="766" y="5764"/>
                </a:cubicBezTo>
                <a:lnTo>
                  <a:pt x="4659" y="239"/>
                </a:lnTo>
                <a:lnTo>
                  <a:pt x="5445" y="787"/>
                </a:lnTo>
                <a:cubicBezTo>
                  <a:pt x="5595" y="896"/>
                  <a:pt x="5634" y="1105"/>
                  <a:pt x="5524" y="1254"/>
                </a:cubicBezTo>
                <a:lnTo>
                  <a:pt x="4579" y="2598"/>
                </a:lnTo>
                <a:cubicBezTo>
                  <a:pt x="4549" y="2648"/>
                  <a:pt x="4559" y="2707"/>
                  <a:pt x="4599" y="2738"/>
                </a:cubicBezTo>
                <a:cubicBezTo>
                  <a:pt x="4619" y="2749"/>
                  <a:pt x="4640" y="2755"/>
                  <a:pt x="4660" y="2755"/>
                </a:cubicBezTo>
                <a:cubicBezTo>
                  <a:pt x="4691" y="2755"/>
                  <a:pt x="4720" y="2742"/>
                  <a:pt x="4738" y="2718"/>
                </a:cubicBezTo>
                <a:lnTo>
                  <a:pt x="5684" y="1374"/>
                </a:lnTo>
                <a:cubicBezTo>
                  <a:pt x="5853" y="1135"/>
                  <a:pt x="5803" y="796"/>
                  <a:pt x="5555" y="628"/>
                </a:cubicBezTo>
                <a:lnTo>
                  <a:pt x="4699" y="20"/>
                </a:lnTo>
                <a:cubicBezTo>
                  <a:pt x="4679" y="10"/>
                  <a:pt x="4659" y="0"/>
                  <a:pt x="4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 name="Google Shape;534;p50"/>
          <p:cNvGrpSpPr/>
          <p:nvPr/>
        </p:nvGrpSpPr>
        <p:grpSpPr>
          <a:xfrm>
            <a:off x="5955681" y="1174032"/>
            <a:ext cx="475199" cy="438427"/>
            <a:chOff x="6625431" y="1174032"/>
            <a:chExt cx="475199" cy="438427"/>
          </a:xfrm>
        </p:grpSpPr>
        <p:sp>
          <p:nvSpPr>
            <p:cNvPr id="535" name="Google Shape;535;p50"/>
            <p:cNvSpPr/>
            <p:nvPr/>
          </p:nvSpPr>
          <p:spPr>
            <a:xfrm>
              <a:off x="6894919" y="1174032"/>
              <a:ext cx="205711" cy="220993"/>
            </a:xfrm>
            <a:custGeom>
              <a:avLst/>
              <a:gdLst/>
              <a:ahLst/>
              <a:cxnLst/>
              <a:rect l="l" t="t" r="r" b="b"/>
              <a:pathLst>
                <a:path w="2948" h="3167" extrusionOk="0">
                  <a:moveTo>
                    <a:pt x="688" y="1"/>
                  </a:moveTo>
                  <a:cubicBezTo>
                    <a:pt x="310" y="11"/>
                    <a:pt x="1" y="330"/>
                    <a:pt x="1" y="708"/>
                  </a:cubicBezTo>
                  <a:lnTo>
                    <a:pt x="1" y="1096"/>
                  </a:lnTo>
                  <a:cubicBezTo>
                    <a:pt x="1" y="1195"/>
                    <a:pt x="81" y="1275"/>
                    <a:pt x="190" y="1275"/>
                  </a:cubicBezTo>
                  <a:lnTo>
                    <a:pt x="290" y="1275"/>
                  </a:lnTo>
                  <a:cubicBezTo>
                    <a:pt x="399" y="1275"/>
                    <a:pt x="489" y="1355"/>
                    <a:pt x="499" y="1464"/>
                  </a:cubicBezTo>
                  <a:cubicBezTo>
                    <a:pt x="499" y="1574"/>
                    <a:pt x="409" y="1664"/>
                    <a:pt x="300" y="1664"/>
                  </a:cubicBezTo>
                  <a:lnTo>
                    <a:pt x="190" y="1664"/>
                  </a:lnTo>
                  <a:cubicBezTo>
                    <a:pt x="81" y="1664"/>
                    <a:pt x="1" y="1743"/>
                    <a:pt x="1" y="1852"/>
                  </a:cubicBezTo>
                  <a:lnTo>
                    <a:pt x="1" y="2489"/>
                  </a:lnTo>
                  <a:cubicBezTo>
                    <a:pt x="1" y="2589"/>
                    <a:pt x="81" y="2668"/>
                    <a:pt x="190" y="2668"/>
                  </a:cubicBezTo>
                  <a:lnTo>
                    <a:pt x="808" y="2668"/>
                  </a:lnTo>
                  <a:lnTo>
                    <a:pt x="808" y="2768"/>
                  </a:lnTo>
                  <a:cubicBezTo>
                    <a:pt x="808" y="2977"/>
                    <a:pt x="976" y="3157"/>
                    <a:pt x="1186" y="3166"/>
                  </a:cubicBezTo>
                  <a:cubicBezTo>
                    <a:pt x="1192" y="3166"/>
                    <a:pt x="1198" y="3167"/>
                    <a:pt x="1205" y="3167"/>
                  </a:cubicBezTo>
                  <a:cubicBezTo>
                    <a:pt x="1424" y="3167"/>
                    <a:pt x="1594" y="2991"/>
                    <a:pt x="1594" y="2768"/>
                  </a:cubicBezTo>
                  <a:lnTo>
                    <a:pt x="1594" y="2668"/>
                  </a:lnTo>
                  <a:lnTo>
                    <a:pt x="1892" y="2668"/>
                  </a:lnTo>
                  <a:cubicBezTo>
                    <a:pt x="1952" y="2668"/>
                    <a:pt x="1992" y="2629"/>
                    <a:pt x="1992" y="2569"/>
                  </a:cubicBezTo>
                  <a:cubicBezTo>
                    <a:pt x="1992" y="2520"/>
                    <a:pt x="1952" y="2469"/>
                    <a:pt x="1892" y="2469"/>
                  </a:cubicBezTo>
                  <a:lnTo>
                    <a:pt x="1584" y="2469"/>
                  </a:lnTo>
                  <a:cubicBezTo>
                    <a:pt x="1474" y="2469"/>
                    <a:pt x="1394" y="2559"/>
                    <a:pt x="1394" y="2659"/>
                  </a:cubicBezTo>
                  <a:lnTo>
                    <a:pt x="1394" y="2768"/>
                  </a:lnTo>
                  <a:cubicBezTo>
                    <a:pt x="1394" y="2878"/>
                    <a:pt x="1305" y="2967"/>
                    <a:pt x="1195" y="2967"/>
                  </a:cubicBezTo>
                  <a:cubicBezTo>
                    <a:pt x="1096" y="2967"/>
                    <a:pt x="1007" y="2868"/>
                    <a:pt x="1007" y="2768"/>
                  </a:cubicBezTo>
                  <a:lnTo>
                    <a:pt x="1007" y="2659"/>
                  </a:lnTo>
                  <a:cubicBezTo>
                    <a:pt x="1007" y="2549"/>
                    <a:pt x="927" y="2469"/>
                    <a:pt x="827" y="2469"/>
                  </a:cubicBezTo>
                  <a:lnTo>
                    <a:pt x="200" y="2469"/>
                  </a:lnTo>
                  <a:lnTo>
                    <a:pt x="200" y="1863"/>
                  </a:lnTo>
                  <a:lnTo>
                    <a:pt x="300" y="1863"/>
                  </a:lnTo>
                  <a:cubicBezTo>
                    <a:pt x="529" y="1863"/>
                    <a:pt x="698" y="1683"/>
                    <a:pt x="698" y="1454"/>
                  </a:cubicBezTo>
                  <a:cubicBezTo>
                    <a:pt x="688" y="1245"/>
                    <a:pt x="509" y="1076"/>
                    <a:pt x="290" y="1076"/>
                  </a:cubicBezTo>
                  <a:lnTo>
                    <a:pt x="200" y="1076"/>
                  </a:lnTo>
                  <a:lnTo>
                    <a:pt x="200" y="708"/>
                  </a:lnTo>
                  <a:cubicBezTo>
                    <a:pt x="200" y="439"/>
                    <a:pt x="419" y="200"/>
                    <a:pt x="698" y="200"/>
                  </a:cubicBezTo>
                  <a:cubicBezTo>
                    <a:pt x="705" y="200"/>
                    <a:pt x="712" y="199"/>
                    <a:pt x="719" y="199"/>
                  </a:cubicBezTo>
                  <a:cubicBezTo>
                    <a:pt x="920" y="199"/>
                    <a:pt x="1099" y="326"/>
                    <a:pt x="1175" y="518"/>
                  </a:cubicBezTo>
                  <a:cubicBezTo>
                    <a:pt x="1206" y="608"/>
                    <a:pt x="1295" y="668"/>
                    <a:pt x="1385" y="668"/>
                  </a:cubicBezTo>
                  <a:lnTo>
                    <a:pt x="1394" y="668"/>
                  </a:lnTo>
                  <a:cubicBezTo>
                    <a:pt x="1863" y="668"/>
                    <a:pt x="2211" y="1096"/>
                    <a:pt x="2121" y="1554"/>
                  </a:cubicBezTo>
                  <a:cubicBezTo>
                    <a:pt x="2102" y="1653"/>
                    <a:pt x="2151" y="1753"/>
                    <a:pt x="2250" y="1793"/>
                  </a:cubicBezTo>
                  <a:cubicBezTo>
                    <a:pt x="2520" y="1922"/>
                    <a:pt x="2699" y="2181"/>
                    <a:pt x="2739" y="2469"/>
                  </a:cubicBezTo>
                  <a:lnTo>
                    <a:pt x="2360" y="2469"/>
                  </a:lnTo>
                  <a:cubicBezTo>
                    <a:pt x="2310" y="2469"/>
                    <a:pt x="2261" y="2520"/>
                    <a:pt x="2261" y="2569"/>
                  </a:cubicBezTo>
                  <a:cubicBezTo>
                    <a:pt x="2261" y="2629"/>
                    <a:pt x="2310" y="2668"/>
                    <a:pt x="2360" y="2668"/>
                  </a:cubicBezTo>
                  <a:lnTo>
                    <a:pt x="2748" y="2668"/>
                  </a:lnTo>
                  <a:cubicBezTo>
                    <a:pt x="2858" y="2668"/>
                    <a:pt x="2947" y="2579"/>
                    <a:pt x="2938" y="2469"/>
                  </a:cubicBezTo>
                  <a:cubicBezTo>
                    <a:pt x="2898" y="2102"/>
                    <a:pt x="2669" y="1773"/>
                    <a:pt x="2330" y="1613"/>
                  </a:cubicBezTo>
                  <a:cubicBezTo>
                    <a:pt x="2321" y="1613"/>
                    <a:pt x="2321" y="1604"/>
                    <a:pt x="2321" y="1584"/>
                  </a:cubicBezTo>
                  <a:cubicBezTo>
                    <a:pt x="2430" y="1007"/>
                    <a:pt x="1982" y="469"/>
                    <a:pt x="1394" y="469"/>
                  </a:cubicBezTo>
                  <a:lnTo>
                    <a:pt x="1385" y="469"/>
                  </a:lnTo>
                  <a:cubicBezTo>
                    <a:pt x="1375" y="469"/>
                    <a:pt x="1365" y="459"/>
                    <a:pt x="1365" y="449"/>
                  </a:cubicBezTo>
                  <a:cubicBezTo>
                    <a:pt x="1255" y="180"/>
                    <a:pt x="996" y="1"/>
                    <a:pt x="7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50"/>
            <p:cNvSpPr/>
            <p:nvPr/>
          </p:nvSpPr>
          <p:spPr>
            <a:xfrm>
              <a:off x="6625431" y="1253232"/>
              <a:ext cx="396699" cy="359227"/>
            </a:xfrm>
            <a:custGeom>
              <a:avLst/>
              <a:gdLst/>
              <a:ahLst/>
              <a:cxnLst/>
              <a:rect l="l" t="t" r="r" b="b"/>
              <a:pathLst>
                <a:path w="5685" h="5148" extrusionOk="0">
                  <a:moveTo>
                    <a:pt x="2228" y="199"/>
                  </a:moveTo>
                  <a:cubicBezTo>
                    <a:pt x="2235" y="199"/>
                    <a:pt x="2243" y="199"/>
                    <a:pt x="2250" y="200"/>
                  </a:cubicBezTo>
                  <a:cubicBezTo>
                    <a:pt x="2520" y="200"/>
                    <a:pt x="2739" y="439"/>
                    <a:pt x="2739" y="708"/>
                  </a:cubicBezTo>
                  <a:lnTo>
                    <a:pt x="2739" y="1096"/>
                  </a:lnTo>
                  <a:cubicBezTo>
                    <a:pt x="2739" y="1195"/>
                    <a:pt x="2828" y="1275"/>
                    <a:pt x="2927" y="1275"/>
                  </a:cubicBezTo>
                  <a:lnTo>
                    <a:pt x="3037" y="1275"/>
                  </a:lnTo>
                  <a:cubicBezTo>
                    <a:pt x="3146" y="1275"/>
                    <a:pt x="3236" y="1365"/>
                    <a:pt x="3236" y="1464"/>
                  </a:cubicBezTo>
                  <a:cubicBezTo>
                    <a:pt x="3236" y="1514"/>
                    <a:pt x="3216" y="1564"/>
                    <a:pt x="3186" y="1604"/>
                  </a:cubicBezTo>
                  <a:cubicBezTo>
                    <a:pt x="3146" y="1643"/>
                    <a:pt x="3097" y="1663"/>
                    <a:pt x="3047" y="1663"/>
                  </a:cubicBezTo>
                  <a:lnTo>
                    <a:pt x="2927" y="1663"/>
                  </a:lnTo>
                  <a:cubicBezTo>
                    <a:pt x="2828" y="1663"/>
                    <a:pt x="2739" y="1743"/>
                    <a:pt x="2739" y="1852"/>
                  </a:cubicBezTo>
                  <a:lnTo>
                    <a:pt x="2739" y="2469"/>
                  </a:lnTo>
                  <a:lnTo>
                    <a:pt x="2131" y="2469"/>
                  </a:lnTo>
                  <a:lnTo>
                    <a:pt x="2131" y="2370"/>
                  </a:lnTo>
                  <a:cubicBezTo>
                    <a:pt x="2131" y="2157"/>
                    <a:pt x="1962" y="1981"/>
                    <a:pt x="1760" y="1981"/>
                  </a:cubicBezTo>
                  <a:cubicBezTo>
                    <a:pt x="1755" y="1981"/>
                    <a:pt x="1749" y="1982"/>
                    <a:pt x="1743" y="1982"/>
                  </a:cubicBezTo>
                  <a:cubicBezTo>
                    <a:pt x="1534" y="1982"/>
                    <a:pt x="1345" y="2141"/>
                    <a:pt x="1345" y="2380"/>
                  </a:cubicBezTo>
                  <a:lnTo>
                    <a:pt x="1345" y="2469"/>
                  </a:lnTo>
                  <a:lnTo>
                    <a:pt x="210" y="2469"/>
                  </a:lnTo>
                  <a:cubicBezTo>
                    <a:pt x="240" y="2181"/>
                    <a:pt x="429" y="1922"/>
                    <a:pt x="698" y="1792"/>
                  </a:cubicBezTo>
                  <a:cubicBezTo>
                    <a:pt x="788" y="1752"/>
                    <a:pt x="837" y="1653"/>
                    <a:pt x="817" y="1553"/>
                  </a:cubicBezTo>
                  <a:cubicBezTo>
                    <a:pt x="777" y="1334"/>
                    <a:pt x="837" y="1106"/>
                    <a:pt x="976" y="936"/>
                  </a:cubicBezTo>
                  <a:cubicBezTo>
                    <a:pt x="1126" y="767"/>
                    <a:pt x="1325" y="668"/>
                    <a:pt x="1544" y="668"/>
                  </a:cubicBezTo>
                  <a:lnTo>
                    <a:pt x="1554" y="668"/>
                  </a:lnTo>
                  <a:cubicBezTo>
                    <a:pt x="1653" y="668"/>
                    <a:pt x="1733" y="608"/>
                    <a:pt x="1763" y="529"/>
                  </a:cubicBezTo>
                  <a:cubicBezTo>
                    <a:pt x="1840" y="326"/>
                    <a:pt x="2018" y="199"/>
                    <a:pt x="2228" y="199"/>
                  </a:cubicBezTo>
                  <a:close/>
                  <a:moveTo>
                    <a:pt x="1743" y="2181"/>
                  </a:moveTo>
                  <a:cubicBezTo>
                    <a:pt x="1852" y="2181"/>
                    <a:pt x="1932" y="2270"/>
                    <a:pt x="1932" y="2380"/>
                  </a:cubicBezTo>
                  <a:lnTo>
                    <a:pt x="1932" y="2489"/>
                  </a:lnTo>
                  <a:cubicBezTo>
                    <a:pt x="1932" y="2589"/>
                    <a:pt x="2022" y="2668"/>
                    <a:pt x="2121" y="2668"/>
                  </a:cubicBezTo>
                  <a:lnTo>
                    <a:pt x="2739" y="2668"/>
                  </a:lnTo>
                  <a:lnTo>
                    <a:pt x="2739" y="3276"/>
                  </a:lnTo>
                  <a:lnTo>
                    <a:pt x="2649" y="3276"/>
                  </a:lnTo>
                  <a:cubicBezTo>
                    <a:pt x="2440" y="3276"/>
                    <a:pt x="2250" y="3445"/>
                    <a:pt x="2250" y="3654"/>
                  </a:cubicBezTo>
                  <a:cubicBezTo>
                    <a:pt x="2241" y="3883"/>
                    <a:pt x="2420" y="4062"/>
                    <a:pt x="2639" y="4062"/>
                  </a:cubicBezTo>
                  <a:lnTo>
                    <a:pt x="2739" y="4062"/>
                  </a:lnTo>
                  <a:lnTo>
                    <a:pt x="2739" y="4431"/>
                  </a:lnTo>
                  <a:cubicBezTo>
                    <a:pt x="2739" y="4709"/>
                    <a:pt x="2520" y="4938"/>
                    <a:pt x="2250" y="4948"/>
                  </a:cubicBezTo>
                  <a:cubicBezTo>
                    <a:pt x="2031" y="4948"/>
                    <a:pt x="1843" y="4818"/>
                    <a:pt x="1763" y="4619"/>
                  </a:cubicBezTo>
                  <a:cubicBezTo>
                    <a:pt x="1733" y="4530"/>
                    <a:pt x="1653" y="4470"/>
                    <a:pt x="1554" y="4470"/>
                  </a:cubicBezTo>
                  <a:cubicBezTo>
                    <a:pt x="1548" y="4470"/>
                    <a:pt x="1543" y="4470"/>
                    <a:pt x="1538" y="4470"/>
                  </a:cubicBezTo>
                  <a:cubicBezTo>
                    <a:pt x="1078" y="4470"/>
                    <a:pt x="729" y="4047"/>
                    <a:pt x="817" y="3594"/>
                  </a:cubicBezTo>
                  <a:cubicBezTo>
                    <a:pt x="837" y="3495"/>
                    <a:pt x="788" y="3395"/>
                    <a:pt x="698" y="3345"/>
                  </a:cubicBezTo>
                  <a:cubicBezTo>
                    <a:pt x="429" y="3226"/>
                    <a:pt x="240" y="2967"/>
                    <a:pt x="210" y="2668"/>
                  </a:cubicBezTo>
                  <a:lnTo>
                    <a:pt x="1365" y="2668"/>
                  </a:lnTo>
                  <a:cubicBezTo>
                    <a:pt x="1464" y="2668"/>
                    <a:pt x="1544" y="2589"/>
                    <a:pt x="1544" y="2489"/>
                  </a:cubicBezTo>
                  <a:lnTo>
                    <a:pt x="1544" y="2380"/>
                  </a:lnTo>
                  <a:cubicBezTo>
                    <a:pt x="1544" y="2270"/>
                    <a:pt x="1633" y="2181"/>
                    <a:pt x="1743" y="2181"/>
                  </a:cubicBezTo>
                  <a:close/>
                  <a:moveTo>
                    <a:pt x="2229" y="0"/>
                  </a:moveTo>
                  <a:cubicBezTo>
                    <a:pt x="1939" y="0"/>
                    <a:pt x="1681" y="186"/>
                    <a:pt x="1584" y="449"/>
                  </a:cubicBezTo>
                  <a:cubicBezTo>
                    <a:pt x="1573" y="458"/>
                    <a:pt x="1564" y="469"/>
                    <a:pt x="1554" y="469"/>
                  </a:cubicBezTo>
                  <a:lnTo>
                    <a:pt x="1544" y="469"/>
                  </a:lnTo>
                  <a:cubicBezTo>
                    <a:pt x="1265" y="469"/>
                    <a:pt x="1007" y="588"/>
                    <a:pt x="827" y="807"/>
                  </a:cubicBezTo>
                  <a:cubicBezTo>
                    <a:pt x="648" y="1026"/>
                    <a:pt x="569" y="1314"/>
                    <a:pt x="618" y="1593"/>
                  </a:cubicBezTo>
                  <a:cubicBezTo>
                    <a:pt x="628" y="1604"/>
                    <a:pt x="618" y="1613"/>
                    <a:pt x="608" y="1613"/>
                  </a:cubicBezTo>
                  <a:cubicBezTo>
                    <a:pt x="240" y="1792"/>
                    <a:pt x="1" y="2161"/>
                    <a:pt x="1" y="2569"/>
                  </a:cubicBezTo>
                  <a:cubicBezTo>
                    <a:pt x="1" y="2977"/>
                    <a:pt x="240" y="3355"/>
                    <a:pt x="608" y="3524"/>
                  </a:cubicBezTo>
                  <a:cubicBezTo>
                    <a:pt x="618" y="3535"/>
                    <a:pt x="628" y="3544"/>
                    <a:pt x="618" y="3555"/>
                  </a:cubicBezTo>
                  <a:cubicBezTo>
                    <a:pt x="509" y="4132"/>
                    <a:pt x="956" y="4669"/>
                    <a:pt x="1554" y="4669"/>
                  </a:cubicBezTo>
                  <a:cubicBezTo>
                    <a:pt x="1564" y="4669"/>
                    <a:pt x="1573" y="4679"/>
                    <a:pt x="1584" y="4689"/>
                  </a:cubicBezTo>
                  <a:cubicBezTo>
                    <a:pt x="1683" y="4968"/>
                    <a:pt x="1952" y="5147"/>
                    <a:pt x="2241" y="5147"/>
                  </a:cubicBezTo>
                  <a:cubicBezTo>
                    <a:pt x="2489" y="5147"/>
                    <a:pt x="2719" y="5008"/>
                    <a:pt x="2838" y="4798"/>
                  </a:cubicBezTo>
                  <a:cubicBezTo>
                    <a:pt x="2967" y="4997"/>
                    <a:pt x="3186" y="5137"/>
                    <a:pt x="3435" y="5147"/>
                  </a:cubicBezTo>
                  <a:cubicBezTo>
                    <a:pt x="3724" y="5147"/>
                    <a:pt x="3993" y="4968"/>
                    <a:pt x="4102" y="4689"/>
                  </a:cubicBezTo>
                  <a:cubicBezTo>
                    <a:pt x="4112" y="4679"/>
                    <a:pt x="4112" y="4669"/>
                    <a:pt x="4122" y="4669"/>
                  </a:cubicBezTo>
                  <a:lnTo>
                    <a:pt x="4132" y="4669"/>
                  </a:lnTo>
                  <a:cubicBezTo>
                    <a:pt x="4291" y="4669"/>
                    <a:pt x="4451" y="4630"/>
                    <a:pt x="4580" y="4560"/>
                  </a:cubicBezTo>
                  <a:cubicBezTo>
                    <a:pt x="4630" y="4530"/>
                    <a:pt x="4650" y="4470"/>
                    <a:pt x="4619" y="4420"/>
                  </a:cubicBezTo>
                  <a:cubicBezTo>
                    <a:pt x="4605" y="4391"/>
                    <a:pt x="4569" y="4373"/>
                    <a:pt x="4531" y="4373"/>
                  </a:cubicBezTo>
                  <a:cubicBezTo>
                    <a:pt x="4518" y="4373"/>
                    <a:pt x="4504" y="4375"/>
                    <a:pt x="4490" y="4380"/>
                  </a:cubicBezTo>
                  <a:cubicBezTo>
                    <a:pt x="4381" y="4440"/>
                    <a:pt x="4261" y="4470"/>
                    <a:pt x="4132" y="4470"/>
                  </a:cubicBezTo>
                  <a:lnTo>
                    <a:pt x="4122" y="4470"/>
                  </a:lnTo>
                  <a:cubicBezTo>
                    <a:pt x="4033" y="4470"/>
                    <a:pt x="3953" y="4530"/>
                    <a:pt x="3913" y="4619"/>
                  </a:cubicBezTo>
                  <a:cubicBezTo>
                    <a:pt x="3843" y="4818"/>
                    <a:pt x="3644" y="4948"/>
                    <a:pt x="3435" y="4948"/>
                  </a:cubicBezTo>
                  <a:cubicBezTo>
                    <a:pt x="3166" y="4938"/>
                    <a:pt x="2938" y="4709"/>
                    <a:pt x="2938" y="4431"/>
                  </a:cubicBezTo>
                  <a:lnTo>
                    <a:pt x="2938" y="4052"/>
                  </a:lnTo>
                  <a:cubicBezTo>
                    <a:pt x="2938" y="3953"/>
                    <a:pt x="2858" y="3863"/>
                    <a:pt x="2758" y="3863"/>
                  </a:cubicBezTo>
                  <a:lnTo>
                    <a:pt x="2639" y="3863"/>
                  </a:lnTo>
                  <a:cubicBezTo>
                    <a:pt x="2529" y="3863"/>
                    <a:pt x="2440" y="3774"/>
                    <a:pt x="2449" y="3664"/>
                  </a:cubicBezTo>
                  <a:cubicBezTo>
                    <a:pt x="2449" y="3564"/>
                    <a:pt x="2539" y="3475"/>
                    <a:pt x="2649" y="3475"/>
                  </a:cubicBezTo>
                  <a:lnTo>
                    <a:pt x="2758" y="3475"/>
                  </a:lnTo>
                  <a:cubicBezTo>
                    <a:pt x="2848" y="3475"/>
                    <a:pt x="2927" y="3405"/>
                    <a:pt x="2938" y="3316"/>
                  </a:cubicBezTo>
                  <a:lnTo>
                    <a:pt x="2938" y="3296"/>
                  </a:lnTo>
                  <a:lnTo>
                    <a:pt x="2938" y="2668"/>
                  </a:lnTo>
                  <a:lnTo>
                    <a:pt x="3555" y="2668"/>
                  </a:lnTo>
                  <a:lnTo>
                    <a:pt x="3555" y="2768"/>
                  </a:lnTo>
                  <a:cubicBezTo>
                    <a:pt x="3555" y="2991"/>
                    <a:pt x="3724" y="3166"/>
                    <a:pt x="3944" y="3166"/>
                  </a:cubicBezTo>
                  <a:cubicBezTo>
                    <a:pt x="3950" y="3166"/>
                    <a:pt x="3956" y="3166"/>
                    <a:pt x="3962" y="3166"/>
                  </a:cubicBezTo>
                  <a:cubicBezTo>
                    <a:pt x="4162" y="3156"/>
                    <a:pt x="4341" y="2977"/>
                    <a:pt x="4341" y="2768"/>
                  </a:cubicBezTo>
                  <a:lnTo>
                    <a:pt x="4341" y="2668"/>
                  </a:lnTo>
                  <a:lnTo>
                    <a:pt x="5475" y="2668"/>
                  </a:lnTo>
                  <a:cubicBezTo>
                    <a:pt x="5446" y="2967"/>
                    <a:pt x="5256" y="3226"/>
                    <a:pt x="4988" y="3345"/>
                  </a:cubicBezTo>
                  <a:cubicBezTo>
                    <a:pt x="4898" y="3395"/>
                    <a:pt x="4849" y="3495"/>
                    <a:pt x="4869" y="3594"/>
                  </a:cubicBezTo>
                  <a:cubicBezTo>
                    <a:pt x="4898" y="3763"/>
                    <a:pt x="4869" y="3942"/>
                    <a:pt x="4779" y="4102"/>
                  </a:cubicBezTo>
                  <a:cubicBezTo>
                    <a:pt x="4749" y="4141"/>
                    <a:pt x="4769" y="4201"/>
                    <a:pt x="4818" y="4231"/>
                  </a:cubicBezTo>
                  <a:cubicBezTo>
                    <a:pt x="4834" y="4241"/>
                    <a:pt x="4851" y="4245"/>
                    <a:pt x="4868" y="4245"/>
                  </a:cubicBezTo>
                  <a:cubicBezTo>
                    <a:pt x="4904" y="4245"/>
                    <a:pt x="4938" y="4225"/>
                    <a:pt x="4958" y="4192"/>
                  </a:cubicBezTo>
                  <a:cubicBezTo>
                    <a:pt x="5068" y="4002"/>
                    <a:pt x="5108" y="3774"/>
                    <a:pt x="5057" y="3555"/>
                  </a:cubicBezTo>
                  <a:cubicBezTo>
                    <a:pt x="5057" y="3544"/>
                    <a:pt x="5068" y="3535"/>
                    <a:pt x="5077" y="3524"/>
                  </a:cubicBezTo>
                  <a:cubicBezTo>
                    <a:pt x="5406" y="3365"/>
                    <a:pt x="5645" y="3047"/>
                    <a:pt x="5675" y="2668"/>
                  </a:cubicBezTo>
                  <a:cubicBezTo>
                    <a:pt x="5685" y="2619"/>
                    <a:pt x="5665" y="2569"/>
                    <a:pt x="5625" y="2529"/>
                  </a:cubicBezTo>
                  <a:cubicBezTo>
                    <a:pt x="5595" y="2489"/>
                    <a:pt x="5546" y="2469"/>
                    <a:pt x="5495" y="2469"/>
                  </a:cubicBezTo>
                  <a:lnTo>
                    <a:pt x="4321" y="2469"/>
                  </a:lnTo>
                  <a:cubicBezTo>
                    <a:pt x="4221" y="2469"/>
                    <a:pt x="4142" y="2559"/>
                    <a:pt x="4142" y="2659"/>
                  </a:cubicBezTo>
                  <a:lnTo>
                    <a:pt x="4142" y="2768"/>
                  </a:lnTo>
                  <a:cubicBezTo>
                    <a:pt x="4142" y="2878"/>
                    <a:pt x="4052" y="2967"/>
                    <a:pt x="3953" y="2967"/>
                  </a:cubicBezTo>
                  <a:cubicBezTo>
                    <a:pt x="3843" y="2967"/>
                    <a:pt x="3754" y="2887"/>
                    <a:pt x="3754" y="2768"/>
                  </a:cubicBezTo>
                  <a:lnTo>
                    <a:pt x="3754" y="2659"/>
                  </a:lnTo>
                  <a:cubicBezTo>
                    <a:pt x="3754" y="2559"/>
                    <a:pt x="3664" y="2469"/>
                    <a:pt x="3564" y="2469"/>
                  </a:cubicBezTo>
                  <a:lnTo>
                    <a:pt x="2938" y="2469"/>
                  </a:lnTo>
                  <a:lnTo>
                    <a:pt x="2938" y="1862"/>
                  </a:lnTo>
                  <a:lnTo>
                    <a:pt x="3047" y="1862"/>
                  </a:lnTo>
                  <a:cubicBezTo>
                    <a:pt x="3146" y="1862"/>
                    <a:pt x="3256" y="1823"/>
                    <a:pt x="3325" y="1743"/>
                  </a:cubicBezTo>
                  <a:cubicBezTo>
                    <a:pt x="3405" y="1663"/>
                    <a:pt x="3435" y="1564"/>
                    <a:pt x="3435" y="1454"/>
                  </a:cubicBezTo>
                  <a:cubicBezTo>
                    <a:pt x="3425" y="1245"/>
                    <a:pt x="3246" y="1076"/>
                    <a:pt x="3037" y="1076"/>
                  </a:cubicBezTo>
                  <a:lnTo>
                    <a:pt x="2938" y="1076"/>
                  </a:lnTo>
                  <a:lnTo>
                    <a:pt x="2938" y="708"/>
                  </a:lnTo>
                  <a:cubicBezTo>
                    <a:pt x="2938" y="329"/>
                    <a:pt x="2629" y="11"/>
                    <a:pt x="2250" y="1"/>
                  </a:cubicBezTo>
                  <a:cubicBezTo>
                    <a:pt x="2243" y="0"/>
                    <a:pt x="2236" y="0"/>
                    <a:pt x="2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50"/>
          <p:cNvSpPr/>
          <p:nvPr/>
        </p:nvSpPr>
        <p:spPr>
          <a:xfrm>
            <a:off x="6705878" y="1156029"/>
            <a:ext cx="282749" cy="474504"/>
          </a:xfrm>
          <a:custGeom>
            <a:avLst/>
            <a:gdLst/>
            <a:ahLst/>
            <a:cxnLst/>
            <a:rect l="l" t="t" r="r" b="b"/>
            <a:pathLst>
              <a:path w="4052" h="6800" extrusionOk="0">
                <a:moveTo>
                  <a:pt x="1394" y="199"/>
                </a:moveTo>
                <a:cubicBezTo>
                  <a:pt x="1812" y="199"/>
                  <a:pt x="2160" y="548"/>
                  <a:pt x="2160" y="966"/>
                </a:cubicBezTo>
                <a:lnTo>
                  <a:pt x="2160" y="1105"/>
                </a:lnTo>
                <a:lnTo>
                  <a:pt x="1891" y="1105"/>
                </a:lnTo>
                <a:lnTo>
                  <a:pt x="1891" y="966"/>
                </a:lnTo>
                <a:cubicBezTo>
                  <a:pt x="1891" y="697"/>
                  <a:pt x="1663" y="468"/>
                  <a:pt x="1394" y="468"/>
                </a:cubicBezTo>
                <a:cubicBezTo>
                  <a:pt x="1115" y="468"/>
                  <a:pt x="896" y="697"/>
                  <a:pt x="896" y="966"/>
                </a:cubicBezTo>
                <a:cubicBezTo>
                  <a:pt x="896" y="1046"/>
                  <a:pt x="836" y="1105"/>
                  <a:pt x="757" y="1105"/>
                </a:cubicBezTo>
                <a:cubicBezTo>
                  <a:pt x="687" y="1105"/>
                  <a:pt x="617" y="1046"/>
                  <a:pt x="617" y="966"/>
                </a:cubicBezTo>
                <a:cubicBezTo>
                  <a:pt x="617" y="548"/>
                  <a:pt x="966" y="199"/>
                  <a:pt x="1394" y="199"/>
                </a:cubicBezTo>
                <a:close/>
                <a:moveTo>
                  <a:pt x="2160" y="1304"/>
                </a:moveTo>
                <a:lnTo>
                  <a:pt x="2160" y="1553"/>
                </a:lnTo>
                <a:lnTo>
                  <a:pt x="1891" y="1553"/>
                </a:lnTo>
                <a:lnTo>
                  <a:pt x="1891" y="1304"/>
                </a:lnTo>
                <a:close/>
                <a:moveTo>
                  <a:pt x="2260" y="4081"/>
                </a:moveTo>
                <a:cubicBezTo>
                  <a:pt x="2300" y="4081"/>
                  <a:pt x="2329" y="4121"/>
                  <a:pt x="2329" y="4161"/>
                </a:cubicBezTo>
                <a:lnTo>
                  <a:pt x="2329" y="4470"/>
                </a:lnTo>
                <a:lnTo>
                  <a:pt x="1712" y="4470"/>
                </a:lnTo>
                <a:lnTo>
                  <a:pt x="1712" y="4161"/>
                </a:lnTo>
                <a:cubicBezTo>
                  <a:pt x="1712" y="4121"/>
                  <a:pt x="1752" y="4081"/>
                  <a:pt x="1792" y="4081"/>
                </a:cubicBezTo>
                <a:close/>
                <a:moveTo>
                  <a:pt x="2807" y="4669"/>
                </a:moveTo>
                <a:cubicBezTo>
                  <a:pt x="3255" y="4669"/>
                  <a:pt x="3623" y="5037"/>
                  <a:pt x="3623" y="5495"/>
                </a:cubicBezTo>
                <a:lnTo>
                  <a:pt x="3623" y="5694"/>
                </a:lnTo>
                <a:cubicBezTo>
                  <a:pt x="3583" y="5680"/>
                  <a:pt x="3538" y="5675"/>
                  <a:pt x="3495" y="5675"/>
                </a:cubicBezTo>
                <a:cubicBezTo>
                  <a:pt x="3443" y="5675"/>
                  <a:pt x="3393" y="5683"/>
                  <a:pt x="3355" y="5694"/>
                </a:cubicBezTo>
                <a:lnTo>
                  <a:pt x="3355" y="5495"/>
                </a:lnTo>
                <a:cubicBezTo>
                  <a:pt x="3355" y="5186"/>
                  <a:pt x="3106" y="4937"/>
                  <a:pt x="2807" y="4937"/>
                </a:cubicBezTo>
                <a:lnTo>
                  <a:pt x="2340" y="4937"/>
                </a:lnTo>
                <a:cubicBezTo>
                  <a:pt x="2240" y="4937"/>
                  <a:pt x="2160" y="5027"/>
                  <a:pt x="2160" y="5127"/>
                </a:cubicBezTo>
                <a:lnTo>
                  <a:pt x="2160" y="5694"/>
                </a:lnTo>
                <a:cubicBezTo>
                  <a:pt x="2111" y="5683"/>
                  <a:pt x="2062" y="5675"/>
                  <a:pt x="2013" y="5675"/>
                </a:cubicBezTo>
                <a:cubicBezTo>
                  <a:pt x="1973" y="5675"/>
                  <a:pt x="1932" y="5680"/>
                  <a:pt x="1891" y="5694"/>
                </a:cubicBezTo>
                <a:lnTo>
                  <a:pt x="1891" y="5127"/>
                </a:lnTo>
                <a:cubicBezTo>
                  <a:pt x="1891" y="5027"/>
                  <a:pt x="1802" y="4937"/>
                  <a:pt x="1703" y="4937"/>
                </a:cubicBezTo>
                <a:lnTo>
                  <a:pt x="1245" y="4937"/>
                </a:lnTo>
                <a:cubicBezTo>
                  <a:pt x="946" y="4937"/>
                  <a:pt x="697" y="5186"/>
                  <a:pt x="697" y="5495"/>
                </a:cubicBezTo>
                <a:lnTo>
                  <a:pt x="697" y="5694"/>
                </a:lnTo>
                <a:cubicBezTo>
                  <a:pt x="652" y="5680"/>
                  <a:pt x="607" y="5675"/>
                  <a:pt x="563" y="5675"/>
                </a:cubicBezTo>
                <a:cubicBezTo>
                  <a:pt x="511" y="5675"/>
                  <a:pt x="462" y="5683"/>
                  <a:pt x="418" y="5694"/>
                </a:cubicBezTo>
                <a:lnTo>
                  <a:pt x="418" y="5495"/>
                </a:lnTo>
                <a:cubicBezTo>
                  <a:pt x="418" y="5037"/>
                  <a:pt x="796" y="4669"/>
                  <a:pt x="1245" y="4669"/>
                </a:cubicBezTo>
                <a:close/>
                <a:moveTo>
                  <a:pt x="568" y="5873"/>
                </a:moveTo>
                <a:cubicBezTo>
                  <a:pt x="767" y="5873"/>
                  <a:pt x="926" y="6032"/>
                  <a:pt x="926" y="6231"/>
                </a:cubicBezTo>
                <a:cubicBezTo>
                  <a:pt x="926" y="6430"/>
                  <a:pt x="767" y="6600"/>
                  <a:pt x="568" y="6600"/>
                </a:cubicBezTo>
                <a:cubicBezTo>
                  <a:pt x="369" y="6600"/>
                  <a:pt x="199" y="6430"/>
                  <a:pt x="199" y="6231"/>
                </a:cubicBezTo>
                <a:cubicBezTo>
                  <a:pt x="199" y="6032"/>
                  <a:pt x="369" y="5873"/>
                  <a:pt x="568" y="5873"/>
                </a:cubicBezTo>
                <a:close/>
                <a:moveTo>
                  <a:pt x="2021" y="5873"/>
                </a:moveTo>
                <a:cubicBezTo>
                  <a:pt x="2220" y="5873"/>
                  <a:pt x="2389" y="6032"/>
                  <a:pt x="2389" y="6231"/>
                </a:cubicBezTo>
                <a:cubicBezTo>
                  <a:pt x="2389" y="6430"/>
                  <a:pt x="2220" y="6600"/>
                  <a:pt x="2021" y="6600"/>
                </a:cubicBezTo>
                <a:cubicBezTo>
                  <a:pt x="1822" y="6600"/>
                  <a:pt x="1663" y="6430"/>
                  <a:pt x="1663" y="6231"/>
                </a:cubicBezTo>
                <a:cubicBezTo>
                  <a:pt x="1663" y="6032"/>
                  <a:pt x="1822" y="5873"/>
                  <a:pt x="2021" y="5873"/>
                </a:cubicBezTo>
                <a:close/>
                <a:moveTo>
                  <a:pt x="1394" y="0"/>
                </a:moveTo>
                <a:cubicBezTo>
                  <a:pt x="856" y="0"/>
                  <a:pt x="418" y="438"/>
                  <a:pt x="418" y="966"/>
                </a:cubicBezTo>
                <a:cubicBezTo>
                  <a:pt x="418" y="1155"/>
                  <a:pt x="577" y="1304"/>
                  <a:pt x="757" y="1304"/>
                </a:cubicBezTo>
                <a:cubicBezTo>
                  <a:pt x="946" y="1304"/>
                  <a:pt x="1095" y="1155"/>
                  <a:pt x="1095" y="966"/>
                </a:cubicBezTo>
                <a:cubicBezTo>
                  <a:pt x="1095" y="807"/>
                  <a:pt x="1225" y="667"/>
                  <a:pt x="1394" y="667"/>
                </a:cubicBezTo>
                <a:cubicBezTo>
                  <a:pt x="1553" y="667"/>
                  <a:pt x="1692" y="807"/>
                  <a:pt x="1692" y="966"/>
                </a:cubicBezTo>
                <a:lnTo>
                  <a:pt x="1692" y="3902"/>
                </a:lnTo>
                <a:cubicBezTo>
                  <a:pt x="1593" y="3942"/>
                  <a:pt x="1513" y="4041"/>
                  <a:pt x="1513" y="4161"/>
                </a:cubicBezTo>
                <a:lnTo>
                  <a:pt x="1513" y="4470"/>
                </a:lnTo>
                <a:lnTo>
                  <a:pt x="1245" y="4470"/>
                </a:lnTo>
                <a:cubicBezTo>
                  <a:pt x="677" y="4470"/>
                  <a:pt x="219" y="4928"/>
                  <a:pt x="219" y="5495"/>
                </a:cubicBezTo>
                <a:lnTo>
                  <a:pt x="219" y="5793"/>
                </a:lnTo>
                <a:cubicBezTo>
                  <a:pt x="90" y="5893"/>
                  <a:pt x="0" y="6052"/>
                  <a:pt x="0" y="6231"/>
                </a:cubicBezTo>
                <a:cubicBezTo>
                  <a:pt x="0" y="6540"/>
                  <a:pt x="259" y="6799"/>
                  <a:pt x="568" y="6799"/>
                </a:cubicBezTo>
                <a:cubicBezTo>
                  <a:pt x="876" y="6799"/>
                  <a:pt x="1125" y="6540"/>
                  <a:pt x="1125" y="6231"/>
                </a:cubicBezTo>
                <a:cubicBezTo>
                  <a:pt x="1125" y="6052"/>
                  <a:pt x="1035" y="5883"/>
                  <a:pt x="896" y="5784"/>
                </a:cubicBezTo>
                <a:lnTo>
                  <a:pt x="896" y="5495"/>
                </a:lnTo>
                <a:cubicBezTo>
                  <a:pt x="896" y="5296"/>
                  <a:pt x="1055" y="5136"/>
                  <a:pt x="1245" y="5136"/>
                </a:cubicBezTo>
                <a:lnTo>
                  <a:pt x="1692" y="5136"/>
                </a:lnTo>
                <a:lnTo>
                  <a:pt x="1692" y="5784"/>
                </a:lnTo>
                <a:cubicBezTo>
                  <a:pt x="1553" y="5893"/>
                  <a:pt x="1464" y="6052"/>
                  <a:pt x="1464" y="6231"/>
                </a:cubicBezTo>
                <a:cubicBezTo>
                  <a:pt x="1464" y="6540"/>
                  <a:pt x="1712" y="6799"/>
                  <a:pt x="2021" y="6799"/>
                </a:cubicBezTo>
                <a:cubicBezTo>
                  <a:pt x="2329" y="6799"/>
                  <a:pt x="2588" y="6540"/>
                  <a:pt x="2588" y="6231"/>
                </a:cubicBezTo>
                <a:cubicBezTo>
                  <a:pt x="2588" y="6052"/>
                  <a:pt x="2499" y="5893"/>
                  <a:pt x="2360" y="5784"/>
                </a:cubicBezTo>
                <a:lnTo>
                  <a:pt x="2360" y="5136"/>
                </a:lnTo>
                <a:lnTo>
                  <a:pt x="2807" y="5136"/>
                </a:lnTo>
                <a:cubicBezTo>
                  <a:pt x="2997" y="5136"/>
                  <a:pt x="3156" y="5296"/>
                  <a:pt x="3156" y="5495"/>
                </a:cubicBezTo>
                <a:lnTo>
                  <a:pt x="3156" y="5793"/>
                </a:lnTo>
                <a:cubicBezTo>
                  <a:pt x="3026" y="5893"/>
                  <a:pt x="2937" y="6052"/>
                  <a:pt x="2937" y="6231"/>
                </a:cubicBezTo>
                <a:cubicBezTo>
                  <a:pt x="2937" y="6430"/>
                  <a:pt x="3046" y="6620"/>
                  <a:pt x="3216" y="6719"/>
                </a:cubicBezTo>
                <a:cubicBezTo>
                  <a:pt x="3228" y="6729"/>
                  <a:pt x="3244" y="6733"/>
                  <a:pt x="3260" y="6733"/>
                </a:cubicBezTo>
                <a:cubicBezTo>
                  <a:pt x="3295" y="6733"/>
                  <a:pt x="3331" y="6713"/>
                  <a:pt x="3345" y="6680"/>
                </a:cubicBezTo>
                <a:cubicBezTo>
                  <a:pt x="3375" y="6640"/>
                  <a:pt x="3364" y="6570"/>
                  <a:pt x="3315" y="6550"/>
                </a:cubicBezTo>
                <a:cubicBezTo>
                  <a:pt x="3205" y="6480"/>
                  <a:pt x="3136" y="6361"/>
                  <a:pt x="3136" y="6231"/>
                </a:cubicBezTo>
                <a:cubicBezTo>
                  <a:pt x="3136" y="6032"/>
                  <a:pt x="3295" y="5873"/>
                  <a:pt x="3494" y="5873"/>
                </a:cubicBezTo>
                <a:cubicBezTo>
                  <a:pt x="3693" y="5873"/>
                  <a:pt x="3853" y="6032"/>
                  <a:pt x="3853" y="6231"/>
                </a:cubicBezTo>
                <a:cubicBezTo>
                  <a:pt x="3853" y="6361"/>
                  <a:pt x="3783" y="6480"/>
                  <a:pt x="3673" y="6550"/>
                </a:cubicBezTo>
                <a:cubicBezTo>
                  <a:pt x="3634" y="6570"/>
                  <a:pt x="3614" y="6640"/>
                  <a:pt x="3643" y="6680"/>
                </a:cubicBezTo>
                <a:cubicBezTo>
                  <a:pt x="3663" y="6709"/>
                  <a:pt x="3693" y="6729"/>
                  <a:pt x="3723" y="6729"/>
                </a:cubicBezTo>
                <a:cubicBezTo>
                  <a:pt x="3743" y="6729"/>
                  <a:pt x="3763" y="6729"/>
                  <a:pt x="3773" y="6719"/>
                </a:cubicBezTo>
                <a:cubicBezTo>
                  <a:pt x="3952" y="6620"/>
                  <a:pt x="4052" y="6430"/>
                  <a:pt x="4052" y="6231"/>
                </a:cubicBezTo>
                <a:cubicBezTo>
                  <a:pt x="4052" y="6052"/>
                  <a:pt x="3962" y="5883"/>
                  <a:pt x="3822" y="5784"/>
                </a:cubicBezTo>
                <a:lnTo>
                  <a:pt x="3822" y="5495"/>
                </a:lnTo>
                <a:cubicBezTo>
                  <a:pt x="3822" y="4928"/>
                  <a:pt x="3364" y="4470"/>
                  <a:pt x="2807" y="4470"/>
                </a:cubicBezTo>
                <a:lnTo>
                  <a:pt x="2528" y="4470"/>
                </a:lnTo>
                <a:lnTo>
                  <a:pt x="2528" y="4161"/>
                </a:lnTo>
                <a:cubicBezTo>
                  <a:pt x="2528" y="4041"/>
                  <a:pt x="2459" y="3942"/>
                  <a:pt x="2360" y="3902"/>
                </a:cubicBezTo>
                <a:lnTo>
                  <a:pt x="2360" y="2957"/>
                </a:lnTo>
                <a:cubicBezTo>
                  <a:pt x="2360" y="2907"/>
                  <a:pt x="2320" y="2857"/>
                  <a:pt x="2260" y="2857"/>
                </a:cubicBezTo>
                <a:cubicBezTo>
                  <a:pt x="2210" y="2857"/>
                  <a:pt x="2160" y="2907"/>
                  <a:pt x="2160" y="2957"/>
                </a:cubicBezTo>
                <a:lnTo>
                  <a:pt x="2160" y="3882"/>
                </a:lnTo>
                <a:lnTo>
                  <a:pt x="1891" y="3882"/>
                </a:lnTo>
                <a:lnTo>
                  <a:pt x="1891" y="1752"/>
                </a:lnTo>
                <a:lnTo>
                  <a:pt x="2160" y="1752"/>
                </a:lnTo>
                <a:lnTo>
                  <a:pt x="2160" y="2499"/>
                </a:lnTo>
                <a:cubicBezTo>
                  <a:pt x="2160" y="2548"/>
                  <a:pt x="2210" y="2598"/>
                  <a:pt x="2260" y="2598"/>
                </a:cubicBezTo>
                <a:cubicBezTo>
                  <a:pt x="2320" y="2598"/>
                  <a:pt x="2360" y="2548"/>
                  <a:pt x="2360" y="2499"/>
                </a:cubicBezTo>
                <a:lnTo>
                  <a:pt x="2360" y="966"/>
                </a:lnTo>
                <a:cubicBezTo>
                  <a:pt x="2360" y="438"/>
                  <a:pt x="192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8" name="Google Shape;538;p50"/>
          <p:cNvGrpSpPr/>
          <p:nvPr/>
        </p:nvGrpSpPr>
        <p:grpSpPr>
          <a:xfrm>
            <a:off x="729699" y="1900505"/>
            <a:ext cx="470316" cy="473874"/>
            <a:chOff x="1399449" y="1900505"/>
            <a:chExt cx="470316" cy="473874"/>
          </a:xfrm>
        </p:grpSpPr>
        <p:sp>
          <p:nvSpPr>
            <p:cNvPr id="539" name="Google Shape;539;p50"/>
            <p:cNvSpPr/>
            <p:nvPr/>
          </p:nvSpPr>
          <p:spPr>
            <a:xfrm>
              <a:off x="1556383" y="1900505"/>
              <a:ext cx="313382" cy="312335"/>
            </a:xfrm>
            <a:custGeom>
              <a:avLst/>
              <a:gdLst/>
              <a:ahLst/>
              <a:cxnLst/>
              <a:rect l="l" t="t" r="r" b="b"/>
              <a:pathLst>
                <a:path w="4491" h="4476" extrusionOk="0">
                  <a:moveTo>
                    <a:pt x="2160" y="200"/>
                  </a:moveTo>
                  <a:cubicBezTo>
                    <a:pt x="2318" y="200"/>
                    <a:pt x="2479" y="220"/>
                    <a:pt x="2639" y="261"/>
                  </a:cubicBezTo>
                  <a:cubicBezTo>
                    <a:pt x="3654" y="530"/>
                    <a:pt x="4261" y="1574"/>
                    <a:pt x="4002" y="2590"/>
                  </a:cubicBezTo>
                  <a:cubicBezTo>
                    <a:pt x="3774" y="3446"/>
                    <a:pt x="3007" y="4023"/>
                    <a:pt x="2151" y="4023"/>
                  </a:cubicBezTo>
                  <a:cubicBezTo>
                    <a:pt x="2032" y="4023"/>
                    <a:pt x="1922" y="4014"/>
                    <a:pt x="1803" y="3983"/>
                  </a:cubicBezTo>
                  <a:cubicBezTo>
                    <a:pt x="1789" y="3982"/>
                    <a:pt x="1775" y="3981"/>
                    <a:pt x="1761" y="3981"/>
                  </a:cubicBezTo>
                  <a:cubicBezTo>
                    <a:pt x="1688" y="3981"/>
                    <a:pt x="1624" y="4003"/>
                    <a:pt x="1574" y="4053"/>
                  </a:cubicBezTo>
                  <a:cubicBezTo>
                    <a:pt x="1418" y="4202"/>
                    <a:pt x="1217" y="4279"/>
                    <a:pt x="1013" y="4279"/>
                  </a:cubicBezTo>
                  <a:cubicBezTo>
                    <a:pt x="944" y="4279"/>
                    <a:pt x="875" y="4270"/>
                    <a:pt x="808" y="4253"/>
                  </a:cubicBezTo>
                  <a:lnTo>
                    <a:pt x="678" y="4213"/>
                  </a:lnTo>
                  <a:cubicBezTo>
                    <a:pt x="808" y="4163"/>
                    <a:pt x="947" y="4073"/>
                    <a:pt x="1076" y="3934"/>
                  </a:cubicBezTo>
                  <a:cubicBezTo>
                    <a:pt x="1106" y="3894"/>
                    <a:pt x="1126" y="3844"/>
                    <a:pt x="1126" y="3795"/>
                  </a:cubicBezTo>
                  <a:cubicBezTo>
                    <a:pt x="1116" y="3744"/>
                    <a:pt x="1086" y="3695"/>
                    <a:pt x="1047" y="3665"/>
                  </a:cubicBezTo>
                  <a:cubicBezTo>
                    <a:pt x="399" y="3207"/>
                    <a:pt x="100" y="2381"/>
                    <a:pt x="310" y="1605"/>
                  </a:cubicBezTo>
                  <a:cubicBezTo>
                    <a:pt x="545" y="758"/>
                    <a:pt x="1316" y="200"/>
                    <a:pt x="2160" y="200"/>
                  </a:cubicBezTo>
                  <a:close/>
                  <a:moveTo>
                    <a:pt x="2145" y="0"/>
                  </a:moveTo>
                  <a:cubicBezTo>
                    <a:pt x="1216" y="0"/>
                    <a:pt x="371" y="620"/>
                    <a:pt x="120" y="1555"/>
                  </a:cubicBezTo>
                  <a:cubicBezTo>
                    <a:pt x="1" y="1983"/>
                    <a:pt x="21" y="2421"/>
                    <a:pt x="171" y="2839"/>
                  </a:cubicBezTo>
                  <a:cubicBezTo>
                    <a:pt x="319" y="3227"/>
                    <a:pt x="578" y="3565"/>
                    <a:pt x="917" y="3815"/>
                  </a:cubicBezTo>
                  <a:cubicBezTo>
                    <a:pt x="757" y="3974"/>
                    <a:pt x="578" y="4053"/>
                    <a:pt x="449" y="4093"/>
                  </a:cubicBezTo>
                  <a:cubicBezTo>
                    <a:pt x="390" y="4113"/>
                    <a:pt x="350" y="4173"/>
                    <a:pt x="350" y="4233"/>
                  </a:cubicBezTo>
                  <a:cubicBezTo>
                    <a:pt x="359" y="4292"/>
                    <a:pt x="399" y="4352"/>
                    <a:pt x="459" y="4362"/>
                  </a:cubicBezTo>
                  <a:lnTo>
                    <a:pt x="757" y="4441"/>
                  </a:lnTo>
                  <a:cubicBezTo>
                    <a:pt x="843" y="4464"/>
                    <a:pt x="931" y="4475"/>
                    <a:pt x="1017" y="4475"/>
                  </a:cubicBezTo>
                  <a:cubicBezTo>
                    <a:pt x="1271" y="4475"/>
                    <a:pt x="1520" y="4378"/>
                    <a:pt x="1713" y="4193"/>
                  </a:cubicBezTo>
                  <a:cubicBezTo>
                    <a:pt x="1723" y="4182"/>
                    <a:pt x="1743" y="4182"/>
                    <a:pt x="1763" y="4182"/>
                  </a:cubicBezTo>
                  <a:cubicBezTo>
                    <a:pt x="1896" y="4208"/>
                    <a:pt x="2028" y="4220"/>
                    <a:pt x="2159" y="4220"/>
                  </a:cubicBezTo>
                  <a:cubicBezTo>
                    <a:pt x="3097" y="4220"/>
                    <a:pt x="3947" y="3584"/>
                    <a:pt x="4192" y="2640"/>
                  </a:cubicBezTo>
                  <a:cubicBezTo>
                    <a:pt x="4491" y="1515"/>
                    <a:pt x="3814" y="360"/>
                    <a:pt x="2689" y="72"/>
                  </a:cubicBezTo>
                  <a:cubicBezTo>
                    <a:pt x="2507" y="24"/>
                    <a:pt x="2324" y="0"/>
                    <a:pt x="2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0"/>
            <p:cNvSpPr/>
            <p:nvPr/>
          </p:nvSpPr>
          <p:spPr>
            <a:xfrm>
              <a:off x="1683521" y="2103981"/>
              <a:ext cx="45915" cy="45357"/>
            </a:xfrm>
            <a:custGeom>
              <a:avLst/>
              <a:gdLst/>
              <a:ahLst/>
              <a:cxnLst/>
              <a:rect l="l" t="t" r="r" b="b"/>
              <a:pathLst>
                <a:path w="658" h="650" extrusionOk="0">
                  <a:moveTo>
                    <a:pt x="339" y="191"/>
                  </a:moveTo>
                  <a:cubicBezTo>
                    <a:pt x="409" y="202"/>
                    <a:pt x="459" y="261"/>
                    <a:pt x="459" y="321"/>
                  </a:cubicBezTo>
                  <a:cubicBezTo>
                    <a:pt x="459" y="390"/>
                    <a:pt x="399" y="450"/>
                    <a:pt x="329" y="450"/>
                  </a:cubicBezTo>
                  <a:cubicBezTo>
                    <a:pt x="260" y="450"/>
                    <a:pt x="200" y="390"/>
                    <a:pt x="200" y="321"/>
                  </a:cubicBezTo>
                  <a:cubicBezTo>
                    <a:pt x="200" y="281"/>
                    <a:pt x="220" y="251"/>
                    <a:pt x="249" y="231"/>
                  </a:cubicBezTo>
                  <a:cubicBezTo>
                    <a:pt x="269" y="211"/>
                    <a:pt x="300" y="191"/>
                    <a:pt x="329" y="191"/>
                  </a:cubicBezTo>
                  <a:close/>
                  <a:moveTo>
                    <a:pt x="324" y="1"/>
                  </a:moveTo>
                  <a:cubicBezTo>
                    <a:pt x="246" y="1"/>
                    <a:pt x="171" y="30"/>
                    <a:pt x="110" y="82"/>
                  </a:cubicBezTo>
                  <a:cubicBezTo>
                    <a:pt x="41" y="142"/>
                    <a:pt x="1" y="231"/>
                    <a:pt x="1" y="321"/>
                  </a:cubicBezTo>
                  <a:cubicBezTo>
                    <a:pt x="1" y="500"/>
                    <a:pt x="150" y="649"/>
                    <a:pt x="329" y="649"/>
                  </a:cubicBezTo>
                  <a:cubicBezTo>
                    <a:pt x="508" y="649"/>
                    <a:pt x="658" y="500"/>
                    <a:pt x="658" y="321"/>
                  </a:cubicBezTo>
                  <a:cubicBezTo>
                    <a:pt x="658" y="152"/>
                    <a:pt x="528" y="12"/>
                    <a:pt x="359" y="3"/>
                  </a:cubicBezTo>
                  <a:cubicBezTo>
                    <a:pt x="348" y="1"/>
                    <a:pt x="336"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0"/>
            <p:cNvSpPr/>
            <p:nvPr/>
          </p:nvSpPr>
          <p:spPr>
            <a:xfrm>
              <a:off x="1399449" y="2136777"/>
              <a:ext cx="207037" cy="237601"/>
            </a:xfrm>
            <a:custGeom>
              <a:avLst/>
              <a:gdLst/>
              <a:ahLst/>
              <a:cxnLst/>
              <a:rect l="l" t="t" r="r" b="b"/>
              <a:pathLst>
                <a:path w="2967" h="3405" extrusionOk="0">
                  <a:moveTo>
                    <a:pt x="1484" y="199"/>
                  </a:moveTo>
                  <a:cubicBezTo>
                    <a:pt x="1822" y="199"/>
                    <a:pt x="2101" y="478"/>
                    <a:pt x="2101" y="816"/>
                  </a:cubicBezTo>
                  <a:cubicBezTo>
                    <a:pt x="2101" y="1155"/>
                    <a:pt x="1822" y="1433"/>
                    <a:pt x="1484" y="1433"/>
                  </a:cubicBezTo>
                  <a:cubicBezTo>
                    <a:pt x="1145" y="1433"/>
                    <a:pt x="867" y="1155"/>
                    <a:pt x="867" y="816"/>
                  </a:cubicBezTo>
                  <a:cubicBezTo>
                    <a:pt x="867" y="478"/>
                    <a:pt x="1145" y="199"/>
                    <a:pt x="1484" y="199"/>
                  </a:cubicBezTo>
                  <a:close/>
                  <a:moveTo>
                    <a:pt x="1484" y="0"/>
                  </a:moveTo>
                  <a:cubicBezTo>
                    <a:pt x="1036" y="0"/>
                    <a:pt x="668" y="369"/>
                    <a:pt x="668" y="816"/>
                  </a:cubicBezTo>
                  <a:cubicBezTo>
                    <a:pt x="668" y="1066"/>
                    <a:pt x="777" y="1285"/>
                    <a:pt x="946" y="1433"/>
                  </a:cubicBezTo>
                  <a:lnTo>
                    <a:pt x="926" y="1433"/>
                  </a:lnTo>
                  <a:cubicBezTo>
                    <a:pt x="418" y="1433"/>
                    <a:pt x="0" y="1852"/>
                    <a:pt x="0" y="2360"/>
                  </a:cubicBezTo>
                  <a:lnTo>
                    <a:pt x="0" y="3096"/>
                  </a:lnTo>
                  <a:cubicBezTo>
                    <a:pt x="0" y="3265"/>
                    <a:pt x="140" y="3404"/>
                    <a:pt x="309" y="3404"/>
                  </a:cubicBezTo>
                  <a:lnTo>
                    <a:pt x="1255" y="3404"/>
                  </a:lnTo>
                  <a:cubicBezTo>
                    <a:pt x="1305" y="3404"/>
                    <a:pt x="1354" y="3365"/>
                    <a:pt x="1354" y="3305"/>
                  </a:cubicBezTo>
                  <a:cubicBezTo>
                    <a:pt x="1354" y="3255"/>
                    <a:pt x="1305" y="3205"/>
                    <a:pt x="1255" y="3205"/>
                  </a:cubicBezTo>
                  <a:lnTo>
                    <a:pt x="309" y="3205"/>
                  </a:lnTo>
                  <a:cubicBezTo>
                    <a:pt x="250" y="3205"/>
                    <a:pt x="199" y="3156"/>
                    <a:pt x="199" y="3096"/>
                  </a:cubicBezTo>
                  <a:lnTo>
                    <a:pt x="199" y="2360"/>
                  </a:lnTo>
                  <a:cubicBezTo>
                    <a:pt x="199" y="1961"/>
                    <a:pt x="528" y="1633"/>
                    <a:pt x="926" y="1633"/>
                  </a:cubicBezTo>
                  <a:lnTo>
                    <a:pt x="2041" y="1633"/>
                  </a:lnTo>
                  <a:cubicBezTo>
                    <a:pt x="2439" y="1633"/>
                    <a:pt x="2768" y="1961"/>
                    <a:pt x="2768" y="2360"/>
                  </a:cubicBezTo>
                  <a:lnTo>
                    <a:pt x="2768" y="3096"/>
                  </a:lnTo>
                  <a:cubicBezTo>
                    <a:pt x="2768" y="3156"/>
                    <a:pt x="2718" y="3205"/>
                    <a:pt x="2658" y="3205"/>
                  </a:cubicBezTo>
                  <a:lnTo>
                    <a:pt x="1712" y="3205"/>
                  </a:lnTo>
                  <a:cubicBezTo>
                    <a:pt x="1663" y="3205"/>
                    <a:pt x="1613" y="3255"/>
                    <a:pt x="1613" y="3305"/>
                  </a:cubicBezTo>
                  <a:cubicBezTo>
                    <a:pt x="1613" y="3365"/>
                    <a:pt x="1663" y="3404"/>
                    <a:pt x="1712" y="3404"/>
                  </a:cubicBezTo>
                  <a:lnTo>
                    <a:pt x="2658" y="3404"/>
                  </a:lnTo>
                  <a:cubicBezTo>
                    <a:pt x="2827" y="3404"/>
                    <a:pt x="2967" y="3265"/>
                    <a:pt x="2967" y="3096"/>
                  </a:cubicBezTo>
                  <a:lnTo>
                    <a:pt x="2967" y="2360"/>
                  </a:lnTo>
                  <a:cubicBezTo>
                    <a:pt x="2967" y="1852"/>
                    <a:pt x="2549" y="1433"/>
                    <a:pt x="2041" y="1433"/>
                  </a:cubicBezTo>
                  <a:lnTo>
                    <a:pt x="2011" y="1433"/>
                  </a:lnTo>
                  <a:cubicBezTo>
                    <a:pt x="2190" y="1285"/>
                    <a:pt x="2300" y="1066"/>
                    <a:pt x="2300" y="816"/>
                  </a:cubicBezTo>
                  <a:cubicBezTo>
                    <a:pt x="2300" y="369"/>
                    <a:pt x="1931" y="0"/>
                    <a:pt x="14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0"/>
            <p:cNvSpPr/>
            <p:nvPr/>
          </p:nvSpPr>
          <p:spPr>
            <a:xfrm>
              <a:off x="1647445" y="1950467"/>
              <a:ext cx="117440" cy="141235"/>
            </a:xfrm>
            <a:custGeom>
              <a:avLst/>
              <a:gdLst/>
              <a:ahLst/>
              <a:cxnLst/>
              <a:rect l="l" t="t" r="r" b="b"/>
              <a:pathLst>
                <a:path w="1683" h="2024" extrusionOk="0">
                  <a:moveTo>
                    <a:pt x="853" y="1"/>
                  </a:moveTo>
                  <a:cubicBezTo>
                    <a:pt x="371" y="1"/>
                    <a:pt x="0" y="388"/>
                    <a:pt x="0" y="849"/>
                  </a:cubicBezTo>
                  <a:cubicBezTo>
                    <a:pt x="0" y="1028"/>
                    <a:pt x="140" y="1177"/>
                    <a:pt x="319" y="1177"/>
                  </a:cubicBezTo>
                  <a:cubicBezTo>
                    <a:pt x="498" y="1177"/>
                    <a:pt x="647" y="1028"/>
                    <a:pt x="647" y="849"/>
                  </a:cubicBezTo>
                  <a:cubicBezTo>
                    <a:pt x="647" y="744"/>
                    <a:pt x="737" y="649"/>
                    <a:pt x="841" y="649"/>
                  </a:cubicBezTo>
                  <a:cubicBezTo>
                    <a:pt x="846" y="649"/>
                    <a:pt x="851" y="649"/>
                    <a:pt x="856" y="650"/>
                  </a:cubicBezTo>
                  <a:cubicBezTo>
                    <a:pt x="956" y="659"/>
                    <a:pt x="1045" y="739"/>
                    <a:pt x="1045" y="839"/>
                  </a:cubicBezTo>
                  <a:cubicBezTo>
                    <a:pt x="1055" y="929"/>
                    <a:pt x="1005" y="1008"/>
                    <a:pt x="926" y="1038"/>
                  </a:cubicBezTo>
                  <a:cubicBezTo>
                    <a:pt x="677" y="1137"/>
                    <a:pt x="518" y="1386"/>
                    <a:pt x="518" y="1655"/>
                  </a:cubicBezTo>
                  <a:lnTo>
                    <a:pt x="518" y="1705"/>
                  </a:lnTo>
                  <a:cubicBezTo>
                    <a:pt x="518" y="1884"/>
                    <a:pt x="667" y="2023"/>
                    <a:pt x="846" y="2023"/>
                  </a:cubicBezTo>
                  <a:cubicBezTo>
                    <a:pt x="1025" y="2023"/>
                    <a:pt x="1175" y="1884"/>
                    <a:pt x="1175" y="1705"/>
                  </a:cubicBezTo>
                  <a:lnTo>
                    <a:pt x="1175" y="1655"/>
                  </a:lnTo>
                  <a:lnTo>
                    <a:pt x="1175" y="1635"/>
                  </a:lnTo>
                  <a:cubicBezTo>
                    <a:pt x="1414" y="1535"/>
                    <a:pt x="1583" y="1347"/>
                    <a:pt x="1662" y="1097"/>
                  </a:cubicBezTo>
                  <a:cubicBezTo>
                    <a:pt x="1682" y="1048"/>
                    <a:pt x="1653" y="988"/>
                    <a:pt x="1593" y="978"/>
                  </a:cubicBezTo>
                  <a:cubicBezTo>
                    <a:pt x="1582" y="974"/>
                    <a:pt x="1571" y="972"/>
                    <a:pt x="1560" y="972"/>
                  </a:cubicBezTo>
                  <a:cubicBezTo>
                    <a:pt x="1520" y="972"/>
                    <a:pt x="1481" y="999"/>
                    <a:pt x="1473" y="1038"/>
                  </a:cubicBezTo>
                  <a:cubicBezTo>
                    <a:pt x="1414" y="1227"/>
                    <a:pt x="1284" y="1376"/>
                    <a:pt x="1105" y="1456"/>
                  </a:cubicBezTo>
                  <a:cubicBezTo>
                    <a:pt x="1025" y="1486"/>
                    <a:pt x="976" y="1566"/>
                    <a:pt x="976" y="1655"/>
                  </a:cubicBezTo>
                  <a:lnTo>
                    <a:pt x="976" y="1705"/>
                  </a:lnTo>
                  <a:cubicBezTo>
                    <a:pt x="976" y="1774"/>
                    <a:pt x="916" y="1824"/>
                    <a:pt x="846" y="1824"/>
                  </a:cubicBezTo>
                  <a:cubicBezTo>
                    <a:pt x="777" y="1824"/>
                    <a:pt x="717" y="1774"/>
                    <a:pt x="717" y="1705"/>
                  </a:cubicBezTo>
                  <a:lnTo>
                    <a:pt x="717" y="1655"/>
                  </a:lnTo>
                  <a:cubicBezTo>
                    <a:pt x="717" y="1466"/>
                    <a:pt x="836" y="1296"/>
                    <a:pt x="1005" y="1217"/>
                  </a:cubicBezTo>
                  <a:cubicBezTo>
                    <a:pt x="1165" y="1157"/>
                    <a:pt x="1255" y="998"/>
                    <a:pt x="1244" y="829"/>
                  </a:cubicBezTo>
                  <a:cubicBezTo>
                    <a:pt x="1235" y="630"/>
                    <a:pt x="1075" y="460"/>
                    <a:pt x="876" y="451"/>
                  </a:cubicBezTo>
                  <a:cubicBezTo>
                    <a:pt x="870" y="450"/>
                    <a:pt x="863" y="450"/>
                    <a:pt x="857" y="450"/>
                  </a:cubicBezTo>
                  <a:cubicBezTo>
                    <a:pt x="627" y="450"/>
                    <a:pt x="448" y="626"/>
                    <a:pt x="448" y="849"/>
                  </a:cubicBezTo>
                  <a:cubicBezTo>
                    <a:pt x="448" y="918"/>
                    <a:pt x="388" y="978"/>
                    <a:pt x="319" y="978"/>
                  </a:cubicBezTo>
                  <a:cubicBezTo>
                    <a:pt x="249" y="978"/>
                    <a:pt x="199" y="918"/>
                    <a:pt x="199" y="849"/>
                  </a:cubicBezTo>
                  <a:cubicBezTo>
                    <a:pt x="199" y="497"/>
                    <a:pt x="481" y="200"/>
                    <a:pt x="836" y="200"/>
                  </a:cubicBezTo>
                  <a:cubicBezTo>
                    <a:pt x="852" y="200"/>
                    <a:pt x="869" y="200"/>
                    <a:pt x="886" y="202"/>
                  </a:cubicBezTo>
                  <a:cubicBezTo>
                    <a:pt x="1155" y="212"/>
                    <a:pt x="1384" y="391"/>
                    <a:pt x="1463" y="639"/>
                  </a:cubicBezTo>
                  <a:cubicBezTo>
                    <a:pt x="1479" y="679"/>
                    <a:pt x="1519" y="705"/>
                    <a:pt x="1560" y="705"/>
                  </a:cubicBezTo>
                  <a:cubicBezTo>
                    <a:pt x="1571" y="705"/>
                    <a:pt x="1582" y="703"/>
                    <a:pt x="1593" y="699"/>
                  </a:cubicBezTo>
                  <a:cubicBezTo>
                    <a:pt x="1642" y="679"/>
                    <a:pt x="1673" y="630"/>
                    <a:pt x="1653" y="570"/>
                  </a:cubicBezTo>
                  <a:cubicBezTo>
                    <a:pt x="1543" y="252"/>
                    <a:pt x="1244" y="22"/>
                    <a:pt x="906" y="2"/>
                  </a:cubicBezTo>
                  <a:cubicBezTo>
                    <a:pt x="888" y="1"/>
                    <a:pt x="870"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50"/>
          <p:cNvSpPr/>
          <p:nvPr/>
        </p:nvSpPr>
        <p:spPr>
          <a:xfrm>
            <a:off x="1393021" y="1900574"/>
            <a:ext cx="450151" cy="474504"/>
          </a:xfrm>
          <a:custGeom>
            <a:avLst/>
            <a:gdLst/>
            <a:ahLst/>
            <a:cxnLst/>
            <a:rect l="l" t="t" r="r" b="b"/>
            <a:pathLst>
              <a:path w="6451" h="6800" extrusionOk="0">
                <a:moveTo>
                  <a:pt x="2330" y="1464"/>
                </a:moveTo>
                <a:cubicBezTo>
                  <a:pt x="2649" y="1464"/>
                  <a:pt x="2907" y="1723"/>
                  <a:pt x="2907" y="2042"/>
                </a:cubicBezTo>
                <a:cubicBezTo>
                  <a:pt x="2907" y="2360"/>
                  <a:pt x="2649" y="2619"/>
                  <a:pt x="2330" y="2619"/>
                </a:cubicBezTo>
                <a:cubicBezTo>
                  <a:pt x="2011" y="2619"/>
                  <a:pt x="1762" y="2360"/>
                  <a:pt x="1762" y="2042"/>
                </a:cubicBezTo>
                <a:cubicBezTo>
                  <a:pt x="1762" y="1723"/>
                  <a:pt x="2021" y="1464"/>
                  <a:pt x="2330" y="1464"/>
                </a:cubicBezTo>
                <a:close/>
                <a:moveTo>
                  <a:pt x="1856" y="2808"/>
                </a:moveTo>
                <a:cubicBezTo>
                  <a:pt x="1909" y="2808"/>
                  <a:pt x="1961" y="2828"/>
                  <a:pt x="2001" y="2867"/>
                </a:cubicBezTo>
                <a:lnTo>
                  <a:pt x="2578" y="3415"/>
                </a:lnTo>
                <a:lnTo>
                  <a:pt x="2280" y="3724"/>
                </a:lnTo>
                <a:lnTo>
                  <a:pt x="1713" y="3166"/>
                </a:lnTo>
                <a:cubicBezTo>
                  <a:pt x="1633" y="3086"/>
                  <a:pt x="1623" y="2957"/>
                  <a:pt x="1702" y="2867"/>
                </a:cubicBezTo>
                <a:cubicBezTo>
                  <a:pt x="1747" y="2828"/>
                  <a:pt x="1802" y="2808"/>
                  <a:pt x="1856" y="2808"/>
                </a:cubicBezTo>
                <a:close/>
                <a:moveTo>
                  <a:pt x="3618" y="3448"/>
                </a:moveTo>
                <a:cubicBezTo>
                  <a:pt x="3691" y="3448"/>
                  <a:pt x="3765" y="3488"/>
                  <a:pt x="3803" y="3564"/>
                </a:cubicBezTo>
                <a:lnTo>
                  <a:pt x="3923" y="3803"/>
                </a:lnTo>
                <a:lnTo>
                  <a:pt x="3923" y="3803"/>
                </a:lnTo>
                <a:lnTo>
                  <a:pt x="3315" y="3704"/>
                </a:lnTo>
                <a:lnTo>
                  <a:pt x="3454" y="3535"/>
                </a:lnTo>
                <a:cubicBezTo>
                  <a:pt x="3495" y="3476"/>
                  <a:pt x="3557" y="3448"/>
                  <a:pt x="3618" y="3448"/>
                </a:cubicBezTo>
                <a:close/>
                <a:moveTo>
                  <a:pt x="2718" y="3555"/>
                </a:moveTo>
                <a:lnTo>
                  <a:pt x="2897" y="3734"/>
                </a:lnTo>
                <a:cubicBezTo>
                  <a:pt x="2987" y="3823"/>
                  <a:pt x="3106" y="3873"/>
                  <a:pt x="3226" y="3893"/>
                </a:cubicBezTo>
                <a:cubicBezTo>
                  <a:pt x="3365" y="3913"/>
                  <a:pt x="4251" y="4062"/>
                  <a:pt x="4380" y="4082"/>
                </a:cubicBezTo>
                <a:cubicBezTo>
                  <a:pt x="4500" y="4102"/>
                  <a:pt x="4569" y="4212"/>
                  <a:pt x="4560" y="4321"/>
                </a:cubicBezTo>
                <a:cubicBezTo>
                  <a:pt x="4541" y="4432"/>
                  <a:pt x="4435" y="4501"/>
                  <a:pt x="4332" y="4501"/>
                </a:cubicBezTo>
                <a:cubicBezTo>
                  <a:pt x="4325" y="4501"/>
                  <a:pt x="4318" y="4501"/>
                  <a:pt x="4310" y="4500"/>
                </a:cubicBezTo>
                <a:lnTo>
                  <a:pt x="3156" y="4311"/>
                </a:lnTo>
                <a:cubicBezTo>
                  <a:pt x="3036" y="4291"/>
                  <a:pt x="2917" y="4241"/>
                  <a:pt x="2808" y="4181"/>
                </a:cubicBezTo>
                <a:cubicBezTo>
                  <a:pt x="2668" y="4102"/>
                  <a:pt x="2618" y="4042"/>
                  <a:pt x="2430" y="3863"/>
                </a:cubicBezTo>
                <a:lnTo>
                  <a:pt x="2718" y="3555"/>
                </a:lnTo>
                <a:close/>
                <a:moveTo>
                  <a:pt x="2330" y="4042"/>
                </a:moveTo>
                <a:lnTo>
                  <a:pt x="2330" y="4042"/>
                </a:lnTo>
                <a:cubicBezTo>
                  <a:pt x="2479" y="4181"/>
                  <a:pt x="2519" y="4221"/>
                  <a:pt x="2609" y="4291"/>
                </a:cubicBezTo>
                <a:lnTo>
                  <a:pt x="2350" y="4619"/>
                </a:lnTo>
                <a:cubicBezTo>
                  <a:pt x="2330" y="4440"/>
                  <a:pt x="2320" y="4221"/>
                  <a:pt x="2330" y="4042"/>
                </a:cubicBezTo>
                <a:close/>
                <a:moveTo>
                  <a:pt x="1554" y="3296"/>
                </a:moveTo>
                <a:cubicBezTo>
                  <a:pt x="1563" y="3296"/>
                  <a:pt x="1563" y="3305"/>
                  <a:pt x="1573" y="3316"/>
                </a:cubicBezTo>
                <a:lnTo>
                  <a:pt x="2140" y="3863"/>
                </a:lnTo>
                <a:cubicBezTo>
                  <a:pt x="2111" y="4162"/>
                  <a:pt x="2121" y="4490"/>
                  <a:pt x="2180" y="4789"/>
                </a:cubicBezTo>
                <a:lnTo>
                  <a:pt x="1514" y="5108"/>
                </a:lnTo>
                <a:cubicBezTo>
                  <a:pt x="1384" y="4510"/>
                  <a:pt x="1404" y="3883"/>
                  <a:pt x="1554" y="3296"/>
                </a:cubicBezTo>
                <a:close/>
                <a:moveTo>
                  <a:pt x="3863" y="4619"/>
                </a:moveTo>
                <a:lnTo>
                  <a:pt x="4281" y="4689"/>
                </a:lnTo>
                <a:cubicBezTo>
                  <a:pt x="4310" y="4699"/>
                  <a:pt x="4341" y="4699"/>
                  <a:pt x="4370" y="4699"/>
                </a:cubicBezTo>
                <a:lnTo>
                  <a:pt x="4649" y="5256"/>
                </a:lnTo>
                <a:lnTo>
                  <a:pt x="4271" y="5446"/>
                </a:lnTo>
                <a:lnTo>
                  <a:pt x="3863" y="4619"/>
                </a:lnTo>
                <a:close/>
                <a:moveTo>
                  <a:pt x="2778" y="4391"/>
                </a:moveTo>
                <a:cubicBezTo>
                  <a:pt x="2887" y="4451"/>
                  <a:pt x="3007" y="4480"/>
                  <a:pt x="3126" y="4500"/>
                </a:cubicBezTo>
                <a:lnTo>
                  <a:pt x="3286" y="4530"/>
                </a:lnTo>
                <a:lnTo>
                  <a:pt x="2589" y="5754"/>
                </a:lnTo>
                <a:cubicBezTo>
                  <a:pt x="2509" y="5894"/>
                  <a:pt x="2370" y="5973"/>
                  <a:pt x="2220" y="5973"/>
                </a:cubicBezTo>
                <a:lnTo>
                  <a:pt x="1972" y="5973"/>
                </a:lnTo>
                <a:cubicBezTo>
                  <a:pt x="1892" y="5973"/>
                  <a:pt x="1822" y="5933"/>
                  <a:pt x="1792" y="5864"/>
                </a:cubicBezTo>
                <a:cubicBezTo>
                  <a:pt x="1693" y="5685"/>
                  <a:pt x="1623" y="5495"/>
                  <a:pt x="1563" y="5296"/>
                </a:cubicBezTo>
                <a:lnTo>
                  <a:pt x="2340" y="4938"/>
                </a:lnTo>
                <a:cubicBezTo>
                  <a:pt x="2359" y="4928"/>
                  <a:pt x="2370" y="4918"/>
                  <a:pt x="2379" y="4908"/>
                </a:cubicBezTo>
                <a:lnTo>
                  <a:pt x="2778" y="4391"/>
                </a:lnTo>
                <a:close/>
                <a:moveTo>
                  <a:pt x="3494" y="4560"/>
                </a:moveTo>
                <a:lnTo>
                  <a:pt x="3624" y="4580"/>
                </a:lnTo>
                <a:lnTo>
                  <a:pt x="4301" y="5953"/>
                </a:lnTo>
                <a:cubicBezTo>
                  <a:pt x="4301" y="5964"/>
                  <a:pt x="4310" y="5973"/>
                  <a:pt x="4310" y="5984"/>
                </a:cubicBezTo>
                <a:lnTo>
                  <a:pt x="2668" y="5984"/>
                </a:lnTo>
                <a:cubicBezTo>
                  <a:pt x="2708" y="5944"/>
                  <a:pt x="2738" y="5904"/>
                  <a:pt x="2768" y="5854"/>
                </a:cubicBezTo>
                <a:lnTo>
                  <a:pt x="3494" y="4560"/>
                </a:lnTo>
                <a:close/>
                <a:moveTo>
                  <a:pt x="4739" y="5436"/>
                </a:moveTo>
                <a:cubicBezTo>
                  <a:pt x="4779" y="5515"/>
                  <a:pt x="4858" y="5565"/>
                  <a:pt x="4947" y="5565"/>
                </a:cubicBezTo>
                <a:lnTo>
                  <a:pt x="5107" y="5565"/>
                </a:lnTo>
                <a:cubicBezTo>
                  <a:pt x="5217" y="5565"/>
                  <a:pt x="5316" y="5655"/>
                  <a:pt x="5316" y="5765"/>
                </a:cubicBezTo>
                <a:cubicBezTo>
                  <a:pt x="5316" y="5884"/>
                  <a:pt x="5217" y="5984"/>
                  <a:pt x="5097" y="5984"/>
                </a:cubicBezTo>
                <a:lnTo>
                  <a:pt x="4669" y="5984"/>
                </a:lnTo>
                <a:cubicBezTo>
                  <a:pt x="4589" y="5984"/>
                  <a:pt x="4510" y="5933"/>
                  <a:pt x="4480" y="5864"/>
                </a:cubicBezTo>
                <a:lnTo>
                  <a:pt x="4361" y="5625"/>
                </a:lnTo>
                <a:lnTo>
                  <a:pt x="4739" y="5436"/>
                </a:lnTo>
                <a:close/>
                <a:moveTo>
                  <a:pt x="3218" y="1"/>
                </a:moveTo>
                <a:cubicBezTo>
                  <a:pt x="1683" y="1"/>
                  <a:pt x="428" y="1261"/>
                  <a:pt x="428" y="2798"/>
                </a:cubicBezTo>
                <a:lnTo>
                  <a:pt x="428" y="5973"/>
                </a:lnTo>
                <a:lnTo>
                  <a:pt x="240" y="5973"/>
                </a:lnTo>
                <a:cubicBezTo>
                  <a:pt x="110" y="5973"/>
                  <a:pt x="1" y="6083"/>
                  <a:pt x="1" y="6212"/>
                </a:cubicBezTo>
                <a:lnTo>
                  <a:pt x="1" y="6550"/>
                </a:lnTo>
                <a:cubicBezTo>
                  <a:pt x="1" y="6680"/>
                  <a:pt x="110" y="6789"/>
                  <a:pt x="240" y="6789"/>
                </a:cubicBezTo>
                <a:lnTo>
                  <a:pt x="2997" y="6789"/>
                </a:lnTo>
                <a:cubicBezTo>
                  <a:pt x="3047" y="6789"/>
                  <a:pt x="3096" y="6750"/>
                  <a:pt x="3096" y="6690"/>
                </a:cubicBezTo>
                <a:cubicBezTo>
                  <a:pt x="3096" y="6640"/>
                  <a:pt x="3047" y="6590"/>
                  <a:pt x="2997" y="6590"/>
                </a:cubicBezTo>
                <a:lnTo>
                  <a:pt x="240" y="6590"/>
                </a:lnTo>
                <a:cubicBezTo>
                  <a:pt x="220" y="6590"/>
                  <a:pt x="200" y="6570"/>
                  <a:pt x="200" y="6550"/>
                </a:cubicBezTo>
                <a:lnTo>
                  <a:pt x="200" y="6212"/>
                </a:lnTo>
                <a:cubicBezTo>
                  <a:pt x="200" y="6192"/>
                  <a:pt x="220" y="6172"/>
                  <a:pt x="240" y="6172"/>
                </a:cubicBezTo>
                <a:lnTo>
                  <a:pt x="6212" y="6183"/>
                </a:lnTo>
                <a:cubicBezTo>
                  <a:pt x="6232" y="6183"/>
                  <a:pt x="6252" y="6202"/>
                  <a:pt x="6252" y="6222"/>
                </a:cubicBezTo>
                <a:lnTo>
                  <a:pt x="6252" y="6561"/>
                </a:lnTo>
                <a:cubicBezTo>
                  <a:pt x="6252" y="6581"/>
                  <a:pt x="6232" y="6601"/>
                  <a:pt x="6212" y="6601"/>
                </a:cubicBezTo>
                <a:lnTo>
                  <a:pt x="3454" y="6590"/>
                </a:lnTo>
                <a:cubicBezTo>
                  <a:pt x="3405" y="6590"/>
                  <a:pt x="3355" y="6640"/>
                  <a:pt x="3355" y="6690"/>
                </a:cubicBezTo>
                <a:cubicBezTo>
                  <a:pt x="3355" y="6750"/>
                  <a:pt x="3405" y="6789"/>
                  <a:pt x="3454" y="6789"/>
                </a:cubicBezTo>
                <a:lnTo>
                  <a:pt x="6212" y="6800"/>
                </a:lnTo>
                <a:cubicBezTo>
                  <a:pt x="6341" y="6800"/>
                  <a:pt x="6451" y="6690"/>
                  <a:pt x="6451" y="6561"/>
                </a:cubicBezTo>
                <a:lnTo>
                  <a:pt x="6451" y="6222"/>
                </a:lnTo>
                <a:cubicBezTo>
                  <a:pt x="6451" y="6093"/>
                  <a:pt x="6341" y="5984"/>
                  <a:pt x="6212" y="5984"/>
                </a:cubicBezTo>
                <a:lnTo>
                  <a:pt x="6033" y="5984"/>
                </a:lnTo>
                <a:lnTo>
                  <a:pt x="6033" y="4500"/>
                </a:lnTo>
                <a:cubicBezTo>
                  <a:pt x="6033" y="4440"/>
                  <a:pt x="5983" y="4400"/>
                  <a:pt x="5933" y="4400"/>
                </a:cubicBezTo>
                <a:cubicBezTo>
                  <a:pt x="5874" y="4400"/>
                  <a:pt x="5834" y="4440"/>
                  <a:pt x="5834" y="4500"/>
                </a:cubicBezTo>
                <a:lnTo>
                  <a:pt x="5834" y="5984"/>
                </a:lnTo>
                <a:lnTo>
                  <a:pt x="5456" y="5984"/>
                </a:lnTo>
                <a:cubicBezTo>
                  <a:pt x="5495" y="5913"/>
                  <a:pt x="5515" y="5844"/>
                  <a:pt x="5515" y="5765"/>
                </a:cubicBezTo>
                <a:cubicBezTo>
                  <a:pt x="5515" y="5546"/>
                  <a:pt x="5326" y="5366"/>
                  <a:pt x="5107" y="5366"/>
                </a:cubicBezTo>
                <a:lnTo>
                  <a:pt x="4947" y="5366"/>
                </a:lnTo>
                <a:cubicBezTo>
                  <a:pt x="4928" y="5366"/>
                  <a:pt x="4918" y="5356"/>
                  <a:pt x="4908" y="5336"/>
                </a:cubicBezTo>
                <a:lnTo>
                  <a:pt x="4560" y="4639"/>
                </a:lnTo>
                <a:cubicBezTo>
                  <a:pt x="4659" y="4580"/>
                  <a:pt x="4728" y="4480"/>
                  <a:pt x="4748" y="4351"/>
                </a:cubicBezTo>
                <a:cubicBezTo>
                  <a:pt x="4788" y="4132"/>
                  <a:pt x="4639" y="3923"/>
                  <a:pt x="4410" y="3883"/>
                </a:cubicBezTo>
                <a:lnTo>
                  <a:pt x="4162" y="3843"/>
                </a:lnTo>
                <a:lnTo>
                  <a:pt x="3982" y="3475"/>
                </a:lnTo>
                <a:cubicBezTo>
                  <a:pt x="3910" y="3326"/>
                  <a:pt x="3766" y="3247"/>
                  <a:pt x="3618" y="3247"/>
                </a:cubicBezTo>
                <a:cubicBezTo>
                  <a:pt x="3500" y="3247"/>
                  <a:pt x="3380" y="3298"/>
                  <a:pt x="3295" y="3405"/>
                </a:cubicBezTo>
                <a:lnTo>
                  <a:pt x="3116" y="3644"/>
                </a:lnTo>
                <a:cubicBezTo>
                  <a:pt x="3086" y="3624"/>
                  <a:pt x="3056" y="3604"/>
                  <a:pt x="3036" y="3584"/>
                </a:cubicBezTo>
                <a:lnTo>
                  <a:pt x="2788" y="3345"/>
                </a:lnTo>
                <a:lnTo>
                  <a:pt x="2230" y="2808"/>
                </a:lnTo>
                <a:lnTo>
                  <a:pt x="2230" y="2808"/>
                </a:lnTo>
                <a:cubicBezTo>
                  <a:pt x="2270" y="2818"/>
                  <a:pt x="2300" y="2818"/>
                  <a:pt x="2330" y="2818"/>
                </a:cubicBezTo>
                <a:cubicBezTo>
                  <a:pt x="2758" y="2818"/>
                  <a:pt x="3106" y="2469"/>
                  <a:pt x="3106" y="2042"/>
                </a:cubicBezTo>
                <a:cubicBezTo>
                  <a:pt x="3106" y="1613"/>
                  <a:pt x="2758" y="1265"/>
                  <a:pt x="2340" y="1265"/>
                </a:cubicBezTo>
                <a:cubicBezTo>
                  <a:pt x="1912" y="1265"/>
                  <a:pt x="1563" y="1613"/>
                  <a:pt x="1563" y="2042"/>
                </a:cubicBezTo>
                <a:cubicBezTo>
                  <a:pt x="1563" y="2270"/>
                  <a:pt x="1653" y="2469"/>
                  <a:pt x="1812" y="2609"/>
                </a:cubicBezTo>
                <a:cubicBezTo>
                  <a:pt x="1713" y="2619"/>
                  <a:pt x="1633" y="2668"/>
                  <a:pt x="1563" y="2728"/>
                </a:cubicBezTo>
                <a:cubicBezTo>
                  <a:pt x="1503" y="2798"/>
                  <a:pt x="1464" y="2858"/>
                  <a:pt x="1384" y="3146"/>
                </a:cubicBezTo>
                <a:cubicBezTo>
                  <a:pt x="1136" y="4052"/>
                  <a:pt x="1165" y="5068"/>
                  <a:pt x="1613" y="5953"/>
                </a:cubicBezTo>
                <a:cubicBezTo>
                  <a:pt x="1613" y="5964"/>
                  <a:pt x="1623" y="5973"/>
                  <a:pt x="1623" y="5984"/>
                </a:cubicBezTo>
                <a:lnTo>
                  <a:pt x="627" y="5973"/>
                </a:lnTo>
                <a:lnTo>
                  <a:pt x="627" y="2798"/>
                </a:lnTo>
                <a:cubicBezTo>
                  <a:pt x="627" y="1371"/>
                  <a:pt x="1793" y="200"/>
                  <a:pt x="3218" y="200"/>
                </a:cubicBezTo>
                <a:cubicBezTo>
                  <a:pt x="3224" y="200"/>
                  <a:pt x="3230" y="200"/>
                  <a:pt x="3235" y="200"/>
                </a:cubicBezTo>
                <a:cubicBezTo>
                  <a:pt x="4669" y="200"/>
                  <a:pt x="5834" y="1365"/>
                  <a:pt x="5834" y="2798"/>
                </a:cubicBezTo>
                <a:lnTo>
                  <a:pt x="5834" y="4033"/>
                </a:lnTo>
                <a:cubicBezTo>
                  <a:pt x="5834" y="4092"/>
                  <a:pt x="5874" y="4132"/>
                  <a:pt x="5933" y="4132"/>
                </a:cubicBezTo>
                <a:cubicBezTo>
                  <a:pt x="5983" y="4132"/>
                  <a:pt x="6033" y="4092"/>
                  <a:pt x="6033" y="4033"/>
                </a:cubicBezTo>
                <a:lnTo>
                  <a:pt x="6033" y="2798"/>
                </a:lnTo>
                <a:cubicBezTo>
                  <a:pt x="6033" y="1255"/>
                  <a:pt x="4779" y="1"/>
                  <a:pt x="3235" y="1"/>
                </a:cubicBezTo>
                <a:cubicBezTo>
                  <a:pt x="3230" y="1"/>
                  <a:pt x="3224" y="1"/>
                  <a:pt x="3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 name="Google Shape;544;p50"/>
          <p:cNvGrpSpPr/>
          <p:nvPr/>
        </p:nvGrpSpPr>
        <p:grpSpPr>
          <a:xfrm>
            <a:off x="2044551" y="1900505"/>
            <a:ext cx="442472" cy="473874"/>
            <a:chOff x="2714301" y="1900505"/>
            <a:chExt cx="442472" cy="473874"/>
          </a:xfrm>
        </p:grpSpPr>
        <p:sp>
          <p:nvSpPr>
            <p:cNvPr id="545" name="Google Shape;545;p50"/>
            <p:cNvSpPr/>
            <p:nvPr/>
          </p:nvSpPr>
          <p:spPr>
            <a:xfrm>
              <a:off x="3037239" y="2149268"/>
              <a:ext cx="119533" cy="80945"/>
            </a:xfrm>
            <a:custGeom>
              <a:avLst/>
              <a:gdLst/>
              <a:ahLst/>
              <a:cxnLst/>
              <a:rect l="l" t="t" r="r" b="b"/>
              <a:pathLst>
                <a:path w="1713" h="1160" extrusionOk="0">
                  <a:moveTo>
                    <a:pt x="1016" y="199"/>
                  </a:moveTo>
                  <a:lnTo>
                    <a:pt x="1514" y="578"/>
                  </a:lnTo>
                  <a:lnTo>
                    <a:pt x="1016" y="956"/>
                  </a:lnTo>
                  <a:lnTo>
                    <a:pt x="1016" y="199"/>
                  </a:lnTo>
                  <a:close/>
                  <a:moveTo>
                    <a:pt x="1021" y="0"/>
                  </a:moveTo>
                  <a:cubicBezTo>
                    <a:pt x="989" y="0"/>
                    <a:pt x="957" y="7"/>
                    <a:pt x="927" y="20"/>
                  </a:cubicBezTo>
                  <a:cubicBezTo>
                    <a:pt x="857" y="50"/>
                    <a:pt x="817" y="120"/>
                    <a:pt x="817" y="199"/>
                  </a:cubicBezTo>
                  <a:lnTo>
                    <a:pt x="817" y="478"/>
                  </a:lnTo>
                  <a:lnTo>
                    <a:pt x="100" y="478"/>
                  </a:lnTo>
                  <a:cubicBezTo>
                    <a:pt x="41" y="478"/>
                    <a:pt x="1" y="528"/>
                    <a:pt x="1" y="578"/>
                  </a:cubicBezTo>
                  <a:cubicBezTo>
                    <a:pt x="1" y="637"/>
                    <a:pt x="41" y="677"/>
                    <a:pt x="100" y="677"/>
                  </a:cubicBezTo>
                  <a:lnTo>
                    <a:pt x="817" y="677"/>
                  </a:lnTo>
                  <a:lnTo>
                    <a:pt x="817" y="956"/>
                  </a:lnTo>
                  <a:cubicBezTo>
                    <a:pt x="817" y="1035"/>
                    <a:pt x="857" y="1106"/>
                    <a:pt x="927" y="1135"/>
                  </a:cubicBezTo>
                  <a:cubicBezTo>
                    <a:pt x="956" y="1152"/>
                    <a:pt x="987" y="1160"/>
                    <a:pt x="1017" y="1160"/>
                  </a:cubicBezTo>
                  <a:cubicBezTo>
                    <a:pt x="1059" y="1160"/>
                    <a:pt x="1101" y="1144"/>
                    <a:pt x="1135" y="1115"/>
                  </a:cubicBezTo>
                  <a:lnTo>
                    <a:pt x="1633" y="737"/>
                  </a:lnTo>
                  <a:cubicBezTo>
                    <a:pt x="1693" y="697"/>
                    <a:pt x="1713" y="648"/>
                    <a:pt x="1713" y="578"/>
                  </a:cubicBezTo>
                  <a:cubicBezTo>
                    <a:pt x="1713" y="518"/>
                    <a:pt x="1693" y="458"/>
                    <a:pt x="1633" y="418"/>
                  </a:cubicBezTo>
                  <a:lnTo>
                    <a:pt x="1135" y="40"/>
                  </a:lnTo>
                  <a:cubicBezTo>
                    <a:pt x="1102" y="12"/>
                    <a:pt x="1062" y="0"/>
                    <a:pt x="1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0"/>
            <p:cNvSpPr/>
            <p:nvPr/>
          </p:nvSpPr>
          <p:spPr>
            <a:xfrm>
              <a:off x="2714301" y="2149268"/>
              <a:ext cx="119533" cy="80735"/>
            </a:xfrm>
            <a:custGeom>
              <a:avLst/>
              <a:gdLst/>
              <a:ahLst/>
              <a:cxnLst/>
              <a:rect l="l" t="t" r="r" b="b"/>
              <a:pathLst>
                <a:path w="1713" h="1157" extrusionOk="0">
                  <a:moveTo>
                    <a:pt x="697" y="199"/>
                  </a:moveTo>
                  <a:lnTo>
                    <a:pt x="697" y="956"/>
                  </a:lnTo>
                  <a:lnTo>
                    <a:pt x="200" y="578"/>
                  </a:lnTo>
                  <a:lnTo>
                    <a:pt x="697" y="199"/>
                  </a:lnTo>
                  <a:close/>
                  <a:moveTo>
                    <a:pt x="693" y="0"/>
                  </a:moveTo>
                  <a:cubicBezTo>
                    <a:pt x="652" y="0"/>
                    <a:pt x="612" y="12"/>
                    <a:pt x="578" y="40"/>
                  </a:cubicBezTo>
                  <a:lnTo>
                    <a:pt x="80" y="418"/>
                  </a:lnTo>
                  <a:cubicBezTo>
                    <a:pt x="30" y="458"/>
                    <a:pt x="1" y="518"/>
                    <a:pt x="1" y="578"/>
                  </a:cubicBezTo>
                  <a:cubicBezTo>
                    <a:pt x="1" y="648"/>
                    <a:pt x="30" y="697"/>
                    <a:pt x="80" y="737"/>
                  </a:cubicBezTo>
                  <a:lnTo>
                    <a:pt x="578" y="1115"/>
                  </a:lnTo>
                  <a:cubicBezTo>
                    <a:pt x="615" y="1144"/>
                    <a:pt x="657" y="1157"/>
                    <a:pt x="698" y="1157"/>
                  </a:cubicBezTo>
                  <a:cubicBezTo>
                    <a:pt x="800" y="1157"/>
                    <a:pt x="896" y="1077"/>
                    <a:pt x="896" y="956"/>
                  </a:cubicBezTo>
                  <a:lnTo>
                    <a:pt x="896" y="677"/>
                  </a:lnTo>
                  <a:lnTo>
                    <a:pt x="1613" y="677"/>
                  </a:lnTo>
                  <a:cubicBezTo>
                    <a:pt x="1673" y="677"/>
                    <a:pt x="1713" y="637"/>
                    <a:pt x="1713" y="578"/>
                  </a:cubicBezTo>
                  <a:cubicBezTo>
                    <a:pt x="1713" y="528"/>
                    <a:pt x="1673" y="478"/>
                    <a:pt x="1613" y="478"/>
                  </a:cubicBezTo>
                  <a:lnTo>
                    <a:pt x="896" y="478"/>
                  </a:lnTo>
                  <a:lnTo>
                    <a:pt x="896" y="199"/>
                  </a:lnTo>
                  <a:cubicBezTo>
                    <a:pt x="896" y="120"/>
                    <a:pt x="857" y="50"/>
                    <a:pt x="787" y="20"/>
                  </a:cubicBezTo>
                  <a:cubicBezTo>
                    <a:pt x="756" y="7"/>
                    <a:pt x="724" y="0"/>
                    <a:pt x="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50"/>
            <p:cNvSpPr/>
            <p:nvPr/>
          </p:nvSpPr>
          <p:spPr>
            <a:xfrm>
              <a:off x="2774032" y="2028898"/>
              <a:ext cx="92458" cy="91272"/>
            </a:xfrm>
            <a:custGeom>
              <a:avLst/>
              <a:gdLst/>
              <a:ahLst/>
              <a:cxnLst/>
              <a:rect l="l" t="t" r="r" b="b"/>
              <a:pathLst>
                <a:path w="1325" h="1308" extrusionOk="0">
                  <a:moveTo>
                    <a:pt x="209" y="203"/>
                  </a:moveTo>
                  <a:lnTo>
                    <a:pt x="837" y="282"/>
                  </a:lnTo>
                  <a:lnTo>
                    <a:pt x="837" y="292"/>
                  </a:lnTo>
                  <a:lnTo>
                    <a:pt x="299" y="820"/>
                  </a:lnTo>
                  <a:lnTo>
                    <a:pt x="209" y="203"/>
                  </a:lnTo>
                  <a:close/>
                  <a:moveTo>
                    <a:pt x="209" y="1"/>
                  </a:moveTo>
                  <a:cubicBezTo>
                    <a:pt x="160" y="1"/>
                    <a:pt x="111" y="22"/>
                    <a:pt x="70" y="63"/>
                  </a:cubicBezTo>
                  <a:cubicBezTo>
                    <a:pt x="30" y="103"/>
                    <a:pt x="1" y="163"/>
                    <a:pt x="10" y="232"/>
                  </a:cubicBezTo>
                  <a:lnTo>
                    <a:pt x="100" y="849"/>
                  </a:lnTo>
                  <a:cubicBezTo>
                    <a:pt x="110" y="929"/>
                    <a:pt x="160" y="989"/>
                    <a:pt x="229" y="1009"/>
                  </a:cubicBezTo>
                  <a:cubicBezTo>
                    <a:pt x="255" y="1018"/>
                    <a:pt x="280" y="1023"/>
                    <a:pt x="305" y="1023"/>
                  </a:cubicBezTo>
                  <a:cubicBezTo>
                    <a:pt x="357" y="1023"/>
                    <a:pt x="405" y="1003"/>
                    <a:pt x="439" y="969"/>
                  </a:cubicBezTo>
                  <a:lnTo>
                    <a:pt x="638" y="770"/>
                  </a:lnTo>
                  <a:lnTo>
                    <a:pt x="1145" y="1278"/>
                  </a:lnTo>
                  <a:cubicBezTo>
                    <a:pt x="1165" y="1298"/>
                    <a:pt x="1190" y="1308"/>
                    <a:pt x="1215" y="1308"/>
                  </a:cubicBezTo>
                  <a:cubicBezTo>
                    <a:pt x="1239" y="1308"/>
                    <a:pt x="1264" y="1298"/>
                    <a:pt x="1284" y="1278"/>
                  </a:cubicBezTo>
                  <a:cubicBezTo>
                    <a:pt x="1324" y="1238"/>
                    <a:pt x="1324" y="1178"/>
                    <a:pt x="1284" y="1138"/>
                  </a:cubicBezTo>
                  <a:lnTo>
                    <a:pt x="777" y="630"/>
                  </a:lnTo>
                  <a:lnTo>
                    <a:pt x="976" y="431"/>
                  </a:lnTo>
                  <a:cubicBezTo>
                    <a:pt x="1025" y="372"/>
                    <a:pt x="1045" y="292"/>
                    <a:pt x="1025" y="223"/>
                  </a:cubicBezTo>
                  <a:cubicBezTo>
                    <a:pt x="996" y="153"/>
                    <a:pt x="936" y="93"/>
                    <a:pt x="857" y="83"/>
                  </a:cubicBezTo>
                  <a:lnTo>
                    <a:pt x="239" y="4"/>
                  </a:lnTo>
                  <a:cubicBezTo>
                    <a:pt x="229" y="2"/>
                    <a:pt x="219"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0"/>
            <p:cNvSpPr/>
            <p:nvPr/>
          </p:nvSpPr>
          <p:spPr>
            <a:xfrm>
              <a:off x="3004653" y="2028898"/>
              <a:ext cx="92389" cy="91272"/>
            </a:xfrm>
            <a:custGeom>
              <a:avLst/>
              <a:gdLst/>
              <a:ahLst/>
              <a:cxnLst/>
              <a:rect l="l" t="t" r="r" b="b"/>
              <a:pathLst>
                <a:path w="1324" h="1308" extrusionOk="0">
                  <a:moveTo>
                    <a:pt x="1115" y="203"/>
                  </a:moveTo>
                  <a:lnTo>
                    <a:pt x="1036" y="820"/>
                  </a:lnTo>
                  <a:lnTo>
                    <a:pt x="1025" y="820"/>
                  </a:lnTo>
                  <a:lnTo>
                    <a:pt x="488" y="292"/>
                  </a:lnTo>
                  <a:lnTo>
                    <a:pt x="488" y="282"/>
                  </a:lnTo>
                  <a:lnTo>
                    <a:pt x="1115" y="203"/>
                  </a:lnTo>
                  <a:close/>
                  <a:moveTo>
                    <a:pt x="1116" y="1"/>
                  </a:moveTo>
                  <a:cubicBezTo>
                    <a:pt x="1106" y="1"/>
                    <a:pt x="1095" y="2"/>
                    <a:pt x="1085" y="4"/>
                  </a:cubicBezTo>
                  <a:lnTo>
                    <a:pt x="468" y="83"/>
                  </a:lnTo>
                  <a:cubicBezTo>
                    <a:pt x="299" y="113"/>
                    <a:pt x="229" y="312"/>
                    <a:pt x="348" y="431"/>
                  </a:cubicBezTo>
                  <a:lnTo>
                    <a:pt x="547" y="630"/>
                  </a:lnTo>
                  <a:lnTo>
                    <a:pt x="40" y="1138"/>
                  </a:lnTo>
                  <a:cubicBezTo>
                    <a:pt x="0" y="1178"/>
                    <a:pt x="0" y="1238"/>
                    <a:pt x="40" y="1278"/>
                  </a:cubicBezTo>
                  <a:cubicBezTo>
                    <a:pt x="60" y="1298"/>
                    <a:pt x="85" y="1308"/>
                    <a:pt x="110" y="1308"/>
                  </a:cubicBezTo>
                  <a:cubicBezTo>
                    <a:pt x="135" y="1308"/>
                    <a:pt x="160" y="1298"/>
                    <a:pt x="179" y="1278"/>
                  </a:cubicBezTo>
                  <a:lnTo>
                    <a:pt x="687" y="770"/>
                  </a:lnTo>
                  <a:lnTo>
                    <a:pt x="886" y="969"/>
                  </a:lnTo>
                  <a:cubicBezTo>
                    <a:pt x="927" y="1007"/>
                    <a:pt x="978" y="1024"/>
                    <a:pt x="1027" y="1024"/>
                  </a:cubicBezTo>
                  <a:cubicBezTo>
                    <a:pt x="1121" y="1024"/>
                    <a:pt x="1211" y="960"/>
                    <a:pt x="1224" y="849"/>
                  </a:cubicBezTo>
                  <a:lnTo>
                    <a:pt x="1314" y="232"/>
                  </a:lnTo>
                  <a:cubicBezTo>
                    <a:pt x="1324" y="163"/>
                    <a:pt x="1304" y="103"/>
                    <a:pt x="1255" y="63"/>
                  </a:cubicBezTo>
                  <a:cubicBezTo>
                    <a:pt x="1221" y="22"/>
                    <a:pt x="1168" y="1"/>
                    <a:pt x="1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0"/>
            <p:cNvSpPr/>
            <p:nvPr/>
          </p:nvSpPr>
          <p:spPr>
            <a:xfrm>
              <a:off x="2912265" y="2058206"/>
              <a:ext cx="46613" cy="46683"/>
            </a:xfrm>
            <a:custGeom>
              <a:avLst/>
              <a:gdLst/>
              <a:ahLst/>
              <a:cxnLst/>
              <a:rect l="l" t="t" r="r" b="b"/>
              <a:pathLst>
                <a:path w="668" h="669" extrusionOk="0">
                  <a:moveTo>
                    <a:pt x="349" y="201"/>
                  </a:moveTo>
                  <a:cubicBezTo>
                    <a:pt x="418" y="210"/>
                    <a:pt x="468" y="270"/>
                    <a:pt x="468" y="330"/>
                  </a:cubicBezTo>
                  <a:cubicBezTo>
                    <a:pt x="468" y="409"/>
                    <a:pt x="409" y="469"/>
                    <a:pt x="338" y="469"/>
                  </a:cubicBezTo>
                  <a:cubicBezTo>
                    <a:pt x="259" y="469"/>
                    <a:pt x="199" y="409"/>
                    <a:pt x="199" y="330"/>
                  </a:cubicBezTo>
                  <a:cubicBezTo>
                    <a:pt x="199" y="300"/>
                    <a:pt x="219" y="260"/>
                    <a:pt x="249" y="241"/>
                  </a:cubicBezTo>
                  <a:cubicBezTo>
                    <a:pt x="269" y="210"/>
                    <a:pt x="299" y="201"/>
                    <a:pt x="329" y="201"/>
                  </a:cubicBezTo>
                  <a:close/>
                  <a:moveTo>
                    <a:pt x="337" y="0"/>
                  </a:moveTo>
                  <a:cubicBezTo>
                    <a:pt x="250" y="0"/>
                    <a:pt x="172" y="38"/>
                    <a:pt x="110" y="91"/>
                  </a:cubicBezTo>
                  <a:cubicBezTo>
                    <a:pt x="40" y="151"/>
                    <a:pt x="0" y="241"/>
                    <a:pt x="0" y="330"/>
                  </a:cubicBezTo>
                  <a:cubicBezTo>
                    <a:pt x="0" y="519"/>
                    <a:pt x="150" y="668"/>
                    <a:pt x="338" y="668"/>
                  </a:cubicBezTo>
                  <a:cubicBezTo>
                    <a:pt x="518" y="668"/>
                    <a:pt x="667" y="519"/>
                    <a:pt x="667" y="330"/>
                  </a:cubicBezTo>
                  <a:cubicBezTo>
                    <a:pt x="667" y="161"/>
                    <a:pt x="538" y="22"/>
                    <a:pt x="369" y="2"/>
                  </a:cubicBezTo>
                  <a:cubicBezTo>
                    <a:pt x="358" y="1"/>
                    <a:pt x="348" y="0"/>
                    <a:pt x="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0"/>
            <p:cNvSpPr/>
            <p:nvPr/>
          </p:nvSpPr>
          <p:spPr>
            <a:xfrm>
              <a:off x="2832367" y="2137475"/>
              <a:ext cx="207037" cy="236903"/>
            </a:xfrm>
            <a:custGeom>
              <a:avLst/>
              <a:gdLst/>
              <a:ahLst/>
              <a:cxnLst/>
              <a:rect l="l" t="t" r="r" b="b"/>
              <a:pathLst>
                <a:path w="2967" h="3395" extrusionOk="0">
                  <a:moveTo>
                    <a:pt x="1483" y="200"/>
                  </a:moveTo>
                  <a:cubicBezTo>
                    <a:pt x="1822" y="200"/>
                    <a:pt x="2091" y="468"/>
                    <a:pt x="2091" y="806"/>
                  </a:cubicBezTo>
                  <a:cubicBezTo>
                    <a:pt x="2091" y="1145"/>
                    <a:pt x="1822" y="1423"/>
                    <a:pt x="1483" y="1423"/>
                  </a:cubicBezTo>
                  <a:cubicBezTo>
                    <a:pt x="1145" y="1423"/>
                    <a:pt x="866" y="1145"/>
                    <a:pt x="866" y="806"/>
                  </a:cubicBezTo>
                  <a:cubicBezTo>
                    <a:pt x="866" y="468"/>
                    <a:pt x="1145" y="200"/>
                    <a:pt x="1483" y="200"/>
                  </a:cubicBezTo>
                  <a:close/>
                  <a:moveTo>
                    <a:pt x="1483" y="0"/>
                  </a:moveTo>
                  <a:cubicBezTo>
                    <a:pt x="1026" y="0"/>
                    <a:pt x="667" y="359"/>
                    <a:pt x="667" y="806"/>
                  </a:cubicBezTo>
                  <a:cubicBezTo>
                    <a:pt x="667" y="1056"/>
                    <a:pt x="777" y="1275"/>
                    <a:pt x="946" y="1423"/>
                  </a:cubicBezTo>
                  <a:lnTo>
                    <a:pt x="926" y="1423"/>
                  </a:lnTo>
                  <a:cubicBezTo>
                    <a:pt x="408" y="1423"/>
                    <a:pt x="1" y="1842"/>
                    <a:pt x="1" y="2350"/>
                  </a:cubicBezTo>
                  <a:lnTo>
                    <a:pt x="1" y="3086"/>
                  </a:lnTo>
                  <a:cubicBezTo>
                    <a:pt x="1" y="3255"/>
                    <a:pt x="140" y="3394"/>
                    <a:pt x="309" y="3394"/>
                  </a:cubicBezTo>
                  <a:lnTo>
                    <a:pt x="1245" y="3394"/>
                  </a:lnTo>
                  <a:cubicBezTo>
                    <a:pt x="1304" y="3394"/>
                    <a:pt x="1344" y="3355"/>
                    <a:pt x="1344" y="3295"/>
                  </a:cubicBezTo>
                  <a:cubicBezTo>
                    <a:pt x="1344" y="3245"/>
                    <a:pt x="1304" y="3195"/>
                    <a:pt x="1245" y="3195"/>
                  </a:cubicBezTo>
                  <a:lnTo>
                    <a:pt x="309" y="3195"/>
                  </a:lnTo>
                  <a:cubicBezTo>
                    <a:pt x="249" y="3195"/>
                    <a:pt x="200" y="3146"/>
                    <a:pt x="200" y="3086"/>
                  </a:cubicBezTo>
                  <a:lnTo>
                    <a:pt x="200" y="2350"/>
                  </a:lnTo>
                  <a:cubicBezTo>
                    <a:pt x="200" y="1951"/>
                    <a:pt x="518" y="1623"/>
                    <a:pt x="926" y="1623"/>
                  </a:cubicBezTo>
                  <a:lnTo>
                    <a:pt x="2031" y="1623"/>
                  </a:lnTo>
                  <a:cubicBezTo>
                    <a:pt x="2439" y="1623"/>
                    <a:pt x="2768" y="1951"/>
                    <a:pt x="2768" y="2350"/>
                  </a:cubicBezTo>
                  <a:lnTo>
                    <a:pt x="2768" y="3086"/>
                  </a:lnTo>
                  <a:cubicBezTo>
                    <a:pt x="2768" y="3146"/>
                    <a:pt x="2708" y="3195"/>
                    <a:pt x="2648" y="3195"/>
                  </a:cubicBezTo>
                  <a:lnTo>
                    <a:pt x="1713" y="3195"/>
                  </a:lnTo>
                  <a:cubicBezTo>
                    <a:pt x="1653" y="3195"/>
                    <a:pt x="1613" y="3245"/>
                    <a:pt x="1613" y="3295"/>
                  </a:cubicBezTo>
                  <a:cubicBezTo>
                    <a:pt x="1613" y="3355"/>
                    <a:pt x="1653" y="3394"/>
                    <a:pt x="1713" y="3394"/>
                  </a:cubicBezTo>
                  <a:lnTo>
                    <a:pt x="2648" y="3394"/>
                  </a:lnTo>
                  <a:cubicBezTo>
                    <a:pt x="2817" y="3394"/>
                    <a:pt x="2967" y="3255"/>
                    <a:pt x="2967" y="3086"/>
                  </a:cubicBezTo>
                  <a:lnTo>
                    <a:pt x="2967" y="2350"/>
                  </a:lnTo>
                  <a:cubicBezTo>
                    <a:pt x="2967" y="1842"/>
                    <a:pt x="2549" y="1423"/>
                    <a:pt x="2031" y="1423"/>
                  </a:cubicBezTo>
                  <a:lnTo>
                    <a:pt x="2011" y="1423"/>
                  </a:lnTo>
                  <a:cubicBezTo>
                    <a:pt x="2180" y="1275"/>
                    <a:pt x="2290" y="1056"/>
                    <a:pt x="2290" y="806"/>
                  </a:cubicBezTo>
                  <a:cubicBezTo>
                    <a:pt x="2290" y="359"/>
                    <a:pt x="1932"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0"/>
            <p:cNvSpPr/>
            <p:nvPr/>
          </p:nvSpPr>
          <p:spPr>
            <a:xfrm>
              <a:off x="2874723" y="1900505"/>
              <a:ext cx="120929" cy="145352"/>
            </a:xfrm>
            <a:custGeom>
              <a:avLst/>
              <a:gdLst/>
              <a:ahLst/>
              <a:cxnLst/>
              <a:rect l="l" t="t" r="r" b="b"/>
              <a:pathLst>
                <a:path w="1733" h="2083" extrusionOk="0">
                  <a:moveTo>
                    <a:pt x="874" y="0"/>
                  </a:moveTo>
                  <a:cubicBezTo>
                    <a:pt x="382" y="0"/>
                    <a:pt x="1" y="397"/>
                    <a:pt x="1" y="878"/>
                  </a:cubicBezTo>
                  <a:cubicBezTo>
                    <a:pt x="1" y="1057"/>
                    <a:pt x="150" y="1207"/>
                    <a:pt x="329" y="1207"/>
                  </a:cubicBezTo>
                  <a:cubicBezTo>
                    <a:pt x="509" y="1207"/>
                    <a:pt x="657" y="1057"/>
                    <a:pt x="657" y="878"/>
                  </a:cubicBezTo>
                  <a:cubicBezTo>
                    <a:pt x="657" y="764"/>
                    <a:pt x="748" y="668"/>
                    <a:pt x="868" y="668"/>
                  </a:cubicBezTo>
                  <a:cubicBezTo>
                    <a:pt x="874" y="668"/>
                    <a:pt x="881" y="669"/>
                    <a:pt x="887" y="669"/>
                  </a:cubicBezTo>
                  <a:cubicBezTo>
                    <a:pt x="986" y="669"/>
                    <a:pt x="1076" y="758"/>
                    <a:pt x="1086" y="858"/>
                  </a:cubicBezTo>
                  <a:cubicBezTo>
                    <a:pt x="1086" y="948"/>
                    <a:pt x="1036" y="1037"/>
                    <a:pt x="956" y="1067"/>
                  </a:cubicBezTo>
                  <a:cubicBezTo>
                    <a:pt x="708" y="1176"/>
                    <a:pt x="538" y="1426"/>
                    <a:pt x="538" y="1704"/>
                  </a:cubicBezTo>
                  <a:lnTo>
                    <a:pt x="538" y="1754"/>
                  </a:lnTo>
                  <a:cubicBezTo>
                    <a:pt x="538" y="1933"/>
                    <a:pt x="688" y="2083"/>
                    <a:pt x="876" y="2083"/>
                  </a:cubicBezTo>
                  <a:cubicBezTo>
                    <a:pt x="1056" y="2083"/>
                    <a:pt x="1205" y="1933"/>
                    <a:pt x="1205" y="1754"/>
                  </a:cubicBezTo>
                  <a:lnTo>
                    <a:pt x="1205" y="1704"/>
                  </a:lnTo>
                  <a:cubicBezTo>
                    <a:pt x="1205" y="1694"/>
                    <a:pt x="1205" y="1684"/>
                    <a:pt x="1215" y="1684"/>
                  </a:cubicBezTo>
                  <a:cubicBezTo>
                    <a:pt x="1464" y="1574"/>
                    <a:pt x="1653" y="1355"/>
                    <a:pt x="1723" y="1087"/>
                  </a:cubicBezTo>
                  <a:cubicBezTo>
                    <a:pt x="1733" y="1037"/>
                    <a:pt x="1703" y="977"/>
                    <a:pt x="1643" y="968"/>
                  </a:cubicBezTo>
                  <a:cubicBezTo>
                    <a:pt x="1634" y="964"/>
                    <a:pt x="1625" y="962"/>
                    <a:pt x="1616" y="962"/>
                  </a:cubicBezTo>
                  <a:cubicBezTo>
                    <a:pt x="1576" y="962"/>
                    <a:pt x="1540" y="996"/>
                    <a:pt x="1524" y="1037"/>
                  </a:cubicBezTo>
                  <a:cubicBezTo>
                    <a:pt x="1474" y="1246"/>
                    <a:pt x="1325" y="1415"/>
                    <a:pt x="1135" y="1495"/>
                  </a:cubicBezTo>
                  <a:cubicBezTo>
                    <a:pt x="1056" y="1525"/>
                    <a:pt x="1006" y="1614"/>
                    <a:pt x="1006" y="1704"/>
                  </a:cubicBezTo>
                  <a:lnTo>
                    <a:pt x="1006" y="1754"/>
                  </a:lnTo>
                  <a:cubicBezTo>
                    <a:pt x="1006" y="1824"/>
                    <a:pt x="947" y="1883"/>
                    <a:pt x="876" y="1883"/>
                  </a:cubicBezTo>
                  <a:cubicBezTo>
                    <a:pt x="797" y="1883"/>
                    <a:pt x="737" y="1824"/>
                    <a:pt x="737" y="1754"/>
                  </a:cubicBezTo>
                  <a:lnTo>
                    <a:pt x="737" y="1704"/>
                  </a:lnTo>
                  <a:cubicBezTo>
                    <a:pt x="737" y="1505"/>
                    <a:pt x="857" y="1326"/>
                    <a:pt x="1036" y="1256"/>
                  </a:cubicBezTo>
                  <a:cubicBezTo>
                    <a:pt x="1195" y="1187"/>
                    <a:pt x="1295" y="1027"/>
                    <a:pt x="1285" y="848"/>
                  </a:cubicBezTo>
                  <a:cubicBezTo>
                    <a:pt x="1265" y="649"/>
                    <a:pt x="1095" y="480"/>
                    <a:pt x="896" y="470"/>
                  </a:cubicBezTo>
                  <a:cubicBezTo>
                    <a:pt x="885" y="469"/>
                    <a:pt x="873" y="469"/>
                    <a:pt x="862" y="469"/>
                  </a:cubicBezTo>
                  <a:cubicBezTo>
                    <a:pt x="639" y="469"/>
                    <a:pt x="458" y="650"/>
                    <a:pt x="458" y="878"/>
                  </a:cubicBezTo>
                  <a:cubicBezTo>
                    <a:pt x="458" y="948"/>
                    <a:pt x="399" y="1007"/>
                    <a:pt x="329" y="1007"/>
                  </a:cubicBezTo>
                  <a:cubicBezTo>
                    <a:pt x="259" y="1007"/>
                    <a:pt x="200" y="948"/>
                    <a:pt x="200" y="878"/>
                  </a:cubicBezTo>
                  <a:cubicBezTo>
                    <a:pt x="200" y="507"/>
                    <a:pt x="491" y="199"/>
                    <a:pt x="865" y="199"/>
                  </a:cubicBezTo>
                  <a:cubicBezTo>
                    <a:pt x="882" y="199"/>
                    <a:pt x="899" y="200"/>
                    <a:pt x="916" y="201"/>
                  </a:cubicBezTo>
                  <a:cubicBezTo>
                    <a:pt x="1175" y="221"/>
                    <a:pt x="1404" y="390"/>
                    <a:pt x="1504" y="629"/>
                  </a:cubicBezTo>
                  <a:cubicBezTo>
                    <a:pt x="1519" y="674"/>
                    <a:pt x="1556" y="696"/>
                    <a:pt x="1595" y="696"/>
                  </a:cubicBezTo>
                  <a:cubicBezTo>
                    <a:pt x="1608" y="696"/>
                    <a:pt x="1621" y="694"/>
                    <a:pt x="1633" y="689"/>
                  </a:cubicBezTo>
                  <a:cubicBezTo>
                    <a:pt x="1683" y="669"/>
                    <a:pt x="1713" y="609"/>
                    <a:pt x="1693" y="559"/>
                  </a:cubicBezTo>
                  <a:cubicBezTo>
                    <a:pt x="1564" y="241"/>
                    <a:pt x="1265" y="22"/>
                    <a:pt x="927" y="2"/>
                  </a:cubicBezTo>
                  <a:cubicBezTo>
                    <a:pt x="909" y="1"/>
                    <a:pt x="891" y="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 name="Google Shape;552;p50"/>
          <p:cNvSpPr/>
          <p:nvPr/>
        </p:nvSpPr>
        <p:spPr>
          <a:xfrm>
            <a:off x="2678007" y="1900644"/>
            <a:ext cx="480017" cy="474085"/>
          </a:xfrm>
          <a:custGeom>
            <a:avLst/>
            <a:gdLst/>
            <a:ahLst/>
            <a:cxnLst/>
            <a:rect l="l" t="t" r="r" b="b"/>
            <a:pathLst>
              <a:path w="6879" h="6794" extrusionOk="0">
                <a:moveTo>
                  <a:pt x="5619" y="1072"/>
                </a:moveTo>
                <a:cubicBezTo>
                  <a:pt x="5664" y="1072"/>
                  <a:pt x="5709" y="1090"/>
                  <a:pt x="5744" y="1125"/>
                </a:cubicBezTo>
                <a:cubicBezTo>
                  <a:pt x="5814" y="1194"/>
                  <a:pt x="5814" y="1304"/>
                  <a:pt x="5744" y="1373"/>
                </a:cubicBezTo>
                <a:lnTo>
                  <a:pt x="5475" y="1643"/>
                </a:lnTo>
                <a:lnTo>
                  <a:pt x="5226" y="1393"/>
                </a:lnTo>
                <a:lnTo>
                  <a:pt x="5495" y="1125"/>
                </a:lnTo>
                <a:cubicBezTo>
                  <a:pt x="5530" y="1090"/>
                  <a:pt x="5575" y="1072"/>
                  <a:pt x="5619" y="1072"/>
                </a:cubicBezTo>
                <a:close/>
                <a:moveTo>
                  <a:pt x="4743" y="1237"/>
                </a:moveTo>
                <a:cubicBezTo>
                  <a:pt x="4771" y="1237"/>
                  <a:pt x="4798" y="1249"/>
                  <a:pt x="4818" y="1274"/>
                </a:cubicBezTo>
                <a:lnTo>
                  <a:pt x="5595" y="2050"/>
                </a:lnTo>
                <a:cubicBezTo>
                  <a:pt x="5644" y="2090"/>
                  <a:pt x="5644" y="2160"/>
                  <a:pt x="5595" y="2200"/>
                </a:cubicBezTo>
                <a:lnTo>
                  <a:pt x="5405" y="2399"/>
                </a:lnTo>
                <a:lnTo>
                  <a:pt x="5286" y="2280"/>
                </a:lnTo>
                <a:cubicBezTo>
                  <a:pt x="5266" y="2260"/>
                  <a:pt x="5241" y="2250"/>
                  <a:pt x="5216" y="2250"/>
                </a:cubicBezTo>
                <a:cubicBezTo>
                  <a:pt x="5191" y="2250"/>
                  <a:pt x="5166" y="2260"/>
                  <a:pt x="5146" y="2280"/>
                </a:cubicBezTo>
                <a:cubicBezTo>
                  <a:pt x="5107" y="2319"/>
                  <a:pt x="5107" y="2379"/>
                  <a:pt x="5146" y="2419"/>
                </a:cubicBezTo>
                <a:lnTo>
                  <a:pt x="5266" y="2538"/>
                </a:lnTo>
                <a:lnTo>
                  <a:pt x="4967" y="2827"/>
                </a:lnTo>
                <a:lnTo>
                  <a:pt x="4858" y="2718"/>
                </a:lnTo>
                <a:cubicBezTo>
                  <a:pt x="4838" y="2698"/>
                  <a:pt x="4811" y="2688"/>
                  <a:pt x="4785" y="2688"/>
                </a:cubicBezTo>
                <a:cubicBezTo>
                  <a:pt x="4758" y="2688"/>
                  <a:pt x="4733" y="2698"/>
                  <a:pt x="4719" y="2718"/>
                </a:cubicBezTo>
                <a:cubicBezTo>
                  <a:pt x="4679" y="2757"/>
                  <a:pt x="4679" y="2817"/>
                  <a:pt x="4719" y="2857"/>
                </a:cubicBezTo>
                <a:lnTo>
                  <a:pt x="4828" y="2966"/>
                </a:lnTo>
                <a:lnTo>
                  <a:pt x="4540" y="3265"/>
                </a:lnTo>
                <a:lnTo>
                  <a:pt x="4420" y="3145"/>
                </a:lnTo>
                <a:cubicBezTo>
                  <a:pt x="4400" y="3125"/>
                  <a:pt x="4375" y="3115"/>
                  <a:pt x="4350" y="3115"/>
                </a:cubicBezTo>
                <a:cubicBezTo>
                  <a:pt x="4326" y="3115"/>
                  <a:pt x="4301" y="3125"/>
                  <a:pt x="4281" y="3145"/>
                </a:cubicBezTo>
                <a:cubicBezTo>
                  <a:pt x="4241" y="3185"/>
                  <a:pt x="4241" y="3245"/>
                  <a:pt x="4281" y="3285"/>
                </a:cubicBezTo>
                <a:lnTo>
                  <a:pt x="4400" y="3404"/>
                </a:lnTo>
                <a:lnTo>
                  <a:pt x="4102" y="3693"/>
                </a:lnTo>
                <a:lnTo>
                  <a:pt x="3992" y="3583"/>
                </a:lnTo>
                <a:cubicBezTo>
                  <a:pt x="3972" y="3563"/>
                  <a:pt x="3945" y="3553"/>
                  <a:pt x="3917" y="3553"/>
                </a:cubicBezTo>
                <a:cubicBezTo>
                  <a:pt x="3890" y="3553"/>
                  <a:pt x="3863" y="3563"/>
                  <a:pt x="3843" y="3583"/>
                </a:cubicBezTo>
                <a:cubicBezTo>
                  <a:pt x="3813" y="3623"/>
                  <a:pt x="3813" y="3683"/>
                  <a:pt x="3843" y="3723"/>
                </a:cubicBezTo>
                <a:lnTo>
                  <a:pt x="3962" y="3842"/>
                </a:lnTo>
                <a:lnTo>
                  <a:pt x="3633" y="4171"/>
                </a:lnTo>
                <a:lnTo>
                  <a:pt x="3325" y="3872"/>
                </a:lnTo>
                <a:cubicBezTo>
                  <a:pt x="3310" y="3852"/>
                  <a:pt x="3285" y="3842"/>
                  <a:pt x="3259" y="3842"/>
                </a:cubicBezTo>
                <a:cubicBezTo>
                  <a:pt x="3233" y="3842"/>
                  <a:pt x="3206" y="3852"/>
                  <a:pt x="3186" y="3872"/>
                </a:cubicBezTo>
                <a:cubicBezTo>
                  <a:pt x="3146" y="3912"/>
                  <a:pt x="3146" y="3972"/>
                  <a:pt x="3186" y="4012"/>
                </a:cubicBezTo>
                <a:lnTo>
                  <a:pt x="3484" y="4310"/>
                </a:lnTo>
                <a:lnTo>
                  <a:pt x="3166" y="4629"/>
                </a:lnTo>
                <a:lnTo>
                  <a:pt x="2240" y="3703"/>
                </a:lnTo>
                <a:lnTo>
                  <a:pt x="2558" y="3384"/>
                </a:lnTo>
                <a:lnTo>
                  <a:pt x="2857" y="3683"/>
                </a:lnTo>
                <a:cubicBezTo>
                  <a:pt x="2877" y="3703"/>
                  <a:pt x="2904" y="3713"/>
                  <a:pt x="2930" y="3713"/>
                </a:cubicBezTo>
                <a:cubicBezTo>
                  <a:pt x="2957" y="3713"/>
                  <a:pt x="2982" y="3703"/>
                  <a:pt x="2996" y="3683"/>
                </a:cubicBezTo>
                <a:cubicBezTo>
                  <a:pt x="3036" y="3643"/>
                  <a:pt x="3036" y="3583"/>
                  <a:pt x="2996" y="3543"/>
                </a:cubicBezTo>
                <a:lnTo>
                  <a:pt x="2698" y="3235"/>
                </a:lnTo>
                <a:lnTo>
                  <a:pt x="4669" y="1274"/>
                </a:lnTo>
                <a:cubicBezTo>
                  <a:pt x="4688" y="1249"/>
                  <a:pt x="4716" y="1237"/>
                  <a:pt x="4743" y="1237"/>
                </a:cubicBezTo>
                <a:close/>
                <a:moveTo>
                  <a:pt x="1952" y="4509"/>
                </a:moveTo>
                <a:lnTo>
                  <a:pt x="2359" y="4917"/>
                </a:lnTo>
                <a:lnTo>
                  <a:pt x="1952" y="5326"/>
                </a:lnTo>
                <a:cubicBezTo>
                  <a:pt x="1877" y="5304"/>
                  <a:pt x="1804" y="5294"/>
                  <a:pt x="1734" y="5294"/>
                </a:cubicBezTo>
                <a:cubicBezTo>
                  <a:pt x="1673" y="5294"/>
                  <a:pt x="1613" y="5302"/>
                  <a:pt x="1553" y="5315"/>
                </a:cubicBezTo>
                <a:cubicBezTo>
                  <a:pt x="1583" y="5196"/>
                  <a:pt x="1583" y="5056"/>
                  <a:pt x="1543" y="4917"/>
                </a:cubicBezTo>
                <a:lnTo>
                  <a:pt x="1952" y="4509"/>
                </a:lnTo>
                <a:close/>
                <a:moveTo>
                  <a:pt x="1678" y="3439"/>
                </a:moveTo>
                <a:cubicBezTo>
                  <a:pt x="1688" y="3439"/>
                  <a:pt x="1697" y="3444"/>
                  <a:pt x="1702" y="3454"/>
                </a:cubicBezTo>
                <a:lnTo>
                  <a:pt x="3414" y="5166"/>
                </a:lnTo>
                <a:cubicBezTo>
                  <a:pt x="3434" y="5176"/>
                  <a:pt x="3434" y="5206"/>
                  <a:pt x="3414" y="5216"/>
                </a:cubicBezTo>
                <a:lnTo>
                  <a:pt x="3206" y="5425"/>
                </a:lnTo>
                <a:cubicBezTo>
                  <a:pt x="3201" y="5435"/>
                  <a:pt x="3191" y="5440"/>
                  <a:pt x="3179" y="5440"/>
                </a:cubicBezTo>
                <a:cubicBezTo>
                  <a:pt x="3168" y="5440"/>
                  <a:pt x="3156" y="5435"/>
                  <a:pt x="3146" y="5425"/>
                </a:cubicBezTo>
                <a:lnTo>
                  <a:pt x="1443" y="3723"/>
                </a:lnTo>
                <a:cubicBezTo>
                  <a:pt x="1424" y="3703"/>
                  <a:pt x="1424" y="3673"/>
                  <a:pt x="1443" y="3663"/>
                </a:cubicBezTo>
                <a:lnTo>
                  <a:pt x="1653" y="3454"/>
                </a:lnTo>
                <a:cubicBezTo>
                  <a:pt x="1658" y="3444"/>
                  <a:pt x="1668" y="3439"/>
                  <a:pt x="1678" y="3439"/>
                </a:cubicBezTo>
                <a:close/>
                <a:moveTo>
                  <a:pt x="823" y="4574"/>
                </a:moveTo>
                <a:cubicBezTo>
                  <a:pt x="963" y="4574"/>
                  <a:pt x="1105" y="4628"/>
                  <a:pt x="1215" y="4738"/>
                </a:cubicBezTo>
                <a:cubicBezTo>
                  <a:pt x="1434" y="4947"/>
                  <a:pt x="1434" y="5295"/>
                  <a:pt x="1215" y="5514"/>
                </a:cubicBezTo>
                <a:cubicBezTo>
                  <a:pt x="1105" y="5619"/>
                  <a:pt x="963" y="5671"/>
                  <a:pt x="823" y="5671"/>
                </a:cubicBezTo>
                <a:cubicBezTo>
                  <a:pt x="682" y="5671"/>
                  <a:pt x="543" y="5619"/>
                  <a:pt x="439" y="5514"/>
                </a:cubicBezTo>
                <a:cubicBezTo>
                  <a:pt x="220" y="5295"/>
                  <a:pt x="220" y="4947"/>
                  <a:pt x="439" y="4738"/>
                </a:cubicBezTo>
                <a:cubicBezTo>
                  <a:pt x="543" y="4628"/>
                  <a:pt x="682" y="4574"/>
                  <a:pt x="823" y="4574"/>
                </a:cubicBezTo>
                <a:close/>
                <a:moveTo>
                  <a:pt x="6769" y="0"/>
                </a:moveTo>
                <a:cubicBezTo>
                  <a:pt x="6744" y="0"/>
                  <a:pt x="6719" y="10"/>
                  <a:pt x="6699" y="30"/>
                </a:cubicBezTo>
                <a:lnTo>
                  <a:pt x="5803" y="926"/>
                </a:lnTo>
                <a:cubicBezTo>
                  <a:pt x="5748" y="894"/>
                  <a:pt x="5684" y="878"/>
                  <a:pt x="5619" y="878"/>
                </a:cubicBezTo>
                <a:cubicBezTo>
                  <a:pt x="5522" y="878"/>
                  <a:pt x="5423" y="914"/>
                  <a:pt x="5345" y="986"/>
                </a:cubicBezTo>
                <a:lnTo>
                  <a:pt x="5087" y="1254"/>
                </a:lnTo>
                <a:lnTo>
                  <a:pt x="4958" y="1134"/>
                </a:lnTo>
                <a:cubicBezTo>
                  <a:pt x="4907" y="1075"/>
                  <a:pt x="4828" y="1045"/>
                  <a:pt x="4739" y="1045"/>
                </a:cubicBezTo>
                <a:cubicBezTo>
                  <a:pt x="4659" y="1045"/>
                  <a:pt x="4579" y="1075"/>
                  <a:pt x="4529" y="1134"/>
                </a:cubicBezTo>
                <a:cubicBezTo>
                  <a:pt x="4410" y="1244"/>
                  <a:pt x="2210" y="3444"/>
                  <a:pt x="2100" y="3563"/>
                </a:cubicBezTo>
                <a:lnTo>
                  <a:pt x="1852" y="3315"/>
                </a:lnTo>
                <a:cubicBezTo>
                  <a:pt x="1802" y="3265"/>
                  <a:pt x="1740" y="3240"/>
                  <a:pt x="1679" y="3240"/>
                </a:cubicBezTo>
                <a:cubicBezTo>
                  <a:pt x="1618" y="3240"/>
                  <a:pt x="1558" y="3265"/>
                  <a:pt x="1514" y="3315"/>
                </a:cubicBezTo>
                <a:lnTo>
                  <a:pt x="1295" y="3523"/>
                </a:lnTo>
                <a:cubicBezTo>
                  <a:pt x="1205" y="3613"/>
                  <a:pt x="1205" y="3762"/>
                  <a:pt x="1295" y="3862"/>
                </a:cubicBezTo>
                <a:lnTo>
                  <a:pt x="1812" y="4370"/>
                </a:lnTo>
                <a:lnTo>
                  <a:pt x="1463" y="4728"/>
                </a:lnTo>
                <a:cubicBezTo>
                  <a:pt x="1434" y="4678"/>
                  <a:pt x="1394" y="4629"/>
                  <a:pt x="1354" y="4589"/>
                </a:cubicBezTo>
                <a:cubicBezTo>
                  <a:pt x="1210" y="4444"/>
                  <a:pt x="1018" y="4372"/>
                  <a:pt x="826" y="4372"/>
                </a:cubicBezTo>
                <a:cubicBezTo>
                  <a:pt x="635" y="4372"/>
                  <a:pt x="443" y="4444"/>
                  <a:pt x="299" y="4589"/>
                </a:cubicBezTo>
                <a:cubicBezTo>
                  <a:pt x="1" y="4888"/>
                  <a:pt x="1" y="5365"/>
                  <a:pt x="299" y="5654"/>
                </a:cubicBezTo>
                <a:cubicBezTo>
                  <a:pt x="440" y="5795"/>
                  <a:pt x="631" y="5869"/>
                  <a:pt x="826" y="5869"/>
                </a:cubicBezTo>
                <a:cubicBezTo>
                  <a:pt x="893" y="5869"/>
                  <a:pt x="960" y="5861"/>
                  <a:pt x="1025" y="5843"/>
                </a:cubicBezTo>
                <a:lnTo>
                  <a:pt x="1025" y="5843"/>
                </a:lnTo>
                <a:cubicBezTo>
                  <a:pt x="956" y="6102"/>
                  <a:pt x="1016" y="6381"/>
                  <a:pt x="1215" y="6569"/>
                </a:cubicBezTo>
                <a:cubicBezTo>
                  <a:pt x="1359" y="6719"/>
                  <a:pt x="1551" y="6793"/>
                  <a:pt x="1743" y="6793"/>
                </a:cubicBezTo>
                <a:cubicBezTo>
                  <a:pt x="1936" y="6793"/>
                  <a:pt x="2130" y="6719"/>
                  <a:pt x="2280" y="6569"/>
                </a:cubicBezTo>
                <a:cubicBezTo>
                  <a:pt x="2350" y="6500"/>
                  <a:pt x="2409" y="6410"/>
                  <a:pt x="2449" y="6311"/>
                </a:cubicBezTo>
                <a:cubicBezTo>
                  <a:pt x="2469" y="6261"/>
                  <a:pt x="2439" y="6201"/>
                  <a:pt x="2389" y="6182"/>
                </a:cubicBezTo>
                <a:cubicBezTo>
                  <a:pt x="2379" y="6177"/>
                  <a:pt x="2367" y="6175"/>
                  <a:pt x="2356" y="6175"/>
                </a:cubicBezTo>
                <a:cubicBezTo>
                  <a:pt x="2315" y="6175"/>
                  <a:pt x="2275" y="6202"/>
                  <a:pt x="2260" y="6241"/>
                </a:cubicBezTo>
                <a:cubicBezTo>
                  <a:pt x="2230" y="6311"/>
                  <a:pt x="2190" y="6381"/>
                  <a:pt x="2140" y="6430"/>
                </a:cubicBezTo>
                <a:cubicBezTo>
                  <a:pt x="2031" y="6540"/>
                  <a:pt x="1889" y="6594"/>
                  <a:pt x="1747" y="6594"/>
                </a:cubicBezTo>
                <a:cubicBezTo>
                  <a:pt x="1606" y="6594"/>
                  <a:pt x="1464" y="6540"/>
                  <a:pt x="1354" y="6430"/>
                </a:cubicBezTo>
                <a:cubicBezTo>
                  <a:pt x="1145" y="6221"/>
                  <a:pt x="1145" y="5873"/>
                  <a:pt x="1354" y="5654"/>
                </a:cubicBezTo>
                <a:cubicBezTo>
                  <a:pt x="1464" y="5544"/>
                  <a:pt x="1606" y="5489"/>
                  <a:pt x="1747" y="5489"/>
                </a:cubicBezTo>
                <a:cubicBezTo>
                  <a:pt x="1889" y="5489"/>
                  <a:pt x="2031" y="5544"/>
                  <a:pt x="2140" y="5654"/>
                </a:cubicBezTo>
                <a:cubicBezTo>
                  <a:pt x="2190" y="5713"/>
                  <a:pt x="2230" y="5773"/>
                  <a:pt x="2260" y="5843"/>
                </a:cubicBezTo>
                <a:cubicBezTo>
                  <a:pt x="2275" y="5888"/>
                  <a:pt x="2312" y="5910"/>
                  <a:pt x="2351" y="5910"/>
                </a:cubicBezTo>
                <a:cubicBezTo>
                  <a:pt x="2364" y="5910"/>
                  <a:pt x="2377" y="5908"/>
                  <a:pt x="2389" y="5903"/>
                </a:cubicBezTo>
                <a:cubicBezTo>
                  <a:pt x="2439" y="5883"/>
                  <a:pt x="2469" y="5823"/>
                  <a:pt x="2449" y="5773"/>
                </a:cubicBezTo>
                <a:cubicBezTo>
                  <a:pt x="2409" y="5674"/>
                  <a:pt x="2350" y="5584"/>
                  <a:pt x="2280" y="5514"/>
                </a:cubicBezTo>
                <a:cubicBezTo>
                  <a:pt x="2240" y="5474"/>
                  <a:pt x="2190" y="5435"/>
                  <a:pt x="2140" y="5405"/>
                </a:cubicBezTo>
                <a:lnTo>
                  <a:pt x="2499" y="5056"/>
                </a:lnTo>
                <a:lnTo>
                  <a:pt x="3007" y="5574"/>
                </a:lnTo>
                <a:cubicBezTo>
                  <a:pt x="3056" y="5619"/>
                  <a:pt x="3119" y="5641"/>
                  <a:pt x="3179" y="5641"/>
                </a:cubicBezTo>
                <a:cubicBezTo>
                  <a:pt x="3240" y="5641"/>
                  <a:pt x="3300" y="5619"/>
                  <a:pt x="3345" y="5574"/>
                </a:cubicBezTo>
                <a:lnTo>
                  <a:pt x="3554" y="5355"/>
                </a:lnTo>
                <a:cubicBezTo>
                  <a:pt x="3653" y="5266"/>
                  <a:pt x="3653" y="5116"/>
                  <a:pt x="3554" y="5027"/>
                </a:cubicBezTo>
                <a:lnTo>
                  <a:pt x="3305" y="4768"/>
                </a:lnTo>
                <a:lnTo>
                  <a:pt x="5734" y="2339"/>
                </a:lnTo>
                <a:cubicBezTo>
                  <a:pt x="5863" y="2220"/>
                  <a:pt x="5863" y="2030"/>
                  <a:pt x="5734" y="1911"/>
                </a:cubicBezTo>
                <a:lnTo>
                  <a:pt x="5615" y="1782"/>
                </a:lnTo>
                <a:lnTo>
                  <a:pt x="5883" y="1523"/>
                </a:lnTo>
                <a:cubicBezTo>
                  <a:pt x="6002" y="1393"/>
                  <a:pt x="6022" y="1205"/>
                  <a:pt x="5943" y="1065"/>
                </a:cubicBezTo>
                <a:lnTo>
                  <a:pt x="6839" y="169"/>
                </a:lnTo>
                <a:cubicBezTo>
                  <a:pt x="6878" y="130"/>
                  <a:pt x="6878" y="70"/>
                  <a:pt x="6839" y="30"/>
                </a:cubicBezTo>
                <a:cubicBezTo>
                  <a:pt x="6819" y="10"/>
                  <a:pt x="6794" y="0"/>
                  <a:pt x="67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 name="Google Shape;553;p50"/>
          <p:cNvGrpSpPr/>
          <p:nvPr/>
        </p:nvGrpSpPr>
        <p:grpSpPr>
          <a:xfrm>
            <a:off x="3405945" y="1900574"/>
            <a:ext cx="337596" cy="473806"/>
            <a:chOff x="4075695" y="1900574"/>
            <a:chExt cx="337596" cy="473806"/>
          </a:xfrm>
        </p:grpSpPr>
        <p:sp>
          <p:nvSpPr>
            <p:cNvPr id="554" name="Google Shape;554;p50"/>
            <p:cNvSpPr/>
            <p:nvPr/>
          </p:nvSpPr>
          <p:spPr>
            <a:xfrm>
              <a:off x="4141637" y="2054089"/>
              <a:ext cx="109834" cy="109834"/>
            </a:xfrm>
            <a:custGeom>
              <a:avLst/>
              <a:gdLst/>
              <a:ahLst/>
              <a:cxnLst/>
              <a:rect l="l" t="t" r="r" b="b"/>
              <a:pathLst>
                <a:path w="1574" h="1574" extrusionOk="0">
                  <a:moveTo>
                    <a:pt x="787" y="200"/>
                  </a:moveTo>
                  <a:cubicBezTo>
                    <a:pt x="936" y="200"/>
                    <a:pt x="1056" y="319"/>
                    <a:pt x="1056" y="459"/>
                  </a:cubicBezTo>
                  <a:cubicBezTo>
                    <a:pt x="1056" y="608"/>
                    <a:pt x="936" y="727"/>
                    <a:pt x="787" y="727"/>
                  </a:cubicBezTo>
                  <a:cubicBezTo>
                    <a:pt x="638" y="727"/>
                    <a:pt x="518" y="608"/>
                    <a:pt x="518" y="459"/>
                  </a:cubicBezTo>
                  <a:cubicBezTo>
                    <a:pt x="518" y="319"/>
                    <a:pt x="638" y="200"/>
                    <a:pt x="787" y="200"/>
                  </a:cubicBezTo>
                  <a:close/>
                  <a:moveTo>
                    <a:pt x="409" y="200"/>
                  </a:moveTo>
                  <a:cubicBezTo>
                    <a:pt x="349" y="269"/>
                    <a:pt x="319" y="359"/>
                    <a:pt x="319" y="459"/>
                  </a:cubicBezTo>
                  <a:cubicBezTo>
                    <a:pt x="319" y="588"/>
                    <a:pt x="369" y="698"/>
                    <a:pt x="449" y="787"/>
                  </a:cubicBezTo>
                  <a:cubicBezTo>
                    <a:pt x="359" y="827"/>
                    <a:pt x="270" y="877"/>
                    <a:pt x="200" y="957"/>
                  </a:cubicBezTo>
                  <a:lnTo>
                    <a:pt x="200" y="260"/>
                  </a:lnTo>
                  <a:cubicBezTo>
                    <a:pt x="200" y="220"/>
                    <a:pt x="230" y="200"/>
                    <a:pt x="259" y="200"/>
                  </a:cubicBezTo>
                  <a:close/>
                  <a:moveTo>
                    <a:pt x="1314" y="200"/>
                  </a:moveTo>
                  <a:cubicBezTo>
                    <a:pt x="1345" y="200"/>
                    <a:pt x="1374" y="220"/>
                    <a:pt x="1374" y="260"/>
                  </a:cubicBezTo>
                  <a:lnTo>
                    <a:pt x="1374" y="957"/>
                  </a:lnTo>
                  <a:cubicBezTo>
                    <a:pt x="1305" y="877"/>
                    <a:pt x="1215" y="827"/>
                    <a:pt x="1126" y="787"/>
                  </a:cubicBezTo>
                  <a:cubicBezTo>
                    <a:pt x="1205" y="698"/>
                    <a:pt x="1255" y="588"/>
                    <a:pt x="1255" y="459"/>
                  </a:cubicBezTo>
                  <a:cubicBezTo>
                    <a:pt x="1255" y="359"/>
                    <a:pt x="1225" y="269"/>
                    <a:pt x="1166" y="200"/>
                  </a:cubicBezTo>
                  <a:close/>
                  <a:moveTo>
                    <a:pt x="837" y="926"/>
                  </a:moveTo>
                  <a:cubicBezTo>
                    <a:pt x="1086" y="926"/>
                    <a:pt x="1305" y="1096"/>
                    <a:pt x="1374" y="1324"/>
                  </a:cubicBezTo>
                  <a:cubicBezTo>
                    <a:pt x="1365" y="1355"/>
                    <a:pt x="1345" y="1375"/>
                    <a:pt x="1314" y="1375"/>
                  </a:cubicBezTo>
                  <a:lnTo>
                    <a:pt x="259" y="1375"/>
                  </a:lnTo>
                  <a:cubicBezTo>
                    <a:pt x="230" y="1375"/>
                    <a:pt x="210" y="1355"/>
                    <a:pt x="200" y="1324"/>
                  </a:cubicBezTo>
                  <a:cubicBezTo>
                    <a:pt x="270" y="1096"/>
                    <a:pt x="489" y="926"/>
                    <a:pt x="737" y="926"/>
                  </a:cubicBezTo>
                  <a:close/>
                  <a:moveTo>
                    <a:pt x="259" y="1"/>
                  </a:moveTo>
                  <a:cubicBezTo>
                    <a:pt x="110" y="1"/>
                    <a:pt x="1" y="110"/>
                    <a:pt x="1" y="260"/>
                  </a:cubicBezTo>
                  <a:lnTo>
                    <a:pt x="1" y="1315"/>
                  </a:lnTo>
                  <a:cubicBezTo>
                    <a:pt x="1" y="1454"/>
                    <a:pt x="110" y="1574"/>
                    <a:pt x="259" y="1574"/>
                  </a:cubicBezTo>
                  <a:lnTo>
                    <a:pt x="1314" y="1574"/>
                  </a:lnTo>
                  <a:cubicBezTo>
                    <a:pt x="1464" y="1574"/>
                    <a:pt x="1573" y="1454"/>
                    <a:pt x="1573" y="1315"/>
                  </a:cubicBezTo>
                  <a:lnTo>
                    <a:pt x="1573" y="260"/>
                  </a:lnTo>
                  <a:cubicBezTo>
                    <a:pt x="1573" y="110"/>
                    <a:pt x="1464" y="1"/>
                    <a:pt x="1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0"/>
            <p:cNvSpPr/>
            <p:nvPr/>
          </p:nvSpPr>
          <p:spPr>
            <a:xfrm>
              <a:off x="4272194" y="2054089"/>
              <a:ext cx="71664" cy="71594"/>
            </a:xfrm>
            <a:custGeom>
              <a:avLst/>
              <a:gdLst/>
              <a:ahLst/>
              <a:cxnLst/>
              <a:rect l="l" t="t" r="r" b="b"/>
              <a:pathLst>
                <a:path w="1027" h="1026" extrusionOk="0">
                  <a:moveTo>
                    <a:pt x="608" y="200"/>
                  </a:moveTo>
                  <a:lnTo>
                    <a:pt x="608" y="269"/>
                  </a:lnTo>
                  <a:cubicBezTo>
                    <a:pt x="608" y="349"/>
                    <a:pt x="678" y="419"/>
                    <a:pt x="757" y="419"/>
                  </a:cubicBezTo>
                  <a:lnTo>
                    <a:pt x="827" y="419"/>
                  </a:lnTo>
                  <a:lnTo>
                    <a:pt x="827" y="608"/>
                  </a:lnTo>
                  <a:lnTo>
                    <a:pt x="757" y="608"/>
                  </a:lnTo>
                  <a:cubicBezTo>
                    <a:pt x="678" y="608"/>
                    <a:pt x="608" y="678"/>
                    <a:pt x="608" y="757"/>
                  </a:cubicBezTo>
                  <a:lnTo>
                    <a:pt x="608" y="827"/>
                  </a:lnTo>
                  <a:lnTo>
                    <a:pt x="419" y="827"/>
                  </a:lnTo>
                  <a:lnTo>
                    <a:pt x="419" y="757"/>
                  </a:lnTo>
                  <a:cubicBezTo>
                    <a:pt x="419" y="678"/>
                    <a:pt x="350" y="608"/>
                    <a:pt x="270" y="608"/>
                  </a:cubicBezTo>
                  <a:lnTo>
                    <a:pt x="200" y="608"/>
                  </a:lnTo>
                  <a:lnTo>
                    <a:pt x="200" y="419"/>
                  </a:lnTo>
                  <a:lnTo>
                    <a:pt x="270" y="419"/>
                  </a:lnTo>
                  <a:cubicBezTo>
                    <a:pt x="350" y="419"/>
                    <a:pt x="419" y="349"/>
                    <a:pt x="419" y="269"/>
                  </a:cubicBezTo>
                  <a:lnTo>
                    <a:pt x="419" y="200"/>
                  </a:lnTo>
                  <a:close/>
                  <a:moveTo>
                    <a:pt x="370" y="1"/>
                  </a:moveTo>
                  <a:cubicBezTo>
                    <a:pt x="290" y="1"/>
                    <a:pt x="220" y="61"/>
                    <a:pt x="220" y="150"/>
                  </a:cubicBezTo>
                  <a:lnTo>
                    <a:pt x="220" y="220"/>
                  </a:lnTo>
                  <a:lnTo>
                    <a:pt x="151" y="220"/>
                  </a:lnTo>
                  <a:cubicBezTo>
                    <a:pt x="61" y="220"/>
                    <a:pt x="1" y="289"/>
                    <a:pt x="1" y="369"/>
                  </a:cubicBezTo>
                  <a:lnTo>
                    <a:pt x="1" y="648"/>
                  </a:lnTo>
                  <a:cubicBezTo>
                    <a:pt x="1" y="738"/>
                    <a:pt x="61" y="807"/>
                    <a:pt x="151" y="807"/>
                  </a:cubicBezTo>
                  <a:lnTo>
                    <a:pt x="220" y="807"/>
                  </a:lnTo>
                  <a:lnTo>
                    <a:pt x="220" y="877"/>
                  </a:lnTo>
                  <a:cubicBezTo>
                    <a:pt x="220" y="957"/>
                    <a:pt x="290" y="1026"/>
                    <a:pt x="370" y="1026"/>
                  </a:cubicBezTo>
                  <a:lnTo>
                    <a:pt x="648" y="1026"/>
                  </a:lnTo>
                  <a:cubicBezTo>
                    <a:pt x="737" y="1026"/>
                    <a:pt x="808" y="957"/>
                    <a:pt x="808" y="877"/>
                  </a:cubicBezTo>
                  <a:lnTo>
                    <a:pt x="808" y="807"/>
                  </a:lnTo>
                  <a:lnTo>
                    <a:pt x="877" y="807"/>
                  </a:lnTo>
                  <a:cubicBezTo>
                    <a:pt x="956" y="807"/>
                    <a:pt x="1026" y="738"/>
                    <a:pt x="1026" y="648"/>
                  </a:cubicBezTo>
                  <a:lnTo>
                    <a:pt x="1026" y="369"/>
                  </a:lnTo>
                  <a:cubicBezTo>
                    <a:pt x="1026" y="289"/>
                    <a:pt x="956" y="220"/>
                    <a:pt x="877" y="220"/>
                  </a:cubicBezTo>
                  <a:lnTo>
                    <a:pt x="808" y="220"/>
                  </a:lnTo>
                  <a:lnTo>
                    <a:pt x="808" y="150"/>
                  </a:lnTo>
                  <a:cubicBezTo>
                    <a:pt x="808" y="61"/>
                    <a:pt x="737" y="1"/>
                    <a:pt x="6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0"/>
            <p:cNvSpPr/>
            <p:nvPr/>
          </p:nvSpPr>
          <p:spPr>
            <a:xfrm>
              <a:off x="4265286" y="2148570"/>
              <a:ext cx="78572" cy="13956"/>
            </a:xfrm>
            <a:custGeom>
              <a:avLst/>
              <a:gdLst/>
              <a:ahLst/>
              <a:cxnLst/>
              <a:rect l="l" t="t" r="r" b="b"/>
              <a:pathLst>
                <a:path w="1126" h="200" extrusionOk="0">
                  <a:moveTo>
                    <a:pt x="100" y="1"/>
                  </a:moveTo>
                  <a:cubicBezTo>
                    <a:pt x="50" y="1"/>
                    <a:pt x="0" y="41"/>
                    <a:pt x="0" y="100"/>
                  </a:cubicBezTo>
                  <a:cubicBezTo>
                    <a:pt x="0" y="160"/>
                    <a:pt x="50" y="200"/>
                    <a:pt x="100" y="200"/>
                  </a:cubicBezTo>
                  <a:lnTo>
                    <a:pt x="1026" y="200"/>
                  </a:lnTo>
                  <a:cubicBezTo>
                    <a:pt x="1075" y="200"/>
                    <a:pt x="1125" y="160"/>
                    <a:pt x="1125" y="100"/>
                  </a:cubicBezTo>
                  <a:cubicBezTo>
                    <a:pt x="1125" y="41"/>
                    <a:pt x="1075" y="1"/>
                    <a:pt x="1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0"/>
            <p:cNvSpPr/>
            <p:nvPr/>
          </p:nvSpPr>
          <p:spPr>
            <a:xfrm>
              <a:off x="4145823" y="2181227"/>
              <a:ext cx="198036" cy="13956"/>
            </a:xfrm>
            <a:custGeom>
              <a:avLst/>
              <a:gdLst/>
              <a:ahLst/>
              <a:cxnLst/>
              <a:rect l="l" t="t" r="r" b="b"/>
              <a:pathLst>
                <a:path w="2838" h="200" extrusionOk="0">
                  <a:moveTo>
                    <a:pt x="100" y="0"/>
                  </a:moveTo>
                  <a:cubicBezTo>
                    <a:pt x="40" y="0"/>
                    <a:pt x="0" y="40"/>
                    <a:pt x="0" y="100"/>
                  </a:cubicBezTo>
                  <a:cubicBezTo>
                    <a:pt x="0" y="150"/>
                    <a:pt x="40" y="199"/>
                    <a:pt x="100" y="199"/>
                  </a:cubicBezTo>
                  <a:lnTo>
                    <a:pt x="2738" y="199"/>
                  </a:lnTo>
                  <a:cubicBezTo>
                    <a:pt x="2787" y="199"/>
                    <a:pt x="2837" y="150"/>
                    <a:pt x="2837" y="100"/>
                  </a:cubicBezTo>
                  <a:cubicBezTo>
                    <a:pt x="2837" y="40"/>
                    <a:pt x="2787" y="0"/>
                    <a:pt x="2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0"/>
            <p:cNvSpPr/>
            <p:nvPr/>
          </p:nvSpPr>
          <p:spPr>
            <a:xfrm>
              <a:off x="4145823" y="2213883"/>
              <a:ext cx="198036" cy="13956"/>
            </a:xfrm>
            <a:custGeom>
              <a:avLst/>
              <a:gdLst/>
              <a:ahLst/>
              <a:cxnLst/>
              <a:rect l="l" t="t" r="r" b="b"/>
              <a:pathLst>
                <a:path w="2838" h="200" extrusionOk="0">
                  <a:moveTo>
                    <a:pt x="100" y="0"/>
                  </a:moveTo>
                  <a:cubicBezTo>
                    <a:pt x="40" y="0"/>
                    <a:pt x="0" y="40"/>
                    <a:pt x="0" y="100"/>
                  </a:cubicBezTo>
                  <a:cubicBezTo>
                    <a:pt x="0" y="149"/>
                    <a:pt x="40" y="199"/>
                    <a:pt x="100" y="199"/>
                  </a:cubicBezTo>
                  <a:lnTo>
                    <a:pt x="2738" y="199"/>
                  </a:lnTo>
                  <a:cubicBezTo>
                    <a:pt x="2787" y="199"/>
                    <a:pt x="2837" y="149"/>
                    <a:pt x="2837" y="100"/>
                  </a:cubicBezTo>
                  <a:cubicBezTo>
                    <a:pt x="2837" y="40"/>
                    <a:pt x="2787" y="0"/>
                    <a:pt x="2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0"/>
            <p:cNvSpPr/>
            <p:nvPr/>
          </p:nvSpPr>
          <p:spPr>
            <a:xfrm>
              <a:off x="4145823" y="2245842"/>
              <a:ext cx="198036" cy="13956"/>
            </a:xfrm>
            <a:custGeom>
              <a:avLst/>
              <a:gdLst/>
              <a:ahLst/>
              <a:cxnLst/>
              <a:rect l="l" t="t" r="r" b="b"/>
              <a:pathLst>
                <a:path w="2838" h="200" extrusionOk="0">
                  <a:moveTo>
                    <a:pt x="100" y="0"/>
                  </a:moveTo>
                  <a:cubicBezTo>
                    <a:pt x="40" y="0"/>
                    <a:pt x="0" y="50"/>
                    <a:pt x="0" y="100"/>
                  </a:cubicBezTo>
                  <a:cubicBezTo>
                    <a:pt x="0" y="160"/>
                    <a:pt x="40" y="199"/>
                    <a:pt x="100" y="199"/>
                  </a:cubicBezTo>
                  <a:lnTo>
                    <a:pt x="2738" y="199"/>
                  </a:lnTo>
                  <a:cubicBezTo>
                    <a:pt x="2787" y="199"/>
                    <a:pt x="2837" y="160"/>
                    <a:pt x="2837" y="100"/>
                  </a:cubicBezTo>
                  <a:cubicBezTo>
                    <a:pt x="2837" y="50"/>
                    <a:pt x="2787" y="0"/>
                    <a:pt x="2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0"/>
            <p:cNvSpPr/>
            <p:nvPr/>
          </p:nvSpPr>
          <p:spPr>
            <a:xfrm>
              <a:off x="4145823" y="2278429"/>
              <a:ext cx="198036" cy="13956"/>
            </a:xfrm>
            <a:custGeom>
              <a:avLst/>
              <a:gdLst/>
              <a:ahLst/>
              <a:cxnLst/>
              <a:rect l="l" t="t" r="r" b="b"/>
              <a:pathLst>
                <a:path w="2838" h="200" extrusionOk="0">
                  <a:moveTo>
                    <a:pt x="100" y="1"/>
                  </a:moveTo>
                  <a:cubicBezTo>
                    <a:pt x="40" y="1"/>
                    <a:pt x="0" y="51"/>
                    <a:pt x="0" y="100"/>
                  </a:cubicBezTo>
                  <a:cubicBezTo>
                    <a:pt x="0" y="160"/>
                    <a:pt x="40" y="200"/>
                    <a:pt x="100" y="200"/>
                  </a:cubicBezTo>
                  <a:lnTo>
                    <a:pt x="2738" y="200"/>
                  </a:lnTo>
                  <a:cubicBezTo>
                    <a:pt x="2787" y="200"/>
                    <a:pt x="2837" y="160"/>
                    <a:pt x="2837" y="100"/>
                  </a:cubicBezTo>
                  <a:cubicBezTo>
                    <a:pt x="2837" y="51"/>
                    <a:pt x="2787" y="1"/>
                    <a:pt x="2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0"/>
            <p:cNvSpPr/>
            <p:nvPr/>
          </p:nvSpPr>
          <p:spPr>
            <a:xfrm>
              <a:off x="4075695" y="1900574"/>
              <a:ext cx="337596" cy="473806"/>
            </a:xfrm>
            <a:custGeom>
              <a:avLst/>
              <a:gdLst/>
              <a:ahLst/>
              <a:cxnLst/>
              <a:rect l="l" t="t" r="r" b="b"/>
              <a:pathLst>
                <a:path w="4838" h="6790" extrusionOk="0">
                  <a:moveTo>
                    <a:pt x="2419" y="200"/>
                  </a:moveTo>
                  <a:cubicBezTo>
                    <a:pt x="2548" y="200"/>
                    <a:pt x="2648" y="299"/>
                    <a:pt x="2648" y="429"/>
                  </a:cubicBezTo>
                  <a:lnTo>
                    <a:pt x="2648" y="509"/>
                  </a:lnTo>
                  <a:lnTo>
                    <a:pt x="2190" y="509"/>
                  </a:lnTo>
                  <a:lnTo>
                    <a:pt x="2190" y="429"/>
                  </a:lnTo>
                  <a:cubicBezTo>
                    <a:pt x="2190" y="299"/>
                    <a:pt x="2299" y="200"/>
                    <a:pt x="2419" y="200"/>
                  </a:cubicBezTo>
                  <a:close/>
                  <a:moveTo>
                    <a:pt x="3056" y="708"/>
                  </a:moveTo>
                  <a:cubicBezTo>
                    <a:pt x="3066" y="708"/>
                    <a:pt x="3076" y="717"/>
                    <a:pt x="3076" y="717"/>
                  </a:cubicBezTo>
                  <a:lnTo>
                    <a:pt x="3076" y="1126"/>
                  </a:lnTo>
                  <a:cubicBezTo>
                    <a:pt x="3076" y="1135"/>
                    <a:pt x="3066" y="1135"/>
                    <a:pt x="3056" y="1135"/>
                  </a:cubicBezTo>
                  <a:lnTo>
                    <a:pt x="1782" y="1135"/>
                  </a:lnTo>
                  <a:cubicBezTo>
                    <a:pt x="1772" y="1135"/>
                    <a:pt x="1772" y="1135"/>
                    <a:pt x="1772" y="1126"/>
                  </a:cubicBezTo>
                  <a:lnTo>
                    <a:pt x="1772" y="717"/>
                  </a:lnTo>
                  <a:cubicBezTo>
                    <a:pt x="1772" y="717"/>
                    <a:pt x="1772" y="708"/>
                    <a:pt x="1782" y="708"/>
                  </a:cubicBezTo>
                  <a:close/>
                  <a:moveTo>
                    <a:pt x="2877" y="1335"/>
                  </a:moveTo>
                  <a:lnTo>
                    <a:pt x="2877" y="1444"/>
                  </a:lnTo>
                  <a:cubicBezTo>
                    <a:pt x="2877" y="1474"/>
                    <a:pt x="2847" y="1504"/>
                    <a:pt x="2817" y="1504"/>
                  </a:cubicBezTo>
                  <a:lnTo>
                    <a:pt x="2031" y="1504"/>
                  </a:lnTo>
                  <a:cubicBezTo>
                    <a:pt x="1991" y="1504"/>
                    <a:pt x="1961" y="1474"/>
                    <a:pt x="1961" y="1444"/>
                  </a:cubicBezTo>
                  <a:lnTo>
                    <a:pt x="1961" y="1335"/>
                  </a:lnTo>
                  <a:close/>
                  <a:moveTo>
                    <a:pt x="2419" y="1"/>
                  </a:moveTo>
                  <a:cubicBezTo>
                    <a:pt x="2190" y="1"/>
                    <a:pt x="1991" y="190"/>
                    <a:pt x="1991" y="429"/>
                  </a:cubicBezTo>
                  <a:lnTo>
                    <a:pt x="1991" y="509"/>
                  </a:lnTo>
                  <a:lnTo>
                    <a:pt x="1782" y="509"/>
                  </a:lnTo>
                  <a:cubicBezTo>
                    <a:pt x="1682" y="509"/>
                    <a:pt x="1602" y="578"/>
                    <a:pt x="1573" y="668"/>
                  </a:cubicBezTo>
                  <a:lnTo>
                    <a:pt x="558" y="668"/>
                  </a:lnTo>
                  <a:cubicBezTo>
                    <a:pt x="249" y="668"/>
                    <a:pt x="0" y="917"/>
                    <a:pt x="0" y="1225"/>
                  </a:cubicBezTo>
                  <a:lnTo>
                    <a:pt x="0" y="6242"/>
                  </a:lnTo>
                  <a:cubicBezTo>
                    <a:pt x="0" y="6550"/>
                    <a:pt x="249" y="6789"/>
                    <a:pt x="558" y="6789"/>
                  </a:cubicBezTo>
                  <a:lnTo>
                    <a:pt x="4290" y="6789"/>
                  </a:lnTo>
                  <a:cubicBezTo>
                    <a:pt x="4589" y="6789"/>
                    <a:pt x="4838" y="6550"/>
                    <a:pt x="4838" y="6242"/>
                  </a:cubicBezTo>
                  <a:lnTo>
                    <a:pt x="4838" y="4102"/>
                  </a:lnTo>
                  <a:cubicBezTo>
                    <a:pt x="4838" y="4052"/>
                    <a:pt x="4798" y="4002"/>
                    <a:pt x="4738" y="4002"/>
                  </a:cubicBezTo>
                  <a:cubicBezTo>
                    <a:pt x="4688" y="4002"/>
                    <a:pt x="4639" y="4052"/>
                    <a:pt x="4639" y="4102"/>
                  </a:cubicBezTo>
                  <a:lnTo>
                    <a:pt x="4639" y="6242"/>
                  </a:lnTo>
                  <a:cubicBezTo>
                    <a:pt x="4639" y="6441"/>
                    <a:pt x="4480" y="6590"/>
                    <a:pt x="4290" y="6590"/>
                  </a:cubicBezTo>
                  <a:lnTo>
                    <a:pt x="558" y="6590"/>
                  </a:lnTo>
                  <a:cubicBezTo>
                    <a:pt x="359" y="6590"/>
                    <a:pt x="199" y="6441"/>
                    <a:pt x="199" y="6242"/>
                  </a:cubicBezTo>
                  <a:lnTo>
                    <a:pt x="199" y="1225"/>
                  </a:lnTo>
                  <a:cubicBezTo>
                    <a:pt x="199" y="1026"/>
                    <a:pt x="359" y="867"/>
                    <a:pt x="558" y="867"/>
                  </a:cubicBezTo>
                  <a:lnTo>
                    <a:pt x="1573" y="867"/>
                  </a:lnTo>
                  <a:lnTo>
                    <a:pt x="1573" y="1126"/>
                  </a:lnTo>
                  <a:lnTo>
                    <a:pt x="1573" y="1135"/>
                  </a:lnTo>
                  <a:lnTo>
                    <a:pt x="697" y="1135"/>
                  </a:lnTo>
                  <a:cubicBezTo>
                    <a:pt x="567" y="1135"/>
                    <a:pt x="468" y="1235"/>
                    <a:pt x="468" y="1365"/>
                  </a:cubicBezTo>
                  <a:lnTo>
                    <a:pt x="468" y="6103"/>
                  </a:lnTo>
                  <a:cubicBezTo>
                    <a:pt x="468" y="6232"/>
                    <a:pt x="567" y="6331"/>
                    <a:pt x="697" y="6331"/>
                  </a:cubicBezTo>
                  <a:lnTo>
                    <a:pt x="2190" y="6331"/>
                  </a:lnTo>
                  <a:cubicBezTo>
                    <a:pt x="2240" y="6331"/>
                    <a:pt x="2290" y="6282"/>
                    <a:pt x="2290" y="6232"/>
                  </a:cubicBezTo>
                  <a:cubicBezTo>
                    <a:pt x="2290" y="6172"/>
                    <a:pt x="2240" y="6132"/>
                    <a:pt x="2190" y="6132"/>
                  </a:cubicBezTo>
                  <a:lnTo>
                    <a:pt x="697" y="6132"/>
                  </a:lnTo>
                  <a:cubicBezTo>
                    <a:pt x="677" y="6132"/>
                    <a:pt x="667" y="6123"/>
                    <a:pt x="667" y="6103"/>
                  </a:cubicBezTo>
                  <a:lnTo>
                    <a:pt x="667" y="1365"/>
                  </a:lnTo>
                  <a:cubicBezTo>
                    <a:pt x="667" y="1345"/>
                    <a:pt x="677" y="1335"/>
                    <a:pt x="697" y="1335"/>
                  </a:cubicBezTo>
                  <a:lnTo>
                    <a:pt x="1762" y="1335"/>
                  </a:lnTo>
                  <a:lnTo>
                    <a:pt x="1762" y="1444"/>
                  </a:lnTo>
                  <a:cubicBezTo>
                    <a:pt x="1762" y="1584"/>
                    <a:pt x="1881" y="1703"/>
                    <a:pt x="2031" y="1703"/>
                  </a:cubicBezTo>
                  <a:lnTo>
                    <a:pt x="2817" y="1703"/>
                  </a:lnTo>
                  <a:cubicBezTo>
                    <a:pt x="2956" y="1703"/>
                    <a:pt x="3076" y="1584"/>
                    <a:pt x="3076" y="1444"/>
                  </a:cubicBezTo>
                  <a:lnTo>
                    <a:pt x="3076" y="1335"/>
                  </a:lnTo>
                  <a:lnTo>
                    <a:pt x="4151" y="1335"/>
                  </a:lnTo>
                  <a:cubicBezTo>
                    <a:pt x="4161" y="1335"/>
                    <a:pt x="4181" y="1345"/>
                    <a:pt x="4181" y="1365"/>
                  </a:cubicBezTo>
                  <a:lnTo>
                    <a:pt x="4181" y="6103"/>
                  </a:lnTo>
                  <a:cubicBezTo>
                    <a:pt x="4181" y="6123"/>
                    <a:pt x="4161" y="6132"/>
                    <a:pt x="4151" y="6132"/>
                  </a:cubicBezTo>
                  <a:lnTo>
                    <a:pt x="2658" y="6132"/>
                  </a:lnTo>
                  <a:cubicBezTo>
                    <a:pt x="2598" y="6132"/>
                    <a:pt x="2558" y="6172"/>
                    <a:pt x="2558" y="6232"/>
                  </a:cubicBezTo>
                  <a:cubicBezTo>
                    <a:pt x="2558" y="6282"/>
                    <a:pt x="2598" y="6331"/>
                    <a:pt x="2658" y="6331"/>
                  </a:cubicBezTo>
                  <a:lnTo>
                    <a:pt x="4151" y="6331"/>
                  </a:lnTo>
                  <a:cubicBezTo>
                    <a:pt x="4270" y="6331"/>
                    <a:pt x="4380" y="6232"/>
                    <a:pt x="4380" y="6103"/>
                  </a:cubicBezTo>
                  <a:lnTo>
                    <a:pt x="4380" y="1365"/>
                  </a:lnTo>
                  <a:cubicBezTo>
                    <a:pt x="4380" y="1235"/>
                    <a:pt x="4270" y="1135"/>
                    <a:pt x="4151" y="1135"/>
                  </a:cubicBezTo>
                  <a:lnTo>
                    <a:pt x="3265" y="1135"/>
                  </a:lnTo>
                  <a:lnTo>
                    <a:pt x="3275" y="1126"/>
                  </a:lnTo>
                  <a:lnTo>
                    <a:pt x="3275" y="867"/>
                  </a:lnTo>
                  <a:lnTo>
                    <a:pt x="4290" y="867"/>
                  </a:lnTo>
                  <a:cubicBezTo>
                    <a:pt x="4480" y="867"/>
                    <a:pt x="4639" y="1026"/>
                    <a:pt x="4639" y="1225"/>
                  </a:cubicBezTo>
                  <a:lnTo>
                    <a:pt x="4639" y="3644"/>
                  </a:lnTo>
                  <a:cubicBezTo>
                    <a:pt x="4639" y="3694"/>
                    <a:pt x="4688" y="3743"/>
                    <a:pt x="4738" y="3743"/>
                  </a:cubicBezTo>
                  <a:cubicBezTo>
                    <a:pt x="4798" y="3743"/>
                    <a:pt x="4838" y="3694"/>
                    <a:pt x="4838" y="3644"/>
                  </a:cubicBezTo>
                  <a:lnTo>
                    <a:pt x="4838" y="1225"/>
                  </a:lnTo>
                  <a:cubicBezTo>
                    <a:pt x="4838" y="917"/>
                    <a:pt x="4589" y="668"/>
                    <a:pt x="4290" y="668"/>
                  </a:cubicBezTo>
                  <a:lnTo>
                    <a:pt x="3265" y="668"/>
                  </a:lnTo>
                  <a:cubicBezTo>
                    <a:pt x="3245" y="578"/>
                    <a:pt x="3155" y="509"/>
                    <a:pt x="3056" y="509"/>
                  </a:cubicBezTo>
                  <a:lnTo>
                    <a:pt x="2847" y="509"/>
                  </a:lnTo>
                  <a:lnTo>
                    <a:pt x="2847" y="429"/>
                  </a:lnTo>
                  <a:cubicBezTo>
                    <a:pt x="2847" y="190"/>
                    <a:pt x="2658" y="1"/>
                    <a:pt x="2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50"/>
          <p:cNvGrpSpPr/>
          <p:nvPr/>
        </p:nvGrpSpPr>
        <p:grpSpPr>
          <a:xfrm>
            <a:off x="4025516" y="1900574"/>
            <a:ext cx="411911" cy="474013"/>
            <a:chOff x="4695266" y="1900574"/>
            <a:chExt cx="411911" cy="474013"/>
          </a:xfrm>
        </p:grpSpPr>
        <p:sp>
          <p:nvSpPr>
            <p:cNvPr id="563" name="Google Shape;563;p50"/>
            <p:cNvSpPr/>
            <p:nvPr/>
          </p:nvSpPr>
          <p:spPr>
            <a:xfrm>
              <a:off x="4775093" y="1900574"/>
              <a:ext cx="303613" cy="277236"/>
            </a:xfrm>
            <a:custGeom>
              <a:avLst/>
              <a:gdLst/>
              <a:ahLst/>
              <a:cxnLst/>
              <a:rect l="l" t="t" r="r" b="b"/>
              <a:pathLst>
                <a:path w="4351" h="3973" extrusionOk="0">
                  <a:moveTo>
                    <a:pt x="1732" y="200"/>
                  </a:moveTo>
                  <a:cubicBezTo>
                    <a:pt x="1932" y="200"/>
                    <a:pt x="2091" y="359"/>
                    <a:pt x="2091" y="558"/>
                  </a:cubicBezTo>
                  <a:lnTo>
                    <a:pt x="2091" y="3415"/>
                  </a:lnTo>
                  <a:cubicBezTo>
                    <a:pt x="2091" y="3614"/>
                    <a:pt x="1932" y="3774"/>
                    <a:pt x="1732" y="3774"/>
                  </a:cubicBezTo>
                  <a:cubicBezTo>
                    <a:pt x="1494" y="3774"/>
                    <a:pt x="1295" y="3535"/>
                    <a:pt x="1414" y="3286"/>
                  </a:cubicBezTo>
                  <a:cubicBezTo>
                    <a:pt x="1434" y="3236"/>
                    <a:pt x="1414" y="3176"/>
                    <a:pt x="1365" y="3157"/>
                  </a:cubicBezTo>
                  <a:cubicBezTo>
                    <a:pt x="1352" y="3151"/>
                    <a:pt x="1338" y="3149"/>
                    <a:pt x="1325" y="3149"/>
                  </a:cubicBezTo>
                  <a:cubicBezTo>
                    <a:pt x="1286" y="3149"/>
                    <a:pt x="1250" y="3169"/>
                    <a:pt x="1235" y="3206"/>
                  </a:cubicBezTo>
                  <a:cubicBezTo>
                    <a:pt x="1195" y="3276"/>
                    <a:pt x="1185" y="3356"/>
                    <a:pt x="1175" y="3415"/>
                  </a:cubicBezTo>
                  <a:cubicBezTo>
                    <a:pt x="857" y="3395"/>
                    <a:pt x="628" y="3117"/>
                    <a:pt x="668" y="2798"/>
                  </a:cubicBezTo>
                  <a:lnTo>
                    <a:pt x="668" y="2798"/>
                  </a:lnTo>
                  <a:cubicBezTo>
                    <a:pt x="761" y="2820"/>
                    <a:pt x="848" y="2827"/>
                    <a:pt x="913" y="2827"/>
                  </a:cubicBezTo>
                  <a:cubicBezTo>
                    <a:pt x="965" y="2827"/>
                    <a:pt x="1003" y="2822"/>
                    <a:pt x="1016" y="2818"/>
                  </a:cubicBezTo>
                  <a:cubicBezTo>
                    <a:pt x="1095" y="2887"/>
                    <a:pt x="1175" y="2927"/>
                    <a:pt x="1245" y="2947"/>
                  </a:cubicBezTo>
                  <a:cubicBezTo>
                    <a:pt x="1250" y="2948"/>
                    <a:pt x="1256" y="2949"/>
                    <a:pt x="1261" y="2949"/>
                  </a:cubicBezTo>
                  <a:cubicBezTo>
                    <a:pt x="1305" y="2949"/>
                    <a:pt x="1346" y="2912"/>
                    <a:pt x="1354" y="2867"/>
                  </a:cubicBezTo>
                  <a:cubicBezTo>
                    <a:pt x="1374" y="2808"/>
                    <a:pt x="1334" y="2758"/>
                    <a:pt x="1285" y="2748"/>
                  </a:cubicBezTo>
                  <a:cubicBezTo>
                    <a:pt x="1265" y="2738"/>
                    <a:pt x="1076" y="2699"/>
                    <a:pt x="1086" y="2449"/>
                  </a:cubicBezTo>
                  <a:cubicBezTo>
                    <a:pt x="1086" y="2400"/>
                    <a:pt x="1046" y="2350"/>
                    <a:pt x="986" y="2350"/>
                  </a:cubicBezTo>
                  <a:cubicBezTo>
                    <a:pt x="936" y="2350"/>
                    <a:pt x="887" y="2390"/>
                    <a:pt x="887" y="2440"/>
                  </a:cubicBezTo>
                  <a:cubicBezTo>
                    <a:pt x="887" y="2509"/>
                    <a:pt x="896" y="2579"/>
                    <a:pt x="907" y="2629"/>
                  </a:cubicBezTo>
                  <a:cubicBezTo>
                    <a:pt x="899" y="2629"/>
                    <a:pt x="892" y="2629"/>
                    <a:pt x="885" y="2629"/>
                  </a:cubicBezTo>
                  <a:cubicBezTo>
                    <a:pt x="506" y="2629"/>
                    <a:pt x="200" y="2363"/>
                    <a:pt x="200" y="1982"/>
                  </a:cubicBezTo>
                  <a:cubicBezTo>
                    <a:pt x="200" y="1611"/>
                    <a:pt x="506" y="1345"/>
                    <a:pt x="885" y="1345"/>
                  </a:cubicBezTo>
                  <a:cubicBezTo>
                    <a:pt x="892" y="1345"/>
                    <a:pt x="899" y="1345"/>
                    <a:pt x="907" y="1345"/>
                  </a:cubicBezTo>
                  <a:cubicBezTo>
                    <a:pt x="896" y="1394"/>
                    <a:pt x="887" y="1454"/>
                    <a:pt x="887" y="1524"/>
                  </a:cubicBezTo>
                  <a:cubicBezTo>
                    <a:pt x="887" y="1584"/>
                    <a:pt x="936" y="1624"/>
                    <a:pt x="986" y="1624"/>
                  </a:cubicBezTo>
                  <a:cubicBezTo>
                    <a:pt x="1046" y="1624"/>
                    <a:pt x="1086" y="1573"/>
                    <a:pt x="1086" y="1524"/>
                  </a:cubicBezTo>
                  <a:cubicBezTo>
                    <a:pt x="1076" y="1275"/>
                    <a:pt x="1265" y="1225"/>
                    <a:pt x="1285" y="1225"/>
                  </a:cubicBezTo>
                  <a:cubicBezTo>
                    <a:pt x="1334" y="1215"/>
                    <a:pt x="1374" y="1155"/>
                    <a:pt x="1354" y="1106"/>
                  </a:cubicBezTo>
                  <a:cubicBezTo>
                    <a:pt x="1346" y="1061"/>
                    <a:pt x="1305" y="1025"/>
                    <a:pt x="1261" y="1025"/>
                  </a:cubicBezTo>
                  <a:cubicBezTo>
                    <a:pt x="1256" y="1025"/>
                    <a:pt x="1250" y="1025"/>
                    <a:pt x="1245" y="1026"/>
                  </a:cubicBezTo>
                  <a:cubicBezTo>
                    <a:pt x="1175" y="1046"/>
                    <a:pt x="1095" y="1076"/>
                    <a:pt x="1016" y="1155"/>
                  </a:cubicBezTo>
                  <a:cubicBezTo>
                    <a:pt x="1005" y="1150"/>
                    <a:pt x="956" y="1142"/>
                    <a:pt x="884" y="1142"/>
                  </a:cubicBezTo>
                  <a:cubicBezTo>
                    <a:pt x="824" y="1142"/>
                    <a:pt x="749" y="1148"/>
                    <a:pt x="668" y="1166"/>
                  </a:cubicBezTo>
                  <a:cubicBezTo>
                    <a:pt x="628" y="857"/>
                    <a:pt x="857" y="569"/>
                    <a:pt x="1175" y="558"/>
                  </a:cubicBezTo>
                  <a:cubicBezTo>
                    <a:pt x="1185" y="618"/>
                    <a:pt x="1195" y="698"/>
                    <a:pt x="1235" y="768"/>
                  </a:cubicBezTo>
                  <a:cubicBezTo>
                    <a:pt x="1250" y="804"/>
                    <a:pt x="1286" y="825"/>
                    <a:pt x="1325" y="825"/>
                  </a:cubicBezTo>
                  <a:cubicBezTo>
                    <a:pt x="1338" y="825"/>
                    <a:pt x="1352" y="822"/>
                    <a:pt x="1365" y="817"/>
                  </a:cubicBezTo>
                  <a:cubicBezTo>
                    <a:pt x="1414" y="787"/>
                    <a:pt x="1434" y="728"/>
                    <a:pt x="1414" y="678"/>
                  </a:cubicBezTo>
                  <a:cubicBezTo>
                    <a:pt x="1365" y="598"/>
                    <a:pt x="1374" y="498"/>
                    <a:pt x="1374" y="479"/>
                  </a:cubicBezTo>
                  <a:cubicBezTo>
                    <a:pt x="1414" y="319"/>
                    <a:pt x="1564" y="200"/>
                    <a:pt x="1732" y="200"/>
                  </a:cubicBezTo>
                  <a:close/>
                  <a:moveTo>
                    <a:pt x="1732" y="1"/>
                  </a:moveTo>
                  <a:cubicBezTo>
                    <a:pt x="1494" y="1"/>
                    <a:pt x="1285" y="150"/>
                    <a:pt x="1205" y="359"/>
                  </a:cubicBezTo>
                  <a:cubicBezTo>
                    <a:pt x="737" y="359"/>
                    <a:pt x="389" y="777"/>
                    <a:pt x="469" y="1235"/>
                  </a:cubicBezTo>
                  <a:cubicBezTo>
                    <a:pt x="190" y="1374"/>
                    <a:pt x="0" y="1663"/>
                    <a:pt x="0" y="1982"/>
                  </a:cubicBezTo>
                  <a:cubicBezTo>
                    <a:pt x="0" y="2310"/>
                    <a:pt x="190" y="2599"/>
                    <a:pt x="469" y="2738"/>
                  </a:cubicBezTo>
                  <a:cubicBezTo>
                    <a:pt x="389" y="3186"/>
                    <a:pt x="737" y="3614"/>
                    <a:pt x="1205" y="3614"/>
                  </a:cubicBezTo>
                  <a:cubicBezTo>
                    <a:pt x="1285" y="3823"/>
                    <a:pt x="1494" y="3973"/>
                    <a:pt x="1732" y="3973"/>
                  </a:cubicBezTo>
                  <a:cubicBezTo>
                    <a:pt x="1922" y="3973"/>
                    <a:pt x="2091" y="3873"/>
                    <a:pt x="2190" y="3734"/>
                  </a:cubicBezTo>
                  <a:cubicBezTo>
                    <a:pt x="2290" y="3873"/>
                    <a:pt x="2460" y="3973"/>
                    <a:pt x="2648" y="3973"/>
                  </a:cubicBezTo>
                  <a:cubicBezTo>
                    <a:pt x="2887" y="3973"/>
                    <a:pt x="3086" y="3823"/>
                    <a:pt x="3176" y="3614"/>
                  </a:cubicBezTo>
                  <a:cubicBezTo>
                    <a:pt x="3644" y="3614"/>
                    <a:pt x="3992" y="3186"/>
                    <a:pt x="3902" y="2738"/>
                  </a:cubicBezTo>
                  <a:cubicBezTo>
                    <a:pt x="4112" y="2639"/>
                    <a:pt x="4261" y="2460"/>
                    <a:pt x="4340" y="2250"/>
                  </a:cubicBezTo>
                  <a:cubicBezTo>
                    <a:pt x="4351" y="2201"/>
                    <a:pt x="4331" y="2141"/>
                    <a:pt x="4271" y="2121"/>
                  </a:cubicBezTo>
                  <a:cubicBezTo>
                    <a:pt x="4263" y="2120"/>
                    <a:pt x="4254" y="2119"/>
                    <a:pt x="4246" y="2119"/>
                  </a:cubicBezTo>
                  <a:cubicBezTo>
                    <a:pt x="4202" y="2119"/>
                    <a:pt x="4160" y="2141"/>
                    <a:pt x="4152" y="2191"/>
                  </a:cubicBezTo>
                  <a:cubicBezTo>
                    <a:pt x="4055" y="2471"/>
                    <a:pt x="3790" y="2629"/>
                    <a:pt x="3502" y="2629"/>
                  </a:cubicBezTo>
                  <a:cubicBezTo>
                    <a:pt x="3493" y="2629"/>
                    <a:pt x="3484" y="2629"/>
                    <a:pt x="3475" y="2629"/>
                  </a:cubicBezTo>
                  <a:cubicBezTo>
                    <a:pt x="3484" y="2579"/>
                    <a:pt x="3495" y="2509"/>
                    <a:pt x="3495" y="2440"/>
                  </a:cubicBezTo>
                  <a:cubicBezTo>
                    <a:pt x="3495" y="2390"/>
                    <a:pt x="3445" y="2350"/>
                    <a:pt x="3385" y="2350"/>
                  </a:cubicBezTo>
                  <a:cubicBezTo>
                    <a:pt x="3335" y="2350"/>
                    <a:pt x="3296" y="2400"/>
                    <a:pt x="3296" y="2449"/>
                  </a:cubicBezTo>
                  <a:cubicBezTo>
                    <a:pt x="3305" y="2699"/>
                    <a:pt x="3116" y="2738"/>
                    <a:pt x="3097" y="2748"/>
                  </a:cubicBezTo>
                  <a:cubicBezTo>
                    <a:pt x="3046" y="2758"/>
                    <a:pt x="3007" y="2808"/>
                    <a:pt x="3017" y="2867"/>
                  </a:cubicBezTo>
                  <a:cubicBezTo>
                    <a:pt x="3025" y="2912"/>
                    <a:pt x="3074" y="2949"/>
                    <a:pt x="3120" y="2949"/>
                  </a:cubicBezTo>
                  <a:cubicBezTo>
                    <a:pt x="3125" y="2949"/>
                    <a:pt x="3131" y="2948"/>
                    <a:pt x="3136" y="2947"/>
                  </a:cubicBezTo>
                  <a:cubicBezTo>
                    <a:pt x="3196" y="2927"/>
                    <a:pt x="3285" y="2887"/>
                    <a:pt x="3355" y="2818"/>
                  </a:cubicBezTo>
                  <a:cubicBezTo>
                    <a:pt x="3365" y="2823"/>
                    <a:pt x="3410" y="2830"/>
                    <a:pt x="3475" y="2830"/>
                  </a:cubicBezTo>
                  <a:cubicBezTo>
                    <a:pt x="3540" y="2830"/>
                    <a:pt x="3624" y="2823"/>
                    <a:pt x="3714" y="2798"/>
                  </a:cubicBezTo>
                  <a:lnTo>
                    <a:pt x="3714" y="2798"/>
                  </a:lnTo>
                  <a:cubicBezTo>
                    <a:pt x="3754" y="3117"/>
                    <a:pt x="3524" y="3395"/>
                    <a:pt x="3206" y="3415"/>
                  </a:cubicBezTo>
                  <a:cubicBezTo>
                    <a:pt x="3196" y="3356"/>
                    <a:pt x="3186" y="3276"/>
                    <a:pt x="3146" y="3206"/>
                  </a:cubicBezTo>
                  <a:cubicBezTo>
                    <a:pt x="3131" y="3169"/>
                    <a:pt x="3095" y="3149"/>
                    <a:pt x="3056" y="3149"/>
                  </a:cubicBezTo>
                  <a:cubicBezTo>
                    <a:pt x="3043" y="3149"/>
                    <a:pt x="3030" y="3151"/>
                    <a:pt x="3017" y="3157"/>
                  </a:cubicBezTo>
                  <a:cubicBezTo>
                    <a:pt x="2967" y="3176"/>
                    <a:pt x="2947" y="3236"/>
                    <a:pt x="2967" y="3286"/>
                  </a:cubicBezTo>
                  <a:cubicBezTo>
                    <a:pt x="3086" y="3535"/>
                    <a:pt x="2887" y="3774"/>
                    <a:pt x="2648" y="3774"/>
                  </a:cubicBezTo>
                  <a:cubicBezTo>
                    <a:pt x="2449" y="3774"/>
                    <a:pt x="2290" y="3614"/>
                    <a:pt x="2290" y="3415"/>
                  </a:cubicBezTo>
                  <a:lnTo>
                    <a:pt x="2290" y="558"/>
                  </a:lnTo>
                  <a:cubicBezTo>
                    <a:pt x="2290" y="359"/>
                    <a:pt x="2449" y="200"/>
                    <a:pt x="2648" y="200"/>
                  </a:cubicBezTo>
                  <a:cubicBezTo>
                    <a:pt x="2818" y="200"/>
                    <a:pt x="2967" y="319"/>
                    <a:pt x="3007" y="479"/>
                  </a:cubicBezTo>
                  <a:cubicBezTo>
                    <a:pt x="3007" y="498"/>
                    <a:pt x="3007" y="598"/>
                    <a:pt x="2967" y="678"/>
                  </a:cubicBezTo>
                  <a:cubicBezTo>
                    <a:pt x="2947" y="728"/>
                    <a:pt x="2967" y="787"/>
                    <a:pt x="3017" y="817"/>
                  </a:cubicBezTo>
                  <a:cubicBezTo>
                    <a:pt x="3030" y="822"/>
                    <a:pt x="3043" y="825"/>
                    <a:pt x="3056" y="825"/>
                  </a:cubicBezTo>
                  <a:cubicBezTo>
                    <a:pt x="3095" y="825"/>
                    <a:pt x="3131" y="804"/>
                    <a:pt x="3146" y="768"/>
                  </a:cubicBezTo>
                  <a:cubicBezTo>
                    <a:pt x="3186" y="698"/>
                    <a:pt x="3196" y="618"/>
                    <a:pt x="3206" y="558"/>
                  </a:cubicBezTo>
                  <a:cubicBezTo>
                    <a:pt x="3355" y="569"/>
                    <a:pt x="3495" y="638"/>
                    <a:pt x="3594" y="757"/>
                  </a:cubicBezTo>
                  <a:cubicBezTo>
                    <a:pt x="3694" y="877"/>
                    <a:pt x="3734" y="1026"/>
                    <a:pt x="3714" y="1166"/>
                  </a:cubicBezTo>
                  <a:cubicBezTo>
                    <a:pt x="3637" y="1149"/>
                    <a:pt x="3554" y="1142"/>
                    <a:pt x="3485" y="1142"/>
                  </a:cubicBezTo>
                  <a:cubicBezTo>
                    <a:pt x="3429" y="1142"/>
                    <a:pt x="3382" y="1146"/>
                    <a:pt x="3355" y="1155"/>
                  </a:cubicBezTo>
                  <a:cubicBezTo>
                    <a:pt x="3285" y="1076"/>
                    <a:pt x="3196" y="1046"/>
                    <a:pt x="3136" y="1026"/>
                  </a:cubicBezTo>
                  <a:cubicBezTo>
                    <a:pt x="3131" y="1025"/>
                    <a:pt x="3125" y="1025"/>
                    <a:pt x="3120" y="1025"/>
                  </a:cubicBezTo>
                  <a:cubicBezTo>
                    <a:pt x="3074" y="1025"/>
                    <a:pt x="3025" y="1061"/>
                    <a:pt x="3017" y="1106"/>
                  </a:cubicBezTo>
                  <a:cubicBezTo>
                    <a:pt x="3007" y="1155"/>
                    <a:pt x="3046" y="1215"/>
                    <a:pt x="3097" y="1225"/>
                  </a:cubicBezTo>
                  <a:cubicBezTo>
                    <a:pt x="3116" y="1225"/>
                    <a:pt x="3305" y="1275"/>
                    <a:pt x="3296" y="1524"/>
                  </a:cubicBezTo>
                  <a:cubicBezTo>
                    <a:pt x="3296" y="1573"/>
                    <a:pt x="3335" y="1624"/>
                    <a:pt x="3385" y="1624"/>
                  </a:cubicBezTo>
                  <a:lnTo>
                    <a:pt x="3395" y="1624"/>
                  </a:lnTo>
                  <a:cubicBezTo>
                    <a:pt x="3445" y="1624"/>
                    <a:pt x="3495" y="1584"/>
                    <a:pt x="3495" y="1524"/>
                  </a:cubicBezTo>
                  <a:cubicBezTo>
                    <a:pt x="3495" y="1454"/>
                    <a:pt x="3484" y="1394"/>
                    <a:pt x="3475" y="1345"/>
                  </a:cubicBezTo>
                  <a:cubicBezTo>
                    <a:pt x="3484" y="1345"/>
                    <a:pt x="3492" y="1344"/>
                    <a:pt x="3501" y="1344"/>
                  </a:cubicBezTo>
                  <a:cubicBezTo>
                    <a:pt x="3781" y="1344"/>
                    <a:pt x="4055" y="1503"/>
                    <a:pt x="4152" y="1783"/>
                  </a:cubicBezTo>
                  <a:cubicBezTo>
                    <a:pt x="4160" y="1826"/>
                    <a:pt x="4206" y="1854"/>
                    <a:pt x="4251" y="1854"/>
                  </a:cubicBezTo>
                  <a:cubicBezTo>
                    <a:pt x="4258" y="1854"/>
                    <a:pt x="4265" y="1854"/>
                    <a:pt x="4271" y="1852"/>
                  </a:cubicBezTo>
                  <a:cubicBezTo>
                    <a:pt x="4331" y="1832"/>
                    <a:pt x="4351" y="1773"/>
                    <a:pt x="4340" y="1723"/>
                  </a:cubicBezTo>
                  <a:cubicBezTo>
                    <a:pt x="4261" y="1514"/>
                    <a:pt x="4112" y="1335"/>
                    <a:pt x="3902" y="1235"/>
                  </a:cubicBezTo>
                  <a:cubicBezTo>
                    <a:pt x="3942" y="1026"/>
                    <a:pt x="3893" y="797"/>
                    <a:pt x="3754" y="628"/>
                  </a:cubicBezTo>
                  <a:cubicBezTo>
                    <a:pt x="3604" y="459"/>
                    <a:pt x="3395" y="359"/>
                    <a:pt x="3176" y="359"/>
                  </a:cubicBezTo>
                  <a:cubicBezTo>
                    <a:pt x="3086" y="150"/>
                    <a:pt x="2887" y="1"/>
                    <a:pt x="2648" y="1"/>
                  </a:cubicBezTo>
                  <a:cubicBezTo>
                    <a:pt x="2460" y="1"/>
                    <a:pt x="2290" y="91"/>
                    <a:pt x="2190" y="240"/>
                  </a:cubicBezTo>
                  <a:cubicBezTo>
                    <a:pt x="2091" y="91"/>
                    <a:pt x="1922" y="1"/>
                    <a:pt x="17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0"/>
            <p:cNvSpPr/>
            <p:nvPr/>
          </p:nvSpPr>
          <p:spPr>
            <a:xfrm>
              <a:off x="4695266" y="2197206"/>
              <a:ext cx="411911" cy="177381"/>
            </a:xfrm>
            <a:custGeom>
              <a:avLst/>
              <a:gdLst/>
              <a:ahLst/>
              <a:cxnLst/>
              <a:rect l="l" t="t" r="r" b="b"/>
              <a:pathLst>
                <a:path w="5903" h="2542" extrusionOk="0">
                  <a:moveTo>
                    <a:pt x="2628" y="200"/>
                  </a:moveTo>
                  <a:cubicBezTo>
                    <a:pt x="2777" y="200"/>
                    <a:pt x="2857" y="229"/>
                    <a:pt x="3314" y="419"/>
                  </a:cubicBezTo>
                  <a:cubicBezTo>
                    <a:pt x="3414" y="458"/>
                    <a:pt x="3524" y="498"/>
                    <a:pt x="3643" y="548"/>
                  </a:cubicBezTo>
                  <a:cubicBezTo>
                    <a:pt x="3772" y="598"/>
                    <a:pt x="3812" y="697"/>
                    <a:pt x="3772" y="806"/>
                  </a:cubicBezTo>
                  <a:cubicBezTo>
                    <a:pt x="3772" y="817"/>
                    <a:pt x="3752" y="846"/>
                    <a:pt x="3733" y="876"/>
                  </a:cubicBezTo>
                  <a:cubicBezTo>
                    <a:pt x="3713" y="903"/>
                    <a:pt x="3684" y="916"/>
                    <a:pt x="3650" y="916"/>
                  </a:cubicBezTo>
                  <a:cubicBezTo>
                    <a:pt x="3632" y="916"/>
                    <a:pt x="3613" y="913"/>
                    <a:pt x="3593" y="906"/>
                  </a:cubicBezTo>
                  <a:cubicBezTo>
                    <a:pt x="3365" y="857"/>
                    <a:pt x="2827" y="727"/>
                    <a:pt x="2817" y="717"/>
                  </a:cubicBezTo>
                  <a:cubicBezTo>
                    <a:pt x="2810" y="716"/>
                    <a:pt x="2804" y="715"/>
                    <a:pt x="2798" y="715"/>
                  </a:cubicBezTo>
                  <a:cubicBezTo>
                    <a:pt x="2755" y="715"/>
                    <a:pt x="2715" y="745"/>
                    <a:pt x="2697" y="797"/>
                  </a:cubicBezTo>
                  <a:cubicBezTo>
                    <a:pt x="2688" y="846"/>
                    <a:pt x="2717" y="906"/>
                    <a:pt x="2777" y="916"/>
                  </a:cubicBezTo>
                  <a:cubicBezTo>
                    <a:pt x="2777" y="916"/>
                    <a:pt x="3325" y="1045"/>
                    <a:pt x="3553" y="1105"/>
                  </a:cubicBezTo>
                  <a:cubicBezTo>
                    <a:pt x="3583" y="1112"/>
                    <a:pt x="3611" y="1115"/>
                    <a:pt x="3639" y="1115"/>
                  </a:cubicBezTo>
                  <a:cubicBezTo>
                    <a:pt x="3772" y="1115"/>
                    <a:pt x="3884" y="1039"/>
                    <a:pt x="3942" y="916"/>
                  </a:cubicBezTo>
                  <a:lnTo>
                    <a:pt x="5236" y="538"/>
                  </a:lnTo>
                  <a:lnTo>
                    <a:pt x="5246" y="528"/>
                  </a:lnTo>
                  <a:cubicBezTo>
                    <a:pt x="5289" y="512"/>
                    <a:pt x="5341" y="499"/>
                    <a:pt x="5393" y="499"/>
                  </a:cubicBezTo>
                  <a:cubicBezTo>
                    <a:pt x="5470" y="499"/>
                    <a:pt x="5546" y="528"/>
                    <a:pt x="5594" y="618"/>
                  </a:cubicBezTo>
                  <a:cubicBezTo>
                    <a:pt x="5674" y="806"/>
                    <a:pt x="5484" y="916"/>
                    <a:pt x="5435" y="946"/>
                  </a:cubicBezTo>
                  <a:cubicBezTo>
                    <a:pt x="5345" y="986"/>
                    <a:pt x="3803" y="1673"/>
                    <a:pt x="3713" y="1702"/>
                  </a:cubicBezTo>
                  <a:lnTo>
                    <a:pt x="3713" y="1713"/>
                  </a:lnTo>
                  <a:cubicBezTo>
                    <a:pt x="3606" y="1763"/>
                    <a:pt x="3502" y="1780"/>
                    <a:pt x="3412" y="1780"/>
                  </a:cubicBezTo>
                  <a:cubicBezTo>
                    <a:pt x="3308" y="1780"/>
                    <a:pt x="3223" y="1758"/>
                    <a:pt x="3175" y="1742"/>
                  </a:cubicBezTo>
                  <a:lnTo>
                    <a:pt x="2568" y="1494"/>
                  </a:lnTo>
                  <a:cubicBezTo>
                    <a:pt x="2449" y="1448"/>
                    <a:pt x="2331" y="1426"/>
                    <a:pt x="2219" y="1426"/>
                  </a:cubicBezTo>
                  <a:cubicBezTo>
                    <a:pt x="2014" y="1426"/>
                    <a:pt x="1831" y="1501"/>
                    <a:pt x="1702" y="1643"/>
                  </a:cubicBezTo>
                  <a:lnTo>
                    <a:pt x="826" y="936"/>
                  </a:lnTo>
                  <a:cubicBezTo>
                    <a:pt x="1065" y="677"/>
                    <a:pt x="1354" y="468"/>
                    <a:pt x="1662" y="329"/>
                  </a:cubicBezTo>
                  <a:cubicBezTo>
                    <a:pt x="1941" y="200"/>
                    <a:pt x="2031" y="200"/>
                    <a:pt x="2628" y="200"/>
                  </a:cubicBezTo>
                  <a:close/>
                  <a:moveTo>
                    <a:pt x="2628" y="1"/>
                  </a:moveTo>
                  <a:cubicBezTo>
                    <a:pt x="2031" y="1"/>
                    <a:pt x="1901" y="1"/>
                    <a:pt x="1582" y="140"/>
                  </a:cubicBezTo>
                  <a:cubicBezTo>
                    <a:pt x="1244" y="299"/>
                    <a:pt x="926" y="528"/>
                    <a:pt x="667" y="817"/>
                  </a:cubicBezTo>
                  <a:cubicBezTo>
                    <a:pt x="629" y="790"/>
                    <a:pt x="586" y="778"/>
                    <a:pt x="542" y="778"/>
                  </a:cubicBezTo>
                  <a:cubicBezTo>
                    <a:pt x="472" y="778"/>
                    <a:pt x="402" y="811"/>
                    <a:pt x="359" y="866"/>
                  </a:cubicBezTo>
                  <a:lnTo>
                    <a:pt x="89" y="1215"/>
                  </a:lnTo>
                  <a:cubicBezTo>
                    <a:pt x="0" y="1344"/>
                    <a:pt x="20" y="1514"/>
                    <a:pt x="140" y="1623"/>
                  </a:cubicBezTo>
                  <a:lnTo>
                    <a:pt x="478" y="1892"/>
                  </a:lnTo>
                  <a:cubicBezTo>
                    <a:pt x="495" y="1909"/>
                    <a:pt x="516" y="1917"/>
                    <a:pt x="538" y="1917"/>
                  </a:cubicBezTo>
                  <a:cubicBezTo>
                    <a:pt x="566" y="1917"/>
                    <a:pt x="595" y="1904"/>
                    <a:pt x="617" y="1881"/>
                  </a:cubicBezTo>
                  <a:cubicBezTo>
                    <a:pt x="647" y="1842"/>
                    <a:pt x="647" y="1782"/>
                    <a:pt x="607" y="1742"/>
                  </a:cubicBezTo>
                  <a:lnTo>
                    <a:pt x="269" y="1463"/>
                  </a:lnTo>
                  <a:cubicBezTo>
                    <a:pt x="229" y="1434"/>
                    <a:pt x="219" y="1374"/>
                    <a:pt x="249" y="1334"/>
                  </a:cubicBezTo>
                  <a:lnTo>
                    <a:pt x="518" y="986"/>
                  </a:lnTo>
                  <a:cubicBezTo>
                    <a:pt x="523" y="981"/>
                    <a:pt x="530" y="978"/>
                    <a:pt x="539" y="978"/>
                  </a:cubicBezTo>
                  <a:cubicBezTo>
                    <a:pt x="547" y="978"/>
                    <a:pt x="557" y="981"/>
                    <a:pt x="567" y="986"/>
                  </a:cubicBezTo>
                  <a:cubicBezTo>
                    <a:pt x="597" y="1005"/>
                    <a:pt x="1672" y="1872"/>
                    <a:pt x="1712" y="1901"/>
                  </a:cubicBezTo>
                  <a:cubicBezTo>
                    <a:pt x="1722" y="1912"/>
                    <a:pt x="1722" y="1932"/>
                    <a:pt x="1712" y="1941"/>
                  </a:cubicBezTo>
                  <a:cubicBezTo>
                    <a:pt x="1672" y="2001"/>
                    <a:pt x="1662" y="2011"/>
                    <a:pt x="1443" y="2310"/>
                  </a:cubicBezTo>
                  <a:cubicBezTo>
                    <a:pt x="1427" y="2332"/>
                    <a:pt x="1397" y="2345"/>
                    <a:pt x="1368" y="2345"/>
                  </a:cubicBezTo>
                  <a:cubicBezTo>
                    <a:pt x="1345" y="2345"/>
                    <a:pt x="1321" y="2337"/>
                    <a:pt x="1304" y="2319"/>
                  </a:cubicBezTo>
                  <a:lnTo>
                    <a:pt x="965" y="2041"/>
                  </a:lnTo>
                  <a:cubicBezTo>
                    <a:pt x="944" y="2023"/>
                    <a:pt x="920" y="2015"/>
                    <a:pt x="897" y="2015"/>
                  </a:cubicBezTo>
                  <a:cubicBezTo>
                    <a:pt x="868" y="2015"/>
                    <a:pt x="839" y="2029"/>
                    <a:pt x="816" y="2051"/>
                  </a:cubicBezTo>
                  <a:cubicBezTo>
                    <a:pt x="786" y="2091"/>
                    <a:pt x="797" y="2160"/>
                    <a:pt x="836" y="2190"/>
                  </a:cubicBezTo>
                  <a:lnTo>
                    <a:pt x="1175" y="2479"/>
                  </a:lnTo>
                  <a:cubicBezTo>
                    <a:pt x="1230" y="2521"/>
                    <a:pt x="1297" y="2542"/>
                    <a:pt x="1364" y="2542"/>
                  </a:cubicBezTo>
                  <a:cubicBezTo>
                    <a:pt x="1455" y="2542"/>
                    <a:pt x="1545" y="2504"/>
                    <a:pt x="1602" y="2429"/>
                  </a:cubicBezTo>
                  <a:lnTo>
                    <a:pt x="1872" y="2061"/>
                  </a:lnTo>
                  <a:lnTo>
                    <a:pt x="1881" y="2061"/>
                  </a:lnTo>
                  <a:cubicBezTo>
                    <a:pt x="1941" y="1971"/>
                    <a:pt x="1931" y="1842"/>
                    <a:pt x="1861" y="1762"/>
                  </a:cubicBezTo>
                  <a:cubicBezTo>
                    <a:pt x="1956" y="1662"/>
                    <a:pt x="2079" y="1624"/>
                    <a:pt x="2204" y="1624"/>
                  </a:cubicBezTo>
                  <a:cubicBezTo>
                    <a:pt x="2302" y="1624"/>
                    <a:pt x="2401" y="1647"/>
                    <a:pt x="2489" y="1682"/>
                  </a:cubicBezTo>
                  <a:lnTo>
                    <a:pt x="3106" y="1921"/>
                  </a:lnTo>
                  <a:lnTo>
                    <a:pt x="3106" y="1932"/>
                  </a:lnTo>
                  <a:cubicBezTo>
                    <a:pt x="3200" y="1962"/>
                    <a:pt x="3303" y="1979"/>
                    <a:pt x="3406" y="1979"/>
                  </a:cubicBezTo>
                  <a:cubicBezTo>
                    <a:pt x="3541" y="1979"/>
                    <a:pt x="3678" y="1949"/>
                    <a:pt x="3803" y="1881"/>
                  </a:cubicBezTo>
                  <a:cubicBezTo>
                    <a:pt x="4409" y="1613"/>
                    <a:pt x="5524" y="1125"/>
                    <a:pt x="5524" y="1125"/>
                  </a:cubicBezTo>
                  <a:cubicBezTo>
                    <a:pt x="5683" y="1045"/>
                    <a:pt x="5902" y="837"/>
                    <a:pt x="5773" y="538"/>
                  </a:cubicBezTo>
                  <a:cubicBezTo>
                    <a:pt x="5697" y="385"/>
                    <a:pt x="5562" y="300"/>
                    <a:pt x="5396" y="300"/>
                  </a:cubicBezTo>
                  <a:cubicBezTo>
                    <a:pt x="5324" y="300"/>
                    <a:pt x="5247" y="316"/>
                    <a:pt x="5166" y="348"/>
                  </a:cubicBezTo>
                  <a:lnTo>
                    <a:pt x="3982" y="697"/>
                  </a:lnTo>
                  <a:cubicBezTo>
                    <a:pt x="3971" y="578"/>
                    <a:pt x="3912" y="438"/>
                    <a:pt x="3723" y="359"/>
                  </a:cubicBezTo>
                  <a:cubicBezTo>
                    <a:pt x="3593" y="309"/>
                    <a:pt x="3484" y="269"/>
                    <a:pt x="3394" y="229"/>
                  </a:cubicBezTo>
                  <a:cubicBezTo>
                    <a:pt x="2916" y="40"/>
                    <a:pt x="2817" y="1"/>
                    <a:pt x="26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50"/>
          <p:cNvGrpSpPr/>
          <p:nvPr/>
        </p:nvGrpSpPr>
        <p:grpSpPr>
          <a:xfrm>
            <a:off x="4686744" y="1900574"/>
            <a:ext cx="393836" cy="473804"/>
            <a:chOff x="5356494" y="1900574"/>
            <a:chExt cx="393836" cy="473804"/>
          </a:xfrm>
        </p:grpSpPr>
        <p:sp>
          <p:nvSpPr>
            <p:cNvPr id="566" name="Google Shape;566;p50"/>
            <p:cNvSpPr/>
            <p:nvPr/>
          </p:nvSpPr>
          <p:spPr>
            <a:xfrm>
              <a:off x="5398850" y="2022828"/>
              <a:ext cx="119533" cy="54987"/>
            </a:xfrm>
            <a:custGeom>
              <a:avLst/>
              <a:gdLst/>
              <a:ahLst/>
              <a:cxnLst/>
              <a:rect l="l" t="t" r="r" b="b"/>
              <a:pathLst>
                <a:path w="1713" h="788" extrusionOk="0">
                  <a:moveTo>
                    <a:pt x="1504" y="200"/>
                  </a:moveTo>
                  <a:cubicBezTo>
                    <a:pt x="1374" y="439"/>
                    <a:pt x="1125" y="588"/>
                    <a:pt x="856" y="588"/>
                  </a:cubicBezTo>
                  <a:cubicBezTo>
                    <a:pt x="588" y="588"/>
                    <a:pt x="339" y="439"/>
                    <a:pt x="210" y="200"/>
                  </a:cubicBezTo>
                  <a:close/>
                  <a:moveTo>
                    <a:pt x="210" y="1"/>
                  </a:moveTo>
                  <a:cubicBezTo>
                    <a:pt x="139" y="1"/>
                    <a:pt x="80" y="31"/>
                    <a:pt x="40" y="91"/>
                  </a:cubicBezTo>
                  <a:cubicBezTo>
                    <a:pt x="0" y="150"/>
                    <a:pt x="0" y="230"/>
                    <a:pt x="30" y="290"/>
                  </a:cubicBezTo>
                  <a:cubicBezTo>
                    <a:pt x="199" y="598"/>
                    <a:pt x="508" y="787"/>
                    <a:pt x="856" y="787"/>
                  </a:cubicBezTo>
                  <a:cubicBezTo>
                    <a:pt x="1205" y="787"/>
                    <a:pt x="1513" y="598"/>
                    <a:pt x="1683" y="290"/>
                  </a:cubicBezTo>
                  <a:cubicBezTo>
                    <a:pt x="1712" y="230"/>
                    <a:pt x="1712" y="150"/>
                    <a:pt x="1672" y="91"/>
                  </a:cubicBezTo>
                  <a:cubicBezTo>
                    <a:pt x="1633" y="31"/>
                    <a:pt x="1573" y="1"/>
                    <a:pt x="1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0"/>
            <p:cNvSpPr/>
            <p:nvPr/>
          </p:nvSpPr>
          <p:spPr>
            <a:xfrm>
              <a:off x="5473863" y="1949211"/>
              <a:ext cx="46613" cy="46613"/>
            </a:xfrm>
            <a:custGeom>
              <a:avLst/>
              <a:gdLst/>
              <a:ahLst/>
              <a:cxnLst/>
              <a:rect l="l" t="t" r="r" b="b"/>
              <a:pathLst>
                <a:path w="668" h="668" extrusionOk="0">
                  <a:moveTo>
                    <a:pt x="329" y="200"/>
                  </a:moveTo>
                  <a:cubicBezTo>
                    <a:pt x="409" y="200"/>
                    <a:pt x="468" y="259"/>
                    <a:pt x="468" y="329"/>
                  </a:cubicBezTo>
                  <a:cubicBezTo>
                    <a:pt x="468" y="409"/>
                    <a:pt x="409" y="469"/>
                    <a:pt x="329" y="469"/>
                  </a:cubicBezTo>
                  <a:cubicBezTo>
                    <a:pt x="259" y="469"/>
                    <a:pt x="199" y="409"/>
                    <a:pt x="199" y="329"/>
                  </a:cubicBezTo>
                  <a:cubicBezTo>
                    <a:pt x="199" y="259"/>
                    <a:pt x="259" y="200"/>
                    <a:pt x="329" y="200"/>
                  </a:cubicBezTo>
                  <a:close/>
                  <a:moveTo>
                    <a:pt x="329" y="1"/>
                  </a:moveTo>
                  <a:cubicBezTo>
                    <a:pt x="150" y="1"/>
                    <a:pt x="0" y="150"/>
                    <a:pt x="0" y="329"/>
                  </a:cubicBezTo>
                  <a:cubicBezTo>
                    <a:pt x="0" y="518"/>
                    <a:pt x="150" y="668"/>
                    <a:pt x="329" y="668"/>
                  </a:cubicBezTo>
                  <a:cubicBezTo>
                    <a:pt x="518" y="668"/>
                    <a:pt x="667" y="518"/>
                    <a:pt x="667" y="329"/>
                  </a:cubicBezTo>
                  <a:cubicBezTo>
                    <a:pt x="667" y="150"/>
                    <a:pt x="51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0"/>
            <p:cNvSpPr/>
            <p:nvPr/>
          </p:nvSpPr>
          <p:spPr>
            <a:xfrm>
              <a:off x="5396757" y="1949211"/>
              <a:ext cx="46613" cy="46613"/>
            </a:xfrm>
            <a:custGeom>
              <a:avLst/>
              <a:gdLst/>
              <a:ahLst/>
              <a:cxnLst/>
              <a:rect l="l" t="t" r="r" b="b"/>
              <a:pathLst>
                <a:path w="668" h="668" extrusionOk="0">
                  <a:moveTo>
                    <a:pt x="339" y="200"/>
                  </a:moveTo>
                  <a:cubicBezTo>
                    <a:pt x="408" y="200"/>
                    <a:pt x="468" y="259"/>
                    <a:pt x="468" y="329"/>
                  </a:cubicBezTo>
                  <a:cubicBezTo>
                    <a:pt x="468" y="409"/>
                    <a:pt x="408" y="469"/>
                    <a:pt x="339" y="469"/>
                  </a:cubicBezTo>
                  <a:cubicBezTo>
                    <a:pt x="259" y="469"/>
                    <a:pt x="200" y="409"/>
                    <a:pt x="200" y="329"/>
                  </a:cubicBezTo>
                  <a:cubicBezTo>
                    <a:pt x="200" y="259"/>
                    <a:pt x="259" y="200"/>
                    <a:pt x="339" y="200"/>
                  </a:cubicBezTo>
                  <a:close/>
                  <a:moveTo>
                    <a:pt x="339" y="1"/>
                  </a:moveTo>
                  <a:cubicBezTo>
                    <a:pt x="150" y="1"/>
                    <a:pt x="1" y="150"/>
                    <a:pt x="1" y="329"/>
                  </a:cubicBezTo>
                  <a:cubicBezTo>
                    <a:pt x="1" y="518"/>
                    <a:pt x="150" y="668"/>
                    <a:pt x="339" y="668"/>
                  </a:cubicBezTo>
                  <a:cubicBezTo>
                    <a:pt x="518" y="668"/>
                    <a:pt x="667" y="518"/>
                    <a:pt x="667" y="329"/>
                  </a:cubicBezTo>
                  <a:cubicBezTo>
                    <a:pt x="667" y="150"/>
                    <a:pt x="518" y="1"/>
                    <a:pt x="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0"/>
            <p:cNvSpPr/>
            <p:nvPr/>
          </p:nvSpPr>
          <p:spPr>
            <a:xfrm>
              <a:off x="5442602" y="1988845"/>
              <a:ext cx="32029" cy="23307"/>
            </a:xfrm>
            <a:custGeom>
              <a:avLst/>
              <a:gdLst/>
              <a:ahLst/>
              <a:cxnLst/>
              <a:rect l="l" t="t" r="r" b="b"/>
              <a:pathLst>
                <a:path w="459" h="334" extrusionOk="0">
                  <a:moveTo>
                    <a:pt x="229" y="0"/>
                  </a:moveTo>
                  <a:cubicBezTo>
                    <a:pt x="200" y="0"/>
                    <a:pt x="169" y="10"/>
                    <a:pt x="150" y="30"/>
                  </a:cubicBezTo>
                  <a:lnTo>
                    <a:pt x="40" y="169"/>
                  </a:lnTo>
                  <a:cubicBezTo>
                    <a:pt x="1" y="209"/>
                    <a:pt x="10" y="279"/>
                    <a:pt x="50" y="308"/>
                  </a:cubicBezTo>
                  <a:cubicBezTo>
                    <a:pt x="68" y="326"/>
                    <a:pt x="91" y="334"/>
                    <a:pt x="114" y="334"/>
                  </a:cubicBezTo>
                  <a:cubicBezTo>
                    <a:pt x="144" y="334"/>
                    <a:pt x="173" y="321"/>
                    <a:pt x="189" y="299"/>
                  </a:cubicBezTo>
                  <a:lnTo>
                    <a:pt x="229" y="249"/>
                  </a:lnTo>
                  <a:lnTo>
                    <a:pt x="269" y="299"/>
                  </a:lnTo>
                  <a:cubicBezTo>
                    <a:pt x="289" y="319"/>
                    <a:pt x="319" y="328"/>
                    <a:pt x="349" y="328"/>
                  </a:cubicBezTo>
                  <a:cubicBezTo>
                    <a:pt x="369" y="328"/>
                    <a:pt x="388" y="328"/>
                    <a:pt x="408" y="308"/>
                  </a:cubicBezTo>
                  <a:cubicBezTo>
                    <a:pt x="448" y="279"/>
                    <a:pt x="459" y="209"/>
                    <a:pt x="419" y="169"/>
                  </a:cubicBezTo>
                  <a:lnTo>
                    <a:pt x="309" y="30"/>
                  </a:lnTo>
                  <a:cubicBezTo>
                    <a:pt x="289" y="10"/>
                    <a:pt x="259" y="0"/>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0"/>
            <p:cNvSpPr/>
            <p:nvPr/>
          </p:nvSpPr>
          <p:spPr>
            <a:xfrm>
              <a:off x="5608607" y="2277801"/>
              <a:ext cx="80596" cy="32936"/>
            </a:xfrm>
            <a:custGeom>
              <a:avLst/>
              <a:gdLst/>
              <a:ahLst/>
              <a:cxnLst/>
              <a:rect l="l" t="t" r="r" b="b"/>
              <a:pathLst>
                <a:path w="1155" h="472" extrusionOk="0">
                  <a:moveTo>
                    <a:pt x="578" y="0"/>
                  </a:moveTo>
                  <a:cubicBezTo>
                    <a:pt x="339" y="0"/>
                    <a:pt x="130" y="120"/>
                    <a:pt x="20" y="328"/>
                  </a:cubicBezTo>
                  <a:cubicBezTo>
                    <a:pt x="0" y="378"/>
                    <a:pt x="20" y="438"/>
                    <a:pt x="60" y="458"/>
                  </a:cubicBezTo>
                  <a:cubicBezTo>
                    <a:pt x="76" y="467"/>
                    <a:pt x="93" y="472"/>
                    <a:pt x="110" y="472"/>
                  </a:cubicBezTo>
                  <a:cubicBezTo>
                    <a:pt x="145" y="472"/>
                    <a:pt x="179" y="452"/>
                    <a:pt x="199" y="418"/>
                  </a:cubicBezTo>
                  <a:cubicBezTo>
                    <a:pt x="269" y="279"/>
                    <a:pt x="418" y="199"/>
                    <a:pt x="578" y="199"/>
                  </a:cubicBezTo>
                  <a:cubicBezTo>
                    <a:pt x="727" y="199"/>
                    <a:pt x="876" y="279"/>
                    <a:pt x="946" y="418"/>
                  </a:cubicBezTo>
                  <a:cubicBezTo>
                    <a:pt x="966" y="452"/>
                    <a:pt x="1000" y="472"/>
                    <a:pt x="1036" y="472"/>
                  </a:cubicBezTo>
                  <a:cubicBezTo>
                    <a:pt x="1053" y="472"/>
                    <a:pt x="1070" y="467"/>
                    <a:pt x="1086" y="458"/>
                  </a:cubicBezTo>
                  <a:cubicBezTo>
                    <a:pt x="1135" y="438"/>
                    <a:pt x="1155" y="378"/>
                    <a:pt x="1125" y="328"/>
                  </a:cubicBezTo>
                  <a:cubicBezTo>
                    <a:pt x="1016" y="120"/>
                    <a:pt x="80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0"/>
            <p:cNvSpPr/>
            <p:nvPr/>
          </p:nvSpPr>
          <p:spPr>
            <a:xfrm>
              <a:off x="5664151" y="2215279"/>
              <a:ext cx="46613" cy="30633"/>
            </a:xfrm>
            <a:custGeom>
              <a:avLst/>
              <a:gdLst/>
              <a:ahLst/>
              <a:cxnLst/>
              <a:rect l="l" t="t" r="r" b="b"/>
              <a:pathLst>
                <a:path w="668" h="439" extrusionOk="0">
                  <a:moveTo>
                    <a:pt x="100" y="0"/>
                  </a:moveTo>
                  <a:cubicBezTo>
                    <a:pt x="40" y="0"/>
                    <a:pt x="1" y="40"/>
                    <a:pt x="1" y="100"/>
                  </a:cubicBezTo>
                  <a:cubicBezTo>
                    <a:pt x="1" y="279"/>
                    <a:pt x="150" y="438"/>
                    <a:pt x="329" y="438"/>
                  </a:cubicBezTo>
                  <a:cubicBezTo>
                    <a:pt x="518" y="438"/>
                    <a:pt x="668" y="279"/>
                    <a:pt x="668" y="100"/>
                  </a:cubicBezTo>
                  <a:cubicBezTo>
                    <a:pt x="668" y="40"/>
                    <a:pt x="618" y="0"/>
                    <a:pt x="568" y="0"/>
                  </a:cubicBezTo>
                  <a:cubicBezTo>
                    <a:pt x="509" y="0"/>
                    <a:pt x="469" y="40"/>
                    <a:pt x="469" y="100"/>
                  </a:cubicBezTo>
                  <a:cubicBezTo>
                    <a:pt x="469" y="169"/>
                    <a:pt x="399" y="239"/>
                    <a:pt x="329" y="239"/>
                  </a:cubicBezTo>
                  <a:cubicBezTo>
                    <a:pt x="259" y="239"/>
                    <a:pt x="200" y="169"/>
                    <a:pt x="200" y="100"/>
                  </a:cubicBezTo>
                  <a:cubicBezTo>
                    <a:pt x="200" y="40"/>
                    <a:pt x="15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0"/>
            <p:cNvSpPr/>
            <p:nvPr/>
          </p:nvSpPr>
          <p:spPr>
            <a:xfrm>
              <a:off x="5587115" y="2215279"/>
              <a:ext cx="46543" cy="30633"/>
            </a:xfrm>
            <a:custGeom>
              <a:avLst/>
              <a:gdLst/>
              <a:ahLst/>
              <a:cxnLst/>
              <a:rect l="l" t="t" r="r" b="b"/>
              <a:pathLst>
                <a:path w="667" h="439" extrusionOk="0">
                  <a:moveTo>
                    <a:pt x="100" y="0"/>
                  </a:moveTo>
                  <a:cubicBezTo>
                    <a:pt x="40" y="0"/>
                    <a:pt x="0" y="40"/>
                    <a:pt x="0" y="100"/>
                  </a:cubicBezTo>
                  <a:cubicBezTo>
                    <a:pt x="0" y="279"/>
                    <a:pt x="149" y="438"/>
                    <a:pt x="328" y="438"/>
                  </a:cubicBezTo>
                  <a:cubicBezTo>
                    <a:pt x="518" y="438"/>
                    <a:pt x="667" y="279"/>
                    <a:pt x="667" y="100"/>
                  </a:cubicBezTo>
                  <a:cubicBezTo>
                    <a:pt x="667" y="40"/>
                    <a:pt x="617" y="0"/>
                    <a:pt x="567" y="0"/>
                  </a:cubicBezTo>
                  <a:cubicBezTo>
                    <a:pt x="507" y="0"/>
                    <a:pt x="467" y="40"/>
                    <a:pt x="467" y="100"/>
                  </a:cubicBezTo>
                  <a:cubicBezTo>
                    <a:pt x="467" y="169"/>
                    <a:pt x="408" y="239"/>
                    <a:pt x="328" y="239"/>
                  </a:cubicBezTo>
                  <a:cubicBezTo>
                    <a:pt x="259" y="239"/>
                    <a:pt x="199" y="169"/>
                    <a:pt x="199" y="100"/>
                  </a:cubicBezTo>
                  <a:cubicBezTo>
                    <a:pt x="199" y="40"/>
                    <a:pt x="149"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0"/>
            <p:cNvSpPr/>
            <p:nvPr/>
          </p:nvSpPr>
          <p:spPr>
            <a:xfrm>
              <a:off x="5632960" y="2238864"/>
              <a:ext cx="31261" cy="23097"/>
            </a:xfrm>
            <a:custGeom>
              <a:avLst/>
              <a:gdLst/>
              <a:ahLst/>
              <a:cxnLst/>
              <a:rect l="l" t="t" r="r" b="b"/>
              <a:pathLst>
                <a:path w="448" h="331" extrusionOk="0">
                  <a:moveTo>
                    <a:pt x="229" y="1"/>
                  </a:moveTo>
                  <a:cubicBezTo>
                    <a:pt x="199" y="1"/>
                    <a:pt x="169" y="10"/>
                    <a:pt x="149" y="30"/>
                  </a:cubicBezTo>
                  <a:lnTo>
                    <a:pt x="29" y="170"/>
                  </a:lnTo>
                  <a:cubicBezTo>
                    <a:pt x="0" y="209"/>
                    <a:pt x="0" y="269"/>
                    <a:pt x="49" y="309"/>
                  </a:cubicBezTo>
                  <a:cubicBezTo>
                    <a:pt x="68" y="323"/>
                    <a:pt x="91" y="331"/>
                    <a:pt x="114" y="331"/>
                  </a:cubicBezTo>
                  <a:cubicBezTo>
                    <a:pt x="141" y="331"/>
                    <a:pt x="167" y="321"/>
                    <a:pt x="189" y="299"/>
                  </a:cubicBezTo>
                  <a:lnTo>
                    <a:pt x="229" y="249"/>
                  </a:lnTo>
                  <a:lnTo>
                    <a:pt x="268" y="299"/>
                  </a:lnTo>
                  <a:cubicBezTo>
                    <a:pt x="279" y="319"/>
                    <a:pt x="308" y="329"/>
                    <a:pt x="338" y="329"/>
                  </a:cubicBezTo>
                  <a:cubicBezTo>
                    <a:pt x="358" y="329"/>
                    <a:pt x="388" y="319"/>
                    <a:pt x="408" y="309"/>
                  </a:cubicBezTo>
                  <a:cubicBezTo>
                    <a:pt x="448" y="269"/>
                    <a:pt x="448" y="209"/>
                    <a:pt x="418" y="170"/>
                  </a:cubicBezTo>
                  <a:lnTo>
                    <a:pt x="299" y="30"/>
                  </a:lnTo>
                  <a:cubicBezTo>
                    <a:pt x="279" y="10"/>
                    <a:pt x="259"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50"/>
            <p:cNvSpPr/>
            <p:nvPr/>
          </p:nvSpPr>
          <p:spPr>
            <a:xfrm>
              <a:off x="5587115" y="1988078"/>
              <a:ext cx="102856" cy="143189"/>
            </a:xfrm>
            <a:custGeom>
              <a:avLst/>
              <a:gdLst/>
              <a:ahLst/>
              <a:cxnLst/>
              <a:rect l="l" t="t" r="r" b="b"/>
              <a:pathLst>
                <a:path w="1474" h="2052" extrusionOk="0">
                  <a:moveTo>
                    <a:pt x="1264" y="1355"/>
                  </a:moveTo>
                  <a:lnTo>
                    <a:pt x="886" y="1852"/>
                  </a:lnTo>
                  <a:lnTo>
                    <a:pt x="876" y="1852"/>
                  </a:lnTo>
                  <a:lnTo>
                    <a:pt x="498" y="1355"/>
                  </a:lnTo>
                  <a:close/>
                  <a:moveTo>
                    <a:pt x="100" y="1"/>
                  </a:moveTo>
                  <a:cubicBezTo>
                    <a:pt x="40" y="1"/>
                    <a:pt x="0" y="41"/>
                    <a:pt x="0" y="100"/>
                  </a:cubicBezTo>
                  <a:cubicBezTo>
                    <a:pt x="0" y="160"/>
                    <a:pt x="40" y="200"/>
                    <a:pt x="100" y="200"/>
                  </a:cubicBezTo>
                  <a:lnTo>
                    <a:pt x="786" y="200"/>
                  </a:lnTo>
                  <a:lnTo>
                    <a:pt x="786" y="1156"/>
                  </a:lnTo>
                  <a:lnTo>
                    <a:pt x="507" y="1156"/>
                  </a:lnTo>
                  <a:cubicBezTo>
                    <a:pt x="428" y="1156"/>
                    <a:pt x="358" y="1195"/>
                    <a:pt x="319" y="1265"/>
                  </a:cubicBezTo>
                  <a:cubicBezTo>
                    <a:pt x="288" y="1335"/>
                    <a:pt x="299" y="1414"/>
                    <a:pt x="338" y="1474"/>
                  </a:cubicBezTo>
                  <a:lnTo>
                    <a:pt x="726" y="1972"/>
                  </a:lnTo>
                  <a:cubicBezTo>
                    <a:pt x="757" y="2022"/>
                    <a:pt x="816" y="2051"/>
                    <a:pt x="886" y="2051"/>
                  </a:cubicBezTo>
                  <a:cubicBezTo>
                    <a:pt x="945" y="2051"/>
                    <a:pt x="1005" y="2022"/>
                    <a:pt x="1045" y="1972"/>
                  </a:cubicBezTo>
                  <a:lnTo>
                    <a:pt x="1423" y="1474"/>
                  </a:lnTo>
                  <a:cubicBezTo>
                    <a:pt x="1473" y="1414"/>
                    <a:pt x="1473" y="1335"/>
                    <a:pt x="1443" y="1265"/>
                  </a:cubicBezTo>
                  <a:cubicBezTo>
                    <a:pt x="1403" y="1195"/>
                    <a:pt x="1334" y="1156"/>
                    <a:pt x="1264" y="1156"/>
                  </a:cubicBezTo>
                  <a:lnTo>
                    <a:pt x="985" y="1156"/>
                  </a:lnTo>
                  <a:lnTo>
                    <a:pt x="985" y="100"/>
                  </a:lnTo>
                  <a:cubicBezTo>
                    <a:pt x="985" y="41"/>
                    <a:pt x="936"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50"/>
            <p:cNvSpPr/>
            <p:nvPr/>
          </p:nvSpPr>
          <p:spPr>
            <a:xfrm>
              <a:off x="5416853" y="2150663"/>
              <a:ext cx="103623" cy="146608"/>
            </a:xfrm>
            <a:custGeom>
              <a:avLst/>
              <a:gdLst/>
              <a:ahLst/>
              <a:cxnLst/>
              <a:rect l="l" t="t" r="r" b="b"/>
              <a:pathLst>
                <a:path w="1485" h="2101" extrusionOk="0">
                  <a:moveTo>
                    <a:pt x="598" y="199"/>
                  </a:moveTo>
                  <a:lnTo>
                    <a:pt x="976" y="697"/>
                  </a:lnTo>
                  <a:lnTo>
                    <a:pt x="220" y="697"/>
                  </a:lnTo>
                  <a:lnTo>
                    <a:pt x="598" y="199"/>
                  </a:lnTo>
                  <a:close/>
                  <a:moveTo>
                    <a:pt x="598" y="0"/>
                  </a:moveTo>
                  <a:cubicBezTo>
                    <a:pt x="538" y="0"/>
                    <a:pt x="479" y="20"/>
                    <a:pt x="439" y="80"/>
                  </a:cubicBezTo>
                  <a:lnTo>
                    <a:pt x="61" y="578"/>
                  </a:lnTo>
                  <a:cubicBezTo>
                    <a:pt x="11" y="637"/>
                    <a:pt x="1" y="717"/>
                    <a:pt x="41" y="787"/>
                  </a:cubicBezTo>
                  <a:cubicBezTo>
                    <a:pt x="71" y="856"/>
                    <a:pt x="140" y="896"/>
                    <a:pt x="220" y="896"/>
                  </a:cubicBezTo>
                  <a:lnTo>
                    <a:pt x="499" y="896"/>
                  </a:lnTo>
                  <a:lnTo>
                    <a:pt x="499" y="2001"/>
                  </a:lnTo>
                  <a:cubicBezTo>
                    <a:pt x="499" y="2051"/>
                    <a:pt x="549" y="2101"/>
                    <a:pt x="598" y="2101"/>
                  </a:cubicBezTo>
                  <a:lnTo>
                    <a:pt x="1385" y="2101"/>
                  </a:lnTo>
                  <a:cubicBezTo>
                    <a:pt x="1434" y="2101"/>
                    <a:pt x="1484" y="2051"/>
                    <a:pt x="1484" y="2001"/>
                  </a:cubicBezTo>
                  <a:cubicBezTo>
                    <a:pt x="1484" y="1942"/>
                    <a:pt x="1434" y="1902"/>
                    <a:pt x="1385" y="1902"/>
                  </a:cubicBezTo>
                  <a:lnTo>
                    <a:pt x="698" y="1902"/>
                  </a:lnTo>
                  <a:lnTo>
                    <a:pt x="698" y="896"/>
                  </a:lnTo>
                  <a:lnTo>
                    <a:pt x="976" y="896"/>
                  </a:lnTo>
                  <a:cubicBezTo>
                    <a:pt x="1056" y="896"/>
                    <a:pt x="1126" y="856"/>
                    <a:pt x="1156" y="787"/>
                  </a:cubicBezTo>
                  <a:cubicBezTo>
                    <a:pt x="1195" y="717"/>
                    <a:pt x="1186" y="637"/>
                    <a:pt x="1136" y="578"/>
                  </a:cubicBezTo>
                  <a:lnTo>
                    <a:pt x="757" y="80"/>
                  </a:lnTo>
                  <a:cubicBezTo>
                    <a:pt x="718" y="20"/>
                    <a:pt x="658" y="0"/>
                    <a:pt x="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0"/>
            <p:cNvSpPr/>
            <p:nvPr/>
          </p:nvSpPr>
          <p:spPr>
            <a:xfrm>
              <a:off x="5356494" y="1900574"/>
              <a:ext cx="204246" cy="224482"/>
            </a:xfrm>
            <a:custGeom>
              <a:avLst/>
              <a:gdLst/>
              <a:ahLst/>
              <a:cxnLst/>
              <a:rect l="l" t="t" r="r" b="b"/>
              <a:pathLst>
                <a:path w="2927" h="3217" extrusionOk="0">
                  <a:moveTo>
                    <a:pt x="299" y="1"/>
                  </a:moveTo>
                  <a:cubicBezTo>
                    <a:pt x="140" y="1"/>
                    <a:pt x="0" y="131"/>
                    <a:pt x="0" y="299"/>
                  </a:cubicBezTo>
                  <a:lnTo>
                    <a:pt x="0" y="1753"/>
                  </a:lnTo>
                  <a:cubicBezTo>
                    <a:pt x="0" y="2559"/>
                    <a:pt x="657" y="3216"/>
                    <a:pt x="1463" y="3216"/>
                  </a:cubicBezTo>
                  <a:cubicBezTo>
                    <a:pt x="2270" y="3216"/>
                    <a:pt x="2927" y="2559"/>
                    <a:pt x="2927" y="1753"/>
                  </a:cubicBezTo>
                  <a:lnTo>
                    <a:pt x="2927" y="299"/>
                  </a:lnTo>
                  <a:cubicBezTo>
                    <a:pt x="2927" y="131"/>
                    <a:pt x="2787" y="1"/>
                    <a:pt x="2628" y="1"/>
                  </a:cubicBezTo>
                  <a:lnTo>
                    <a:pt x="1693" y="1"/>
                  </a:lnTo>
                  <a:cubicBezTo>
                    <a:pt x="1642" y="1"/>
                    <a:pt x="1593" y="41"/>
                    <a:pt x="1593" y="100"/>
                  </a:cubicBezTo>
                  <a:cubicBezTo>
                    <a:pt x="1593" y="150"/>
                    <a:pt x="1642" y="200"/>
                    <a:pt x="1693" y="200"/>
                  </a:cubicBezTo>
                  <a:lnTo>
                    <a:pt x="2628" y="200"/>
                  </a:lnTo>
                  <a:cubicBezTo>
                    <a:pt x="2678" y="200"/>
                    <a:pt x="2728" y="240"/>
                    <a:pt x="2728" y="299"/>
                  </a:cubicBezTo>
                  <a:lnTo>
                    <a:pt x="2728" y="1753"/>
                  </a:lnTo>
                  <a:cubicBezTo>
                    <a:pt x="2728" y="2449"/>
                    <a:pt x="2160" y="3017"/>
                    <a:pt x="1463" y="3017"/>
                  </a:cubicBezTo>
                  <a:cubicBezTo>
                    <a:pt x="766" y="3017"/>
                    <a:pt x="199" y="2449"/>
                    <a:pt x="199" y="1753"/>
                  </a:cubicBezTo>
                  <a:lnTo>
                    <a:pt x="199" y="299"/>
                  </a:lnTo>
                  <a:cubicBezTo>
                    <a:pt x="199" y="240"/>
                    <a:pt x="249" y="200"/>
                    <a:pt x="299" y="200"/>
                  </a:cubicBezTo>
                  <a:lnTo>
                    <a:pt x="1235" y="200"/>
                  </a:lnTo>
                  <a:cubicBezTo>
                    <a:pt x="1284" y="200"/>
                    <a:pt x="1334" y="150"/>
                    <a:pt x="1334" y="100"/>
                  </a:cubicBezTo>
                  <a:cubicBezTo>
                    <a:pt x="1334" y="41"/>
                    <a:pt x="1284"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0"/>
            <p:cNvSpPr/>
            <p:nvPr/>
          </p:nvSpPr>
          <p:spPr>
            <a:xfrm>
              <a:off x="5546783" y="2150663"/>
              <a:ext cx="203548" cy="223715"/>
            </a:xfrm>
            <a:custGeom>
              <a:avLst/>
              <a:gdLst/>
              <a:ahLst/>
              <a:cxnLst/>
              <a:rect l="l" t="t" r="r" b="b"/>
              <a:pathLst>
                <a:path w="2917" h="3206" extrusionOk="0">
                  <a:moveTo>
                    <a:pt x="299" y="0"/>
                  </a:moveTo>
                  <a:cubicBezTo>
                    <a:pt x="130" y="0"/>
                    <a:pt x="1" y="130"/>
                    <a:pt x="1" y="299"/>
                  </a:cubicBezTo>
                  <a:lnTo>
                    <a:pt x="1" y="1752"/>
                  </a:lnTo>
                  <a:cubicBezTo>
                    <a:pt x="1" y="2559"/>
                    <a:pt x="658" y="3205"/>
                    <a:pt x="1464" y="3205"/>
                  </a:cubicBezTo>
                  <a:cubicBezTo>
                    <a:pt x="2270" y="3205"/>
                    <a:pt x="2917" y="2559"/>
                    <a:pt x="2917" y="1752"/>
                  </a:cubicBezTo>
                  <a:lnTo>
                    <a:pt x="2917" y="1374"/>
                  </a:lnTo>
                  <a:cubicBezTo>
                    <a:pt x="2917" y="1324"/>
                    <a:pt x="2877" y="1274"/>
                    <a:pt x="2817" y="1274"/>
                  </a:cubicBezTo>
                  <a:cubicBezTo>
                    <a:pt x="2768" y="1274"/>
                    <a:pt x="2718" y="1324"/>
                    <a:pt x="2718" y="1374"/>
                  </a:cubicBezTo>
                  <a:lnTo>
                    <a:pt x="2718" y="1752"/>
                  </a:lnTo>
                  <a:cubicBezTo>
                    <a:pt x="2718" y="2449"/>
                    <a:pt x="2160" y="3006"/>
                    <a:pt x="1464" y="3006"/>
                  </a:cubicBezTo>
                  <a:cubicBezTo>
                    <a:pt x="767" y="3006"/>
                    <a:pt x="200" y="2449"/>
                    <a:pt x="200" y="1752"/>
                  </a:cubicBezTo>
                  <a:lnTo>
                    <a:pt x="200" y="299"/>
                  </a:lnTo>
                  <a:cubicBezTo>
                    <a:pt x="200" y="239"/>
                    <a:pt x="240" y="199"/>
                    <a:pt x="299" y="199"/>
                  </a:cubicBezTo>
                  <a:lnTo>
                    <a:pt x="2618" y="199"/>
                  </a:lnTo>
                  <a:cubicBezTo>
                    <a:pt x="2678" y="199"/>
                    <a:pt x="2718" y="239"/>
                    <a:pt x="2718" y="299"/>
                  </a:cubicBezTo>
                  <a:lnTo>
                    <a:pt x="2718" y="906"/>
                  </a:lnTo>
                  <a:cubicBezTo>
                    <a:pt x="2718" y="966"/>
                    <a:pt x="2768" y="1006"/>
                    <a:pt x="2817" y="1006"/>
                  </a:cubicBezTo>
                  <a:cubicBezTo>
                    <a:pt x="2877" y="1006"/>
                    <a:pt x="2917" y="966"/>
                    <a:pt x="2917" y="906"/>
                  </a:cubicBezTo>
                  <a:lnTo>
                    <a:pt x="2917" y="299"/>
                  </a:lnTo>
                  <a:cubicBezTo>
                    <a:pt x="2917" y="130"/>
                    <a:pt x="2788" y="0"/>
                    <a:pt x="26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 name="Google Shape;578;p50"/>
          <p:cNvGrpSpPr/>
          <p:nvPr/>
        </p:nvGrpSpPr>
        <p:grpSpPr>
          <a:xfrm>
            <a:off x="5309734" y="1900574"/>
            <a:ext cx="455729" cy="473806"/>
            <a:chOff x="5979484" y="1900574"/>
            <a:chExt cx="455729" cy="473806"/>
          </a:xfrm>
        </p:grpSpPr>
        <p:sp>
          <p:nvSpPr>
            <p:cNvPr id="579" name="Google Shape;579;p50"/>
            <p:cNvSpPr/>
            <p:nvPr/>
          </p:nvSpPr>
          <p:spPr>
            <a:xfrm>
              <a:off x="6365015" y="2047809"/>
              <a:ext cx="70199" cy="70966"/>
            </a:xfrm>
            <a:custGeom>
              <a:avLst/>
              <a:gdLst/>
              <a:ahLst/>
              <a:cxnLst/>
              <a:rect l="l" t="t" r="r" b="b"/>
              <a:pathLst>
                <a:path w="1006" h="1017" extrusionOk="0">
                  <a:moveTo>
                    <a:pt x="806" y="200"/>
                  </a:moveTo>
                  <a:lnTo>
                    <a:pt x="806" y="817"/>
                  </a:lnTo>
                  <a:lnTo>
                    <a:pt x="200" y="817"/>
                  </a:lnTo>
                  <a:lnTo>
                    <a:pt x="200" y="200"/>
                  </a:lnTo>
                  <a:close/>
                  <a:moveTo>
                    <a:pt x="169" y="1"/>
                  </a:moveTo>
                  <a:cubicBezTo>
                    <a:pt x="80" y="1"/>
                    <a:pt x="0" y="81"/>
                    <a:pt x="0" y="171"/>
                  </a:cubicBezTo>
                  <a:lnTo>
                    <a:pt x="0" y="837"/>
                  </a:lnTo>
                  <a:cubicBezTo>
                    <a:pt x="0" y="937"/>
                    <a:pt x="80" y="1016"/>
                    <a:pt x="169" y="1016"/>
                  </a:cubicBezTo>
                  <a:lnTo>
                    <a:pt x="837" y="1016"/>
                  </a:lnTo>
                  <a:cubicBezTo>
                    <a:pt x="936" y="1016"/>
                    <a:pt x="1005" y="937"/>
                    <a:pt x="1005" y="837"/>
                  </a:cubicBezTo>
                  <a:lnTo>
                    <a:pt x="1005" y="171"/>
                  </a:lnTo>
                  <a:cubicBezTo>
                    <a:pt x="1005" y="81"/>
                    <a:pt x="936" y="1"/>
                    <a:pt x="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50"/>
            <p:cNvSpPr/>
            <p:nvPr/>
          </p:nvSpPr>
          <p:spPr>
            <a:xfrm>
              <a:off x="6126090" y="2024223"/>
              <a:ext cx="154284" cy="154284"/>
            </a:xfrm>
            <a:custGeom>
              <a:avLst/>
              <a:gdLst/>
              <a:ahLst/>
              <a:cxnLst/>
              <a:rect l="l" t="t" r="r" b="b"/>
              <a:pathLst>
                <a:path w="2211" h="2211" extrusionOk="0">
                  <a:moveTo>
                    <a:pt x="806" y="200"/>
                  </a:moveTo>
                  <a:lnTo>
                    <a:pt x="806" y="807"/>
                  </a:lnTo>
                  <a:lnTo>
                    <a:pt x="199" y="807"/>
                  </a:lnTo>
                  <a:lnTo>
                    <a:pt x="199" y="200"/>
                  </a:lnTo>
                  <a:close/>
                  <a:moveTo>
                    <a:pt x="2011" y="1006"/>
                  </a:moveTo>
                  <a:lnTo>
                    <a:pt x="2011" y="2011"/>
                  </a:lnTo>
                  <a:lnTo>
                    <a:pt x="1005" y="2011"/>
                  </a:lnTo>
                  <a:lnTo>
                    <a:pt x="1005" y="1006"/>
                  </a:lnTo>
                  <a:close/>
                  <a:moveTo>
                    <a:pt x="169" y="1"/>
                  </a:moveTo>
                  <a:cubicBezTo>
                    <a:pt x="80" y="1"/>
                    <a:pt x="0" y="71"/>
                    <a:pt x="0" y="170"/>
                  </a:cubicBezTo>
                  <a:lnTo>
                    <a:pt x="0" y="837"/>
                  </a:lnTo>
                  <a:cubicBezTo>
                    <a:pt x="0" y="927"/>
                    <a:pt x="80" y="1006"/>
                    <a:pt x="169" y="1006"/>
                  </a:cubicBezTo>
                  <a:lnTo>
                    <a:pt x="806" y="1006"/>
                  </a:lnTo>
                  <a:lnTo>
                    <a:pt x="806" y="2042"/>
                  </a:lnTo>
                  <a:cubicBezTo>
                    <a:pt x="806" y="2131"/>
                    <a:pt x="886" y="2210"/>
                    <a:pt x="985" y="2210"/>
                  </a:cubicBezTo>
                  <a:lnTo>
                    <a:pt x="2040" y="2210"/>
                  </a:lnTo>
                  <a:cubicBezTo>
                    <a:pt x="2130" y="2210"/>
                    <a:pt x="2210" y="2131"/>
                    <a:pt x="2210" y="2042"/>
                  </a:cubicBezTo>
                  <a:lnTo>
                    <a:pt x="2210" y="986"/>
                  </a:lnTo>
                  <a:cubicBezTo>
                    <a:pt x="2210" y="887"/>
                    <a:pt x="2130" y="807"/>
                    <a:pt x="2040" y="807"/>
                  </a:cubicBezTo>
                  <a:lnTo>
                    <a:pt x="1005" y="807"/>
                  </a:lnTo>
                  <a:lnTo>
                    <a:pt x="1005" y="170"/>
                  </a:lnTo>
                  <a:cubicBezTo>
                    <a:pt x="1005" y="71"/>
                    <a:pt x="936" y="1"/>
                    <a:pt x="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50"/>
            <p:cNvSpPr/>
            <p:nvPr/>
          </p:nvSpPr>
          <p:spPr>
            <a:xfrm>
              <a:off x="5979484" y="1927718"/>
              <a:ext cx="360623" cy="446662"/>
            </a:xfrm>
            <a:custGeom>
              <a:avLst/>
              <a:gdLst/>
              <a:ahLst/>
              <a:cxnLst/>
              <a:rect l="l" t="t" r="r" b="b"/>
              <a:pathLst>
                <a:path w="5168" h="6401" extrusionOk="0">
                  <a:moveTo>
                    <a:pt x="2957" y="0"/>
                  </a:moveTo>
                  <a:cubicBezTo>
                    <a:pt x="1733" y="0"/>
                    <a:pt x="748" y="996"/>
                    <a:pt x="748" y="2220"/>
                  </a:cubicBezTo>
                  <a:lnTo>
                    <a:pt x="748" y="2529"/>
                  </a:lnTo>
                  <a:cubicBezTo>
                    <a:pt x="748" y="2847"/>
                    <a:pt x="618" y="3135"/>
                    <a:pt x="399" y="3365"/>
                  </a:cubicBezTo>
                  <a:lnTo>
                    <a:pt x="111" y="3653"/>
                  </a:lnTo>
                  <a:cubicBezTo>
                    <a:pt x="21" y="3743"/>
                    <a:pt x="1" y="3863"/>
                    <a:pt x="40" y="3972"/>
                  </a:cubicBezTo>
                  <a:cubicBezTo>
                    <a:pt x="91" y="4091"/>
                    <a:pt x="190" y="4161"/>
                    <a:pt x="319" y="4161"/>
                  </a:cubicBezTo>
                  <a:lnTo>
                    <a:pt x="748" y="4161"/>
                  </a:lnTo>
                  <a:lnTo>
                    <a:pt x="748" y="4529"/>
                  </a:lnTo>
                  <a:cubicBezTo>
                    <a:pt x="748" y="5117"/>
                    <a:pt x="1225" y="5604"/>
                    <a:pt x="1823" y="5604"/>
                  </a:cubicBezTo>
                  <a:cubicBezTo>
                    <a:pt x="1971" y="5604"/>
                    <a:pt x="2101" y="5724"/>
                    <a:pt x="2101" y="5883"/>
                  </a:cubicBezTo>
                  <a:lnTo>
                    <a:pt x="2101" y="6192"/>
                  </a:lnTo>
                  <a:cubicBezTo>
                    <a:pt x="2101" y="6311"/>
                    <a:pt x="2190" y="6400"/>
                    <a:pt x="2310" y="6400"/>
                  </a:cubicBezTo>
                  <a:lnTo>
                    <a:pt x="2878" y="6400"/>
                  </a:lnTo>
                  <a:cubicBezTo>
                    <a:pt x="2927" y="6400"/>
                    <a:pt x="2977" y="6361"/>
                    <a:pt x="2977" y="6301"/>
                  </a:cubicBezTo>
                  <a:cubicBezTo>
                    <a:pt x="2977" y="6251"/>
                    <a:pt x="2927" y="6201"/>
                    <a:pt x="2878" y="6201"/>
                  </a:cubicBezTo>
                  <a:lnTo>
                    <a:pt x="2310" y="6201"/>
                  </a:lnTo>
                  <a:cubicBezTo>
                    <a:pt x="2300" y="6201"/>
                    <a:pt x="2300" y="6201"/>
                    <a:pt x="2300" y="6192"/>
                  </a:cubicBezTo>
                  <a:lnTo>
                    <a:pt x="2300" y="5883"/>
                  </a:lnTo>
                  <a:cubicBezTo>
                    <a:pt x="2300" y="5614"/>
                    <a:pt x="2081" y="5405"/>
                    <a:pt x="1823" y="5405"/>
                  </a:cubicBezTo>
                  <a:cubicBezTo>
                    <a:pt x="1334" y="5405"/>
                    <a:pt x="947" y="5007"/>
                    <a:pt x="947" y="4529"/>
                  </a:cubicBezTo>
                  <a:lnTo>
                    <a:pt x="947" y="4161"/>
                  </a:lnTo>
                  <a:cubicBezTo>
                    <a:pt x="947" y="4051"/>
                    <a:pt x="847" y="3962"/>
                    <a:pt x="737" y="3962"/>
                  </a:cubicBezTo>
                  <a:lnTo>
                    <a:pt x="319" y="3962"/>
                  </a:lnTo>
                  <a:cubicBezTo>
                    <a:pt x="259" y="3962"/>
                    <a:pt x="230" y="3912"/>
                    <a:pt x="230" y="3902"/>
                  </a:cubicBezTo>
                  <a:cubicBezTo>
                    <a:pt x="220" y="3882"/>
                    <a:pt x="210" y="3832"/>
                    <a:pt x="250" y="3792"/>
                  </a:cubicBezTo>
                  <a:lnTo>
                    <a:pt x="538" y="3504"/>
                  </a:lnTo>
                  <a:cubicBezTo>
                    <a:pt x="797" y="3245"/>
                    <a:pt x="947" y="2897"/>
                    <a:pt x="947" y="2529"/>
                  </a:cubicBezTo>
                  <a:lnTo>
                    <a:pt x="947" y="2220"/>
                  </a:lnTo>
                  <a:cubicBezTo>
                    <a:pt x="947" y="1105"/>
                    <a:pt x="1842" y="199"/>
                    <a:pt x="2957" y="199"/>
                  </a:cubicBezTo>
                  <a:cubicBezTo>
                    <a:pt x="3375" y="199"/>
                    <a:pt x="3774" y="328"/>
                    <a:pt x="4112" y="567"/>
                  </a:cubicBezTo>
                  <a:lnTo>
                    <a:pt x="4112" y="1463"/>
                  </a:lnTo>
                  <a:cubicBezTo>
                    <a:pt x="4112" y="1563"/>
                    <a:pt x="4192" y="1642"/>
                    <a:pt x="4291" y="1642"/>
                  </a:cubicBezTo>
                  <a:lnTo>
                    <a:pt x="4888" y="1642"/>
                  </a:lnTo>
                  <a:cubicBezTo>
                    <a:pt x="4938" y="1822"/>
                    <a:pt x="4968" y="2021"/>
                    <a:pt x="4968" y="2220"/>
                  </a:cubicBezTo>
                  <a:lnTo>
                    <a:pt x="4968" y="3135"/>
                  </a:lnTo>
                  <a:cubicBezTo>
                    <a:pt x="4968" y="3624"/>
                    <a:pt x="4789" y="4101"/>
                    <a:pt x="4470" y="4469"/>
                  </a:cubicBezTo>
                  <a:cubicBezTo>
                    <a:pt x="4251" y="4719"/>
                    <a:pt x="4132" y="5037"/>
                    <a:pt x="4132" y="5385"/>
                  </a:cubicBezTo>
                  <a:lnTo>
                    <a:pt x="4132" y="6192"/>
                  </a:lnTo>
                  <a:cubicBezTo>
                    <a:pt x="4132" y="6201"/>
                    <a:pt x="4122" y="6201"/>
                    <a:pt x="4112" y="6201"/>
                  </a:cubicBezTo>
                  <a:lnTo>
                    <a:pt x="3336" y="6201"/>
                  </a:lnTo>
                  <a:cubicBezTo>
                    <a:pt x="3285" y="6201"/>
                    <a:pt x="3236" y="6251"/>
                    <a:pt x="3236" y="6301"/>
                  </a:cubicBezTo>
                  <a:cubicBezTo>
                    <a:pt x="3236" y="6361"/>
                    <a:pt x="3285" y="6400"/>
                    <a:pt x="3336" y="6400"/>
                  </a:cubicBezTo>
                  <a:lnTo>
                    <a:pt x="4112" y="6400"/>
                  </a:lnTo>
                  <a:cubicBezTo>
                    <a:pt x="4231" y="6400"/>
                    <a:pt x="4331" y="6311"/>
                    <a:pt x="4331" y="6192"/>
                  </a:cubicBezTo>
                  <a:lnTo>
                    <a:pt x="4331" y="5385"/>
                  </a:lnTo>
                  <a:cubicBezTo>
                    <a:pt x="4331" y="5086"/>
                    <a:pt x="4431" y="4808"/>
                    <a:pt x="4619" y="4599"/>
                  </a:cubicBezTo>
                  <a:cubicBezTo>
                    <a:pt x="4968" y="4191"/>
                    <a:pt x="5167" y="3673"/>
                    <a:pt x="5167" y="3135"/>
                  </a:cubicBezTo>
                  <a:lnTo>
                    <a:pt x="5167" y="2220"/>
                  </a:lnTo>
                  <a:cubicBezTo>
                    <a:pt x="5167" y="1991"/>
                    <a:pt x="5137" y="1772"/>
                    <a:pt x="5068" y="1563"/>
                  </a:cubicBezTo>
                  <a:cubicBezTo>
                    <a:pt x="5048" y="1493"/>
                    <a:pt x="4978" y="1443"/>
                    <a:pt x="4908" y="1443"/>
                  </a:cubicBezTo>
                  <a:lnTo>
                    <a:pt x="4311" y="1443"/>
                  </a:lnTo>
                  <a:lnTo>
                    <a:pt x="4311" y="558"/>
                  </a:lnTo>
                  <a:cubicBezTo>
                    <a:pt x="4311" y="498"/>
                    <a:pt x="4281" y="448"/>
                    <a:pt x="4241" y="418"/>
                  </a:cubicBezTo>
                  <a:cubicBezTo>
                    <a:pt x="3863" y="149"/>
                    <a:pt x="3415" y="0"/>
                    <a:pt x="2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50"/>
            <p:cNvSpPr/>
            <p:nvPr/>
          </p:nvSpPr>
          <p:spPr>
            <a:xfrm>
              <a:off x="6309470" y="1900574"/>
              <a:ext cx="97971" cy="97343"/>
            </a:xfrm>
            <a:custGeom>
              <a:avLst/>
              <a:gdLst/>
              <a:ahLst/>
              <a:cxnLst/>
              <a:rect l="l" t="t" r="r" b="b"/>
              <a:pathLst>
                <a:path w="1404" h="1395" extrusionOk="0">
                  <a:moveTo>
                    <a:pt x="169" y="1"/>
                  </a:moveTo>
                  <a:cubicBezTo>
                    <a:pt x="80" y="1"/>
                    <a:pt x="0" y="80"/>
                    <a:pt x="0" y="170"/>
                  </a:cubicBezTo>
                  <a:lnTo>
                    <a:pt x="0" y="1225"/>
                  </a:lnTo>
                  <a:cubicBezTo>
                    <a:pt x="0" y="1325"/>
                    <a:pt x="80" y="1394"/>
                    <a:pt x="169" y="1394"/>
                  </a:cubicBezTo>
                  <a:lnTo>
                    <a:pt x="1224" y="1394"/>
                  </a:lnTo>
                  <a:cubicBezTo>
                    <a:pt x="1324" y="1394"/>
                    <a:pt x="1403" y="1325"/>
                    <a:pt x="1403" y="1225"/>
                  </a:cubicBezTo>
                  <a:lnTo>
                    <a:pt x="1403" y="927"/>
                  </a:lnTo>
                  <a:cubicBezTo>
                    <a:pt x="1403" y="877"/>
                    <a:pt x="1354" y="827"/>
                    <a:pt x="1304" y="827"/>
                  </a:cubicBezTo>
                  <a:cubicBezTo>
                    <a:pt x="1244" y="827"/>
                    <a:pt x="1204" y="877"/>
                    <a:pt x="1204" y="927"/>
                  </a:cubicBezTo>
                  <a:lnTo>
                    <a:pt x="1204" y="1195"/>
                  </a:lnTo>
                  <a:lnTo>
                    <a:pt x="199" y="1195"/>
                  </a:lnTo>
                  <a:lnTo>
                    <a:pt x="199" y="200"/>
                  </a:lnTo>
                  <a:lnTo>
                    <a:pt x="1204" y="200"/>
                  </a:lnTo>
                  <a:lnTo>
                    <a:pt x="1204" y="469"/>
                  </a:lnTo>
                  <a:cubicBezTo>
                    <a:pt x="1204" y="518"/>
                    <a:pt x="1244" y="569"/>
                    <a:pt x="1304" y="569"/>
                  </a:cubicBezTo>
                  <a:cubicBezTo>
                    <a:pt x="1354" y="569"/>
                    <a:pt x="1403" y="518"/>
                    <a:pt x="1403" y="469"/>
                  </a:cubicBezTo>
                  <a:lnTo>
                    <a:pt x="1403" y="170"/>
                  </a:lnTo>
                  <a:cubicBezTo>
                    <a:pt x="1403" y="80"/>
                    <a:pt x="1324" y="1"/>
                    <a:pt x="12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 name="Google Shape;583;p50"/>
          <p:cNvGrpSpPr/>
          <p:nvPr/>
        </p:nvGrpSpPr>
        <p:grpSpPr>
          <a:xfrm>
            <a:off x="5997409" y="1900574"/>
            <a:ext cx="392510" cy="473806"/>
            <a:chOff x="6667159" y="1900574"/>
            <a:chExt cx="392510" cy="473806"/>
          </a:xfrm>
        </p:grpSpPr>
        <p:sp>
          <p:nvSpPr>
            <p:cNvPr id="584" name="Google Shape;584;p50"/>
            <p:cNvSpPr/>
            <p:nvPr/>
          </p:nvSpPr>
          <p:spPr>
            <a:xfrm>
              <a:off x="6697025" y="2038109"/>
              <a:ext cx="306334" cy="306404"/>
            </a:xfrm>
            <a:custGeom>
              <a:avLst/>
              <a:gdLst/>
              <a:ahLst/>
              <a:cxnLst/>
              <a:rect l="l" t="t" r="r" b="b"/>
              <a:pathLst>
                <a:path w="4390" h="4391" extrusionOk="0">
                  <a:moveTo>
                    <a:pt x="2299" y="200"/>
                  </a:moveTo>
                  <a:cubicBezTo>
                    <a:pt x="2768" y="220"/>
                    <a:pt x="3206" y="409"/>
                    <a:pt x="3534" y="717"/>
                  </a:cubicBezTo>
                  <a:lnTo>
                    <a:pt x="3464" y="787"/>
                  </a:lnTo>
                  <a:cubicBezTo>
                    <a:pt x="3425" y="827"/>
                    <a:pt x="3425" y="887"/>
                    <a:pt x="3464" y="927"/>
                  </a:cubicBezTo>
                  <a:cubicBezTo>
                    <a:pt x="3484" y="947"/>
                    <a:pt x="3509" y="957"/>
                    <a:pt x="3534" y="957"/>
                  </a:cubicBezTo>
                  <a:cubicBezTo>
                    <a:pt x="3559" y="957"/>
                    <a:pt x="3584" y="947"/>
                    <a:pt x="3604" y="927"/>
                  </a:cubicBezTo>
                  <a:lnTo>
                    <a:pt x="3673" y="857"/>
                  </a:lnTo>
                  <a:cubicBezTo>
                    <a:pt x="3982" y="1186"/>
                    <a:pt x="4171" y="1624"/>
                    <a:pt x="4191" y="2091"/>
                  </a:cubicBezTo>
                  <a:lnTo>
                    <a:pt x="4091" y="2091"/>
                  </a:lnTo>
                  <a:cubicBezTo>
                    <a:pt x="4031" y="2091"/>
                    <a:pt x="3992" y="2141"/>
                    <a:pt x="3992" y="2191"/>
                  </a:cubicBezTo>
                  <a:cubicBezTo>
                    <a:pt x="3992" y="2250"/>
                    <a:pt x="4031" y="2290"/>
                    <a:pt x="4091" y="2290"/>
                  </a:cubicBezTo>
                  <a:lnTo>
                    <a:pt x="4191" y="2290"/>
                  </a:lnTo>
                  <a:cubicBezTo>
                    <a:pt x="4171" y="2768"/>
                    <a:pt x="3982" y="3206"/>
                    <a:pt x="3673" y="3535"/>
                  </a:cubicBezTo>
                  <a:lnTo>
                    <a:pt x="3604" y="3465"/>
                  </a:lnTo>
                  <a:cubicBezTo>
                    <a:pt x="3584" y="3445"/>
                    <a:pt x="3559" y="3435"/>
                    <a:pt x="3534" y="3435"/>
                  </a:cubicBezTo>
                  <a:cubicBezTo>
                    <a:pt x="3509" y="3435"/>
                    <a:pt x="3484" y="3445"/>
                    <a:pt x="3464" y="3465"/>
                  </a:cubicBezTo>
                  <a:cubicBezTo>
                    <a:pt x="3425" y="3504"/>
                    <a:pt x="3425" y="3564"/>
                    <a:pt x="3464" y="3604"/>
                  </a:cubicBezTo>
                  <a:lnTo>
                    <a:pt x="3534" y="3674"/>
                  </a:lnTo>
                  <a:cubicBezTo>
                    <a:pt x="3206" y="3973"/>
                    <a:pt x="2768" y="4172"/>
                    <a:pt x="2299" y="4192"/>
                  </a:cubicBezTo>
                  <a:lnTo>
                    <a:pt x="2299" y="4082"/>
                  </a:lnTo>
                  <a:cubicBezTo>
                    <a:pt x="2299" y="4032"/>
                    <a:pt x="2250" y="3982"/>
                    <a:pt x="2200" y="3982"/>
                  </a:cubicBezTo>
                  <a:cubicBezTo>
                    <a:pt x="2140" y="3982"/>
                    <a:pt x="2100" y="4032"/>
                    <a:pt x="2100" y="4082"/>
                  </a:cubicBezTo>
                  <a:lnTo>
                    <a:pt x="2100" y="4192"/>
                  </a:lnTo>
                  <a:cubicBezTo>
                    <a:pt x="1623" y="4172"/>
                    <a:pt x="1185" y="3973"/>
                    <a:pt x="856" y="3674"/>
                  </a:cubicBezTo>
                  <a:lnTo>
                    <a:pt x="926" y="3604"/>
                  </a:lnTo>
                  <a:cubicBezTo>
                    <a:pt x="966" y="3564"/>
                    <a:pt x="966" y="3504"/>
                    <a:pt x="926" y="3465"/>
                  </a:cubicBezTo>
                  <a:cubicBezTo>
                    <a:pt x="906" y="3445"/>
                    <a:pt x="881" y="3435"/>
                    <a:pt x="856" y="3435"/>
                  </a:cubicBezTo>
                  <a:cubicBezTo>
                    <a:pt x="831" y="3435"/>
                    <a:pt x="806" y="3445"/>
                    <a:pt x="786" y="3465"/>
                  </a:cubicBezTo>
                  <a:lnTo>
                    <a:pt x="717" y="3535"/>
                  </a:lnTo>
                  <a:cubicBezTo>
                    <a:pt x="418" y="3206"/>
                    <a:pt x="219" y="2768"/>
                    <a:pt x="200" y="2290"/>
                  </a:cubicBezTo>
                  <a:lnTo>
                    <a:pt x="309" y="2290"/>
                  </a:lnTo>
                  <a:cubicBezTo>
                    <a:pt x="359" y="2290"/>
                    <a:pt x="408" y="2250"/>
                    <a:pt x="408" y="2191"/>
                  </a:cubicBezTo>
                  <a:cubicBezTo>
                    <a:pt x="408" y="2141"/>
                    <a:pt x="359" y="2091"/>
                    <a:pt x="309" y="2091"/>
                  </a:cubicBezTo>
                  <a:lnTo>
                    <a:pt x="200" y="2091"/>
                  </a:lnTo>
                  <a:cubicBezTo>
                    <a:pt x="219" y="1624"/>
                    <a:pt x="418" y="1186"/>
                    <a:pt x="717" y="857"/>
                  </a:cubicBezTo>
                  <a:lnTo>
                    <a:pt x="786" y="927"/>
                  </a:lnTo>
                  <a:cubicBezTo>
                    <a:pt x="806" y="947"/>
                    <a:pt x="831" y="957"/>
                    <a:pt x="856" y="957"/>
                  </a:cubicBezTo>
                  <a:cubicBezTo>
                    <a:pt x="881" y="957"/>
                    <a:pt x="906" y="947"/>
                    <a:pt x="926" y="927"/>
                  </a:cubicBezTo>
                  <a:cubicBezTo>
                    <a:pt x="966" y="887"/>
                    <a:pt x="966" y="827"/>
                    <a:pt x="926" y="787"/>
                  </a:cubicBezTo>
                  <a:lnTo>
                    <a:pt x="856" y="717"/>
                  </a:lnTo>
                  <a:cubicBezTo>
                    <a:pt x="1185" y="409"/>
                    <a:pt x="1623" y="220"/>
                    <a:pt x="2100" y="200"/>
                  </a:cubicBezTo>
                  <a:lnTo>
                    <a:pt x="2100" y="299"/>
                  </a:lnTo>
                  <a:cubicBezTo>
                    <a:pt x="2100" y="359"/>
                    <a:pt x="2140" y="399"/>
                    <a:pt x="2200" y="399"/>
                  </a:cubicBezTo>
                  <a:cubicBezTo>
                    <a:pt x="2250" y="399"/>
                    <a:pt x="2299" y="359"/>
                    <a:pt x="2299" y="299"/>
                  </a:cubicBezTo>
                  <a:lnTo>
                    <a:pt x="2299" y="200"/>
                  </a:lnTo>
                  <a:close/>
                  <a:moveTo>
                    <a:pt x="2200" y="1"/>
                  </a:moveTo>
                  <a:cubicBezTo>
                    <a:pt x="985" y="1"/>
                    <a:pt x="0" y="986"/>
                    <a:pt x="0" y="2191"/>
                  </a:cubicBezTo>
                  <a:cubicBezTo>
                    <a:pt x="0" y="3405"/>
                    <a:pt x="985" y="4391"/>
                    <a:pt x="2200" y="4391"/>
                  </a:cubicBezTo>
                  <a:cubicBezTo>
                    <a:pt x="3405" y="4391"/>
                    <a:pt x="4390" y="3405"/>
                    <a:pt x="4390" y="2191"/>
                  </a:cubicBezTo>
                  <a:cubicBezTo>
                    <a:pt x="4390" y="986"/>
                    <a:pt x="3405" y="1"/>
                    <a:pt x="2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50"/>
            <p:cNvSpPr/>
            <p:nvPr/>
          </p:nvSpPr>
          <p:spPr>
            <a:xfrm>
              <a:off x="6783830" y="2126101"/>
              <a:ext cx="132722" cy="130419"/>
            </a:xfrm>
            <a:custGeom>
              <a:avLst/>
              <a:gdLst/>
              <a:ahLst/>
              <a:cxnLst/>
              <a:rect l="l" t="t" r="r" b="b"/>
              <a:pathLst>
                <a:path w="1902" h="1869" extrusionOk="0">
                  <a:moveTo>
                    <a:pt x="1643" y="203"/>
                  </a:moveTo>
                  <a:cubicBezTo>
                    <a:pt x="1663" y="203"/>
                    <a:pt x="1673" y="203"/>
                    <a:pt x="1673" y="213"/>
                  </a:cubicBezTo>
                  <a:cubicBezTo>
                    <a:pt x="1683" y="213"/>
                    <a:pt x="1692" y="223"/>
                    <a:pt x="1683" y="243"/>
                  </a:cubicBezTo>
                  <a:lnTo>
                    <a:pt x="1344" y="1188"/>
                  </a:lnTo>
                  <a:lnTo>
                    <a:pt x="697" y="542"/>
                  </a:lnTo>
                  <a:lnTo>
                    <a:pt x="1643" y="203"/>
                  </a:lnTo>
                  <a:close/>
                  <a:moveTo>
                    <a:pt x="558" y="681"/>
                  </a:moveTo>
                  <a:lnTo>
                    <a:pt x="1205" y="1328"/>
                  </a:lnTo>
                  <a:lnTo>
                    <a:pt x="259" y="1666"/>
                  </a:lnTo>
                  <a:cubicBezTo>
                    <a:pt x="250" y="1666"/>
                    <a:pt x="239" y="1666"/>
                    <a:pt x="230" y="1657"/>
                  </a:cubicBezTo>
                  <a:cubicBezTo>
                    <a:pt x="219" y="1657"/>
                    <a:pt x="219" y="1637"/>
                    <a:pt x="219" y="1626"/>
                  </a:cubicBezTo>
                  <a:lnTo>
                    <a:pt x="558" y="681"/>
                  </a:lnTo>
                  <a:close/>
                  <a:moveTo>
                    <a:pt x="1653" y="1"/>
                  </a:moveTo>
                  <a:cubicBezTo>
                    <a:pt x="1627" y="1"/>
                    <a:pt x="1600" y="5"/>
                    <a:pt x="1573" y="14"/>
                  </a:cubicBezTo>
                  <a:lnTo>
                    <a:pt x="488" y="412"/>
                  </a:lnTo>
                  <a:cubicBezTo>
                    <a:pt x="458" y="422"/>
                    <a:pt x="438" y="442"/>
                    <a:pt x="429" y="472"/>
                  </a:cubicBezTo>
                  <a:lnTo>
                    <a:pt x="31" y="1557"/>
                  </a:lnTo>
                  <a:cubicBezTo>
                    <a:pt x="0" y="1646"/>
                    <a:pt x="20" y="1736"/>
                    <a:pt x="90" y="1796"/>
                  </a:cubicBezTo>
                  <a:cubicBezTo>
                    <a:pt x="132" y="1845"/>
                    <a:pt x="189" y="1869"/>
                    <a:pt x="250" y="1869"/>
                  </a:cubicBezTo>
                  <a:cubicBezTo>
                    <a:pt x="276" y="1869"/>
                    <a:pt x="302" y="1864"/>
                    <a:pt x="329" y="1856"/>
                  </a:cubicBezTo>
                  <a:lnTo>
                    <a:pt x="1424" y="1457"/>
                  </a:lnTo>
                  <a:cubicBezTo>
                    <a:pt x="1444" y="1447"/>
                    <a:pt x="1473" y="1427"/>
                    <a:pt x="1484" y="1398"/>
                  </a:cubicBezTo>
                  <a:lnTo>
                    <a:pt x="1872" y="312"/>
                  </a:lnTo>
                  <a:cubicBezTo>
                    <a:pt x="1902" y="223"/>
                    <a:pt x="1882" y="133"/>
                    <a:pt x="1812" y="73"/>
                  </a:cubicBezTo>
                  <a:cubicBezTo>
                    <a:pt x="1770" y="25"/>
                    <a:pt x="1714" y="1"/>
                    <a:pt x="1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0"/>
            <p:cNvSpPr/>
            <p:nvPr/>
          </p:nvSpPr>
          <p:spPr>
            <a:xfrm>
              <a:off x="6958209" y="1903575"/>
              <a:ext cx="101460" cy="152679"/>
            </a:xfrm>
            <a:custGeom>
              <a:avLst/>
              <a:gdLst/>
              <a:ahLst/>
              <a:cxnLst/>
              <a:rect l="l" t="t" r="r" b="b"/>
              <a:pathLst>
                <a:path w="1454" h="2188" extrusionOk="0">
                  <a:moveTo>
                    <a:pt x="717" y="1769"/>
                  </a:moveTo>
                  <a:cubicBezTo>
                    <a:pt x="777" y="1769"/>
                    <a:pt x="826" y="1820"/>
                    <a:pt x="826" y="1879"/>
                  </a:cubicBezTo>
                  <a:cubicBezTo>
                    <a:pt x="826" y="1939"/>
                    <a:pt x="777" y="1988"/>
                    <a:pt x="717" y="1988"/>
                  </a:cubicBezTo>
                  <a:cubicBezTo>
                    <a:pt x="657" y="1988"/>
                    <a:pt x="607" y="1929"/>
                    <a:pt x="607" y="1869"/>
                  </a:cubicBezTo>
                  <a:lnTo>
                    <a:pt x="617" y="1869"/>
                  </a:lnTo>
                  <a:cubicBezTo>
                    <a:pt x="617" y="1820"/>
                    <a:pt x="667" y="1769"/>
                    <a:pt x="717" y="1769"/>
                  </a:cubicBezTo>
                  <a:close/>
                  <a:moveTo>
                    <a:pt x="486" y="0"/>
                  </a:moveTo>
                  <a:cubicBezTo>
                    <a:pt x="473" y="0"/>
                    <a:pt x="460" y="3"/>
                    <a:pt x="448" y="8"/>
                  </a:cubicBezTo>
                  <a:cubicBezTo>
                    <a:pt x="179" y="117"/>
                    <a:pt x="0" y="386"/>
                    <a:pt x="0" y="674"/>
                  </a:cubicBezTo>
                  <a:cubicBezTo>
                    <a:pt x="0" y="844"/>
                    <a:pt x="139" y="983"/>
                    <a:pt x="308" y="983"/>
                  </a:cubicBezTo>
                  <a:cubicBezTo>
                    <a:pt x="478" y="983"/>
                    <a:pt x="617" y="844"/>
                    <a:pt x="617" y="674"/>
                  </a:cubicBezTo>
                  <a:cubicBezTo>
                    <a:pt x="617" y="615"/>
                    <a:pt x="667" y="565"/>
                    <a:pt x="726" y="565"/>
                  </a:cubicBezTo>
                  <a:cubicBezTo>
                    <a:pt x="777" y="575"/>
                    <a:pt x="816" y="615"/>
                    <a:pt x="826" y="665"/>
                  </a:cubicBezTo>
                  <a:cubicBezTo>
                    <a:pt x="826" y="714"/>
                    <a:pt x="796" y="754"/>
                    <a:pt x="757" y="774"/>
                  </a:cubicBezTo>
                  <a:cubicBezTo>
                    <a:pt x="547" y="864"/>
                    <a:pt x="408" y="1063"/>
                    <a:pt x="408" y="1302"/>
                  </a:cubicBezTo>
                  <a:lnTo>
                    <a:pt x="408" y="1342"/>
                  </a:lnTo>
                  <a:cubicBezTo>
                    <a:pt x="408" y="1451"/>
                    <a:pt x="478" y="1561"/>
                    <a:pt x="577" y="1610"/>
                  </a:cubicBezTo>
                  <a:cubicBezTo>
                    <a:pt x="478" y="1660"/>
                    <a:pt x="418" y="1749"/>
                    <a:pt x="418" y="1849"/>
                  </a:cubicBezTo>
                  <a:cubicBezTo>
                    <a:pt x="398" y="2028"/>
                    <a:pt x="538" y="2187"/>
                    <a:pt x="717" y="2187"/>
                  </a:cubicBezTo>
                  <a:cubicBezTo>
                    <a:pt x="886" y="2187"/>
                    <a:pt x="1025" y="2048"/>
                    <a:pt x="1025" y="1879"/>
                  </a:cubicBezTo>
                  <a:cubicBezTo>
                    <a:pt x="1025" y="1760"/>
                    <a:pt x="965" y="1660"/>
                    <a:pt x="866" y="1610"/>
                  </a:cubicBezTo>
                  <a:cubicBezTo>
                    <a:pt x="956" y="1561"/>
                    <a:pt x="1025" y="1451"/>
                    <a:pt x="1025" y="1342"/>
                  </a:cubicBezTo>
                  <a:lnTo>
                    <a:pt x="1025" y="1322"/>
                  </a:lnTo>
                  <a:cubicBezTo>
                    <a:pt x="1294" y="1202"/>
                    <a:pt x="1453" y="924"/>
                    <a:pt x="1433" y="625"/>
                  </a:cubicBezTo>
                  <a:cubicBezTo>
                    <a:pt x="1423" y="356"/>
                    <a:pt x="1244" y="107"/>
                    <a:pt x="985" y="8"/>
                  </a:cubicBezTo>
                  <a:cubicBezTo>
                    <a:pt x="973" y="3"/>
                    <a:pt x="960" y="0"/>
                    <a:pt x="947" y="0"/>
                  </a:cubicBezTo>
                  <a:cubicBezTo>
                    <a:pt x="908" y="0"/>
                    <a:pt x="871" y="23"/>
                    <a:pt x="856" y="68"/>
                  </a:cubicBezTo>
                  <a:cubicBezTo>
                    <a:pt x="836" y="117"/>
                    <a:pt x="866" y="177"/>
                    <a:pt x="916" y="197"/>
                  </a:cubicBezTo>
                  <a:cubicBezTo>
                    <a:pt x="1095" y="267"/>
                    <a:pt x="1224" y="446"/>
                    <a:pt x="1234" y="645"/>
                  </a:cubicBezTo>
                  <a:cubicBezTo>
                    <a:pt x="1254" y="864"/>
                    <a:pt x="1125" y="1063"/>
                    <a:pt x="916" y="1152"/>
                  </a:cubicBezTo>
                  <a:cubicBezTo>
                    <a:pt x="866" y="1172"/>
                    <a:pt x="826" y="1232"/>
                    <a:pt x="826" y="1302"/>
                  </a:cubicBezTo>
                  <a:lnTo>
                    <a:pt x="826" y="1342"/>
                  </a:lnTo>
                  <a:cubicBezTo>
                    <a:pt x="826" y="1401"/>
                    <a:pt x="777" y="1441"/>
                    <a:pt x="717" y="1441"/>
                  </a:cubicBezTo>
                  <a:cubicBezTo>
                    <a:pt x="657" y="1441"/>
                    <a:pt x="607" y="1401"/>
                    <a:pt x="607" y="1342"/>
                  </a:cubicBezTo>
                  <a:lnTo>
                    <a:pt x="607" y="1302"/>
                  </a:lnTo>
                  <a:cubicBezTo>
                    <a:pt x="607" y="1152"/>
                    <a:pt x="697" y="1013"/>
                    <a:pt x="836" y="953"/>
                  </a:cubicBezTo>
                  <a:cubicBezTo>
                    <a:pt x="956" y="904"/>
                    <a:pt x="1025" y="784"/>
                    <a:pt x="1025" y="655"/>
                  </a:cubicBezTo>
                  <a:cubicBezTo>
                    <a:pt x="1015" y="506"/>
                    <a:pt x="886" y="376"/>
                    <a:pt x="737" y="376"/>
                  </a:cubicBezTo>
                  <a:cubicBezTo>
                    <a:pt x="726" y="375"/>
                    <a:pt x="715" y="374"/>
                    <a:pt x="704" y="374"/>
                  </a:cubicBezTo>
                  <a:cubicBezTo>
                    <a:pt x="549" y="374"/>
                    <a:pt x="418" y="507"/>
                    <a:pt x="418" y="674"/>
                  </a:cubicBezTo>
                  <a:cubicBezTo>
                    <a:pt x="418" y="734"/>
                    <a:pt x="368" y="784"/>
                    <a:pt x="308" y="784"/>
                  </a:cubicBezTo>
                  <a:cubicBezTo>
                    <a:pt x="249" y="784"/>
                    <a:pt x="199" y="734"/>
                    <a:pt x="199" y="674"/>
                  </a:cubicBezTo>
                  <a:cubicBezTo>
                    <a:pt x="199" y="466"/>
                    <a:pt x="328" y="276"/>
                    <a:pt x="527" y="197"/>
                  </a:cubicBezTo>
                  <a:cubicBezTo>
                    <a:pt x="577" y="177"/>
                    <a:pt x="597" y="117"/>
                    <a:pt x="577" y="68"/>
                  </a:cubicBezTo>
                  <a:cubicBezTo>
                    <a:pt x="563" y="23"/>
                    <a:pt x="525" y="0"/>
                    <a:pt x="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0"/>
            <p:cNvSpPr/>
            <p:nvPr/>
          </p:nvSpPr>
          <p:spPr>
            <a:xfrm>
              <a:off x="6667159" y="1900574"/>
              <a:ext cx="366136" cy="473806"/>
            </a:xfrm>
            <a:custGeom>
              <a:avLst/>
              <a:gdLst/>
              <a:ahLst/>
              <a:cxnLst/>
              <a:rect l="l" t="t" r="r" b="b"/>
              <a:pathLst>
                <a:path w="5247" h="6790" extrusionOk="0">
                  <a:moveTo>
                    <a:pt x="2628" y="200"/>
                  </a:moveTo>
                  <a:cubicBezTo>
                    <a:pt x="2907" y="200"/>
                    <a:pt x="3136" y="429"/>
                    <a:pt x="3136" y="708"/>
                  </a:cubicBezTo>
                  <a:cubicBezTo>
                    <a:pt x="3136" y="867"/>
                    <a:pt x="3066" y="1006"/>
                    <a:pt x="2957" y="1096"/>
                  </a:cubicBezTo>
                  <a:cubicBezTo>
                    <a:pt x="2926" y="947"/>
                    <a:pt x="2787" y="827"/>
                    <a:pt x="2628" y="827"/>
                  </a:cubicBezTo>
                  <a:cubicBezTo>
                    <a:pt x="2459" y="827"/>
                    <a:pt x="2320" y="947"/>
                    <a:pt x="2289" y="1096"/>
                  </a:cubicBezTo>
                  <a:cubicBezTo>
                    <a:pt x="2180" y="1006"/>
                    <a:pt x="2110" y="867"/>
                    <a:pt x="2110" y="708"/>
                  </a:cubicBezTo>
                  <a:cubicBezTo>
                    <a:pt x="2110" y="429"/>
                    <a:pt x="2340" y="200"/>
                    <a:pt x="2628" y="200"/>
                  </a:cubicBezTo>
                  <a:close/>
                  <a:moveTo>
                    <a:pt x="2628" y="1026"/>
                  </a:moveTo>
                  <a:cubicBezTo>
                    <a:pt x="2698" y="1026"/>
                    <a:pt x="2767" y="1086"/>
                    <a:pt x="2767" y="1166"/>
                  </a:cubicBezTo>
                  <a:lnTo>
                    <a:pt x="2767" y="1544"/>
                  </a:lnTo>
                  <a:cubicBezTo>
                    <a:pt x="2727" y="1544"/>
                    <a:pt x="2668" y="1534"/>
                    <a:pt x="2628" y="1534"/>
                  </a:cubicBezTo>
                  <a:cubicBezTo>
                    <a:pt x="2578" y="1534"/>
                    <a:pt x="2528" y="1544"/>
                    <a:pt x="2488" y="1544"/>
                  </a:cubicBezTo>
                  <a:lnTo>
                    <a:pt x="2488" y="1166"/>
                  </a:lnTo>
                  <a:cubicBezTo>
                    <a:pt x="2488" y="1086"/>
                    <a:pt x="2548" y="1026"/>
                    <a:pt x="2628" y="1026"/>
                  </a:cubicBezTo>
                  <a:close/>
                  <a:moveTo>
                    <a:pt x="2628" y="1"/>
                  </a:moveTo>
                  <a:cubicBezTo>
                    <a:pt x="2230" y="1"/>
                    <a:pt x="1911" y="319"/>
                    <a:pt x="1911" y="708"/>
                  </a:cubicBezTo>
                  <a:cubicBezTo>
                    <a:pt x="1911" y="976"/>
                    <a:pt x="2061" y="1215"/>
                    <a:pt x="2289" y="1335"/>
                  </a:cubicBezTo>
                  <a:lnTo>
                    <a:pt x="2289" y="1564"/>
                  </a:lnTo>
                  <a:cubicBezTo>
                    <a:pt x="995" y="1723"/>
                    <a:pt x="0" y="2828"/>
                    <a:pt x="0" y="4162"/>
                  </a:cubicBezTo>
                  <a:cubicBezTo>
                    <a:pt x="0" y="5615"/>
                    <a:pt x="1175" y="6789"/>
                    <a:pt x="2628" y="6789"/>
                  </a:cubicBezTo>
                  <a:cubicBezTo>
                    <a:pt x="3285" y="6789"/>
                    <a:pt x="3912" y="6550"/>
                    <a:pt x="4400" y="6103"/>
                  </a:cubicBezTo>
                  <a:cubicBezTo>
                    <a:pt x="4888" y="5665"/>
                    <a:pt x="5186" y="5057"/>
                    <a:pt x="5246" y="4411"/>
                  </a:cubicBezTo>
                  <a:cubicBezTo>
                    <a:pt x="5246" y="4351"/>
                    <a:pt x="5206" y="4301"/>
                    <a:pt x="5147" y="4301"/>
                  </a:cubicBezTo>
                  <a:cubicBezTo>
                    <a:pt x="5142" y="4300"/>
                    <a:pt x="5137" y="4299"/>
                    <a:pt x="5132" y="4299"/>
                  </a:cubicBezTo>
                  <a:cubicBezTo>
                    <a:pt x="5087" y="4299"/>
                    <a:pt x="5047" y="4337"/>
                    <a:pt x="5047" y="4391"/>
                  </a:cubicBezTo>
                  <a:cubicBezTo>
                    <a:pt x="4928" y="5645"/>
                    <a:pt x="3892" y="6590"/>
                    <a:pt x="2628" y="6590"/>
                  </a:cubicBezTo>
                  <a:cubicBezTo>
                    <a:pt x="1284" y="6590"/>
                    <a:pt x="199" y="5506"/>
                    <a:pt x="199" y="4162"/>
                  </a:cubicBezTo>
                  <a:cubicBezTo>
                    <a:pt x="199" y="2818"/>
                    <a:pt x="1294" y="1733"/>
                    <a:pt x="2628" y="1733"/>
                  </a:cubicBezTo>
                  <a:cubicBezTo>
                    <a:pt x="3892" y="1733"/>
                    <a:pt x="4928" y="2688"/>
                    <a:pt x="5047" y="3943"/>
                  </a:cubicBezTo>
                  <a:cubicBezTo>
                    <a:pt x="5047" y="3996"/>
                    <a:pt x="5087" y="4034"/>
                    <a:pt x="5132" y="4034"/>
                  </a:cubicBezTo>
                  <a:cubicBezTo>
                    <a:pt x="5137" y="4034"/>
                    <a:pt x="5142" y="4033"/>
                    <a:pt x="5147" y="4033"/>
                  </a:cubicBezTo>
                  <a:cubicBezTo>
                    <a:pt x="5206" y="4033"/>
                    <a:pt x="5246" y="3982"/>
                    <a:pt x="5246" y="3923"/>
                  </a:cubicBezTo>
                  <a:cubicBezTo>
                    <a:pt x="5186" y="3276"/>
                    <a:pt x="4888" y="2668"/>
                    <a:pt x="4400" y="2230"/>
                  </a:cubicBezTo>
                  <a:cubicBezTo>
                    <a:pt x="4001" y="1863"/>
                    <a:pt x="3494" y="1633"/>
                    <a:pt x="2966" y="1564"/>
                  </a:cubicBezTo>
                  <a:lnTo>
                    <a:pt x="2966" y="1335"/>
                  </a:lnTo>
                  <a:cubicBezTo>
                    <a:pt x="3196" y="1215"/>
                    <a:pt x="3335" y="976"/>
                    <a:pt x="3335" y="708"/>
                  </a:cubicBezTo>
                  <a:cubicBezTo>
                    <a:pt x="3335" y="319"/>
                    <a:pt x="3016" y="1"/>
                    <a:pt x="2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50"/>
          <p:cNvGrpSpPr/>
          <p:nvPr/>
        </p:nvGrpSpPr>
        <p:grpSpPr>
          <a:xfrm>
            <a:off x="6669733" y="1900574"/>
            <a:ext cx="355669" cy="473806"/>
            <a:chOff x="7339483" y="1900574"/>
            <a:chExt cx="355669" cy="473806"/>
          </a:xfrm>
        </p:grpSpPr>
        <p:sp>
          <p:nvSpPr>
            <p:cNvPr id="589" name="Google Shape;589;p50"/>
            <p:cNvSpPr/>
            <p:nvPr/>
          </p:nvSpPr>
          <p:spPr>
            <a:xfrm>
              <a:off x="7585385" y="1900574"/>
              <a:ext cx="52195" cy="62593"/>
            </a:xfrm>
            <a:custGeom>
              <a:avLst/>
              <a:gdLst/>
              <a:ahLst/>
              <a:cxnLst/>
              <a:rect l="l" t="t" r="r" b="b"/>
              <a:pathLst>
                <a:path w="748" h="897" extrusionOk="0">
                  <a:moveTo>
                    <a:pt x="371" y="0"/>
                  </a:moveTo>
                  <a:cubicBezTo>
                    <a:pt x="161" y="0"/>
                    <a:pt x="0" y="166"/>
                    <a:pt x="0" y="369"/>
                  </a:cubicBezTo>
                  <a:cubicBezTo>
                    <a:pt x="0" y="419"/>
                    <a:pt x="40" y="469"/>
                    <a:pt x="100" y="469"/>
                  </a:cubicBezTo>
                  <a:cubicBezTo>
                    <a:pt x="150" y="469"/>
                    <a:pt x="199" y="419"/>
                    <a:pt x="199" y="369"/>
                  </a:cubicBezTo>
                  <a:cubicBezTo>
                    <a:pt x="199" y="275"/>
                    <a:pt x="270" y="199"/>
                    <a:pt x="362" y="199"/>
                  </a:cubicBezTo>
                  <a:cubicBezTo>
                    <a:pt x="368" y="199"/>
                    <a:pt x="373" y="199"/>
                    <a:pt x="378" y="200"/>
                  </a:cubicBezTo>
                  <a:cubicBezTo>
                    <a:pt x="458" y="200"/>
                    <a:pt x="528" y="270"/>
                    <a:pt x="538" y="359"/>
                  </a:cubicBezTo>
                  <a:cubicBezTo>
                    <a:pt x="538" y="429"/>
                    <a:pt x="498" y="498"/>
                    <a:pt x="429" y="518"/>
                  </a:cubicBezTo>
                  <a:cubicBezTo>
                    <a:pt x="329" y="569"/>
                    <a:pt x="269" y="668"/>
                    <a:pt x="269" y="777"/>
                  </a:cubicBezTo>
                  <a:lnTo>
                    <a:pt x="269" y="797"/>
                  </a:lnTo>
                  <a:cubicBezTo>
                    <a:pt x="269" y="857"/>
                    <a:pt x="309" y="897"/>
                    <a:pt x="369" y="897"/>
                  </a:cubicBezTo>
                  <a:cubicBezTo>
                    <a:pt x="418" y="897"/>
                    <a:pt x="468" y="857"/>
                    <a:pt x="468" y="797"/>
                  </a:cubicBezTo>
                  <a:lnTo>
                    <a:pt x="468" y="777"/>
                  </a:lnTo>
                  <a:cubicBezTo>
                    <a:pt x="468" y="748"/>
                    <a:pt x="478" y="717"/>
                    <a:pt x="508" y="708"/>
                  </a:cubicBezTo>
                  <a:cubicBezTo>
                    <a:pt x="657" y="648"/>
                    <a:pt x="747" y="498"/>
                    <a:pt x="737" y="339"/>
                  </a:cubicBezTo>
                  <a:cubicBezTo>
                    <a:pt x="717" y="160"/>
                    <a:pt x="577" y="11"/>
                    <a:pt x="389" y="1"/>
                  </a:cubicBezTo>
                  <a:cubicBezTo>
                    <a:pt x="383" y="0"/>
                    <a:pt x="377" y="0"/>
                    <a:pt x="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0"/>
            <p:cNvSpPr/>
            <p:nvPr/>
          </p:nvSpPr>
          <p:spPr>
            <a:xfrm>
              <a:off x="7604156" y="1970703"/>
              <a:ext cx="13956" cy="14026"/>
            </a:xfrm>
            <a:custGeom>
              <a:avLst/>
              <a:gdLst/>
              <a:ahLst/>
              <a:cxnLst/>
              <a:rect l="l" t="t" r="r" b="b"/>
              <a:pathLst>
                <a:path w="200" h="201" extrusionOk="0">
                  <a:moveTo>
                    <a:pt x="104" y="0"/>
                  </a:moveTo>
                  <a:cubicBezTo>
                    <a:pt x="50" y="0"/>
                    <a:pt x="0" y="47"/>
                    <a:pt x="0" y="101"/>
                  </a:cubicBezTo>
                  <a:cubicBezTo>
                    <a:pt x="0" y="150"/>
                    <a:pt x="40" y="201"/>
                    <a:pt x="100" y="201"/>
                  </a:cubicBezTo>
                  <a:cubicBezTo>
                    <a:pt x="149" y="201"/>
                    <a:pt x="199" y="150"/>
                    <a:pt x="199" y="101"/>
                  </a:cubicBezTo>
                  <a:cubicBezTo>
                    <a:pt x="199" y="51"/>
                    <a:pt x="160" y="11"/>
                    <a:pt x="120" y="1"/>
                  </a:cubicBezTo>
                  <a:cubicBezTo>
                    <a:pt x="114" y="1"/>
                    <a:pt x="109"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0"/>
            <p:cNvSpPr/>
            <p:nvPr/>
          </p:nvSpPr>
          <p:spPr>
            <a:xfrm>
              <a:off x="7397818" y="1965888"/>
              <a:ext cx="52195" cy="62593"/>
            </a:xfrm>
            <a:custGeom>
              <a:avLst/>
              <a:gdLst/>
              <a:ahLst/>
              <a:cxnLst/>
              <a:rect l="l" t="t" r="r" b="b"/>
              <a:pathLst>
                <a:path w="748" h="897" extrusionOk="0">
                  <a:moveTo>
                    <a:pt x="371" y="0"/>
                  </a:moveTo>
                  <a:cubicBezTo>
                    <a:pt x="161" y="0"/>
                    <a:pt x="1" y="165"/>
                    <a:pt x="1" y="369"/>
                  </a:cubicBezTo>
                  <a:cubicBezTo>
                    <a:pt x="1" y="418"/>
                    <a:pt x="40" y="469"/>
                    <a:pt x="100" y="469"/>
                  </a:cubicBezTo>
                  <a:cubicBezTo>
                    <a:pt x="160" y="469"/>
                    <a:pt x="200" y="418"/>
                    <a:pt x="200" y="369"/>
                  </a:cubicBezTo>
                  <a:cubicBezTo>
                    <a:pt x="200" y="275"/>
                    <a:pt x="271" y="199"/>
                    <a:pt x="363" y="199"/>
                  </a:cubicBezTo>
                  <a:cubicBezTo>
                    <a:pt x="368" y="199"/>
                    <a:pt x="373" y="199"/>
                    <a:pt x="379" y="199"/>
                  </a:cubicBezTo>
                  <a:cubicBezTo>
                    <a:pt x="458" y="210"/>
                    <a:pt x="529" y="270"/>
                    <a:pt x="538" y="359"/>
                  </a:cubicBezTo>
                  <a:cubicBezTo>
                    <a:pt x="538" y="429"/>
                    <a:pt x="498" y="498"/>
                    <a:pt x="429" y="518"/>
                  </a:cubicBezTo>
                  <a:cubicBezTo>
                    <a:pt x="329" y="568"/>
                    <a:pt x="270" y="668"/>
                    <a:pt x="270" y="777"/>
                  </a:cubicBezTo>
                  <a:lnTo>
                    <a:pt x="270" y="797"/>
                  </a:lnTo>
                  <a:cubicBezTo>
                    <a:pt x="270" y="856"/>
                    <a:pt x="310" y="896"/>
                    <a:pt x="369" y="896"/>
                  </a:cubicBezTo>
                  <a:cubicBezTo>
                    <a:pt x="419" y="896"/>
                    <a:pt x="469" y="856"/>
                    <a:pt x="469" y="797"/>
                  </a:cubicBezTo>
                  <a:lnTo>
                    <a:pt x="469" y="777"/>
                  </a:lnTo>
                  <a:cubicBezTo>
                    <a:pt x="469" y="747"/>
                    <a:pt x="489" y="717"/>
                    <a:pt x="509" y="708"/>
                  </a:cubicBezTo>
                  <a:cubicBezTo>
                    <a:pt x="658" y="648"/>
                    <a:pt x="747" y="498"/>
                    <a:pt x="737" y="349"/>
                  </a:cubicBezTo>
                  <a:cubicBezTo>
                    <a:pt x="728" y="160"/>
                    <a:pt x="578" y="11"/>
                    <a:pt x="389" y="0"/>
                  </a:cubicBezTo>
                  <a:cubicBezTo>
                    <a:pt x="383" y="0"/>
                    <a:pt x="377" y="0"/>
                    <a:pt x="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50"/>
            <p:cNvSpPr/>
            <p:nvPr/>
          </p:nvSpPr>
          <p:spPr>
            <a:xfrm>
              <a:off x="7416589" y="2035946"/>
              <a:ext cx="13956" cy="14096"/>
            </a:xfrm>
            <a:custGeom>
              <a:avLst/>
              <a:gdLst/>
              <a:ahLst/>
              <a:cxnLst/>
              <a:rect l="l" t="t" r="r" b="b"/>
              <a:pathLst>
                <a:path w="200" h="202" extrusionOk="0">
                  <a:moveTo>
                    <a:pt x="104" y="1"/>
                  </a:moveTo>
                  <a:cubicBezTo>
                    <a:pt x="50" y="1"/>
                    <a:pt x="1" y="47"/>
                    <a:pt x="1" y="102"/>
                  </a:cubicBezTo>
                  <a:cubicBezTo>
                    <a:pt x="1" y="151"/>
                    <a:pt x="41" y="201"/>
                    <a:pt x="100" y="201"/>
                  </a:cubicBezTo>
                  <a:cubicBezTo>
                    <a:pt x="160" y="201"/>
                    <a:pt x="200" y="151"/>
                    <a:pt x="200" y="102"/>
                  </a:cubicBezTo>
                  <a:cubicBezTo>
                    <a:pt x="200" y="52"/>
                    <a:pt x="160" y="12"/>
                    <a:pt x="120" y="2"/>
                  </a:cubicBezTo>
                  <a:cubicBezTo>
                    <a:pt x="115" y="1"/>
                    <a:pt x="110"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0"/>
            <p:cNvSpPr/>
            <p:nvPr/>
          </p:nvSpPr>
          <p:spPr>
            <a:xfrm>
              <a:off x="7567312" y="2031899"/>
              <a:ext cx="69501" cy="13956"/>
            </a:xfrm>
            <a:custGeom>
              <a:avLst/>
              <a:gdLst/>
              <a:ahLst/>
              <a:cxnLst/>
              <a:rect l="l" t="t" r="r" b="b"/>
              <a:pathLst>
                <a:path w="996" h="200" extrusionOk="0">
                  <a:moveTo>
                    <a:pt x="100" y="0"/>
                  </a:moveTo>
                  <a:cubicBezTo>
                    <a:pt x="40" y="0"/>
                    <a:pt x="0" y="50"/>
                    <a:pt x="0" y="100"/>
                  </a:cubicBezTo>
                  <a:cubicBezTo>
                    <a:pt x="0" y="160"/>
                    <a:pt x="40" y="200"/>
                    <a:pt x="100" y="200"/>
                  </a:cubicBezTo>
                  <a:lnTo>
                    <a:pt x="896" y="200"/>
                  </a:lnTo>
                  <a:cubicBezTo>
                    <a:pt x="946" y="200"/>
                    <a:pt x="996" y="160"/>
                    <a:pt x="996" y="100"/>
                  </a:cubicBezTo>
                  <a:cubicBezTo>
                    <a:pt x="996" y="50"/>
                    <a:pt x="94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50"/>
            <p:cNvSpPr/>
            <p:nvPr/>
          </p:nvSpPr>
          <p:spPr>
            <a:xfrm>
              <a:off x="7397818" y="2097840"/>
              <a:ext cx="69501" cy="13956"/>
            </a:xfrm>
            <a:custGeom>
              <a:avLst/>
              <a:gdLst/>
              <a:ahLst/>
              <a:cxnLst/>
              <a:rect l="l" t="t" r="r" b="b"/>
              <a:pathLst>
                <a:path w="996" h="200" extrusionOk="0">
                  <a:moveTo>
                    <a:pt x="100" y="1"/>
                  </a:moveTo>
                  <a:cubicBezTo>
                    <a:pt x="40" y="1"/>
                    <a:pt x="1" y="40"/>
                    <a:pt x="1" y="100"/>
                  </a:cubicBezTo>
                  <a:cubicBezTo>
                    <a:pt x="1" y="150"/>
                    <a:pt x="40" y="200"/>
                    <a:pt x="100" y="200"/>
                  </a:cubicBezTo>
                  <a:lnTo>
                    <a:pt x="896" y="200"/>
                  </a:lnTo>
                  <a:cubicBezTo>
                    <a:pt x="947" y="200"/>
                    <a:pt x="996" y="150"/>
                    <a:pt x="996" y="100"/>
                  </a:cubicBezTo>
                  <a:cubicBezTo>
                    <a:pt x="996" y="40"/>
                    <a:pt x="947" y="1"/>
                    <a:pt x="8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0"/>
            <p:cNvSpPr/>
            <p:nvPr/>
          </p:nvSpPr>
          <p:spPr>
            <a:xfrm>
              <a:off x="7339483" y="1969377"/>
              <a:ext cx="355669" cy="405003"/>
            </a:xfrm>
            <a:custGeom>
              <a:avLst/>
              <a:gdLst/>
              <a:ahLst/>
              <a:cxnLst/>
              <a:rect l="l" t="t" r="r" b="b"/>
              <a:pathLst>
                <a:path w="5097" h="5804" extrusionOk="0">
                  <a:moveTo>
                    <a:pt x="2210" y="1563"/>
                  </a:moveTo>
                  <a:lnTo>
                    <a:pt x="2210" y="2310"/>
                  </a:lnTo>
                  <a:lnTo>
                    <a:pt x="588" y="2310"/>
                  </a:lnTo>
                  <a:cubicBezTo>
                    <a:pt x="588" y="2310"/>
                    <a:pt x="578" y="2310"/>
                    <a:pt x="568" y="2300"/>
                  </a:cubicBezTo>
                  <a:lnTo>
                    <a:pt x="210" y="1952"/>
                  </a:lnTo>
                  <a:cubicBezTo>
                    <a:pt x="200" y="1952"/>
                    <a:pt x="200" y="1941"/>
                    <a:pt x="200" y="1941"/>
                  </a:cubicBezTo>
                  <a:cubicBezTo>
                    <a:pt x="200" y="1941"/>
                    <a:pt x="200" y="1932"/>
                    <a:pt x="210" y="1932"/>
                  </a:cubicBezTo>
                  <a:lnTo>
                    <a:pt x="568" y="1573"/>
                  </a:lnTo>
                  <a:cubicBezTo>
                    <a:pt x="578" y="1573"/>
                    <a:pt x="588" y="1563"/>
                    <a:pt x="588" y="1563"/>
                  </a:cubicBezTo>
                  <a:close/>
                  <a:moveTo>
                    <a:pt x="2549" y="200"/>
                  </a:moveTo>
                  <a:cubicBezTo>
                    <a:pt x="2628" y="200"/>
                    <a:pt x="2688" y="269"/>
                    <a:pt x="2688" y="349"/>
                  </a:cubicBezTo>
                  <a:lnTo>
                    <a:pt x="2688" y="3783"/>
                  </a:lnTo>
                  <a:lnTo>
                    <a:pt x="2409" y="3783"/>
                  </a:lnTo>
                  <a:lnTo>
                    <a:pt x="2409" y="349"/>
                  </a:lnTo>
                  <a:cubicBezTo>
                    <a:pt x="2409" y="269"/>
                    <a:pt x="2469" y="200"/>
                    <a:pt x="2549" y="200"/>
                  </a:cubicBezTo>
                  <a:close/>
                  <a:moveTo>
                    <a:pt x="3146" y="5326"/>
                  </a:moveTo>
                  <a:cubicBezTo>
                    <a:pt x="3166" y="5326"/>
                    <a:pt x="3176" y="5336"/>
                    <a:pt x="3176" y="5345"/>
                  </a:cubicBezTo>
                  <a:lnTo>
                    <a:pt x="3176" y="5584"/>
                  </a:lnTo>
                  <a:cubicBezTo>
                    <a:pt x="3176" y="5595"/>
                    <a:pt x="3166" y="5604"/>
                    <a:pt x="3146" y="5604"/>
                  </a:cubicBezTo>
                  <a:lnTo>
                    <a:pt x="1942" y="5604"/>
                  </a:lnTo>
                  <a:cubicBezTo>
                    <a:pt x="1931" y="5604"/>
                    <a:pt x="1922" y="5595"/>
                    <a:pt x="1922" y="5584"/>
                  </a:cubicBezTo>
                  <a:lnTo>
                    <a:pt x="1922" y="5345"/>
                  </a:lnTo>
                  <a:cubicBezTo>
                    <a:pt x="1922" y="5336"/>
                    <a:pt x="1931" y="5326"/>
                    <a:pt x="1942" y="5326"/>
                  </a:cubicBezTo>
                  <a:close/>
                  <a:moveTo>
                    <a:pt x="2549" y="1"/>
                  </a:moveTo>
                  <a:cubicBezTo>
                    <a:pt x="2360" y="1"/>
                    <a:pt x="2210" y="160"/>
                    <a:pt x="2210" y="349"/>
                  </a:cubicBezTo>
                  <a:lnTo>
                    <a:pt x="2210" y="1364"/>
                  </a:lnTo>
                  <a:lnTo>
                    <a:pt x="588" y="1364"/>
                  </a:lnTo>
                  <a:cubicBezTo>
                    <a:pt x="538" y="1364"/>
                    <a:pt x="478" y="1394"/>
                    <a:pt x="438" y="1434"/>
                  </a:cubicBezTo>
                  <a:lnTo>
                    <a:pt x="70" y="1782"/>
                  </a:lnTo>
                  <a:cubicBezTo>
                    <a:pt x="31" y="1822"/>
                    <a:pt x="0" y="1881"/>
                    <a:pt x="0" y="1941"/>
                  </a:cubicBezTo>
                  <a:cubicBezTo>
                    <a:pt x="0" y="2001"/>
                    <a:pt x="31" y="2051"/>
                    <a:pt x="70" y="2091"/>
                  </a:cubicBezTo>
                  <a:lnTo>
                    <a:pt x="438" y="2449"/>
                  </a:lnTo>
                  <a:cubicBezTo>
                    <a:pt x="478" y="2489"/>
                    <a:pt x="538" y="2509"/>
                    <a:pt x="588" y="2509"/>
                  </a:cubicBezTo>
                  <a:lnTo>
                    <a:pt x="2210" y="2509"/>
                  </a:lnTo>
                  <a:lnTo>
                    <a:pt x="2210" y="3803"/>
                  </a:lnTo>
                  <a:cubicBezTo>
                    <a:pt x="2081" y="3852"/>
                    <a:pt x="1991" y="3972"/>
                    <a:pt x="1991" y="4111"/>
                  </a:cubicBezTo>
                  <a:lnTo>
                    <a:pt x="1991" y="5127"/>
                  </a:lnTo>
                  <a:lnTo>
                    <a:pt x="1942" y="5127"/>
                  </a:lnTo>
                  <a:cubicBezTo>
                    <a:pt x="1822" y="5127"/>
                    <a:pt x="1723" y="5226"/>
                    <a:pt x="1723" y="5345"/>
                  </a:cubicBezTo>
                  <a:lnTo>
                    <a:pt x="1723" y="5584"/>
                  </a:lnTo>
                  <a:cubicBezTo>
                    <a:pt x="1723" y="5704"/>
                    <a:pt x="1822" y="5803"/>
                    <a:pt x="1942" y="5803"/>
                  </a:cubicBezTo>
                  <a:lnTo>
                    <a:pt x="3146" y="5803"/>
                  </a:lnTo>
                  <a:cubicBezTo>
                    <a:pt x="3276" y="5803"/>
                    <a:pt x="3375" y="5704"/>
                    <a:pt x="3375" y="5584"/>
                  </a:cubicBezTo>
                  <a:lnTo>
                    <a:pt x="3375" y="5345"/>
                  </a:lnTo>
                  <a:cubicBezTo>
                    <a:pt x="3375" y="5226"/>
                    <a:pt x="3276" y="5127"/>
                    <a:pt x="3146" y="5127"/>
                  </a:cubicBezTo>
                  <a:lnTo>
                    <a:pt x="3106" y="5127"/>
                  </a:lnTo>
                  <a:lnTo>
                    <a:pt x="3106" y="4888"/>
                  </a:lnTo>
                  <a:cubicBezTo>
                    <a:pt x="3106" y="4828"/>
                    <a:pt x="3057" y="4788"/>
                    <a:pt x="3007" y="4788"/>
                  </a:cubicBezTo>
                  <a:cubicBezTo>
                    <a:pt x="2947" y="4788"/>
                    <a:pt x="2907" y="4828"/>
                    <a:pt x="2907" y="4888"/>
                  </a:cubicBezTo>
                  <a:lnTo>
                    <a:pt x="2907" y="5127"/>
                  </a:lnTo>
                  <a:lnTo>
                    <a:pt x="2190" y="5127"/>
                  </a:lnTo>
                  <a:lnTo>
                    <a:pt x="2190" y="4111"/>
                  </a:lnTo>
                  <a:cubicBezTo>
                    <a:pt x="2190" y="4042"/>
                    <a:pt x="2240" y="3982"/>
                    <a:pt x="2310" y="3982"/>
                  </a:cubicBezTo>
                  <a:lnTo>
                    <a:pt x="2778" y="3982"/>
                  </a:lnTo>
                  <a:cubicBezTo>
                    <a:pt x="2847" y="3982"/>
                    <a:pt x="2907" y="4042"/>
                    <a:pt x="2907" y="4111"/>
                  </a:cubicBezTo>
                  <a:lnTo>
                    <a:pt x="2907" y="4420"/>
                  </a:lnTo>
                  <a:cubicBezTo>
                    <a:pt x="2907" y="4480"/>
                    <a:pt x="2947" y="4520"/>
                    <a:pt x="3007" y="4520"/>
                  </a:cubicBezTo>
                  <a:cubicBezTo>
                    <a:pt x="3057" y="4520"/>
                    <a:pt x="3106" y="4480"/>
                    <a:pt x="3106" y="4420"/>
                  </a:cubicBezTo>
                  <a:lnTo>
                    <a:pt x="3106" y="4111"/>
                  </a:lnTo>
                  <a:cubicBezTo>
                    <a:pt x="3106" y="3972"/>
                    <a:pt x="3017" y="3852"/>
                    <a:pt x="2887" y="3803"/>
                  </a:cubicBezTo>
                  <a:lnTo>
                    <a:pt x="2887" y="1563"/>
                  </a:lnTo>
                  <a:lnTo>
                    <a:pt x="3524" y="1563"/>
                  </a:lnTo>
                  <a:cubicBezTo>
                    <a:pt x="3584" y="1563"/>
                    <a:pt x="3624" y="1523"/>
                    <a:pt x="3624" y="1463"/>
                  </a:cubicBezTo>
                  <a:cubicBezTo>
                    <a:pt x="3624" y="1414"/>
                    <a:pt x="3584" y="1364"/>
                    <a:pt x="3524" y="1364"/>
                  </a:cubicBezTo>
                  <a:lnTo>
                    <a:pt x="2887" y="1364"/>
                  </a:lnTo>
                  <a:lnTo>
                    <a:pt x="2887" y="627"/>
                  </a:lnTo>
                  <a:lnTo>
                    <a:pt x="4500" y="627"/>
                  </a:lnTo>
                  <a:cubicBezTo>
                    <a:pt x="4510" y="627"/>
                    <a:pt x="4520" y="627"/>
                    <a:pt x="4520" y="638"/>
                  </a:cubicBezTo>
                  <a:lnTo>
                    <a:pt x="4888" y="986"/>
                  </a:lnTo>
                  <a:lnTo>
                    <a:pt x="4898" y="996"/>
                  </a:lnTo>
                  <a:lnTo>
                    <a:pt x="4888" y="1006"/>
                  </a:lnTo>
                  <a:lnTo>
                    <a:pt x="4520" y="1364"/>
                  </a:lnTo>
                  <a:lnTo>
                    <a:pt x="3992" y="1364"/>
                  </a:lnTo>
                  <a:cubicBezTo>
                    <a:pt x="3933" y="1364"/>
                    <a:pt x="3893" y="1414"/>
                    <a:pt x="3893" y="1463"/>
                  </a:cubicBezTo>
                  <a:cubicBezTo>
                    <a:pt x="3893" y="1523"/>
                    <a:pt x="3933" y="1563"/>
                    <a:pt x="3992" y="1563"/>
                  </a:cubicBezTo>
                  <a:lnTo>
                    <a:pt x="4500" y="1563"/>
                  </a:lnTo>
                  <a:cubicBezTo>
                    <a:pt x="4559" y="1563"/>
                    <a:pt x="4619" y="1543"/>
                    <a:pt x="4659" y="1503"/>
                  </a:cubicBezTo>
                  <a:lnTo>
                    <a:pt x="5028" y="1155"/>
                  </a:lnTo>
                  <a:cubicBezTo>
                    <a:pt x="5067" y="1115"/>
                    <a:pt x="5097" y="1056"/>
                    <a:pt x="5097" y="996"/>
                  </a:cubicBezTo>
                  <a:cubicBezTo>
                    <a:pt x="5097" y="936"/>
                    <a:pt x="5067" y="886"/>
                    <a:pt x="5028" y="846"/>
                  </a:cubicBezTo>
                  <a:lnTo>
                    <a:pt x="4659" y="488"/>
                  </a:lnTo>
                  <a:cubicBezTo>
                    <a:pt x="4619" y="448"/>
                    <a:pt x="4559" y="428"/>
                    <a:pt x="4500" y="428"/>
                  </a:cubicBezTo>
                  <a:lnTo>
                    <a:pt x="2887" y="428"/>
                  </a:lnTo>
                  <a:lnTo>
                    <a:pt x="2887" y="349"/>
                  </a:lnTo>
                  <a:cubicBezTo>
                    <a:pt x="2887" y="160"/>
                    <a:pt x="2738" y="1"/>
                    <a:pt x="2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 name="Google Shape;596;p50"/>
          <p:cNvSpPr/>
          <p:nvPr/>
        </p:nvSpPr>
        <p:spPr>
          <a:xfrm>
            <a:off x="782452" y="2645189"/>
            <a:ext cx="348760" cy="473806"/>
          </a:xfrm>
          <a:custGeom>
            <a:avLst/>
            <a:gdLst/>
            <a:ahLst/>
            <a:cxnLst/>
            <a:rect l="l" t="t" r="r" b="b"/>
            <a:pathLst>
              <a:path w="4998" h="6790" extrusionOk="0">
                <a:moveTo>
                  <a:pt x="1305" y="200"/>
                </a:moveTo>
                <a:cubicBezTo>
                  <a:pt x="1325" y="200"/>
                  <a:pt x="1345" y="219"/>
                  <a:pt x="1345" y="239"/>
                </a:cubicBezTo>
                <a:lnTo>
                  <a:pt x="1345" y="498"/>
                </a:lnTo>
                <a:cubicBezTo>
                  <a:pt x="1345" y="518"/>
                  <a:pt x="1325" y="538"/>
                  <a:pt x="1305" y="538"/>
                </a:cubicBezTo>
                <a:lnTo>
                  <a:pt x="1007" y="538"/>
                </a:lnTo>
                <a:cubicBezTo>
                  <a:pt x="987" y="538"/>
                  <a:pt x="967" y="518"/>
                  <a:pt x="967" y="498"/>
                </a:cubicBezTo>
                <a:lnTo>
                  <a:pt x="967" y="239"/>
                </a:lnTo>
                <a:cubicBezTo>
                  <a:pt x="967" y="219"/>
                  <a:pt x="987" y="200"/>
                  <a:pt x="1007" y="200"/>
                </a:cubicBezTo>
                <a:close/>
                <a:moveTo>
                  <a:pt x="2828" y="200"/>
                </a:moveTo>
                <a:cubicBezTo>
                  <a:pt x="2848" y="200"/>
                  <a:pt x="2868" y="219"/>
                  <a:pt x="2868" y="239"/>
                </a:cubicBezTo>
                <a:lnTo>
                  <a:pt x="2868" y="498"/>
                </a:lnTo>
                <a:cubicBezTo>
                  <a:pt x="2868" y="518"/>
                  <a:pt x="2848" y="538"/>
                  <a:pt x="2828" y="538"/>
                </a:cubicBezTo>
                <a:lnTo>
                  <a:pt x="2529" y="538"/>
                </a:lnTo>
                <a:cubicBezTo>
                  <a:pt x="2509" y="538"/>
                  <a:pt x="2489" y="518"/>
                  <a:pt x="2489" y="498"/>
                </a:cubicBezTo>
                <a:lnTo>
                  <a:pt x="2489" y="239"/>
                </a:lnTo>
                <a:cubicBezTo>
                  <a:pt x="2489" y="219"/>
                  <a:pt x="2509" y="200"/>
                  <a:pt x="2529" y="200"/>
                </a:cubicBezTo>
                <a:close/>
                <a:moveTo>
                  <a:pt x="4192" y="3455"/>
                </a:moveTo>
                <a:cubicBezTo>
                  <a:pt x="4261" y="3455"/>
                  <a:pt x="4331" y="3515"/>
                  <a:pt x="4331" y="3594"/>
                </a:cubicBezTo>
                <a:lnTo>
                  <a:pt x="4331" y="4072"/>
                </a:lnTo>
                <a:cubicBezTo>
                  <a:pt x="4331" y="4082"/>
                  <a:pt x="4331" y="4082"/>
                  <a:pt x="4321" y="4092"/>
                </a:cubicBezTo>
                <a:cubicBezTo>
                  <a:pt x="4321" y="4161"/>
                  <a:pt x="4261" y="4221"/>
                  <a:pt x="4192" y="4221"/>
                </a:cubicBezTo>
                <a:cubicBezTo>
                  <a:pt x="4112" y="4221"/>
                  <a:pt x="4053" y="4161"/>
                  <a:pt x="4053" y="4092"/>
                </a:cubicBezTo>
                <a:lnTo>
                  <a:pt x="4053" y="4072"/>
                </a:lnTo>
                <a:lnTo>
                  <a:pt x="4053" y="3594"/>
                </a:lnTo>
                <a:cubicBezTo>
                  <a:pt x="4053" y="3515"/>
                  <a:pt x="4112" y="3455"/>
                  <a:pt x="4192" y="3455"/>
                </a:cubicBezTo>
                <a:close/>
                <a:moveTo>
                  <a:pt x="1007" y="0"/>
                </a:moveTo>
                <a:cubicBezTo>
                  <a:pt x="877" y="0"/>
                  <a:pt x="768" y="110"/>
                  <a:pt x="768" y="239"/>
                </a:cubicBezTo>
                <a:lnTo>
                  <a:pt x="768" y="270"/>
                </a:lnTo>
                <a:lnTo>
                  <a:pt x="628" y="270"/>
                </a:lnTo>
                <a:cubicBezTo>
                  <a:pt x="280" y="270"/>
                  <a:pt x="1" y="548"/>
                  <a:pt x="1" y="896"/>
                </a:cubicBezTo>
                <a:lnTo>
                  <a:pt x="1" y="1832"/>
                </a:lnTo>
                <a:cubicBezTo>
                  <a:pt x="1" y="2022"/>
                  <a:pt x="71" y="2201"/>
                  <a:pt x="190" y="2350"/>
                </a:cubicBezTo>
                <a:lnTo>
                  <a:pt x="1076" y="3405"/>
                </a:lnTo>
                <a:cubicBezTo>
                  <a:pt x="1106" y="3574"/>
                  <a:pt x="1245" y="3694"/>
                  <a:pt x="1414" y="3694"/>
                </a:cubicBezTo>
                <a:lnTo>
                  <a:pt x="1544" y="3694"/>
                </a:lnTo>
                <a:cubicBezTo>
                  <a:pt x="1564" y="3694"/>
                  <a:pt x="1584" y="3714"/>
                  <a:pt x="1584" y="3734"/>
                </a:cubicBezTo>
                <a:lnTo>
                  <a:pt x="1584" y="3893"/>
                </a:lnTo>
                <a:cubicBezTo>
                  <a:pt x="1584" y="4052"/>
                  <a:pt x="1673" y="4172"/>
                  <a:pt x="1812" y="4221"/>
                </a:cubicBezTo>
                <a:lnTo>
                  <a:pt x="1812" y="5555"/>
                </a:lnTo>
                <a:cubicBezTo>
                  <a:pt x="1812" y="6242"/>
                  <a:pt x="2360" y="6789"/>
                  <a:pt x="3047" y="6789"/>
                </a:cubicBezTo>
                <a:cubicBezTo>
                  <a:pt x="3734" y="6789"/>
                  <a:pt x="4291" y="6242"/>
                  <a:pt x="4291" y="5555"/>
                </a:cubicBezTo>
                <a:lnTo>
                  <a:pt x="4291" y="4400"/>
                </a:lnTo>
                <a:cubicBezTo>
                  <a:pt x="4391" y="4371"/>
                  <a:pt x="4480" y="4281"/>
                  <a:pt x="4510" y="4172"/>
                </a:cubicBezTo>
                <a:cubicBezTo>
                  <a:pt x="4799" y="4042"/>
                  <a:pt x="4998" y="3754"/>
                  <a:pt x="4998" y="3435"/>
                </a:cubicBezTo>
                <a:cubicBezTo>
                  <a:pt x="4998" y="3086"/>
                  <a:pt x="4779" y="2788"/>
                  <a:pt x="4451" y="2668"/>
                </a:cubicBezTo>
                <a:cubicBezTo>
                  <a:pt x="4443" y="2667"/>
                  <a:pt x="4435" y="2666"/>
                  <a:pt x="4426" y="2666"/>
                </a:cubicBezTo>
                <a:cubicBezTo>
                  <a:pt x="4383" y="2666"/>
                  <a:pt x="4338" y="2688"/>
                  <a:pt x="4321" y="2738"/>
                </a:cubicBezTo>
                <a:cubicBezTo>
                  <a:pt x="4311" y="2788"/>
                  <a:pt x="4331" y="2838"/>
                  <a:pt x="4391" y="2858"/>
                </a:cubicBezTo>
                <a:cubicBezTo>
                  <a:pt x="4630" y="2947"/>
                  <a:pt x="4799" y="3176"/>
                  <a:pt x="4799" y="3435"/>
                </a:cubicBezTo>
                <a:cubicBezTo>
                  <a:pt x="4799" y="3644"/>
                  <a:pt x="4690" y="3823"/>
                  <a:pt x="4530" y="3942"/>
                </a:cubicBezTo>
                <a:lnTo>
                  <a:pt x="4530" y="3594"/>
                </a:lnTo>
                <a:cubicBezTo>
                  <a:pt x="4530" y="3405"/>
                  <a:pt x="4371" y="3256"/>
                  <a:pt x="4192" y="3256"/>
                </a:cubicBezTo>
                <a:cubicBezTo>
                  <a:pt x="4002" y="3256"/>
                  <a:pt x="3853" y="3405"/>
                  <a:pt x="3853" y="3594"/>
                </a:cubicBezTo>
                <a:lnTo>
                  <a:pt x="3853" y="3942"/>
                </a:lnTo>
                <a:cubicBezTo>
                  <a:pt x="3684" y="3823"/>
                  <a:pt x="3575" y="3644"/>
                  <a:pt x="3575" y="3435"/>
                </a:cubicBezTo>
                <a:cubicBezTo>
                  <a:pt x="3575" y="3176"/>
                  <a:pt x="3744" y="2947"/>
                  <a:pt x="3982" y="2858"/>
                </a:cubicBezTo>
                <a:cubicBezTo>
                  <a:pt x="4042" y="2838"/>
                  <a:pt x="4062" y="2788"/>
                  <a:pt x="4053" y="2738"/>
                </a:cubicBezTo>
                <a:cubicBezTo>
                  <a:pt x="4036" y="2688"/>
                  <a:pt x="3991" y="2666"/>
                  <a:pt x="3947" y="2666"/>
                </a:cubicBezTo>
                <a:cubicBezTo>
                  <a:pt x="3939" y="2666"/>
                  <a:pt x="3931" y="2667"/>
                  <a:pt x="3923" y="2668"/>
                </a:cubicBezTo>
                <a:cubicBezTo>
                  <a:pt x="3595" y="2788"/>
                  <a:pt x="3376" y="3086"/>
                  <a:pt x="3376" y="3435"/>
                </a:cubicBezTo>
                <a:cubicBezTo>
                  <a:pt x="3376" y="3754"/>
                  <a:pt x="3575" y="4042"/>
                  <a:pt x="3863" y="4172"/>
                </a:cubicBezTo>
                <a:cubicBezTo>
                  <a:pt x="3893" y="4281"/>
                  <a:pt x="3982" y="4371"/>
                  <a:pt x="4092" y="4400"/>
                </a:cubicBezTo>
                <a:lnTo>
                  <a:pt x="4092" y="5555"/>
                </a:lnTo>
                <a:cubicBezTo>
                  <a:pt x="4092" y="6132"/>
                  <a:pt x="3624" y="6590"/>
                  <a:pt x="3047" y="6590"/>
                </a:cubicBezTo>
                <a:cubicBezTo>
                  <a:pt x="2469" y="6590"/>
                  <a:pt x="2012" y="6132"/>
                  <a:pt x="2012" y="5555"/>
                </a:cubicBezTo>
                <a:lnTo>
                  <a:pt x="2012" y="4231"/>
                </a:lnTo>
                <a:cubicBezTo>
                  <a:pt x="2151" y="4192"/>
                  <a:pt x="2261" y="4052"/>
                  <a:pt x="2261" y="3902"/>
                </a:cubicBezTo>
                <a:lnTo>
                  <a:pt x="2261" y="3734"/>
                </a:lnTo>
                <a:cubicBezTo>
                  <a:pt x="2261" y="3714"/>
                  <a:pt x="2270" y="3694"/>
                  <a:pt x="2290" y="3694"/>
                </a:cubicBezTo>
                <a:lnTo>
                  <a:pt x="2420" y="3694"/>
                </a:lnTo>
                <a:cubicBezTo>
                  <a:pt x="2589" y="3694"/>
                  <a:pt x="2739" y="3574"/>
                  <a:pt x="2758" y="3405"/>
                </a:cubicBezTo>
                <a:lnTo>
                  <a:pt x="3654" y="2350"/>
                </a:lnTo>
                <a:cubicBezTo>
                  <a:pt x="3774" y="2201"/>
                  <a:pt x="3834" y="2022"/>
                  <a:pt x="3834" y="1832"/>
                </a:cubicBezTo>
                <a:lnTo>
                  <a:pt x="3834" y="896"/>
                </a:lnTo>
                <a:cubicBezTo>
                  <a:pt x="3834" y="548"/>
                  <a:pt x="3555" y="270"/>
                  <a:pt x="3206" y="270"/>
                </a:cubicBezTo>
                <a:lnTo>
                  <a:pt x="3067" y="270"/>
                </a:lnTo>
                <a:lnTo>
                  <a:pt x="3067" y="239"/>
                </a:lnTo>
                <a:cubicBezTo>
                  <a:pt x="3067" y="110"/>
                  <a:pt x="2958" y="0"/>
                  <a:pt x="2828" y="0"/>
                </a:cubicBezTo>
                <a:lnTo>
                  <a:pt x="2529" y="0"/>
                </a:lnTo>
                <a:cubicBezTo>
                  <a:pt x="2400" y="0"/>
                  <a:pt x="2290" y="110"/>
                  <a:pt x="2290" y="239"/>
                </a:cubicBezTo>
                <a:lnTo>
                  <a:pt x="2290" y="498"/>
                </a:lnTo>
                <a:cubicBezTo>
                  <a:pt x="2290" y="628"/>
                  <a:pt x="2400" y="737"/>
                  <a:pt x="2529" y="737"/>
                </a:cubicBezTo>
                <a:lnTo>
                  <a:pt x="2828" y="737"/>
                </a:lnTo>
                <a:cubicBezTo>
                  <a:pt x="2958" y="737"/>
                  <a:pt x="3067" y="628"/>
                  <a:pt x="3067" y="498"/>
                </a:cubicBezTo>
                <a:lnTo>
                  <a:pt x="3067" y="469"/>
                </a:lnTo>
                <a:lnTo>
                  <a:pt x="3206" y="469"/>
                </a:lnTo>
                <a:cubicBezTo>
                  <a:pt x="3445" y="469"/>
                  <a:pt x="3634" y="657"/>
                  <a:pt x="3634" y="896"/>
                </a:cubicBezTo>
                <a:lnTo>
                  <a:pt x="3634" y="1832"/>
                </a:lnTo>
                <a:cubicBezTo>
                  <a:pt x="3634" y="1971"/>
                  <a:pt x="3584" y="2111"/>
                  <a:pt x="3495" y="2221"/>
                </a:cubicBezTo>
                <a:lnTo>
                  <a:pt x="2708" y="3166"/>
                </a:lnTo>
                <a:cubicBezTo>
                  <a:pt x="2639" y="3066"/>
                  <a:pt x="2540" y="3017"/>
                  <a:pt x="2430" y="3017"/>
                </a:cubicBezTo>
                <a:lnTo>
                  <a:pt x="2141" y="3017"/>
                </a:lnTo>
                <a:cubicBezTo>
                  <a:pt x="2082" y="3017"/>
                  <a:pt x="2042" y="3057"/>
                  <a:pt x="2042" y="3116"/>
                </a:cubicBezTo>
                <a:cubicBezTo>
                  <a:pt x="2042" y="3166"/>
                  <a:pt x="2082" y="3216"/>
                  <a:pt x="2141" y="3216"/>
                </a:cubicBezTo>
                <a:lnTo>
                  <a:pt x="2430" y="3216"/>
                </a:lnTo>
                <a:cubicBezTo>
                  <a:pt x="2509" y="3216"/>
                  <a:pt x="2569" y="3285"/>
                  <a:pt x="2569" y="3365"/>
                </a:cubicBezTo>
                <a:cubicBezTo>
                  <a:pt x="2559" y="3435"/>
                  <a:pt x="2500" y="3495"/>
                  <a:pt x="2420" y="3495"/>
                </a:cubicBezTo>
                <a:lnTo>
                  <a:pt x="2290" y="3495"/>
                </a:lnTo>
                <a:cubicBezTo>
                  <a:pt x="2161" y="3495"/>
                  <a:pt x="2062" y="3604"/>
                  <a:pt x="2062" y="3734"/>
                </a:cubicBezTo>
                <a:lnTo>
                  <a:pt x="2062" y="3902"/>
                </a:lnTo>
                <a:cubicBezTo>
                  <a:pt x="2062" y="3982"/>
                  <a:pt x="1992" y="4042"/>
                  <a:pt x="1912" y="4042"/>
                </a:cubicBezTo>
                <a:cubicBezTo>
                  <a:pt x="1843" y="4042"/>
                  <a:pt x="1783" y="3973"/>
                  <a:pt x="1783" y="3893"/>
                </a:cubicBezTo>
                <a:lnTo>
                  <a:pt x="1783" y="3734"/>
                </a:lnTo>
                <a:cubicBezTo>
                  <a:pt x="1783" y="3604"/>
                  <a:pt x="1673" y="3495"/>
                  <a:pt x="1544" y="3495"/>
                </a:cubicBezTo>
                <a:lnTo>
                  <a:pt x="1414" y="3495"/>
                </a:lnTo>
                <a:cubicBezTo>
                  <a:pt x="1335" y="3495"/>
                  <a:pt x="1265" y="3425"/>
                  <a:pt x="1275" y="3345"/>
                </a:cubicBezTo>
                <a:cubicBezTo>
                  <a:pt x="1275" y="3276"/>
                  <a:pt x="1345" y="3216"/>
                  <a:pt x="1425" y="3216"/>
                </a:cubicBezTo>
                <a:lnTo>
                  <a:pt x="1673" y="3216"/>
                </a:lnTo>
                <a:cubicBezTo>
                  <a:pt x="1733" y="3216"/>
                  <a:pt x="1773" y="3166"/>
                  <a:pt x="1773" y="3116"/>
                </a:cubicBezTo>
                <a:cubicBezTo>
                  <a:pt x="1773" y="3057"/>
                  <a:pt x="1733" y="3017"/>
                  <a:pt x="1673" y="3017"/>
                </a:cubicBezTo>
                <a:lnTo>
                  <a:pt x="1425" y="3017"/>
                </a:lnTo>
                <a:cubicBezTo>
                  <a:pt x="1305" y="3017"/>
                  <a:pt x="1195" y="3077"/>
                  <a:pt x="1136" y="3166"/>
                </a:cubicBezTo>
                <a:lnTo>
                  <a:pt x="339" y="2221"/>
                </a:lnTo>
                <a:cubicBezTo>
                  <a:pt x="250" y="2111"/>
                  <a:pt x="200" y="1971"/>
                  <a:pt x="200" y="1832"/>
                </a:cubicBezTo>
                <a:lnTo>
                  <a:pt x="200" y="896"/>
                </a:lnTo>
                <a:cubicBezTo>
                  <a:pt x="200" y="657"/>
                  <a:pt x="389" y="469"/>
                  <a:pt x="628" y="469"/>
                </a:cubicBezTo>
                <a:lnTo>
                  <a:pt x="768" y="469"/>
                </a:lnTo>
                <a:lnTo>
                  <a:pt x="768" y="498"/>
                </a:lnTo>
                <a:cubicBezTo>
                  <a:pt x="768" y="628"/>
                  <a:pt x="877" y="737"/>
                  <a:pt x="1007" y="737"/>
                </a:cubicBezTo>
                <a:lnTo>
                  <a:pt x="1305" y="737"/>
                </a:lnTo>
                <a:cubicBezTo>
                  <a:pt x="1434" y="737"/>
                  <a:pt x="1544" y="628"/>
                  <a:pt x="1544" y="498"/>
                </a:cubicBezTo>
                <a:lnTo>
                  <a:pt x="1544" y="239"/>
                </a:lnTo>
                <a:cubicBezTo>
                  <a:pt x="1544" y="110"/>
                  <a:pt x="1434" y="0"/>
                  <a:pt x="1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0"/>
          <p:cNvSpPr/>
          <p:nvPr/>
        </p:nvSpPr>
        <p:spPr>
          <a:xfrm>
            <a:off x="1380531" y="2667379"/>
            <a:ext cx="474434" cy="429356"/>
          </a:xfrm>
          <a:custGeom>
            <a:avLst/>
            <a:gdLst/>
            <a:ahLst/>
            <a:cxnLst/>
            <a:rect l="l" t="t" r="r" b="b"/>
            <a:pathLst>
              <a:path w="6799" h="6153" extrusionOk="0">
                <a:moveTo>
                  <a:pt x="4032" y="1335"/>
                </a:moveTo>
                <a:cubicBezTo>
                  <a:pt x="4301" y="1534"/>
                  <a:pt x="4460" y="1833"/>
                  <a:pt x="4460" y="2161"/>
                </a:cubicBezTo>
                <a:cubicBezTo>
                  <a:pt x="4480" y="2748"/>
                  <a:pt x="3992" y="3246"/>
                  <a:pt x="3414" y="3246"/>
                </a:cubicBezTo>
                <a:cubicBezTo>
                  <a:pt x="3408" y="3246"/>
                  <a:pt x="3402" y="3246"/>
                  <a:pt x="3395" y="3246"/>
                </a:cubicBezTo>
                <a:cubicBezTo>
                  <a:pt x="2798" y="3246"/>
                  <a:pt x="2330" y="2762"/>
                  <a:pt x="2330" y="2181"/>
                </a:cubicBezTo>
                <a:cubicBezTo>
                  <a:pt x="2330" y="1843"/>
                  <a:pt x="2489" y="1534"/>
                  <a:pt x="2768" y="1335"/>
                </a:cubicBezTo>
                <a:lnTo>
                  <a:pt x="2768" y="2290"/>
                </a:lnTo>
                <a:cubicBezTo>
                  <a:pt x="2768" y="2370"/>
                  <a:pt x="2808" y="2440"/>
                  <a:pt x="2877" y="2470"/>
                </a:cubicBezTo>
                <a:lnTo>
                  <a:pt x="3295" y="2719"/>
                </a:lnTo>
                <a:cubicBezTo>
                  <a:pt x="3325" y="2739"/>
                  <a:pt x="3365" y="2748"/>
                  <a:pt x="3394" y="2748"/>
                </a:cubicBezTo>
                <a:cubicBezTo>
                  <a:pt x="3434" y="2748"/>
                  <a:pt x="3474" y="2739"/>
                  <a:pt x="3504" y="2719"/>
                </a:cubicBezTo>
                <a:lnTo>
                  <a:pt x="3922" y="2470"/>
                </a:lnTo>
                <a:cubicBezTo>
                  <a:pt x="3992" y="2440"/>
                  <a:pt x="4032" y="2370"/>
                  <a:pt x="4032" y="2290"/>
                </a:cubicBezTo>
                <a:lnTo>
                  <a:pt x="4032" y="1335"/>
                </a:lnTo>
                <a:close/>
                <a:moveTo>
                  <a:pt x="2678" y="200"/>
                </a:moveTo>
                <a:cubicBezTo>
                  <a:pt x="3016" y="200"/>
                  <a:pt x="3305" y="479"/>
                  <a:pt x="3305" y="828"/>
                </a:cubicBezTo>
                <a:lnTo>
                  <a:pt x="3295" y="2489"/>
                </a:lnTo>
                <a:lnTo>
                  <a:pt x="2976" y="2301"/>
                </a:lnTo>
                <a:cubicBezTo>
                  <a:pt x="2967" y="2301"/>
                  <a:pt x="2967" y="2301"/>
                  <a:pt x="2967" y="2290"/>
                </a:cubicBezTo>
                <a:lnTo>
                  <a:pt x="2967" y="1335"/>
                </a:lnTo>
                <a:cubicBezTo>
                  <a:pt x="2967" y="1255"/>
                  <a:pt x="2927" y="1186"/>
                  <a:pt x="2857" y="1156"/>
                </a:cubicBezTo>
                <a:cubicBezTo>
                  <a:pt x="2827" y="1138"/>
                  <a:pt x="2795" y="1130"/>
                  <a:pt x="2763" y="1130"/>
                </a:cubicBezTo>
                <a:cubicBezTo>
                  <a:pt x="2722" y="1130"/>
                  <a:pt x="2682" y="1144"/>
                  <a:pt x="2648" y="1166"/>
                </a:cubicBezTo>
                <a:cubicBezTo>
                  <a:pt x="2330" y="1405"/>
                  <a:pt x="2131" y="1783"/>
                  <a:pt x="2131" y="2181"/>
                </a:cubicBezTo>
                <a:cubicBezTo>
                  <a:pt x="2131" y="2579"/>
                  <a:pt x="2319" y="2958"/>
                  <a:pt x="2648" y="3197"/>
                </a:cubicBezTo>
                <a:lnTo>
                  <a:pt x="2638" y="5944"/>
                </a:lnTo>
                <a:lnTo>
                  <a:pt x="2638" y="5954"/>
                </a:lnTo>
                <a:cubicBezTo>
                  <a:pt x="2359" y="5944"/>
                  <a:pt x="2120" y="5735"/>
                  <a:pt x="2061" y="5466"/>
                </a:cubicBezTo>
                <a:cubicBezTo>
                  <a:pt x="2051" y="5436"/>
                  <a:pt x="2041" y="5267"/>
                  <a:pt x="2111" y="5108"/>
                </a:cubicBezTo>
                <a:cubicBezTo>
                  <a:pt x="2140" y="5058"/>
                  <a:pt x="2120" y="4998"/>
                  <a:pt x="2071" y="4978"/>
                </a:cubicBezTo>
                <a:cubicBezTo>
                  <a:pt x="2055" y="4969"/>
                  <a:pt x="2038" y="4964"/>
                  <a:pt x="2021" y="4964"/>
                </a:cubicBezTo>
                <a:cubicBezTo>
                  <a:pt x="1986" y="4964"/>
                  <a:pt x="1952" y="4984"/>
                  <a:pt x="1932" y="5018"/>
                </a:cubicBezTo>
                <a:cubicBezTo>
                  <a:pt x="1872" y="5157"/>
                  <a:pt x="1852" y="5297"/>
                  <a:pt x="1852" y="5387"/>
                </a:cubicBezTo>
                <a:cubicBezTo>
                  <a:pt x="1847" y="5387"/>
                  <a:pt x="1842" y="5387"/>
                  <a:pt x="1837" y="5387"/>
                </a:cubicBezTo>
                <a:cubicBezTo>
                  <a:pt x="1267" y="5387"/>
                  <a:pt x="827" y="4854"/>
                  <a:pt x="946" y="4292"/>
                </a:cubicBezTo>
                <a:lnTo>
                  <a:pt x="946" y="4292"/>
                </a:lnTo>
                <a:cubicBezTo>
                  <a:pt x="1090" y="4331"/>
                  <a:pt x="1234" y="4344"/>
                  <a:pt x="1347" y="4344"/>
                </a:cubicBezTo>
                <a:cubicBezTo>
                  <a:pt x="1460" y="4344"/>
                  <a:pt x="1543" y="4331"/>
                  <a:pt x="1563" y="4321"/>
                </a:cubicBezTo>
                <a:cubicBezTo>
                  <a:pt x="1663" y="4431"/>
                  <a:pt x="1812" y="4511"/>
                  <a:pt x="1912" y="4530"/>
                </a:cubicBezTo>
                <a:cubicBezTo>
                  <a:pt x="1918" y="4532"/>
                  <a:pt x="1924" y="4532"/>
                  <a:pt x="1931" y="4532"/>
                </a:cubicBezTo>
                <a:cubicBezTo>
                  <a:pt x="1975" y="4532"/>
                  <a:pt x="2022" y="4503"/>
                  <a:pt x="2031" y="4451"/>
                </a:cubicBezTo>
                <a:cubicBezTo>
                  <a:pt x="2041" y="4401"/>
                  <a:pt x="2001" y="4341"/>
                  <a:pt x="1952" y="4331"/>
                </a:cubicBezTo>
                <a:cubicBezTo>
                  <a:pt x="1952" y="4331"/>
                  <a:pt x="1862" y="4311"/>
                  <a:pt x="1772" y="4241"/>
                </a:cubicBezTo>
                <a:cubicBezTo>
                  <a:pt x="1653" y="4142"/>
                  <a:pt x="1593" y="3993"/>
                  <a:pt x="1593" y="3803"/>
                </a:cubicBezTo>
                <a:cubicBezTo>
                  <a:pt x="1603" y="3754"/>
                  <a:pt x="1553" y="3704"/>
                  <a:pt x="1503" y="3704"/>
                </a:cubicBezTo>
                <a:cubicBezTo>
                  <a:pt x="1444" y="3704"/>
                  <a:pt x="1404" y="3744"/>
                  <a:pt x="1394" y="3803"/>
                </a:cubicBezTo>
                <a:cubicBezTo>
                  <a:pt x="1394" y="3943"/>
                  <a:pt x="1414" y="4053"/>
                  <a:pt x="1454" y="4142"/>
                </a:cubicBezTo>
                <a:cubicBezTo>
                  <a:pt x="1415" y="4145"/>
                  <a:pt x="1375" y="4147"/>
                  <a:pt x="1337" y="4147"/>
                </a:cubicBezTo>
                <a:cubicBezTo>
                  <a:pt x="728" y="4147"/>
                  <a:pt x="200" y="3714"/>
                  <a:pt x="200" y="3077"/>
                </a:cubicBezTo>
                <a:cubicBezTo>
                  <a:pt x="200" y="2449"/>
                  <a:pt x="729" y="2006"/>
                  <a:pt x="1339" y="2006"/>
                </a:cubicBezTo>
                <a:cubicBezTo>
                  <a:pt x="1377" y="2006"/>
                  <a:pt x="1415" y="2008"/>
                  <a:pt x="1454" y="2012"/>
                </a:cubicBezTo>
                <a:cubicBezTo>
                  <a:pt x="1414" y="2102"/>
                  <a:pt x="1394" y="2211"/>
                  <a:pt x="1404" y="2350"/>
                </a:cubicBezTo>
                <a:cubicBezTo>
                  <a:pt x="1404" y="2400"/>
                  <a:pt x="1444" y="2450"/>
                  <a:pt x="1503" y="2450"/>
                </a:cubicBezTo>
                <a:cubicBezTo>
                  <a:pt x="1553" y="2450"/>
                  <a:pt x="1603" y="2400"/>
                  <a:pt x="1603" y="2341"/>
                </a:cubicBezTo>
                <a:cubicBezTo>
                  <a:pt x="1583" y="1903"/>
                  <a:pt x="1941" y="1823"/>
                  <a:pt x="1952" y="1823"/>
                </a:cubicBezTo>
                <a:cubicBezTo>
                  <a:pt x="2011" y="1803"/>
                  <a:pt x="2041" y="1753"/>
                  <a:pt x="2031" y="1704"/>
                </a:cubicBezTo>
                <a:cubicBezTo>
                  <a:pt x="2022" y="1652"/>
                  <a:pt x="1984" y="1622"/>
                  <a:pt x="1934" y="1622"/>
                </a:cubicBezTo>
                <a:cubicBezTo>
                  <a:pt x="1927" y="1622"/>
                  <a:pt x="1920" y="1623"/>
                  <a:pt x="1912" y="1624"/>
                </a:cubicBezTo>
                <a:cubicBezTo>
                  <a:pt x="1812" y="1644"/>
                  <a:pt x="1673" y="1713"/>
                  <a:pt x="1573" y="1833"/>
                </a:cubicBezTo>
                <a:cubicBezTo>
                  <a:pt x="1548" y="1818"/>
                  <a:pt x="1464" y="1803"/>
                  <a:pt x="1349" y="1803"/>
                </a:cubicBezTo>
                <a:cubicBezTo>
                  <a:pt x="1235" y="1803"/>
                  <a:pt x="1090" y="1818"/>
                  <a:pt x="946" y="1863"/>
                </a:cubicBezTo>
                <a:cubicBezTo>
                  <a:pt x="838" y="1291"/>
                  <a:pt x="1266" y="768"/>
                  <a:pt x="1845" y="768"/>
                </a:cubicBezTo>
                <a:cubicBezTo>
                  <a:pt x="1850" y="768"/>
                  <a:pt x="1856" y="768"/>
                  <a:pt x="1862" y="768"/>
                </a:cubicBezTo>
                <a:cubicBezTo>
                  <a:pt x="1862" y="857"/>
                  <a:pt x="1872" y="996"/>
                  <a:pt x="1941" y="1136"/>
                </a:cubicBezTo>
                <a:cubicBezTo>
                  <a:pt x="1955" y="1170"/>
                  <a:pt x="1986" y="1190"/>
                  <a:pt x="2021" y="1190"/>
                </a:cubicBezTo>
                <a:cubicBezTo>
                  <a:pt x="2038" y="1190"/>
                  <a:pt x="2055" y="1185"/>
                  <a:pt x="2071" y="1176"/>
                </a:cubicBezTo>
                <a:cubicBezTo>
                  <a:pt x="2120" y="1156"/>
                  <a:pt x="2140" y="1096"/>
                  <a:pt x="2120" y="1047"/>
                </a:cubicBezTo>
                <a:cubicBezTo>
                  <a:pt x="2041" y="887"/>
                  <a:pt x="2061" y="718"/>
                  <a:pt x="2061" y="688"/>
                </a:cubicBezTo>
                <a:cubicBezTo>
                  <a:pt x="2120" y="409"/>
                  <a:pt x="2379" y="200"/>
                  <a:pt x="2678" y="200"/>
                </a:cubicBezTo>
                <a:close/>
                <a:moveTo>
                  <a:pt x="3952" y="3316"/>
                </a:moveTo>
                <a:lnTo>
                  <a:pt x="3952" y="5944"/>
                </a:lnTo>
                <a:lnTo>
                  <a:pt x="3952" y="5954"/>
                </a:lnTo>
                <a:lnTo>
                  <a:pt x="3723" y="5954"/>
                </a:lnTo>
                <a:lnTo>
                  <a:pt x="3723" y="5297"/>
                </a:lnTo>
                <a:cubicBezTo>
                  <a:pt x="3723" y="5247"/>
                  <a:pt x="3684" y="5197"/>
                  <a:pt x="3624" y="5197"/>
                </a:cubicBezTo>
                <a:cubicBezTo>
                  <a:pt x="3564" y="5197"/>
                  <a:pt x="3524" y="5247"/>
                  <a:pt x="3524" y="5297"/>
                </a:cubicBezTo>
                <a:lnTo>
                  <a:pt x="3524" y="5954"/>
                </a:lnTo>
                <a:lnTo>
                  <a:pt x="3265" y="5954"/>
                </a:lnTo>
                <a:lnTo>
                  <a:pt x="3265" y="4341"/>
                </a:lnTo>
                <a:lnTo>
                  <a:pt x="3524" y="4341"/>
                </a:lnTo>
                <a:lnTo>
                  <a:pt x="3524" y="4839"/>
                </a:lnTo>
                <a:cubicBezTo>
                  <a:pt x="3524" y="4889"/>
                  <a:pt x="3574" y="4938"/>
                  <a:pt x="3624" y="4938"/>
                </a:cubicBezTo>
                <a:cubicBezTo>
                  <a:pt x="3684" y="4938"/>
                  <a:pt x="3723" y="4889"/>
                  <a:pt x="3723" y="4839"/>
                </a:cubicBezTo>
                <a:lnTo>
                  <a:pt x="3723" y="4281"/>
                </a:lnTo>
                <a:cubicBezTo>
                  <a:pt x="3723" y="4202"/>
                  <a:pt x="3664" y="4142"/>
                  <a:pt x="3584" y="4142"/>
                </a:cubicBezTo>
                <a:lnTo>
                  <a:pt x="3206" y="4142"/>
                </a:lnTo>
                <a:cubicBezTo>
                  <a:pt x="3126" y="4142"/>
                  <a:pt x="3066" y="4202"/>
                  <a:pt x="3066" y="4281"/>
                </a:cubicBezTo>
                <a:lnTo>
                  <a:pt x="3066" y="5954"/>
                </a:lnTo>
                <a:lnTo>
                  <a:pt x="2837" y="5954"/>
                </a:lnTo>
                <a:lnTo>
                  <a:pt x="2837" y="5944"/>
                </a:lnTo>
                <a:lnTo>
                  <a:pt x="2847" y="3326"/>
                </a:lnTo>
                <a:cubicBezTo>
                  <a:pt x="3001" y="3398"/>
                  <a:pt x="3181" y="3446"/>
                  <a:pt x="3362" y="3446"/>
                </a:cubicBezTo>
                <a:cubicBezTo>
                  <a:pt x="3380" y="3446"/>
                  <a:pt x="3397" y="3446"/>
                  <a:pt x="3414" y="3445"/>
                </a:cubicBezTo>
                <a:cubicBezTo>
                  <a:pt x="3594" y="3445"/>
                  <a:pt x="3783" y="3405"/>
                  <a:pt x="3952" y="3316"/>
                </a:cubicBezTo>
                <a:close/>
                <a:moveTo>
                  <a:pt x="2678" y="1"/>
                </a:moveTo>
                <a:cubicBezTo>
                  <a:pt x="2319" y="1"/>
                  <a:pt x="2001" y="230"/>
                  <a:pt x="1892" y="569"/>
                </a:cubicBezTo>
                <a:cubicBezTo>
                  <a:pt x="1876" y="568"/>
                  <a:pt x="1860" y="568"/>
                  <a:pt x="1844" y="568"/>
                </a:cubicBezTo>
                <a:cubicBezTo>
                  <a:pt x="1131" y="568"/>
                  <a:pt x="601" y="1231"/>
                  <a:pt x="757" y="1923"/>
                </a:cubicBezTo>
                <a:cubicBezTo>
                  <a:pt x="299" y="2122"/>
                  <a:pt x="1" y="2569"/>
                  <a:pt x="1" y="3077"/>
                </a:cubicBezTo>
                <a:cubicBezTo>
                  <a:pt x="1" y="3575"/>
                  <a:pt x="299" y="4022"/>
                  <a:pt x="757" y="4221"/>
                </a:cubicBezTo>
                <a:cubicBezTo>
                  <a:pt x="591" y="4923"/>
                  <a:pt x="1122" y="5587"/>
                  <a:pt x="1835" y="5587"/>
                </a:cubicBezTo>
                <a:cubicBezTo>
                  <a:pt x="1851" y="5587"/>
                  <a:pt x="1866" y="5586"/>
                  <a:pt x="1881" y="5586"/>
                </a:cubicBezTo>
                <a:cubicBezTo>
                  <a:pt x="1991" y="5924"/>
                  <a:pt x="2310" y="6153"/>
                  <a:pt x="2668" y="6153"/>
                </a:cubicBezTo>
                <a:cubicBezTo>
                  <a:pt x="2708" y="6153"/>
                  <a:pt x="2748" y="6153"/>
                  <a:pt x="2788" y="6143"/>
                </a:cubicBezTo>
                <a:cubicBezTo>
                  <a:pt x="2808" y="6153"/>
                  <a:pt x="2828" y="6153"/>
                  <a:pt x="2847" y="6153"/>
                </a:cubicBezTo>
                <a:lnTo>
                  <a:pt x="3942" y="6153"/>
                </a:lnTo>
                <a:cubicBezTo>
                  <a:pt x="3962" y="6153"/>
                  <a:pt x="3982" y="6153"/>
                  <a:pt x="4002" y="6143"/>
                </a:cubicBezTo>
                <a:cubicBezTo>
                  <a:pt x="4042" y="6153"/>
                  <a:pt x="4082" y="6153"/>
                  <a:pt x="4122" y="6153"/>
                </a:cubicBezTo>
                <a:cubicBezTo>
                  <a:pt x="4480" y="6153"/>
                  <a:pt x="4798" y="5924"/>
                  <a:pt x="4907" y="5586"/>
                </a:cubicBezTo>
                <a:cubicBezTo>
                  <a:pt x="4923" y="5586"/>
                  <a:pt x="4938" y="5587"/>
                  <a:pt x="4954" y="5587"/>
                </a:cubicBezTo>
                <a:cubicBezTo>
                  <a:pt x="5667" y="5587"/>
                  <a:pt x="6198" y="4923"/>
                  <a:pt x="6042" y="4232"/>
                </a:cubicBezTo>
                <a:cubicBezTo>
                  <a:pt x="6491" y="4033"/>
                  <a:pt x="6799" y="3584"/>
                  <a:pt x="6799" y="3077"/>
                </a:cubicBezTo>
                <a:cubicBezTo>
                  <a:pt x="6799" y="2579"/>
                  <a:pt x="6500" y="2131"/>
                  <a:pt x="6042" y="1932"/>
                </a:cubicBezTo>
                <a:cubicBezTo>
                  <a:pt x="6198" y="1241"/>
                  <a:pt x="5668" y="568"/>
                  <a:pt x="4954" y="568"/>
                </a:cubicBezTo>
                <a:cubicBezTo>
                  <a:pt x="4939" y="568"/>
                  <a:pt x="4923" y="568"/>
                  <a:pt x="4907" y="569"/>
                </a:cubicBezTo>
                <a:cubicBezTo>
                  <a:pt x="4828" y="310"/>
                  <a:pt x="4619" y="101"/>
                  <a:pt x="4341" y="31"/>
                </a:cubicBezTo>
                <a:cubicBezTo>
                  <a:pt x="4334" y="30"/>
                  <a:pt x="4327" y="29"/>
                  <a:pt x="4321" y="29"/>
                </a:cubicBezTo>
                <a:cubicBezTo>
                  <a:pt x="4278" y="29"/>
                  <a:pt x="4238" y="58"/>
                  <a:pt x="4221" y="101"/>
                </a:cubicBezTo>
                <a:cubicBezTo>
                  <a:pt x="4211" y="151"/>
                  <a:pt x="4241" y="210"/>
                  <a:pt x="4290" y="220"/>
                </a:cubicBezTo>
                <a:cubicBezTo>
                  <a:pt x="4520" y="280"/>
                  <a:pt x="4689" y="469"/>
                  <a:pt x="4739" y="698"/>
                </a:cubicBezTo>
                <a:cubicBezTo>
                  <a:pt x="4739" y="718"/>
                  <a:pt x="4759" y="887"/>
                  <a:pt x="4679" y="1047"/>
                </a:cubicBezTo>
                <a:cubicBezTo>
                  <a:pt x="4659" y="1096"/>
                  <a:pt x="4679" y="1156"/>
                  <a:pt x="4728" y="1186"/>
                </a:cubicBezTo>
                <a:cubicBezTo>
                  <a:pt x="4741" y="1191"/>
                  <a:pt x="4755" y="1194"/>
                  <a:pt x="4768" y="1194"/>
                </a:cubicBezTo>
                <a:cubicBezTo>
                  <a:pt x="4807" y="1194"/>
                  <a:pt x="4843" y="1173"/>
                  <a:pt x="4858" y="1136"/>
                </a:cubicBezTo>
                <a:cubicBezTo>
                  <a:pt x="4927" y="996"/>
                  <a:pt x="4938" y="857"/>
                  <a:pt x="4938" y="768"/>
                </a:cubicBezTo>
                <a:cubicBezTo>
                  <a:pt x="4943" y="768"/>
                  <a:pt x="4949" y="768"/>
                  <a:pt x="4954" y="768"/>
                </a:cubicBezTo>
                <a:cubicBezTo>
                  <a:pt x="5533" y="768"/>
                  <a:pt x="5962" y="1300"/>
                  <a:pt x="5854" y="1863"/>
                </a:cubicBezTo>
                <a:cubicBezTo>
                  <a:pt x="5707" y="1821"/>
                  <a:pt x="5556" y="1807"/>
                  <a:pt x="5437" y="1807"/>
                </a:cubicBezTo>
                <a:cubicBezTo>
                  <a:pt x="5330" y="1807"/>
                  <a:pt x="5250" y="1819"/>
                  <a:pt x="5226" y="1833"/>
                </a:cubicBezTo>
                <a:cubicBezTo>
                  <a:pt x="5126" y="1723"/>
                  <a:pt x="4987" y="1644"/>
                  <a:pt x="4888" y="1624"/>
                </a:cubicBezTo>
                <a:cubicBezTo>
                  <a:pt x="4881" y="1623"/>
                  <a:pt x="4875" y="1622"/>
                  <a:pt x="4869" y="1622"/>
                </a:cubicBezTo>
                <a:cubicBezTo>
                  <a:pt x="4818" y="1622"/>
                  <a:pt x="4777" y="1659"/>
                  <a:pt x="4768" y="1704"/>
                </a:cubicBezTo>
                <a:cubicBezTo>
                  <a:pt x="4759" y="1753"/>
                  <a:pt x="4788" y="1813"/>
                  <a:pt x="4848" y="1823"/>
                </a:cubicBezTo>
                <a:cubicBezTo>
                  <a:pt x="4848" y="1823"/>
                  <a:pt x="4938" y="1843"/>
                  <a:pt x="5027" y="1912"/>
                </a:cubicBezTo>
                <a:cubicBezTo>
                  <a:pt x="5146" y="2012"/>
                  <a:pt x="5206" y="2161"/>
                  <a:pt x="5197" y="2350"/>
                </a:cubicBezTo>
                <a:cubicBezTo>
                  <a:pt x="5197" y="2400"/>
                  <a:pt x="5246" y="2450"/>
                  <a:pt x="5296" y="2450"/>
                </a:cubicBezTo>
                <a:cubicBezTo>
                  <a:pt x="5356" y="2450"/>
                  <a:pt x="5396" y="2410"/>
                  <a:pt x="5396" y="2360"/>
                </a:cubicBezTo>
                <a:cubicBezTo>
                  <a:pt x="5405" y="2221"/>
                  <a:pt x="5376" y="2102"/>
                  <a:pt x="5345" y="2012"/>
                </a:cubicBezTo>
                <a:cubicBezTo>
                  <a:pt x="5384" y="2008"/>
                  <a:pt x="5422" y="2007"/>
                  <a:pt x="5459" y="2007"/>
                </a:cubicBezTo>
                <a:cubicBezTo>
                  <a:pt x="6094" y="2007"/>
                  <a:pt x="6600" y="2476"/>
                  <a:pt x="6600" y="3077"/>
                </a:cubicBezTo>
                <a:cubicBezTo>
                  <a:pt x="6600" y="3711"/>
                  <a:pt x="6060" y="4156"/>
                  <a:pt x="5434" y="4156"/>
                </a:cubicBezTo>
                <a:cubicBezTo>
                  <a:pt x="5402" y="4156"/>
                  <a:pt x="5369" y="4155"/>
                  <a:pt x="5336" y="4152"/>
                </a:cubicBezTo>
                <a:cubicBezTo>
                  <a:pt x="5376" y="4053"/>
                  <a:pt x="5405" y="3943"/>
                  <a:pt x="5396" y="3803"/>
                </a:cubicBezTo>
                <a:cubicBezTo>
                  <a:pt x="5396" y="3754"/>
                  <a:pt x="5345" y="3704"/>
                  <a:pt x="5296" y="3704"/>
                </a:cubicBezTo>
                <a:cubicBezTo>
                  <a:pt x="5236" y="3714"/>
                  <a:pt x="5197" y="3754"/>
                  <a:pt x="5197" y="3814"/>
                </a:cubicBezTo>
                <a:cubicBezTo>
                  <a:pt x="5216" y="4252"/>
                  <a:pt x="4858" y="4331"/>
                  <a:pt x="4838" y="4341"/>
                </a:cubicBezTo>
                <a:cubicBezTo>
                  <a:pt x="4788" y="4351"/>
                  <a:pt x="4748" y="4401"/>
                  <a:pt x="4759" y="4451"/>
                </a:cubicBezTo>
                <a:cubicBezTo>
                  <a:pt x="4776" y="4503"/>
                  <a:pt x="4816" y="4532"/>
                  <a:pt x="4859" y="4532"/>
                </a:cubicBezTo>
                <a:cubicBezTo>
                  <a:pt x="4866" y="4532"/>
                  <a:pt x="4872" y="4532"/>
                  <a:pt x="4878" y="4530"/>
                </a:cubicBezTo>
                <a:cubicBezTo>
                  <a:pt x="4987" y="4511"/>
                  <a:pt x="5126" y="4440"/>
                  <a:pt x="5226" y="4331"/>
                </a:cubicBezTo>
                <a:cubicBezTo>
                  <a:pt x="5236" y="4331"/>
                  <a:pt x="5246" y="4341"/>
                  <a:pt x="5266" y="4341"/>
                </a:cubicBezTo>
                <a:cubicBezTo>
                  <a:pt x="5326" y="4347"/>
                  <a:pt x="5389" y="4351"/>
                  <a:pt x="5452" y="4351"/>
                </a:cubicBezTo>
                <a:cubicBezTo>
                  <a:pt x="5586" y="4351"/>
                  <a:pt x="5724" y="4335"/>
                  <a:pt x="5854" y="4301"/>
                </a:cubicBezTo>
                <a:lnTo>
                  <a:pt x="5854" y="4301"/>
                </a:lnTo>
                <a:cubicBezTo>
                  <a:pt x="5962" y="4864"/>
                  <a:pt x="5532" y="5387"/>
                  <a:pt x="4953" y="5387"/>
                </a:cubicBezTo>
                <a:cubicBezTo>
                  <a:pt x="4948" y="5387"/>
                  <a:pt x="4943" y="5387"/>
                  <a:pt x="4938" y="5387"/>
                </a:cubicBezTo>
                <a:cubicBezTo>
                  <a:pt x="4938" y="5297"/>
                  <a:pt x="4918" y="5157"/>
                  <a:pt x="4858" y="5028"/>
                </a:cubicBezTo>
                <a:cubicBezTo>
                  <a:pt x="4836" y="4991"/>
                  <a:pt x="4797" y="4970"/>
                  <a:pt x="4758" y="4970"/>
                </a:cubicBezTo>
                <a:cubicBezTo>
                  <a:pt x="4745" y="4970"/>
                  <a:pt x="4731" y="4973"/>
                  <a:pt x="4719" y="4978"/>
                </a:cubicBezTo>
                <a:cubicBezTo>
                  <a:pt x="4669" y="4998"/>
                  <a:pt x="4649" y="5058"/>
                  <a:pt x="4679" y="5108"/>
                </a:cubicBezTo>
                <a:cubicBezTo>
                  <a:pt x="4748" y="5267"/>
                  <a:pt x="4739" y="5436"/>
                  <a:pt x="4739" y="5466"/>
                </a:cubicBezTo>
                <a:cubicBezTo>
                  <a:pt x="4669" y="5745"/>
                  <a:pt x="4430" y="5944"/>
                  <a:pt x="4151" y="5954"/>
                </a:cubicBezTo>
                <a:lnTo>
                  <a:pt x="4151" y="5944"/>
                </a:lnTo>
                <a:lnTo>
                  <a:pt x="4151" y="3197"/>
                </a:lnTo>
                <a:cubicBezTo>
                  <a:pt x="4489" y="2947"/>
                  <a:pt x="4669" y="2560"/>
                  <a:pt x="4659" y="2161"/>
                </a:cubicBezTo>
                <a:cubicBezTo>
                  <a:pt x="4649" y="1763"/>
                  <a:pt x="4470" y="1405"/>
                  <a:pt x="4151" y="1176"/>
                </a:cubicBezTo>
                <a:cubicBezTo>
                  <a:pt x="4116" y="1147"/>
                  <a:pt x="4074" y="1131"/>
                  <a:pt x="4032" y="1131"/>
                </a:cubicBezTo>
                <a:cubicBezTo>
                  <a:pt x="4002" y="1131"/>
                  <a:pt x="3971" y="1139"/>
                  <a:pt x="3942" y="1156"/>
                </a:cubicBezTo>
                <a:cubicBezTo>
                  <a:pt x="3872" y="1186"/>
                  <a:pt x="3832" y="1255"/>
                  <a:pt x="3832" y="1335"/>
                </a:cubicBezTo>
                <a:lnTo>
                  <a:pt x="3832" y="2290"/>
                </a:lnTo>
                <a:cubicBezTo>
                  <a:pt x="3832" y="2301"/>
                  <a:pt x="3823" y="2301"/>
                  <a:pt x="3823" y="2301"/>
                </a:cubicBezTo>
                <a:lnTo>
                  <a:pt x="3494" y="2489"/>
                </a:lnTo>
                <a:lnTo>
                  <a:pt x="3504" y="828"/>
                </a:lnTo>
                <a:cubicBezTo>
                  <a:pt x="3504" y="569"/>
                  <a:pt x="3653" y="339"/>
                  <a:pt x="3892" y="250"/>
                </a:cubicBezTo>
                <a:cubicBezTo>
                  <a:pt x="3942" y="230"/>
                  <a:pt x="3962" y="171"/>
                  <a:pt x="3942" y="120"/>
                </a:cubicBezTo>
                <a:cubicBezTo>
                  <a:pt x="3927" y="82"/>
                  <a:pt x="3892" y="55"/>
                  <a:pt x="3849" y="55"/>
                </a:cubicBezTo>
                <a:cubicBezTo>
                  <a:pt x="3837" y="55"/>
                  <a:pt x="3825" y="56"/>
                  <a:pt x="3813" y="61"/>
                </a:cubicBezTo>
                <a:cubicBezTo>
                  <a:pt x="3633" y="140"/>
                  <a:pt x="3494" y="270"/>
                  <a:pt x="3405" y="439"/>
                </a:cubicBezTo>
                <a:cubicBezTo>
                  <a:pt x="3265" y="180"/>
                  <a:pt x="2987" y="1"/>
                  <a:pt x="2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 name="Google Shape;598;p50"/>
          <p:cNvGrpSpPr/>
          <p:nvPr/>
        </p:nvGrpSpPr>
        <p:grpSpPr>
          <a:xfrm>
            <a:off x="2040364" y="2645189"/>
            <a:ext cx="450849" cy="473806"/>
            <a:chOff x="2710114" y="2645189"/>
            <a:chExt cx="450849" cy="473806"/>
          </a:xfrm>
        </p:grpSpPr>
        <p:sp>
          <p:nvSpPr>
            <p:cNvPr id="599" name="Google Shape;599;p50"/>
            <p:cNvSpPr/>
            <p:nvPr/>
          </p:nvSpPr>
          <p:spPr>
            <a:xfrm>
              <a:off x="2912265" y="2971547"/>
              <a:ext cx="46613" cy="46753"/>
            </a:xfrm>
            <a:custGeom>
              <a:avLst/>
              <a:gdLst/>
              <a:ahLst/>
              <a:cxnLst/>
              <a:rect l="l" t="t" r="r" b="b"/>
              <a:pathLst>
                <a:path w="668" h="670" extrusionOk="0">
                  <a:moveTo>
                    <a:pt x="349" y="201"/>
                  </a:moveTo>
                  <a:cubicBezTo>
                    <a:pt x="418" y="211"/>
                    <a:pt x="468" y="271"/>
                    <a:pt x="468" y="331"/>
                  </a:cubicBezTo>
                  <a:cubicBezTo>
                    <a:pt x="468" y="410"/>
                    <a:pt x="409" y="470"/>
                    <a:pt x="338" y="470"/>
                  </a:cubicBezTo>
                  <a:cubicBezTo>
                    <a:pt x="259" y="470"/>
                    <a:pt x="199" y="410"/>
                    <a:pt x="199" y="331"/>
                  </a:cubicBezTo>
                  <a:cubicBezTo>
                    <a:pt x="199" y="300"/>
                    <a:pt x="219" y="261"/>
                    <a:pt x="249" y="241"/>
                  </a:cubicBezTo>
                  <a:cubicBezTo>
                    <a:pt x="269" y="211"/>
                    <a:pt x="299" y="201"/>
                    <a:pt x="338" y="201"/>
                  </a:cubicBezTo>
                  <a:close/>
                  <a:moveTo>
                    <a:pt x="333" y="0"/>
                  </a:moveTo>
                  <a:cubicBezTo>
                    <a:pt x="248" y="0"/>
                    <a:pt x="171" y="30"/>
                    <a:pt x="110" y="92"/>
                  </a:cubicBezTo>
                  <a:cubicBezTo>
                    <a:pt x="40" y="152"/>
                    <a:pt x="0" y="241"/>
                    <a:pt x="0" y="331"/>
                  </a:cubicBezTo>
                  <a:cubicBezTo>
                    <a:pt x="0" y="519"/>
                    <a:pt x="150" y="669"/>
                    <a:pt x="338" y="669"/>
                  </a:cubicBezTo>
                  <a:cubicBezTo>
                    <a:pt x="518" y="669"/>
                    <a:pt x="667" y="519"/>
                    <a:pt x="667" y="331"/>
                  </a:cubicBezTo>
                  <a:cubicBezTo>
                    <a:pt x="667" y="161"/>
                    <a:pt x="538" y="22"/>
                    <a:pt x="369" y="2"/>
                  </a:cubicBezTo>
                  <a:cubicBezTo>
                    <a:pt x="357" y="1"/>
                    <a:pt x="345"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0"/>
            <p:cNvSpPr/>
            <p:nvPr/>
          </p:nvSpPr>
          <p:spPr>
            <a:xfrm>
              <a:off x="2710114" y="2645189"/>
              <a:ext cx="450849" cy="473806"/>
            </a:xfrm>
            <a:custGeom>
              <a:avLst/>
              <a:gdLst/>
              <a:ahLst/>
              <a:cxnLst/>
              <a:rect l="l" t="t" r="r" b="b"/>
              <a:pathLst>
                <a:path w="6461" h="6790" extrusionOk="0">
                  <a:moveTo>
                    <a:pt x="5465" y="548"/>
                  </a:moveTo>
                  <a:cubicBezTo>
                    <a:pt x="5495" y="548"/>
                    <a:pt x="5525" y="568"/>
                    <a:pt x="5525" y="598"/>
                  </a:cubicBezTo>
                  <a:lnTo>
                    <a:pt x="5525" y="817"/>
                  </a:lnTo>
                  <a:lnTo>
                    <a:pt x="4639" y="817"/>
                  </a:lnTo>
                  <a:lnTo>
                    <a:pt x="4639" y="598"/>
                  </a:lnTo>
                  <a:cubicBezTo>
                    <a:pt x="4639" y="568"/>
                    <a:pt x="4669" y="548"/>
                    <a:pt x="4699" y="548"/>
                  </a:cubicBezTo>
                  <a:close/>
                  <a:moveTo>
                    <a:pt x="5525" y="1016"/>
                  </a:moveTo>
                  <a:lnTo>
                    <a:pt x="5525" y="1464"/>
                  </a:lnTo>
                  <a:lnTo>
                    <a:pt x="4868" y="1016"/>
                  </a:lnTo>
                  <a:close/>
                  <a:moveTo>
                    <a:pt x="3231" y="200"/>
                  </a:moveTo>
                  <a:cubicBezTo>
                    <a:pt x="3263" y="200"/>
                    <a:pt x="3296" y="210"/>
                    <a:pt x="3325" y="230"/>
                  </a:cubicBezTo>
                  <a:lnTo>
                    <a:pt x="6132" y="2111"/>
                  </a:lnTo>
                  <a:cubicBezTo>
                    <a:pt x="6212" y="2161"/>
                    <a:pt x="6232" y="2270"/>
                    <a:pt x="6182" y="2340"/>
                  </a:cubicBezTo>
                  <a:cubicBezTo>
                    <a:pt x="6151" y="2390"/>
                    <a:pt x="6095" y="2417"/>
                    <a:pt x="6041" y="2417"/>
                  </a:cubicBezTo>
                  <a:cubicBezTo>
                    <a:pt x="6010" y="2417"/>
                    <a:pt x="5979" y="2408"/>
                    <a:pt x="5953" y="2389"/>
                  </a:cubicBezTo>
                  <a:lnTo>
                    <a:pt x="3286" y="598"/>
                  </a:lnTo>
                  <a:cubicBezTo>
                    <a:pt x="3271" y="588"/>
                    <a:pt x="3251" y="583"/>
                    <a:pt x="3231" y="583"/>
                  </a:cubicBezTo>
                  <a:cubicBezTo>
                    <a:pt x="3211" y="583"/>
                    <a:pt x="3191" y="588"/>
                    <a:pt x="3176" y="598"/>
                  </a:cubicBezTo>
                  <a:lnTo>
                    <a:pt x="508" y="2389"/>
                  </a:lnTo>
                  <a:cubicBezTo>
                    <a:pt x="483" y="2408"/>
                    <a:pt x="452" y="2417"/>
                    <a:pt x="420" y="2417"/>
                  </a:cubicBezTo>
                  <a:cubicBezTo>
                    <a:pt x="366" y="2417"/>
                    <a:pt x="311" y="2390"/>
                    <a:pt x="280" y="2340"/>
                  </a:cubicBezTo>
                  <a:cubicBezTo>
                    <a:pt x="229" y="2270"/>
                    <a:pt x="249" y="2161"/>
                    <a:pt x="329" y="2111"/>
                  </a:cubicBezTo>
                  <a:lnTo>
                    <a:pt x="3136" y="230"/>
                  </a:lnTo>
                  <a:cubicBezTo>
                    <a:pt x="3166" y="210"/>
                    <a:pt x="3198" y="200"/>
                    <a:pt x="3231" y="200"/>
                  </a:cubicBezTo>
                  <a:close/>
                  <a:moveTo>
                    <a:pt x="5456" y="6222"/>
                  </a:moveTo>
                  <a:cubicBezTo>
                    <a:pt x="5664" y="6222"/>
                    <a:pt x="5863" y="6371"/>
                    <a:pt x="5913" y="6590"/>
                  </a:cubicBezTo>
                  <a:lnTo>
                    <a:pt x="548" y="6590"/>
                  </a:lnTo>
                  <a:cubicBezTo>
                    <a:pt x="598" y="6371"/>
                    <a:pt x="797" y="6222"/>
                    <a:pt x="1016" y="6222"/>
                  </a:cubicBezTo>
                  <a:cubicBezTo>
                    <a:pt x="1136" y="6222"/>
                    <a:pt x="1255" y="6272"/>
                    <a:pt x="1344" y="6351"/>
                  </a:cubicBezTo>
                  <a:cubicBezTo>
                    <a:pt x="1374" y="6386"/>
                    <a:pt x="1414" y="6404"/>
                    <a:pt x="1455" y="6404"/>
                  </a:cubicBezTo>
                  <a:cubicBezTo>
                    <a:pt x="1496" y="6404"/>
                    <a:pt x="1539" y="6386"/>
                    <a:pt x="1574" y="6351"/>
                  </a:cubicBezTo>
                  <a:cubicBezTo>
                    <a:pt x="1663" y="6272"/>
                    <a:pt x="1773" y="6222"/>
                    <a:pt x="1902" y="6222"/>
                  </a:cubicBezTo>
                  <a:cubicBezTo>
                    <a:pt x="2021" y="6222"/>
                    <a:pt x="2141" y="6272"/>
                    <a:pt x="2231" y="6351"/>
                  </a:cubicBezTo>
                  <a:cubicBezTo>
                    <a:pt x="2260" y="6386"/>
                    <a:pt x="2300" y="6404"/>
                    <a:pt x="2341" y="6404"/>
                  </a:cubicBezTo>
                  <a:cubicBezTo>
                    <a:pt x="2382" y="6404"/>
                    <a:pt x="2424" y="6386"/>
                    <a:pt x="2459" y="6351"/>
                  </a:cubicBezTo>
                  <a:cubicBezTo>
                    <a:pt x="2549" y="6272"/>
                    <a:pt x="2668" y="6222"/>
                    <a:pt x="2788" y="6222"/>
                  </a:cubicBezTo>
                  <a:lnTo>
                    <a:pt x="2808" y="6222"/>
                  </a:lnTo>
                  <a:cubicBezTo>
                    <a:pt x="2927" y="6232"/>
                    <a:pt x="3036" y="6272"/>
                    <a:pt x="3116" y="6351"/>
                  </a:cubicBezTo>
                  <a:cubicBezTo>
                    <a:pt x="3146" y="6386"/>
                    <a:pt x="3188" y="6404"/>
                    <a:pt x="3231" y="6404"/>
                  </a:cubicBezTo>
                  <a:cubicBezTo>
                    <a:pt x="3273" y="6404"/>
                    <a:pt x="3315" y="6386"/>
                    <a:pt x="3345" y="6351"/>
                  </a:cubicBezTo>
                  <a:cubicBezTo>
                    <a:pt x="3435" y="6272"/>
                    <a:pt x="3554" y="6222"/>
                    <a:pt x="3673" y="6222"/>
                  </a:cubicBezTo>
                  <a:cubicBezTo>
                    <a:pt x="3803" y="6222"/>
                    <a:pt x="3912" y="6272"/>
                    <a:pt x="4002" y="6351"/>
                  </a:cubicBezTo>
                  <a:cubicBezTo>
                    <a:pt x="4037" y="6386"/>
                    <a:pt x="4079" y="6404"/>
                    <a:pt x="4120" y="6404"/>
                  </a:cubicBezTo>
                  <a:cubicBezTo>
                    <a:pt x="4161" y="6404"/>
                    <a:pt x="4201" y="6386"/>
                    <a:pt x="4231" y="6351"/>
                  </a:cubicBezTo>
                  <a:cubicBezTo>
                    <a:pt x="4321" y="6272"/>
                    <a:pt x="4440" y="6222"/>
                    <a:pt x="4560" y="6222"/>
                  </a:cubicBezTo>
                  <a:cubicBezTo>
                    <a:pt x="4689" y="6222"/>
                    <a:pt x="4808" y="6272"/>
                    <a:pt x="4888" y="6351"/>
                  </a:cubicBezTo>
                  <a:cubicBezTo>
                    <a:pt x="4923" y="6386"/>
                    <a:pt x="4965" y="6404"/>
                    <a:pt x="5006" y="6404"/>
                  </a:cubicBezTo>
                  <a:cubicBezTo>
                    <a:pt x="5047" y="6404"/>
                    <a:pt x="5087" y="6386"/>
                    <a:pt x="5117" y="6351"/>
                  </a:cubicBezTo>
                  <a:cubicBezTo>
                    <a:pt x="5206" y="6272"/>
                    <a:pt x="5326" y="6222"/>
                    <a:pt x="5456" y="6222"/>
                  </a:cubicBezTo>
                  <a:close/>
                  <a:moveTo>
                    <a:pt x="3234" y="0"/>
                  </a:moveTo>
                  <a:cubicBezTo>
                    <a:pt x="3163" y="0"/>
                    <a:pt x="3091" y="20"/>
                    <a:pt x="3027" y="60"/>
                  </a:cubicBezTo>
                  <a:lnTo>
                    <a:pt x="220" y="1951"/>
                  </a:lnTo>
                  <a:cubicBezTo>
                    <a:pt x="50" y="2061"/>
                    <a:pt x="1" y="2290"/>
                    <a:pt x="120" y="2460"/>
                  </a:cubicBezTo>
                  <a:cubicBezTo>
                    <a:pt x="190" y="2561"/>
                    <a:pt x="307" y="2618"/>
                    <a:pt x="428" y="2618"/>
                  </a:cubicBezTo>
                  <a:cubicBezTo>
                    <a:pt x="496" y="2618"/>
                    <a:pt x="566" y="2599"/>
                    <a:pt x="628" y="2559"/>
                  </a:cubicBezTo>
                  <a:lnTo>
                    <a:pt x="747" y="2469"/>
                  </a:lnTo>
                  <a:lnTo>
                    <a:pt x="747" y="6083"/>
                  </a:lnTo>
                  <a:cubicBezTo>
                    <a:pt x="548" y="6162"/>
                    <a:pt x="399" y="6342"/>
                    <a:pt x="359" y="6550"/>
                  </a:cubicBezTo>
                  <a:cubicBezTo>
                    <a:pt x="339" y="6610"/>
                    <a:pt x="359" y="6670"/>
                    <a:pt x="399" y="6720"/>
                  </a:cubicBezTo>
                  <a:cubicBezTo>
                    <a:pt x="428" y="6769"/>
                    <a:pt x="488" y="6789"/>
                    <a:pt x="548" y="6789"/>
                  </a:cubicBezTo>
                  <a:lnTo>
                    <a:pt x="5913" y="6789"/>
                  </a:lnTo>
                  <a:cubicBezTo>
                    <a:pt x="5973" y="6789"/>
                    <a:pt x="6033" y="6769"/>
                    <a:pt x="6073" y="6720"/>
                  </a:cubicBezTo>
                  <a:cubicBezTo>
                    <a:pt x="6102" y="6670"/>
                    <a:pt x="6122" y="6610"/>
                    <a:pt x="6113" y="6550"/>
                  </a:cubicBezTo>
                  <a:cubicBezTo>
                    <a:pt x="6062" y="6342"/>
                    <a:pt x="5913" y="6162"/>
                    <a:pt x="5724" y="6083"/>
                  </a:cubicBezTo>
                  <a:lnTo>
                    <a:pt x="5724" y="4400"/>
                  </a:lnTo>
                  <a:cubicBezTo>
                    <a:pt x="5724" y="4340"/>
                    <a:pt x="5675" y="4301"/>
                    <a:pt x="5624" y="4301"/>
                  </a:cubicBezTo>
                  <a:cubicBezTo>
                    <a:pt x="5565" y="4301"/>
                    <a:pt x="5525" y="4340"/>
                    <a:pt x="5525" y="4400"/>
                  </a:cubicBezTo>
                  <a:lnTo>
                    <a:pt x="5525" y="6023"/>
                  </a:lnTo>
                  <a:lnTo>
                    <a:pt x="5456" y="6023"/>
                  </a:lnTo>
                  <a:cubicBezTo>
                    <a:pt x="5286" y="6023"/>
                    <a:pt x="5127" y="6083"/>
                    <a:pt x="5007" y="6192"/>
                  </a:cubicBezTo>
                  <a:cubicBezTo>
                    <a:pt x="4888" y="6083"/>
                    <a:pt x="4729" y="6023"/>
                    <a:pt x="4560" y="6023"/>
                  </a:cubicBezTo>
                  <a:cubicBezTo>
                    <a:pt x="4400" y="6023"/>
                    <a:pt x="4241" y="6083"/>
                    <a:pt x="4122" y="6192"/>
                  </a:cubicBezTo>
                  <a:cubicBezTo>
                    <a:pt x="3992" y="6083"/>
                    <a:pt x="3843" y="6023"/>
                    <a:pt x="3673" y="6023"/>
                  </a:cubicBezTo>
                  <a:cubicBezTo>
                    <a:pt x="3514" y="6023"/>
                    <a:pt x="3355" y="6083"/>
                    <a:pt x="3235" y="6192"/>
                  </a:cubicBezTo>
                  <a:cubicBezTo>
                    <a:pt x="3216" y="6172"/>
                    <a:pt x="3196" y="6162"/>
                    <a:pt x="3186" y="6152"/>
                  </a:cubicBezTo>
                  <a:cubicBezTo>
                    <a:pt x="3067" y="6063"/>
                    <a:pt x="2927" y="6023"/>
                    <a:pt x="2788" y="6023"/>
                  </a:cubicBezTo>
                  <a:cubicBezTo>
                    <a:pt x="2618" y="6023"/>
                    <a:pt x="2469" y="6083"/>
                    <a:pt x="2340" y="6192"/>
                  </a:cubicBezTo>
                  <a:cubicBezTo>
                    <a:pt x="2220" y="6083"/>
                    <a:pt x="2061" y="6023"/>
                    <a:pt x="1902" y="6023"/>
                  </a:cubicBezTo>
                  <a:cubicBezTo>
                    <a:pt x="1733" y="6023"/>
                    <a:pt x="1574" y="6083"/>
                    <a:pt x="1454" y="6192"/>
                  </a:cubicBezTo>
                  <a:cubicBezTo>
                    <a:pt x="1335" y="6083"/>
                    <a:pt x="1175" y="6023"/>
                    <a:pt x="1016" y="6023"/>
                  </a:cubicBezTo>
                  <a:lnTo>
                    <a:pt x="946" y="6023"/>
                  </a:lnTo>
                  <a:lnTo>
                    <a:pt x="946" y="2340"/>
                  </a:lnTo>
                  <a:lnTo>
                    <a:pt x="3235" y="807"/>
                  </a:lnTo>
                  <a:lnTo>
                    <a:pt x="5525" y="2340"/>
                  </a:lnTo>
                  <a:lnTo>
                    <a:pt x="5525" y="3933"/>
                  </a:lnTo>
                  <a:cubicBezTo>
                    <a:pt x="5525" y="3992"/>
                    <a:pt x="5565" y="4032"/>
                    <a:pt x="5624" y="4032"/>
                  </a:cubicBezTo>
                  <a:cubicBezTo>
                    <a:pt x="5675" y="4032"/>
                    <a:pt x="5724" y="3992"/>
                    <a:pt x="5724" y="3933"/>
                  </a:cubicBezTo>
                  <a:lnTo>
                    <a:pt x="5724" y="2469"/>
                  </a:lnTo>
                  <a:lnTo>
                    <a:pt x="5843" y="2559"/>
                  </a:lnTo>
                  <a:cubicBezTo>
                    <a:pt x="5901" y="2599"/>
                    <a:pt x="5969" y="2618"/>
                    <a:pt x="6036" y="2618"/>
                  </a:cubicBezTo>
                  <a:cubicBezTo>
                    <a:pt x="6154" y="2618"/>
                    <a:pt x="6272" y="2561"/>
                    <a:pt x="6341" y="2460"/>
                  </a:cubicBezTo>
                  <a:cubicBezTo>
                    <a:pt x="6461" y="2290"/>
                    <a:pt x="6411" y="2061"/>
                    <a:pt x="6242" y="1951"/>
                  </a:cubicBezTo>
                  <a:lnTo>
                    <a:pt x="5724" y="1593"/>
                  </a:lnTo>
                  <a:lnTo>
                    <a:pt x="5724" y="598"/>
                  </a:lnTo>
                  <a:cubicBezTo>
                    <a:pt x="5724" y="458"/>
                    <a:pt x="5605" y="349"/>
                    <a:pt x="5465" y="349"/>
                  </a:cubicBezTo>
                  <a:lnTo>
                    <a:pt x="4699" y="349"/>
                  </a:lnTo>
                  <a:cubicBezTo>
                    <a:pt x="4560" y="349"/>
                    <a:pt x="4440" y="458"/>
                    <a:pt x="4440" y="598"/>
                  </a:cubicBezTo>
                  <a:lnTo>
                    <a:pt x="4440" y="737"/>
                  </a:lnTo>
                  <a:lnTo>
                    <a:pt x="3435" y="60"/>
                  </a:lnTo>
                  <a:cubicBezTo>
                    <a:pt x="3375" y="20"/>
                    <a:pt x="3305" y="0"/>
                    <a:pt x="3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0"/>
            <p:cNvSpPr/>
            <p:nvPr/>
          </p:nvSpPr>
          <p:spPr>
            <a:xfrm>
              <a:off x="2874723" y="2816358"/>
              <a:ext cx="123720" cy="142840"/>
            </a:xfrm>
            <a:custGeom>
              <a:avLst/>
              <a:gdLst/>
              <a:ahLst/>
              <a:cxnLst/>
              <a:rect l="l" t="t" r="r" b="b"/>
              <a:pathLst>
                <a:path w="1773" h="2047" extrusionOk="0">
                  <a:moveTo>
                    <a:pt x="645" y="0"/>
                  </a:moveTo>
                  <a:cubicBezTo>
                    <a:pt x="633" y="0"/>
                    <a:pt x="621" y="2"/>
                    <a:pt x="608" y="7"/>
                  </a:cubicBezTo>
                  <a:cubicBezTo>
                    <a:pt x="239" y="116"/>
                    <a:pt x="1" y="464"/>
                    <a:pt x="1" y="843"/>
                  </a:cubicBezTo>
                  <a:cubicBezTo>
                    <a:pt x="1" y="1022"/>
                    <a:pt x="150" y="1171"/>
                    <a:pt x="329" y="1171"/>
                  </a:cubicBezTo>
                  <a:cubicBezTo>
                    <a:pt x="509" y="1171"/>
                    <a:pt x="657" y="1022"/>
                    <a:pt x="657" y="843"/>
                  </a:cubicBezTo>
                  <a:cubicBezTo>
                    <a:pt x="657" y="713"/>
                    <a:pt x="767" y="624"/>
                    <a:pt x="887" y="624"/>
                  </a:cubicBezTo>
                  <a:cubicBezTo>
                    <a:pt x="986" y="633"/>
                    <a:pt x="1076" y="723"/>
                    <a:pt x="1086" y="823"/>
                  </a:cubicBezTo>
                  <a:cubicBezTo>
                    <a:pt x="1086" y="912"/>
                    <a:pt x="1036" y="1002"/>
                    <a:pt x="956" y="1031"/>
                  </a:cubicBezTo>
                  <a:cubicBezTo>
                    <a:pt x="708" y="1141"/>
                    <a:pt x="538" y="1390"/>
                    <a:pt x="538" y="1668"/>
                  </a:cubicBezTo>
                  <a:lnTo>
                    <a:pt x="538" y="1719"/>
                  </a:lnTo>
                  <a:cubicBezTo>
                    <a:pt x="538" y="1898"/>
                    <a:pt x="688" y="2047"/>
                    <a:pt x="876" y="2047"/>
                  </a:cubicBezTo>
                  <a:cubicBezTo>
                    <a:pt x="1056" y="2047"/>
                    <a:pt x="1205" y="1898"/>
                    <a:pt x="1205" y="1719"/>
                  </a:cubicBezTo>
                  <a:lnTo>
                    <a:pt x="1205" y="1668"/>
                  </a:lnTo>
                  <a:cubicBezTo>
                    <a:pt x="1205" y="1649"/>
                    <a:pt x="1205" y="1649"/>
                    <a:pt x="1215" y="1649"/>
                  </a:cubicBezTo>
                  <a:cubicBezTo>
                    <a:pt x="1553" y="1500"/>
                    <a:pt x="1772" y="1151"/>
                    <a:pt x="1743" y="783"/>
                  </a:cubicBezTo>
                  <a:cubicBezTo>
                    <a:pt x="1723" y="425"/>
                    <a:pt x="1474" y="116"/>
                    <a:pt x="1135" y="7"/>
                  </a:cubicBezTo>
                  <a:cubicBezTo>
                    <a:pt x="1125" y="2"/>
                    <a:pt x="1114" y="0"/>
                    <a:pt x="1102" y="0"/>
                  </a:cubicBezTo>
                  <a:cubicBezTo>
                    <a:pt x="1062" y="0"/>
                    <a:pt x="1022" y="27"/>
                    <a:pt x="1006" y="66"/>
                  </a:cubicBezTo>
                  <a:cubicBezTo>
                    <a:pt x="996" y="126"/>
                    <a:pt x="1026" y="175"/>
                    <a:pt x="1076" y="195"/>
                  </a:cubicBezTo>
                  <a:cubicBezTo>
                    <a:pt x="1334" y="275"/>
                    <a:pt x="1533" y="524"/>
                    <a:pt x="1544" y="792"/>
                  </a:cubicBezTo>
                  <a:cubicBezTo>
                    <a:pt x="1564" y="1082"/>
                    <a:pt x="1394" y="1350"/>
                    <a:pt x="1135" y="1460"/>
                  </a:cubicBezTo>
                  <a:cubicBezTo>
                    <a:pt x="1056" y="1489"/>
                    <a:pt x="1006" y="1579"/>
                    <a:pt x="1006" y="1668"/>
                  </a:cubicBezTo>
                  <a:lnTo>
                    <a:pt x="1006" y="1719"/>
                  </a:lnTo>
                  <a:cubicBezTo>
                    <a:pt x="1006" y="1788"/>
                    <a:pt x="947" y="1848"/>
                    <a:pt x="876" y="1848"/>
                  </a:cubicBezTo>
                  <a:cubicBezTo>
                    <a:pt x="797" y="1848"/>
                    <a:pt x="737" y="1788"/>
                    <a:pt x="737" y="1719"/>
                  </a:cubicBezTo>
                  <a:lnTo>
                    <a:pt x="737" y="1668"/>
                  </a:lnTo>
                  <a:cubicBezTo>
                    <a:pt x="737" y="1469"/>
                    <a:pt x="857" y="1290"/>
                    <a:pt x="1036" y="1221"/>
                  </a:cubicBezTo>
                  <a:cubicBezTo>
                    <a:pt x="1195" y="1151"/>
                    <a:pt x="1295" y="982"/>
                    <a:pt x="1285" y="812"/>
                  </a:cubicBezTo>
                  <a:cubicBezTo>
                    <a:pt x="1265" y="613"/>
                    <a:pt x="1095" y="444"/>
                    <a:pt x="896" y="434"/>
                  </a:cubicBezTo>
                  <a:cubicBezTo>
                    <a:pt x="885" y="433"/>
                    <a:pt x="873" y="433"/>
                    <a:pt x="862" y="433"/>
                  </a:cubicBezTo>
                  <a:cubicBezTo>
                    <a:pt x="639" y="433"/>
                    <a:pt x="458" y="615"/>
                    <a:pt x="458" y="843"/>
                  </a:cubicBezTo>
                  <a:cubicBezTo>
                    <a:pt x="458" y="912"/>
                    <a:pt x="399" y="972"/>
                    <a:pt x="329" y="972"/>
                  </a:cubicBezTo>
                  <a:cubicBezTo>
                    <a:pt x="259" y="972"/>
                    <a:pt x="200" y="912"/>
                    <a:pt x="200" y="843"/>
                  </a:cubicBezTo>
                  <a:cubicBezTo>
                    <a:pt x="200" y="544"/>
                    <a:pt x="389" y="285"/>
                    <a:pt x="668" y="195"/>
                  </a:cubicBezTo>
                  <a:cubicBezTo>
                    <a:pt x="717" y="175"/>
                    <a:pt x="747" y="126"/>
                    <a:pt x="737" y="66"/>
                  </a:cubicBezTo>
                  <a:cubicBezTo>
                    <a:pt x="721" y="27"/>
                    <a:pt x="688"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 name="Google Shape;602;p50"/>
          <p:cNvGrpSpPr/>
          <p:nvPr/>
        </p:nvGrpSpPr>
        <p:grpSpPr>
          <a:xfrm>
            <a:off x="2655887" y="2645259"/>
            <a:ext cx="511836" cy="473946"/>
            <a:chOff x="3325637" y="2645259"/>
            <a:chExt cx="511836" cy="473946"/>
          </a:xfrm>
        </p:grpSpPr>
        <p:sp>
          <p:nvSpPr>
            <p:cNvPr id="603" name="Google Shape;603;p50"/>
            <p:cNvSpPr/>
            <p:nvPr/>
          </p:nvSpPr>
          <p:spPr>
            <a:xfrm>
              <a:off x="3325637" y="2645259"/>
              <a:ext cx="511836" cy="473946"/>
            </a:xfrm>
            <a:custGeom>
              <a:avLst/>
              <a:gdLst/>
              <a:ahLst/>
              <a:cxnLst/>
              <a:rect l="l" t="t" r="r" b="b"/>
              <a:pathLst>
                <a:path w="7335" h="6792" extrusionOk="0">
                  <a:moveTo>
                    <a:pt x="3793" y="200"/>
                  </a:moveTo>
                  <a:cubicBezTo>
                    <a:pt x="4043" y="200"/>
                    <a:pt x="4296" y="232"/>
                    <a:pt x="4548" y="298"/>
                  </a:cubicBezTo>
                  <a:cubicBezTo>
                    <a:pt x="6151" y="716"/>
                    <a:pt x="7106" y="2359"/>
                    <a:pt x="6698" y="3952"/>
                  </a:cubicBezTo>
                  <a:cubicBezTo>
                    <a:pt x="6350" y="5295"/>
                    <a:pt x="5125" y="6191"/>
                    <a:pt x="3791" y="6191"/>
                  </a:cubicBezTo>
                  <a:cubicBezTo>
                    <a:pt x="3612" y="6191"/>
                    <a:pt x="3423" y="6181"/>
                    <a:pt x="3234" y="6141"/>
                  </a:cubicBezTo>
                  <a:cubicBezTo>
                    <a:pt x="3212" y="6137"/>
                    <a:pt x="3190" y="6135"/>
                    <a:pt x="3168" y="6135"/>
                  </a:cubicBezTo>
                  <a:cubicBezTo>
                    <a:pt x="3082" y="6135"/>
                    <a:pt x="2999" y="6167"/>
                    <a:pt x="2935" y="6231"/>
                  </a:cubicBezTo>
                  <a:cubicBezTo>
                    <a:pt x="2691" y="6468"/>
                    <a:pt x="2375" y="6595"/>
                    <a:pt x="2044" y="6595"/>
                  </a:cubicBezTo>
                  <a:cubicBezTo>
                    <a:pt x="1930" y="6595"/>
                    <a:pt x="1815" y="6580"/>
                    <a:pt x="1701" y="6549"/>
                  </a:cubicBezTo>
                  <a:lnTo>
                    <a:pt x="1353" y="6460"/>
                  </a:lnTo>
                  <a:cubicBezTo>
                    <a:pt x="1572" y="6370"/>
                    <a:pt x="1850" y="6231"/>
                    <a:pt x="2089" y="5972"/>
                  </a:cubicBezTo>
                  <a:cubicBezTo>
                    <a:pt x="2129" y="5932"/>
                    <a:pt x="2159" y="5863"/>
                    <a:pt x="2149" y="5803"/>
                  </a:cubicBezTo>
                  <a:cubicBezTo>
                    <a:pt x="2139" y="5733"/>
                    <a:pt x="2109" y="5684"/>
                    <a:pt x="2059" y="5644"/>
                  </a:cubicBezTo>
                  <a:cubicBezTo>
                    <a:pt x="1034" y="4917"/>
                    <a:pt x="566" y="3613"/>
                    <a:pt x="904" y="2408"/>
                  </a:cubicBezTo>
                  <a:cubicBezTo>
                    <a:pt x="1265" y="1086"/>
                    <a:pt x="2476" y="200"/>
                    <a:pt x="3793" y="200"/>
                  </a:cubicBezTo>
                  <a:close/>
                  <a:moveTo>
                    <a:pt x="3767" y="0"/>
                  </a:moveTo>
                  <a:cubicBezTo>
                    <a:pt x="1642" y="0"/>
                    <a:pt x="1" y="2154"/>
                    <a:pt x="795" y="4300"/>
                  </a:cubicBezTo>
                  <a:cubicBezTo>
                    <a:pt x="1014" y="4907"/>
                    <a:pt x="1412" y="5425"/>
                    <a:pt x="1940" y="5803"/>
                  </a:cubicBezTo>
                  <a:cubicBezTo>
                    <a:pt x="1950" y="5813"/>
                    <a:pt x="1950" y="5813"/>
                    <a:pt x="1950" y="5823"/>
                  </a:cubicBezTo>
                  <a:lnTo>
                    <a:pt x="1950" y="5843"/>
                  </a:lnTo>
                  <a:cubicBezTo>
                    <a:pt x="1701" y="6102"/>
                    <a:pt x="1393" y="6241"/>
                    <a:pt x="1183" y="6310"/>
                  </a:cubicBezTo>
                  <a:cubicBezTo>
                    <a:pt x="1114" y="6330"/>
                    <a:pt x="1074" y="6400"/>
                    <a:pt x="1074" y="6470"/>
                  </a:cubicBezTo>
                  <a:cubicBezTo>
                    <a:pt x="1074" y="6540"/>
                    <a:pt x="1123" y="6609"/>
                    <a:pt x="1193" y="6629"/>
                  </a:cubicBezTo>
                  <a:lnTo>
                    <a:pt x="1651" y="6739"/>
                  </a:lnTo>
                  <a:cubicBezTo>
                    <a:pt x="1784" y="6775"/>
                    <a:pt x="1918" y="6792"/>
                    <a:pt x="2050" y="6792"/>
                  </a:cubicBezTo>
                  <a:cubicBezTo>
                    <a:pt x="2430" y="6792"/>
                    <a:pt x="2793" y="6647"/>
                    <a:pt x="3074" y="6380"/>
                  </a:cubicBezTo>
                  <a:cubicBezTo>
                    <a:pt x="3097" y="6350"/>
                    <a:pt x="3132" y="6337"/>
                    <a:pt x="3169" y="6337"/>
                  </a:cubicBezTo>
                  <a:cubicBezTo>
                    <a:pt x="3180" y="6337"/>
                    <a:pt x="3192" y="6338"/>
                    <a:pt x="3204" y="6341"/>
                  </a:cubicBezTo>
                  <a:cubicBezTo>
                    <a:pt x="3403" y="6380"/>
                    <a:pt x="3602" y="6400"/>
                    <a:pt x="3791" y="6400"/>
                  </a:cubicBezTo>
                  <a:cubicBezTo>
                    <a:pt x="5215" y="6400"/>
                    <a:pt x="6509" y="5434"/>
                    <a:pt x="6887" y="4001"/>
                  </a:cubicBezTo>
                  <a:cubicBezTo>
                    <a:pt x="7335" y="2299"/>
                    <a:pt x="6310" y="547"/>
                    <a:pt x="4598" y="109"/>
                  </a:cubicBezTo>
                  <a:cubicBezTo>
                    <a:pt x="4316" y="35"/>
                    <a:pt x="4038" y="0"/>
                    <a:pt x="3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0"/>
            <p:cNvSpPr/>
            <p:nvPr/>
          </p:nvSpPr>
          <p:spPr>
            <a:xfrm>
              <a:off x="3535324" y="2758371"/>
              <a:ext cx="219528" cy="223087"/>
            </a:xfrm>
            <a:custGeom>
              <a:avLst/>
              <a:gdLst/>
              <a:ahLst/>
              <a:cxnLst/>
              <a:rect l="l" t="t" r="r" b="b"/>
              <a:pathLst>
                <a:path w="3146" h="3197" extrusionOk="0">
                  <a:moveTo>
                    <a:pt x="2818" y="1"/>
                  </a:moveTo>
                  <a:cubicBezTo>
                    <a:pt x="2811" y="1"/>
                    <a:pt x="2804" y="1"/>
                    <a:pt x="2797" y="1"/>
                  </a:cubicBezTo>
                  <a:lnTo>
                    <a:pt x="1533" y="110"/>
                  </a:lnTo>
                  <a:cubicBezTo>
                    <a:pt x="1473" y="121"/>
                    <a:pt x="1433" y="170"/>
                    <a:pt x="1443" y="220"/>
                  </a:cubicBezTo>
                  <a:cubicBezTo>
                    <a:pt x="1443" y="274"/>
                    <a:pt x="1483" y="311"/>
                    <a:pt x="1534" y="311"/>
                  </a:cubicBezTo>
                  <a:cubicBezTo>
                    <a:pt x="1540" y="311"/>
                    <a:pt x="1547" y="311"/>
                    <a:pt x="1553" y="310"/>
                  </a:cubicBezTo>
                  <a:lnTo>
                    <a:pt x="2817" y="200"/>
                  </a:lnTo>
                  <a:cubicBezTo>
                    <a:pt x="2867" y="200"/>
                    <a:pt x="2907" y="230"/>
                    <a:pt x="2916" y="280"/>
                  </a:cubicBezTo>
                  <a:cubicBezTo>
                    <a:pt x="2927" y="329"/>
                    <a:pt x="2907" y="380"/>
                    <a:pt x="2856" y="400"/>
                  </a:cubicBezTo>
                  <a:lnTo>
                    <a:pt x="69" y="1365"/>
                  </a:lnTo>
                  <a:cubicBezTo>
                    <a:pt x="30" y="1375"/>
                    <a:pt x="0" y="1424"/>
                    <a:pt x="10" y="1475"/>
                  </a:cubicBezTo>
                  <a:cubicBezTo>
                    <a:pt x="20" y="1524"/>
                    <a:pt x="60" y="1554"/>
                    <a:pt x="109" y="1554"/>
                  </a:cubicBezTo>
                  <a:lnTo>
                    <a:pt x="2817" y="1424"/>
                  </a:lnTo>
                  <a:cubicBezTo>
                    <a:pt x="2822" y="1423"/>
                    <a:pt x="2827" y="1423"/>
                    <a:pt x="2832" y="1423"/>
                  </a:cubicBezTo>
                  <a:cubicBezTo>
                    <a:pt x="2876" y="1423"/>
                    <a:pt x="2917" y="1460"/>
                    <a:pt x="2927" y="1504"/>
                  </a:cubicBezTo>
                  <a:cubicBezTo>
                    <a:pt x="2927" y="1554"/>
                    <a:pt x="2896" y="1604"/>
                    <a:pt x="2856" y="1614"/>
                  </a:cubicBezTo>
                  <a:lnTo>
                    <a:pt x="279" y="2510"/>
                  </a:lnTo>
                  <a:cubicBezTo>
                    <a:pt x="229" y="2530"/>
                    <a:pt x="199" y="2579"/>
                    <a:pt x="209" y="2629"/>
                  </a:cubicBezTo>
                  <a:cubicBezTo>
                    <a:pt x="219" y="2679"/>
                    <a:pt x="268" y="2709"/>
                    <a:pt x="319" y="2709"/>
                  </a:cubicBezTo>
                  <a:lnTo>
                    <a:pt x="2628" y="2499"/>
                  </a:lnTo>
                  <a:cubicBezTo>
                    <a:pt x="2668" y="2499"/>
                    <a:pt x="2708" y="2530"/>
                    <a:pt x="2727" y="2570"/>
                  </a:cubicBezTo>
                  <a:cubicBezTo>
                    <a:pt x="2737" y="2609"/>
                    <a:pt x="2727" y="2659"/>
                    <a:pt x="2688" y="2689"/>
                  </a:cubicBezTo>
                  <a:lnTo>
                    <a:pt x="2210" y="3017"/>
                  </a:lnTo>
                  <a:cubicBezTo>
                    <a:pt x="2160" y="3047"/>
                    <a:pt x="2150" y="3107"/>
                    <a:pt x="2180" y="3156"/>
                  </a:cubicBezTo>
                  <a:cubicBezTo>
                    <a:pt x="2200" y="3187"/>
                    <a:pt x="2230" y="3196"/>
                    <a:pt x="2270" y="3196"/>
                  </a:cubicBezTo>
                  <a:cubicBezTo>
                    <a:pt x="2290" y="3196"/>
                    <a:pt x="2299" y="3187"/>
                    <a:pt x="2319" y="3176"/>
                  </a:cubicBezTo>
                  <a:lnTo>
                    <a:pt x="2797" y="2848"/>
                  </a:lnTo>
                  <a:cubicBezTo>
                    <a:pt x="2916" y="2769"/>
                    <a:pt x="2956" y="2629"/>
                    <a:pt x="2916" y="2499"/>
                  </a:cubicBezTo>
                  <a:cubicBezTo>
                    <a:pt x="2872" y="2384"/>
                    <a:pt x="2763" y="2308"/>
                    <a:pt x="2648" y="2308"/>
                  </a:cubicBezTo>
                  <a:cubicBezTo>
                    <a:pt x="2635" y="2308"/>
                    <a:pt x="2621" y="2309"/>
                    <a:pt x="2608" y="2311"/>
                  </a:cubicBezTo>
                  <a:lnTo>
                    <a:pt x="1095" y="2440"/>
                  </a:lnTo>
                  <a:lnTo>
                    <a:pt x="1095" y="2440"/>
                  </a:lnTo>
                  <a:lnTo>
                    <a:pt x="2916" y="1803"/>
                  </a:lnTo>
                  <a:cubicBezTo>
                    <a:pt x="3056" y="1753"/>
                    <a:pt x="3135" y="1623"/>
                    <a:pt x="3115" y="1475"/>
                  </a:cubicBezTo>
                  <a:cubicBezTo>
                    <a:pt x="3096" y="1331"/>
                    <a:pt x="2977" y="1225"/>
                    <a:pt x="2826" y="1225"/>
                  </a:cubicBezTo>
                  <a:cubicBezTo>
                    <a:pt x="2820" y="1225"/>
                    <a:pt x="2814" y="1225"/>
                    <a:pt x="2807" y="1225"/>
                  </a:cubicBezTo>
                  <a:lnTo>
                    <a:pt x="796" y="1325"/>
                  </a:lnTo>
                  <a:lnTo>
                    <a:pt x="2916" y="579"/>
                  </a:lnTo>
                  <a:cubicBezTo>
                    <a:pt x="3066" y="529"/>
                    <a:pt x="3146" y="389"/>
                    <a:pt x="3115" y="240"/>
                  </a:cubicBezTo>
                  <a:cubicBezTo>
                    <a:pt x="3087" y="98"/>
                    <a:pt x="2960" y="1"/>
                    <a:pt x="2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0"/>
            <p:cNvSpPr/>
            <p:nvPr/>
          </p:nvSpPr>
          <p:spPr>
            <a:xfrm>
              <a:off x="3424166" y="2702408"/>
              <a:ext cx="251487" cy="338154"/>
            </a:xfrm>
            <a:custGeom>
              <a:avLst/>
              <a:gdLst/>
              <a:ahLst/>
              <a:cxnLst/>
              <a:rect l="l" t="t" r="r" b="b"/>
              <a:pathLst>
                <a:path w="3604" h="4846" extrusionOk="0">
                  <a:moveTo>
                    <a:pt x="2182" y="1"/>
                  </a:moveTo>
                  <a:cubicBezTo>
                    <a:pt x="2124" y="1"/>
                    <a:pt x="2065" y="18"/>
                    <a:pt x="2011" y="56"/>
                  </a:cubicBezTo>
                  <a:lnTo>
                    <a:pt x="348" y="1202"/>
                  </a:lnTo>
                  <a:cubicBezTo>
                    <a:pt x="239" y="1271"/>
                    <a:pt x="189" y="1421"/>
                    <a:pt x="239" y="1540"/>
                  </a:cubicBezTo>
                  <a:cubicBezTo>
                    <a:pt x="277" y="1662"/>
                    <a:pt x="394" y="1740"/>
                    <a:pt x="517" y="1740"/>
                  </a:cubicBezTo>
                  <a:cubicBezTo>
                    <a:pt x="524" y="1740"/>
                    <a:pt x="531" y="1740"/>
                    <a:pt x="538" y="1739"/>
                  </a:cubicBezTo>
                  <a:lnTo>
                    <a:pt x="2051" y="1609"/>
                  </a:lnTo>
                  <a:lnTo>
                    <a:pt x="229" y="2246"/>
                  </a:lnTo>
                  <a:cubicBezTo>
                    <a:pt x="90" y="2296"/>
                    <a:pt x="0" y="2436"/>
                    <a:pt x="30" y="2585"/>
                  </a:cubicBezTo>
                  <a:cubicBezTo>
                    <a:pt x="59" y="2718"/>
                    <a:pt x="178" y="2824"/>
                    <a:pt x="319" y="2824"/>
                  </a:cubicBezTo>
                  <a:cubicBezTo>
                    <a:pt x="326" y="2824"/>
                    <a:pt x="332" y="2824"/>
                    <a:pt x="339" y="2824"/>
                  </a:cubicBezTo>
                  <a:lnTo>
                    <a:pt x="2359" y="2724"/>
                  </a:lnTo>
                  <a:lnTo>
                    <a:pt x="229" y="3461"/>
                  </a:lnTo>
                  <a:cubicBezTo>
                    <a:pt x="90" y="3511"/>
                    <a:pt x="0" y="3660"/>
                    <a:pt x="30" y="3809"/>
                  </a:cubicBezTo>
                  <a:cubicBezTo>
                    <a:pt x="59" y="3952"/>
                    <a:pt x="187" y="4049"/>
                    <a:pt x="329" y="4049"/>
                  </a:cubicBezTo>
                  <a:cubicBezTo>
                    <a:pt x="335" y="4049"/>
                    <a:pt x="342" y="4049"/>
                    <a:pt x="348" y="4048"/>
                  </a:cubicBezTo>
                  <a:lnTo>
                    <a:pt x="3126" y="3799"/>
                  </a:lnTo>
                  <a:lnTo>
                    <a:pt x="2389" y="4307"/>
                  </a:lnTo>
                  <a:cubicBezTo>
                    <a:pt x="2260" y="4396"/>
                    <a:pt x="2220" y="4586"/>
                    <a:pt x="2319" y="4715"/>
                  </a:cubicBezTo>
                  <a:cubicBezTo>
                    <a:pt x="2375" y="4801"/>
                    <a:pt x="2469" y="4846"/>
                    <a:pt x="2563" y="4846"/>
                  </a:cubicBezTo>
                  <a:cubicBezTo>
                    <a:pt x="2620" y="4846"/>
                    <a:pt x="2678" y="4829"/>
                    <a:pt x="2728" y="4795"/>
                  </a:cubicBezTo>
                  <a:lnTo>
                    <a:pt x="3534" y="4247"/>
                  </a:lnTo>
                  <a:cubicBezTo>
                    <a:pt x="3574" y="4217"/>
                    <a:pt x="3584" y="4148"/>
                    <a:pt x="3554" y="4108"/>
                  </a:cubicBezTo>
                  <a:cubicBezTo>
                    <a:pt x="3535" y="4077"/>
                    <a:pt x="3505" y="4061"/>
                    <a:pt x="3473" y="4061"/>
                  </a:cubicBezTo>
                  <a:cubicBezTo>
                    <a:pt x="3453" y="4061"/>
                    <a:pt x="3433" y="4067"/>
                    <a:pt x="3414" y="4078"/>
                  </a:cubicBezTo>
                  <a:lnTo>
                    <a:pt x="2618" y="4635"/>
                  </a:lnTo>
                  <a:cubicBezTo>
                    <a:pt x="2599" y="4647"/>
                    <a:pt x="2579" y="4652"/>
                    <a:pt x="2560" y="4652"/>
                  </a:cubicBezTo>
                  <a:cubicBezTo>
                    <a:pt x="2528" y="4652"/>
                    <a:pt x="2498" y="4637"/>
                    <a:pt x="2479" y="4606"/>
                  </a:cubicBezTo>
                  <a:cubicBezTo>
                    <a:pt x="2449" y="4566"/>
                    <a:pt x="2459" y="4496"/>
                    <a:pt x="2509" y="4466"/>
                  </a:cubicBezTo>
                  <a:lnTo>
                    <a:pt x="3544" y="3750"/>
                  </a:lnTo>
                  <a:cubicBezTo>
                    <a:pt x="3584" y="3730"/>
                    <a:pt x="3604" y="3680"/>
                    <a:pt x="3584" y="3640"/>
                  </a:cubicBezTo>
                  <a:cubicBezTo>
                    <a:pt x="3564" y="3590"/>
                    <a:pt x="3524" y="3571"/>
                    <a:pt x="3484" y="3571"/>
                  </a:cubicBezTo>
                  <a:lnTo>
                    <a:pt x="339" y="3849"/>
                  </a:lnTo>
                  <a:cubicBezTo>
                    <a:pt x="279" y="3849"/>
                    <a:pt x="239" y="3819"/>
                    <a:pt x="229" y="3770"/>
                  </a:cubicBezTo>
                  <a:cubicBezTo>
                    <a:pt x="219" y="3719"/>
                    <a:pt x="249" y="3670"/>
                    <a:pt x="289" y="3650"/>
                  </a:cubicBezTo>
                  <a:lnTo>
                    <a:pt x="3076" y="2684"/>
                  </a:lnTo>
                  <a:cubicBezTo>
                    <a:pt x="3126" y="2664"/>
                    <a:pt x="3146" y="2625"/>
                    <a:pt x="3136" y="2575"/>
                  </a:cubicBezTo>
                  <a:cubicBezTo>
                    <a:pt x="3127" y="2530"/>
                    <a:pt x="3094" y="2494"/>
                    <a:pt x="3052" y="2494"/>
                  </a:cubicBezTo>
                  <a:cubicBezTo>
                    <a:pt x="3047" y="2494"/>
                    <a:pt x="3041" y="2494"/>
                    <a:pt x="3036" y="2496"/>
                  </a:cubicBezTo>
                  <a:lnTo>
                    <a:pt x="329" y="2625"/>
                  </a:lnTo>
                  <a:cubicBezTo>
                    <a:pt x="279" y="2625"/>
                    <a:pt x="239" y="2595"/>
                    <a:pt x="229" y="2545"/>
                  </a:cubicBezTo>
                  <a:cubicBezTo>
                    <a:pt x="219" y="2496"/>
                    <a:pt x="249" y="2445"/>
                    <a:pt x="289" y="2436"/>
                  </a:cubicBezTo>
                  <a:lnTo>
                    <a:pt x="2877" y="1530"/>
                  </a:lnTo>
                  <a:cubicBezTo>
                    <a:pt x="2917" y="1520"/>
                    <a:pt x="2947" y="1470"/>
                    <a:pt x="2936" y="1421"/>
                  </a:cubicBezTo>
                  <a:cubicBezTo>
                    <a:pt x="2927" y="1370"/>
                    <a:pt x="2877" y="1341"/>
                    <a:pt x="2827" y="1341"/>
                  </a:cubicBezTo>
                  <a:lnTo>
                    <a:pt x="528" y="1540"/>
                  </a:lnTo>
                  <a:cubicBezTo>
                    <a:pt x="521" y="1541"/>
                    <a:pt x="515" y="1542"/>
                    <a:pt x="509" y="1542"/>
                  </a:cubicBezTo>
                  <a:cubicBezTo>
                    <a:pt x="468" y="1542"/>
                    <a:pt x="436" y="1515"/>
                    <a:pt x="419" y="1480"/>
                  </a:cubicBezTo>
                  <a:cubicBezTo>
                    <a:pt x="408" y="1430"/>
                    <a:pt x="419" y="1390"/>
                    <a:pt x="458" y="1361"/>
                  </a:cubicBezTo>
                  <a:lnTo>
                    <a:pt x="2120" y="216"/>
                  </a:lnTo>
                  <a:cubicBezTo>
                    <a:pt x="2139" y="205"/>
                    <a:pt x="2159" y="199"/>
                    <a:pt x="2179" y="199"/>
                  </a:cubicBezTo>
                  <a:cubicBezTo>
                    <a:pt x="2211" y="199"/>
                    <a:pt x="2241" y="215"/>
                    <a:pt x="2260" y="246"/>
                  </a:cubicBezTo>
                  <a:cubicBezTo>
                    <a:pt x="2290" y="286"/>
                    <a:pt x="2280" y="345"/>
                    <a:pt x="2240" y="385"/>
                  </a:cubicBezTo>
                  <a:lnTo>
                    <a:pt x="1195" y="1102"/>
                  </a:lnTo>
                  <a:cubicBezTo>
                    <a:pt x="1155" y="1122"/>
                    <a:pt x="1145" y="1171"/>
                    <a:pt x="1155" y="1211"/>
                  </a:cubicBezTo>
                  <a:cubicBezTo>
                    <a:pt x="1175" y="1251"/>
                    <a:pt x="1215" y="1281"/>
                    <a:pt x="1264" y="1281"/>
                  </a:cubicBezTo>
                  <a:lnTo>
                    <a:pt x="2678" y="1151"/>
                  </a:lnTo>
                  <a:cubicBezTo>
                    <a:pt x="2737" y="1151"/>
                    <a:pt x="2777" y="1102"/>
                    <a:pt x="2768" y="1042"/>
                  </a:cubicBezTo>
                  <a:cubicBezTo>
                    <a:pt x="2768" y="992"/>
                    <a:pt x="2718" y="952"/>
                    <a:pt x="2658" y="952"/>
                  </a:cubicBezTo>
                  <a:lnTo>
                    <a:pt x="1623" y="1052"/>
                  </a:lnTo>
                  <a:lnTo>
                    <a:pt x="1623" y="1052"/>
                  </a:lnTo>
                  <a:lnTo>
                    <a:pt x="2350" y="545"/>
                  </a:lnTo>
                  <a:cubicBezTo>
                    <a:pt x="2489" y="455"/>
                    <a:pt x="2518" y="266"/>
                    <a:pt x="2429" y="126"/>
                  </a:cubicBezTo>
                  <a:cubicBezTo>
                    <a:pt x="2368" y="46"/>
                    <a:pt x="2276" y="1"/>
                    <a:pt x="2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50"/>
          <p:cNvGrpSpPr/>
          <p:nvPr/>
        </p:nvGrpSpPr>
        <p:grpSpPr>
          <a:xfrm>
            <a:off x="3337841" y="2666751"/>
            <a:ext cx="474434" cy="430682"/>
            <a:chOff x="4007591" y="2666751"/>
            <a:chExt cx="474434" cy="430682"/>
          </a:xfrm>
        </p:grpSpPr>
        <p:sp>
          <p:nvSpPr>
            <p:cNvPr id="607" name="Google Shape;607;p50"/>
            <p:cNvSpPr/>
            <p:nvPr/>
          </p:nvSpPr>
          <p:spPr>
            <a:xfrm>
              <a:off x="4304920" y="2669124"/>
              <a:ext cx="177102" cy="203967"/>
            </a:xfrm>
            <a:custGeom>
              <a:avLst/>
              <a:gdLst/>
              <a:ahLst/>
              <a:cxnLst/>
              <a:rect l="l" t="t" r="r" b="b"/>
              <a:pathLst>
                <a:path w="2538" h="2923" extrusionOk="0">
                  <a:moveTo>
                    <a:pt x="107" y="0"/>
                  </a:moveTo>
                  <a:cubicBezTo>
                    <a:pt x="66" y="0"/>
                    <a:pt x="25" y="28"/>
                    <a:pt x="10" y="76"/>
                  </a:cubicBezTo>
                  <a:cubicBezTo>
                    <a:pt x="0" y="126"/>
                    <a:pt x="20" y="185"/>
                    <a:pt x="80" y="195"/>
                  </a:cubicBezTo>
                  <a:cubicBezTo>
                    <a:pt x="288" y="265"/>
                    <a:pt x="448" y="444"/>
                    <a:pt x="487" y="663"/>
                  </a:cubicBezTo>
                  <a:cubicBezTo>
                    <a:pt x="498" y="683"/>
                    <a:pt x="507" y="862"/>
                    <a:pt x="428" y="1011"/>
                  </a:cubicBezTo>
                  <a:cubicBezTo>
                    <a:pt x="408" y="1061"/>
                    <a:pt x="428" y="1121"/>
                    <a:pt x="478" y="1151"/>
                  </a:cubicBezTo>
                  <a:cubicBezTo>
                    <a:pt x="491" y="1156"/>
                    <a:pt x="504" y="1158"/>
                    <a:pt x="518" y="1158"/>
                  </a:cubicBezTo>
                  <a:cubicBezTo>
                    <a:pt x="556" y="1158"/>
                    <a:pt x="595" y="1138"/>
                    <a:pt x="617" y="1101"/>
                  </a:cubicBezTo>
                  <a:cubicBezTo>
                    <a:pt x="677" y="962"/>
                    <a:pt x="697" y="822"/>
                    <a:pt x="697" y="732"/>
                  </a:cubicBezTo>
                  <a:cubicBezTo>
                    <a:pt x="702" y="732"/>
                    <a:pt x="707" y="732"/>
                    <a:pt x="712" y="732"/>
                  </a:cubicBezTo>
                  <a:cubicBezTo>
                    <a:pt x="1291" y="732"/>
                    <a:pt x="1721" y="1266"/>
                    <a:pt x="1613" y="1838"/>
                  </a:cubicBezTo>
                  <a:cubicBezTo>
                    <a:pt x="1459" y="1794"/>
                    <a:pt x="1298" y="1780"/>
                    <a:pt x="1177" y="1780"/>
                  </a:cubicBezTo>
                  <a:cubicBezTo>
                    <a:pt x="1080" y="1780"/>
                    <a:pt x="1008" y="1789"/>
                    <a:pt x="985" y="1798"/>
                  </a:cubicBezTo>
                  <a:cubicBezTo>
                    <a:pt x="886" y="1688"/>
                    <a:pt x="737" y="1619"/>
                    <a:pt x="637" y="1599"/>
                  </a:cubicBezTo>
                  <a:cubicBezTo>
                    <a:pt x="628" y="1595"/>
                    <a:pt x="619" y="1594"/>
                    <a:pt x="609" y="1594"/>
                  </a:cubicBezTo>
                  <a:cubicBezTo>
                    <a:pt x="567" y="1594"/>
                    <a:pt x="526" y="1628"/>
                    <a:pt x="518" y="1668"/>
                  </a:cubicBezTo>
                  <a:cubicBezTo>
                    <a:pt x="507" y="1728"/>
                    <a:pt x="547" y="1778"/>
                    <a:pt x="597" y="1788"/>
                  </a:cubicBezTo>
                  <a:cubicBezTo>
                    <a:pt x="597" y="1788"/>
                    <a:pt x="686" y="1808"/>
                    <a:pt x="776" y="1887"/>
                  </a:cubicBezTo>
                  <a:cubicBezTo>
                    <a:pt x="905" y="1987"/>
                    <a:pt x="965" y="2126"/>
                    <a:pt x="956" y="2316"/>
                  </a:cubicBezTo>
                  <a:cubicBezTo>
                    <a:pt x="956" y="2375"/>
                    <a:pt x="995" y="2425"/>
                    <a:pt x="1045" y="2425"/>
                  </a:cubicBezTo>
                  <a:lnTo>
                    <a:pt x="1055" y="2425"/>
                  </a:lnTo>
                  <a:cubicBezTo>
                    <a:pt x="1105" y="2425"/>
                    <a:pt x="1155" y="2375"/>
                    <a:pt x="1155" y="2325"/>
                  </a:cubicBezTo>
                  <a:cubicBezTo>
                    <a:pt x="1155" y="2186"/>
                    <a:pt x="1135" y="2077"/>
                    <a:pt x="1095" y="1977"/>
                  </a:cubicBezTo>
                  <a:cubicBezTo>
                    <a:pt x="1127" y="1975"/>
                    <a:pt x="1158" y="1974"/>
                    <a:pt x="1190" y="1974"/>
                  </a:cubicBezTo>
                  <a:cubicBezTo>
                    <a:pt x="1723" y="1974"/>
                    <a:pt x="2226" y="2289"/>
                    <a:pt x="2339" y="2843"/>
                  </a:cubicBezTo>
                  <a:cubicBezTo>
                    <a:pt x="2349" y="2883"/>
                    <a:pt x="2389" y="2922"/>
                    <a:pt x="2429" y="2922"/>
                  </a:cubicBezTo>
                  <a:lnTo>
                    <a:pt x="2458" y="2922"/>
                  </a:lnTo>
                  <a:cubicBezTo>
                    <a:pt x="2508" y="2902"/>
                    <a:pt x="2538" y="2853"/>
                    <a:pt x="2528" y="2803"/>
                  </a:cubicBezTo>
                  <a:cubicBezTo>
                    <a:pt x="2449" y="2395"/>
                    <a:pt x="2170" y="2066"/>
                    <a:pt x="1801" y="1898"/>
                  </a:cubicBezTo>
                  <a:cubicBezTo>
                    <a:pt x="1957" y="1205"/>
                    <a:pt x="1426" y="532"/>
                    <a:pt x="712" y="532"/>
                  </a:cubicBezTo>
                  <a:cubicBezTo>
                    <a:pt x="697" y="532"/>
                    <a:pt x="682" y="533"/>
                    <a:pt x="667" y="533"/>
                  </a:cubicBezTo>
                  <a:cubicBezTo>
                    <a:pt x="587" y="285"/>
                    <a:pt x="388" y="95"/>
                    <a:pt x="139" y="6"/>
                  </a:cubicBezTo>
                  <a:cubicBezTo>
                    <a:pt x="129" y="2"/>
                    <a:pt x="118"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0"/>
            <p:cNvSpPr/>
            <p:nvPr/>
          </p:nvSpPr>
          <p:spPr>
            <a:xfrm>
              <a:off x="4007591" y="2666751"/>
              <a:ext cx="474434" cy="430682"/>
            </a:xfrm>
            <a:custGeom>
              <a:avLst/>
              <a:gdLst/>
              <a:ahLst/>
              <a:cxnLst/>
              <a:rect l="l" t="t" r="r" b="b"/>
              <a:pathLst>
                <a:path w="6799" h="6172" extrusionOk="0">
                  <a:moveTo>
                    <a:pt x="4231" y="2071"/>
                  </a:moveTo>
                  <a:lnTo>
                    <a:pt x="4430" y="2260"/>
                  </a:lnTo>
                  <a:lnTo>
                    <a:pt x="4430" y="2270"/>
                  </a:lnTo>
                  <a:lnTo>
                    <a:pt x="3753" y="2947"/>
                  </a:lnTo>
                  <a:cubicBezTo>
                    <a:pt x="3713" y="2987"/>
                    <a:pt x="3693" y="3036"/>
                    <a:pt x="3693" y="3086"/>
                  </a:cubicBezTo>
                  <a:cubicBezTo>
                    <a:pt x="3693" y="3136"/>
                    <a:pt x="3713" y="3195"/>
                    <a:pt x="3753" y="3235"/>
                  </a:cubicBezTo>
                  <a:lnTo>
                    <a:pt x="4430" y="3902"/>
                  </a:lnTo>
                  <a:lnTo>
                    <a:pt x="4430" y="3912"/>
                  </a:lnTo>
                  <a:lnTo>
                    <a:pt x="4231" y="4101"/>
                  </a:lnTo>
                  <a:lnTo>
                    <a:pt x="3554" y="3434"/>
                  </a:lnTo>
                  <a:cubicBezTo>
                    <a:pt x="3514" y="3394"/>
                    <a:pt x="3465" y="3374"/>
                    <a:pt x="3405" y="3374"/>
                  </a:cubicBezTo>
                  <a:cubicBezTo>
                    <a:pt x="3355" y="3374"/>
                    <a:pt x="3305" y="3394"/>
                    <a:pt x="3266" y="3434"/>
                  </a:cubicBezTo>
                  <a:lnTo>
                    <a:pt x="2589" y="4101"/>
                  </a:lnTo>
                  <a:lnTo>
                    <a:pt x="2390" y="3912"/>
                  </a:lnTo>
                  <a:lnTo>
                    <a:pt x="2390" y="3902"/>
                  </a:lnTo>
                  <a:lnTo>
                    <a:pt x="3067" y="3235"/>
                  </a:lnTo>
                  <a:cubicBezTo>
                    <a:pt x="3106" y="3195"/>
                    <a:pt x="3126" y="3146"/>
                    <a:pt x="3126" y="3086"/>
                  </a:cubicBezTo>
                  <a:cubicBezTo>
                    <a:pt x="3126" y="3036"/>
                    <a:pt x="3106" y="2987"/>
                    <a:pt x="3067" y="2947"/>
                  </a:cubicBezTo>
                  <a:lnTo>
                    <a:pt x="2390" y="2270"/>
                  </a:lnTo>
                  <a:lnTo>
                    <a:pt x="2390" y="2260"/>
                  </a:lnTo>
                  <a:lnTo>
                    <a:pt x="2589" y="2071"/>
                  </a:lnTo>
                  <a:lnTo>
                    <a:pt x="3266" y="2748"/>
                  </a:lnTo>
                  <a:cubicBezTo>
                    <a:pt x="3305" y="2777"/>
                    <a:pt x="3355" y="2807"/>
                    <a:pt x="3405" y="2807"/>
                  </a:cubicBezTo>
                  <a:cubicBezTo>
                    <a:pt x="3465" y="2807"/>
                    <a:pt x="3514" y="2777"/>
                    <a:pt x="3554" y="2748"/>
                  </a:cubicBezTo>
                  <a:lnTo>
                    <a:pt x="4231" y="2071"/>
                  </a:lnTo>
                  <a:close/>
                  <a:moveTo>
                    <a:pt x="2678" y="200"/>
                  </a:moveTo>
                  <a:cubicBezTo>
                    <a:pt x="3027" y="200"/>
                    <a:pt x="3305" y="478"/>
                    <a:pt x="3305" y="826"/>
                  </a:cubicBezTo>
                  <a:lnTo>
                    <a:pt x="3305" y="2509"/>
                  </a:lnTo>
                  <a:lnTo>
                    <a:pt x="2728" y="1932"/>
                  </a:lnTo>
                  <a:cubicBezTo>
                    <a:pt x="2688" y="1892"/>
                    <a:pt x="2636" y="1872"/>
                    <a:pt x="2584" y="1872"/>
                  </a:cubicBezTo>
                  <a:cubicBezTo>
                    <a:pt x="2531" y="1872"/>
                    <a:pt x="2479" y="1892"/>
                    <a:pt x="2439" y="1932"/>
                  </a:cubicBezTo>
                  <a:lnTo>
                    <a:pt x="2250" y="2120"/>
                  </a:lnTo>
                  <a:cubicBezTo>
                    <a:pt x="2171" y="2200"/>
                    <a:pt x="2171" y="2330"/>
                    <a:pt x="2250" y="2409"/>
                  </a:cubicBezTo>
                  <a:lnTo>
                    <a:pt x="2927" y="3086"/>
                  </a:lnTo>
                  <a:lnTo>
                    <a:pt x="2250" y="3763"/>
                  </a:lnTo>
                  <a:cubicBezTo>
                    <a:pt x="2171" y="3843"/>
                    <a:pt x="2171" y="3972"/>
                    <a:pt x="2250" y="4051"/>
                  </a:cubicBezTo>
                  <a:lnTo>
                    <a:pt x="2439" y="4241"/>
                  </a:lnTo>
                  <a:cubicBezTo>
                    <a:pt x="2479" y="4281"/>
                    <a:pt x="2531" y="4301"/>
                    <a:pt x="2584" y="4301"/>
                  </a:cubicBezTo>
                  <a:cubicBezTo>
                    <a:pt x="2636" y="4301"/>
                    <a:pt x="2688" y="4281"/>
                    <a:pt x="2728" y="4241"/>
                  </a:cubicBezTo>
                  <a:lnTo>
                    <a:pt x="3305" y="3664"/>
                  </a:lnTo>
                  <a:lnTo>
                    <a:pt x="3305" y="5345"/>
                  </a:lnTo>
                  <a:cubicBezTo>
                    <a:pt x="3305" y="5694"/>
                    <a:pt x="3027" y="5973"/>
                    <a:pt x="2678" y="5973"/>
                  </a:cubicBezTo>
                  <a:cubicBezTo>
                    <a:pt x="2270" y="5973"/>
                    <a:pt x="1912" y="5555"/>
                    <a:pt x="2121" y="5126"/>
                  </a:cubicBezTo>
                  <a:cubicBezTo>
                    <a:pt x="2151" y="5077"/>
                    <a:pt x="2131" y="5017"/>
                    <a:pt x="2081" y="4987"/>
                  </a:cubicBezTo>
                  <a:cubicBezTo>
                    <a:pt x="2068" y="4982"/>
                    <a:pt x="2055" y="4979"/>
                    <a:pt x="2041" y="4979"/>
                  </a:cubicBezTo>
                  <a:cubicBezTo>
                    <a:pt x="2003" y="4979"/>
                    <a:pt x="1964" y="5000"/>
                    <a:pt x="1941" y="5037"/>
                  </a:cubicBezTo>
                  <a:cubicBezTo>
                    <a:pt x="1882" y="5177"/>
                    <a:pt x="1862" y="5316"/>
                    <a:pt x="1862" y="5405"/>
                  </a:cubicBezTo>
                  <a:cubicBezTo>
                    <a:pt x="1856" y="5405"/>
                    <a:pt x="1851" y="5405"/>
                    <a:pt x="1845" y="5405"/>
                  </a:cubicBezTo>
                  <a:cubicBezTo>
                    <a:pt x="1267" y="5405"/>
                    <a:pt x="838" y="4873"/>
                    <a:pt x="946" y="4310"/>
                  </a:cubicBezTo>
                  <a:lnTo>
                    <a:pt x="946" y="4310"/>
                  </a:lnTo>
                  <a:cubicBezTo>
                    <a:pt x="1091" y="4350"/>
                    <a:pt x="1236" y="4363"/>
                    <a:pt x="1351" y="4363"/>
                  </a:cubicBezTo>
                  <a:cubicBezTo>
                    <a:pt x="1464" y="4363"/>
                    <a:pt x="1549" y="4350"/>
                    <a:pt x="1574" y="4340"/>
                  </a:cubicBezTo>
                  <a:cubicBezTo>
                    <a:pt x="1703" y="4480"/>
                    <a:pt x="1882" y="4549"/>
                    <a:pt x="1941" y="4549"/>
                  </a:cubicBezTo>
                  <a:cubicBezTo>
                    <a:pt x="1981" y="4549"/>
                    <a:pt x="2031" y="4520"/>
                    <a:pt x="2041" y="4469"/>
                  </a:cubicBezTo>
                  <a:cubicBezTo>
                    <a:pt x="2051" y="4410"/>
                    <a:pt x="2011" y="4360"/>
                    <a:pt x="1961" y="4350"/>
                  </a:cubicBezTo>
                  <a:cubicBezTo>
                    <a:pt x="1961" y="4350"/>
                    <a:pt x="1862" y="4330"/>
                    <a:pt x="1773" y="4261"/>
                  </a:cubicBezTo>
                  <a:cubicBezTo>
                    <a:pt x="1653" y="4161"/>
                    <a:pt x="1593" y="4012"/>
                    <a:pt x="1603" y="3823"/>
                  </a:cubicBezTo>
                  <a:cubicBezTo>
                    <a:pt x="1603" y="3763"/>
                    <a:pt x="1563" y="3723"/>
                    <a:pt x="1503" y="3713"/>
                  </a:cubicBezTo>
                  <a:cubicBezTo>
                    <a:pt x="1454" y="3713"/>
                    <a:pt x="1404" y="3763"/>
                    <a:pt x="1404" y="3812"/>
                  </a:cubicBezTo>
                  <a:cubicBezTo>
                    <a:pt x="1394" y="3952"/>
                    <a:pt x="1424" y="4071"/>
                    <a:pt x="1464" y="4161"/>
                  </a:cubicBezTo>
                  <a:cubicBezTo>
                    <a:pt x="1430" y="4164"/>
                    <a:pt x="1397" y="4165"/>
                    <a:pt x="1364" y="4165"/>
                  </a:cubicBezTo>
                  <a:cubicBezTo>
                    <a:pt x="738" y="4165"/>
                    <a:pt x="200" y="3729"/>
                    <a:pt x="200" y="3086"/>
                  </a:cubicBezTo>
                  <a:cubicBezTo>
                    <a:pt x="200" y="2452"/>
                    <a:pt x="739" y="2007"/>
                    <a:pt x="1364" y="2007"/>
                  </a:cubicBezTo>
                  <a:cubicBezTo>
                    <a:pt x="1397" y="2007"/>
                    <a:pt x="1430" y="2009"/>
                    <a:pt x="1464" y="2011"/>
                  </a:cubicBezTo>
                  <a:cubicBezTo>
                    <a:pt x="1424" y="2111"/>
                    <a:pt x="1394" y="2220"/>
                    <a:pt x="1404" y="2359"/>
                  </a:cubicBezTo>
                  <a:cubicBezTo>
                    <a:pt x="1404" y="2409"/>
                    <a:pt x="1454" y="2459"/>
                    <a:pt x="1503" y="2459"/>
                  </a:cubicBezTo>
                  <a:cubicBezTo>
                    <a:pt x="1563" y="2459"/>
                    <a:pt x="1603" y="2409"/>
                    <a:pt x="1603" y="2350"/>
                  </a:cubicBezTo>
                  <a:cubicBezTo>
                    <a:pt x="1583" y="1912"/>
                    <a:pt x="1941" y="1832"/>
                    <a:pt x="1961" y="1822"/>
                  </a:cubicBezTo>
                  <a:cubicBezTo>
                    <a:pt x="2011" y="1812"/>
                    <a:pt x="2051" y="1762"/>
                    <a:pt x="2041" y="1702"/>
                  </a:cubicBezTo>
                  <a:cubicBezTo>
                    <a:pt x="2025" y="1662"/>
                    <a:pt x="1989" y="1628"/>
                    <a:pt x="1948" y="1628"/>
                  </a:cubicBezTo>
                  <a:cubicBezTo>
                    <a:pt x="1940" y="1628"/>
                    <a:pt x="1931" y="1629"/>
                    <a:pt x="1922" y="1633"/>
                  </a:cubicBezTo>
                  <a:cubicBezTo>
                    <a:pt x="1812" y="1653"/>
                    <a:pt x="1673" y="1722"/>
                    <a:pt x="1574" y="1832"/>
                  </a:cubicBezTo>
                  <a:cubicBezTo>
                    <a:pt x="1554" y="1822"/>
                    <a:pt x="1476" y="1811"/>
                    <a:pt x="1369" y="1811"/>
                  </a:cubicBezTo>
                  <a:cubicBezTo>
                    <a:pt x="1251" y="1811"/>
                    <a:pt x="1097" y="1825"/>
                    <a:pt x="946" y="1872"/>
                  </a:cubicBezTo>
                  <a:cubicBezTo>
                    <a:pt x="838" y="1300"/>
                    <a:pt x="1267" y="766"/>
                    <a:pt x="1846" y="766"/>
                  </a:cubicBezTo>
                  <a:cubicBezTo>
                    <a:pt x="1851" y="766"/>
                    <a:pt x="1857" y="766"/>
                    <a:pt x="1862" y="766"/>
                  </a:cubicBezTo>
                  <a:cubicBezTo>
                    <a:pt x="1862" y="856"/>
                    <a:pt x="1882" y="996"/>
                    <a:pt x="1941" y="1135"/>
                  </a:cubicBezTo>
                  <a:cubicBezTo>
                    <a:pt x="1964" y="1172"/>
                    <a:pt x="2002" y="1192"/>
                    <a:pt x="2041" y="1192"/>
                  </a:cubicBezTo>
                  <a:cubicBezTo>
                    <a:pt x="2055" y="1192"/>
                    <a:pt x="2068" y="1190"/>
                    <a:pt x="2081" y="1185"/>
                  </a:cubicBezTo>
                  <a:cubicBezTo>
                    <a:pt x="2131" y="1155"/>
                    <a:pt x="2151" y="1095"/>
                    <a:pt x="2121" y="1045"/>
                  </a:cubicBezTo>
                  <a:cubicBezTo>
                    <a:pt x="1912" y="618"/>
                    <a:pt x="2260" y="200"/>
                    <a:pt x="2678" y="200"/>
                  </a:cubicBezTo>
                  <a:close/>
                  <a:moveTo>
                    <a:pt x="2678" y="0"/>
                  </a:moveTo>
                  <a:cubicBezTo>
                    <a:pt x="2320" y="0"/>
                    <a:pt x="2001" y="239"/>
                    <a:pt x="1892" y="567"/>
                  </a:cubicBezTo>
                  <a:cubicBezTo>
                    <a:pt x="1877" y="567"/>
                    <a:pt x="1861" y="566"/>
                    <a:pt x="1846" y="566"/>
                  </a:cubicBezTo>
                  <a:cubicBezTo>
                    <a:pt x="1133" y="566"/>
                    <a:pt x="601" y="1239"/>
                    <a:pt x="757" y="1932"/>
                  </a:cubicBezTo>
                  <a:cubicBezTo>
                    <a:pt x="299" y="2131"/>
                    <a:pt x="1" y="2588"/>
                    <a:pt x="1" y="3086"/>
                  </a:cubicBezTo>
                  <a:cubicBezTo>
                    <a:pt x="1" y="3593"/>
                    <a:pt x="299" y="4042"/>
                    <a:pt x="757" y="4241"/>
                  </a:cubicBezTo>
                  <a:cubicBezTo>
                    <a:pt x="601" y="4942"/>
                    <a:pt x="1132" y="5605"/>
                    <a:pt x="1845" y="5605"/>
                  </a:cubicBezTo>
                  <a:cubicBezTo>
                    <a:pt x="1860" y="5605"/>
                    <a:pt x="1876" y="5605"/>
                    <a:pt x="1892" y="5604"/>
                  </a:cubicBezTo>
                  <a:cubicBezTo>
                    <a:pt x="2001" y="5943"/>
                    <a:pt x="2320" y="6172"/>
                    <a:pt x="2678" y="6172"/>
                  </a:cubicBezTo>
                  <a:cubicBezTo>
                    <a:pt x="2997" y="6172"/>
                    <a:pt x="3266" y="6002"/>
                    <a:pt x="3405" y="5744"/>
                  </a:cubicBezTo>
                  <a:cubicBezTo>
                    <a:pt x="3544" y="6002"/>
                    <a:pt x="3823" y="6172"/>
                    <a:pt x="4142" y="6172"/>
                  </a:cubicBezTo>
                  <a:cubicBezTo>
                    <a:pt x="4500" y="6172"/>
                    <a:pt x="4818" y="5943"/>
                    <a:pt x="4928" y="5604"/>
                  </a:cubicBezTo>
                  <a:cubicBezTo>
                    <a:pt x="4939" y="5604"/>
                    <a:pt x="4950" y="5605"/>
                    <a:pt x="4962" y="5605"/>
                  </a:cubicBezTo>
                  <a:cubicBezTo>
                    <a:pt x="5298" y="5605"/>
                    <a:pt x="5612" y="5456"/>
                    <a:pt x="5834" y="5196"/>
                  </a:cubicBezTo>
                  <a:cubicBezTo>
                    <a:pt x="6053" y="4927"/>
                    <a:pt x="6142" y="4579"/>
                    <a:pt x="6062" y="4241"/>
                  </a:cubicBezTo>
                  <a:cubicBezTo>
                    <a:pt x="6431" y="4082"/>
                    <a:pt x="6710" y="3743"/>
                    <a:pt x="6789" y="3345"/>
                  </a:cubicBezTo>
                  <a:cubicBezTo>
                    <a:pt x="6799" y="3285"/>
                    <a:pt x="6769" y="3235"/>
                    <a:pt x="6719" y="3226"/>
                  </a:cubicBezTo>
                  <a:cubicBezTo>
                    <a:pt x="6711" y="3224"/>
                    <a:pt x="6704" y="3224"/>
                    <a:pt x="6696" y="3224"/>
                  </a:cubicBezTo>
                  <a:cubicBezTo>
                    <a:pt x="6647" y="3224"/>
                    <a:pt x="6609" y="3252"/>
                    <a:pt x="6600" y="3295"/>
                  </a:cubicBezTo>
                  <a:cubicBezTo>
                    <a:pt x="6520" y="3664"/>
                    <a:pt x="6261" y="3962"/>
                    <a:pt x="5913" y="4082"/>
                  </a:cubicBezTo>
                  <a:lnTo>
                    <a:pt x="5903" y="4082"/>
                  </a:lnTo>
                  <a:lnTo>
                    <a:pt x="5903" y="4091"/>
                  </a:lnTo>
                  <a:cubicBezTo>
                    <a:pt x="5903" y="4091"/>
                    <a:pt x="5709" y="4164"/>
                    <a:pt x="5446" y="4164"/>
                  </a:cubicBezTo>
                  <a:cubicBezTo>
                    <a:pt x="5417" y="4164"/>
                    <a:pt x="5387" y="4163"/>
                    <a:pt x="5356" y="4161"/>
                  </a:cubicBezTo>
                  <a:cubicBezTo>
                    <a:pt x="5396" y="4071"/>
                    <a:pt x="5416" y="3952"/>
                    <a:pt x="5416" y="3812"/>
                  </a:cubicBezTo>
                  <a:cubicBezTo>
                    <a:pt x="5416" y="3763"/>
                    <a:pt x="5366" y="3713"/>
                    <a:pt x="5306" y="3713"/>
                  </a:cubicBezTo>
                  <a:cubicBezTo>
                    <a:pt x="5256" y="3723"/>
                    <a:pt x="5217" y="3763"/>
                    <a:pt x="5217" y="3823"/>
                  </a:cubicBezTo>
                  <a:cubicBezTo>
                    <a:pt x="5237" y="4261"/>
                    <a:pt x="4878" y="4350"/>
                    <a:pt x="4858" y="4350"/>
                  </a:cubicBezTo>
                  <a:cubicBezTo>
                    <a:pt x="4808" y="4360"/>
                    <a:pt x="4768" y="4410"/>
                    <a:pt x="4779" y="4469"/>
                  </a:cubicBezTo>
                  <a:cubicBezTo>
                    <a:pt x="4787" y="4514"/>
                    <a:pt x="4836" y="4551"/>
                    <a:pt x="4882" y="4551"/>
                  </a:cubicBezTo>
                  <a:cubicBezTo>
                    <a:pt x="4887" y="4551"/>
                    <a:pt x="4893" y="4550"/>
                    <a:pt x="4898" y="4549"/>
                  </a:cubicBezTo>
                  <a:cubicBezTo>
                    <a:pt x="4998" y="4529"/>
                    <a:pt x="5147" y="4449"/>
                    <a:pt x="5246" y="4340"/>
                  </a:cubicBezTo>
                  <a:cubicBezTo>
                    <a:pt x="5266" y="4350"/>
                    <a:pt x="5348" y="4363"/>
                    <a:pt x="5461" y="4363"/>
                  </a:cubicBezTo>
                  <a:cubicBezTo>
                    <a:pt x="5576" y="4363"/>
                    <a:pt x="5724" y="4350"/>
                    <a:pt x="5874" y="4310"/>
                  </a:cubicBezTo>
                  <a:lnTo>
                    <a:pt x="5874" y="4310"/>
                  </a:lnTo>
                  <a:cubicBezTo>
                    <a:pt x="5923" y="4579"/>
                    <a:pt x="5854" y="4858"/>
                    <a:pt x="5675" y="5067"/>
                  </a:cubicBezTo>
                  <a:cubicBezTo>
                    <a:pt x="5495" y="5286"/>
                    <a:pt x="5237" y="5405"/>
                    <a:pt x="4958" y="5405"/>
                  </a:cubicBezTo>
                  <a:cubicBezTo>
                    <a:pt x="4958" y="5316"/>
                    <a:pt x="4938" y="5177"/>
                    <a:pt x="4878" y="5037"/>
                  </a:cubicBezTo>
                  <a:cubicBezTo>
                    <a:pt x="4856" y="5000"/>
                    <a:pt x="4817" y="4979"/>
                    <a:pt x="4778" y="4979"/>
                  </a:cubicBezTo>
                  <a:cubicBezTo>
                    <a:pt x="4765" y="4979"/>
                    <a:pt x="4752" y="4982"/>
                    <a:pt x="4739" y="4987"/>
                  </a:cubicBezTo>
                  <a:cubicBezTo>
                    <a:pt x="4689" y="5017"/>
                    <a:pt x="4669" y="5077"/>
                    <a:pt x="4689" y="5126"/>
                  </a:cubicBezTo>
                  <a:cubicBezTo>
                    <a:pt x="4898" y="5555"/>
                    <a:pt x="4549" y="5973"/>
                    <a:pt x="4142" y="5973"/>
                  </a:cubicBezTo>
                  <a:cubicBezTo>
                    <a:pt x="3793" y="5973"/>
                    <a:pt x="3505" y="5694"/>
                    <a:pt x="3505" y="5345"/>
                  </a:cubicBezTo>
                  <a:lnTo>
                    <a:pt x="3505" y="3664"/>
                  </a:lnTo>
                  <a:lnTo>
                    <a:pt x="4082" y="4241"/>
                  </a:lnTo>
                  <a:cubicBezTo>
                    <a:pt x="4122" y="4281"/>
                    <a:pt x="4174" y="4301"/>
                    <a:pt x="4226" y="4301"/>
                  </a:cubicBezTo>
                  <a:cubicBezTo>
                    <a:pt x="4278" y="4301"/>
                    <a:pt x="4330" y="4281"/>
                    <a:pt x="4370" y="4241"/>
                  </a:cubicBezTo>
                  <a:lnTo>
                    <a:pt x="4569" y="4051"/>
                  </a:lnTo>
                  <a:cubicBezTo>
                    <a:pt x="4649" y="3972"/>
                    <a:pt x="4649" y="3843"/>
                    <a:pt x="4569" y="3763"/>
                  </a:cubicBezTo>
                  <a:lnTo>
                    <a:pt x="3892" y="3086"/>
                  </a:lnTo>
                  <a:lnTo>
                    <a:pt x="4569" y="2409"/>
                  </a:lnTo>
                  <a:cubicBezTo>
                    <a:pt x="4649" y="2330"/>
                    <a:pt x="4649" y="2200"/>
                    <a:pt x="4569" y="2120"/>
                  </a:cubicBezTo>
                  <a:lnTo>
                    <a:pt x="4370" y="1932"/>
                  </a:lnTo>
                  <a:cubicBezTo>
                    <a:pt x="4330" y="1892"/>
                    <a:pt x="4278" y="1872"/>
                    <a:pt x="4226" y="1872"/>
                  </a:cubicBezTo>
                  <a:cubicBezTo>
                    <a:pt x="4174" y="1872"/>
                    <a:pt x="4122" y="1892"/>
                    <a:pt x="4082" y="1932"/>
                  </a:cubicBezTo>
                  <a:lnTo>
                    <a:pt x="3505" y="2509"/>
                  </a:lnTo>
                  <a:lnTo>
                    <a:pt x="3505" y="826"/>
                  </a:lnTo>
                  <a:cubicBezTo>
                    <a:pt x="3505" y="558"/>
                    <a:pt x="3684" y="319"/>
                    <a:pt x="3932" y="229"/>
                  </a:cubicBezTo>
                  <a:cubicBezTo>
                    <a:pt x="3982" y="219"/>
                    <a:pt x="4012" y="160"/>
                    <a:pt x="3992" y="110"/>
                  </a:cubicBezTo>
                  <a:cubicBezTo>
                    <a:pt x="3984" y="60"/>
                    <a:pt x="3941" y="38"/>
                    <a:pt x="3898" y="38"/>
                  </a:cubicBezTo>
                  <a:cubicBezTo>
                    <a:pt x="3889" y="38"/>
                    <a:pt x="3881" y="39"/>
                    <a:pt x="3872" y="40"/>
                  </a:cubicBezTo>
                  <a:cubicBezTo>
                    <a:pt x="3664" y="110"/>
                    <a:pt x="3505" y="259"/>
                    <a:pt x="3405" y="438"/>
                  </a:cubicBezTo>
                  <a:cubicBezTo>
                    <a:pt x="3266" y="180"/>
                    <a:pt x="2997" y="0"/>
                    <a:pt x="2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 name="Google Shape;609;p50"/>
          <p:cNvGrpSpPr/>
          <p:nvPr/>
        </p:nvGrpSpPr>
        <p:grpSpPr>
          <a:xfrm>
            <a:off x="3992161" y="2658308"/>
            <a:ext cx="474434" cy="447499"/>
            <a:chOff x="4661911" y="2658308"/>
            <a:chExt cx="474434" cy="447499"/>
          </a:xfrm>
        </p:grpSpPr>
        <p:sp>
          <p:nvSpPr>
            <p:cNvPr id="610" name="Google Shape;610;p50"/>
            <p:cNvSpPr/>
            <p:nvPr/>
          </p:nvSpPr>
          <p:spPr>
            <a:xfrm>
              <a:off x="4661911" y="2676450"/>
              <a:ext cx="474434" cy="429356"/>
            </a:xfrm>
            <a:custGeom>
              <a:avLst/>
              <a:gdLst/>
              <a:ahLst/>
              <a:cxnLst/>
              <a:rect l="l" t="t" r="r" b="b"/>
              <a:pathLst>
                <a:path w="6799" h="6153" extrusionOk="0">
                  <a:moveTo>
                    <a:pt x="4121" y="204"/>
                  </a:moveTo>
                  <a:cubicBezTo>
                    <a:pt x="4147" y="204"/>
                    <a:pt x="4174" y="206"/>
                    <a:pt x="4201" y="209"/>
                  </a:cubicBezTo>
                  <a:cubicBezTo>
                    <a:pt x="4270" y="209"/>
                    <a:pt x="4320" y="289"/>
                    <a:pt x="4290" y="359"/>
                  </a:cubicBezTo>
                  <a:cubicBezTo>
                    <a:pt x="4201" y="528"/>
                    <a:pt x="4201" y="717"/>
                    <a:pt x="4270" y="886"/>
                  </a:cubicBezTo>
                  <a:cubicBezTo>
                    <a:pt x="4290" y="917"/>
                    <a:pt x="4290" y="956"/>
                    <a:pt x="4270" y="986"/>
                  </a:cubicBezTo>
                  <a:cubicBezTo>
                    <a:pt x="4201" y="1125"/>
                    <a:pt x="4161" y="1284"/>
                    <a:pt x="4161" y="1434"/>
                  </a:cubicBezTo>
                  <a:cubicBezTo>
                    <a:pt x="4161" y="1972"/>
                    <a:pt x="4599" y="2410"/>
                    <a:pt x="5137" y="2410"/>
                  </a:cubicBezTo>
                  <a:cubicBezTo>
                    <a:pt x="5206" y="2410"/>
                    <a:pt x="5276" y="2410"/>
                    <a:pt x="5345" y="2390"/>
                  </a:cubicBezTo>
                  <a:cubicBezTo>
                    <a:pt x="5355" y="2387"/>
                    <a:pt x="5365" y="2386"/>
                    <a:pt x="5375" y="2386"/>
                  </a:cubicBezTo>
                  <a:cubicBezTo>
                    <a:pt x="5405" y="2386"/>
                    <a:pt x="5433" y="2397"/>
                    <a:pt x="5455" y="2419"/>
                  </a:cubicBezTo>
                  <a:cubicBezTo>
                    <a:pt x="5580" y="2533"/>
                    <a:pt x="5737" y="2591"/>
                    <a:pt x="5893" y="2591"/>
                  </a:cubicBezTo>
                  <a:cubicBezTo>
                    <a:pt x="6023" y="2591"/>
                    <a:pt x="6152" y="2551"/>
                    <a:pt x="6261" y="2469"/>
                  </a:cubicBezTo>
                  <a:cubicBezTo>
                    <a:pt x="6283" y="2455"/>
                    <a:pt x="6305" y="2445"/>
                    <a:pt x="6327" y="2445"/>
                  </a:cubicBezTo>
                  <a:cubicBezTo>
                    <a:pt x="6335" y="2445"/>
                    <a:pt x="6343" y="2447"/>
                    <a:pt x="6351" y="2449"/>
                  </a:cubicBezTo>
                  <a:cubicBezTo>
                    <a:pt x="6380" y="2449"/>
                    <a:pt x="6400" y="2469"/>
                    <a:pt x="6420" y="2489"/>
                  </a:cubicBezTo>
                  <a:cubicBezTo>
                    <a:pt x="6540" y="2658"/>
                    <a:pt x="6599" y="2868"/>
                    <a:pt x="6599" y="3076"/>
                  </a:cubicBezTo>
                  <a:cubicBezTo>
                    <a:pt x="6599" y="3704"/>
                    <a:pt x="6070" y="4147"/>
                    <a:pt x="5460" y="4147"/>
                  </a:cubicBezTo>
                  <a:cubicBezTo>
                    <a:pt x="5422" y="4147"/>
                    <a:pt x="5384" y="4145"/>
                    <a:pt x="5345" y="4142"/>
                  </a:cubicBezTo>
                  <a:cubicBezTo>
                    <a:pt x="5376" y="4052"/>
                    <a:pt x="5405" y="3943"/>
                    <a:pt x="5395" y="3803"/>
                  </a:cubicBezTo>
                  <a:cubicBezTo>
                    <a:pt x="5395" y="3744"/>
                    <a:pt x="5345" y="3704"/>
                    <a:pt x="5296" y="3704"/>
                  </a:cubicBezTo>
                  <a:cubicBezTo>
                    <a:pt x="5236" y="3713"/>
                    <a:pt x="5196" y="3753"/>
                    <a:pt x="5196" y="3813"/>
                  </a:cubicBezTo>
                  <a:cubicBezTo>
                    <a:pt x="5216" y="4251"/>
                    <a:pt x="4858" y="4330"/>
                    <a:pt x="4848" y="4341"/>
                  </a:cubicBezTo>
                  <a:cubicBezTo>
                    <a:pt x="4788" y="4350"/>
                    <a:pt x="4758" y="4400"/>
                    <a:pt x="4768" y="4450"/>
                  </a:cubicBezTo>
                  <a:cubicBezTo>
                    <a:pt x="4777" y="4502"/>
                    <a:pt x="4816" y="4531"/>
                    <a:pt x="4865" y="4531"/>
                  </a:cubicBezTo>
                  <a:cubicBezTo>
                    <a:pt x="4872" y="4531"/>
                    <a:pt x="4880" y="4531"/>
                    <a:pt x="4887" y="4529"/>
                  </a:cubicBezTo>
                  <a:cubicBezTo>
                    <a:pt x="4987" y="4510"/>
                    <a:pt x="5126" y="4440"/>
                    <a:pt x="5226" y="4321"/>
                  </a:cubicBezTo>
                  <a:cubicBezTo>
                    <a:pt x="5250" y="4335"/>
                    <a:pt x="5330" y="4347"/>
                    <a:pt x="5437" y="4347"/>
                  </a:cubicBezTo>
                  <a:cubicBezTo>
                    <a:pt x="5556" y="4347"/>
                    <a:pt x="5707" y="4332"/>
                    <a:pt x="5853" y="4291"/>
                  </a:cubicBezTo>
                  <a:lnTo>
                    <a:pt x="5853" y="4291"/>
                  </a:lnTo>
                  <a:cubicBezTo>
                    <a:pt x="5903" y="4560"/>
                    <a:pt x="5833" y="4838"/>
                    <a:pt x="5664" y="5057"/>
                  </a:cubicBezTo>
                  <a:cubicBezTo>
                    <a:pt x="5492" y="5268"/>
                    <a:pt x="5238" y="5386"/>
                    <a:pt x="4971" y="5386"/>
                  </a:cubicBezTo>
                  <a:cubicBezTo>
                    <a:pt x="4960" y="5386"/>
                    <a:pt x="4949" y="5386"/>
                    <a:pt x="4938" y="5386"/>
                  </a:cubicBezTo>
                  <a:cubicBezTo>
                    <a:pt x="4938" y="5296"/>
                    <a:pt x="4927" y="5157"/>
                    <a:pt x="4858" y="5027"/>
                  </a:cubicBezTo>
                  <a:cubicBezTo>
                    <a:pt x="4843" y="4991"/>
                    <a:pt x="4807" y="4970"/>
                    <a:pt x="4768" y="4970"/>
                  </a:cubicBezTo>
                  <a:cubicBezTo>
                    <a:pt x="4755" y="4970"/>
                    <a:pt x="4741" y="4973"/>
                    <a:pt x="4728" y="4978"/>
                  </a:cubicBezTo>
                  <a:cubicBezTo>
                    <a:pt x="4679" y="4998"/>
                    <a:pt x="4659" y="5057"/>
                    <a:pt x="4679" y="5107"/>
                  </a:cubicBezTo>
                  <a:cubicBezTo>
                    <a:pt x="4887" y="5535"/>
                    <a:pt x="4539" y="5953"/>
                    <a:pt x="4131" y="5953"/>
                  </a:cubicBezTo>
                  <a:cubicBezTo>
                    <a:pt x="3783" y="5953"/>
                    <a:pt x="3504" y="5664"/>
                    <a:pt x="3504" y="5316"/>
                  </a:cubicBezTo>
                  <a:lnTo>
                    <a:pt x="3504" y="837"/>
                  </a:lnTo>
                  <a:cubicBezTo>
                    <a:pt x="3504" y="494"/>
                    <a:pt x="3779" y="204"/>
                    <a:pt x="4121" y="204"/>
                  </a:cubicBezTo>
                  <a:close/>
                  <a:moveTo>
                    <a:pt x="2668" y="1"/>
                  </a:moveTo>
                  <a:cubicBezTo>
                    <a:pt x="2319" y="1"/>
                    <a:pt x="2001" y="240"/>
                    <a:pt x="1892" y="568"/>
                  </a:cubicBezTo>
                  <a:cubicBezTo>
                    <a:pt x="1876" y="567"/>
                    <a:pt x="1861" y="567"/>
                    <a:pt x="1846" y="567"/>
                  </a:cubicBezTo>
                  <a:cubicBezTo>
                    <a:pt x="1132" y="567"/>
                    <a:pt x="601" y="1239"/>
                    <a:pt x="757" y="1932"/>
                  </a:cubicBezTo>
                  <a:cubicBezTo>
                    <a:pt x="299" y="2131"/>
                    <a:pt x="0" y="2578"/>
                    <a:pt x="0" y="3076"/>
                  </a:cubicBezTo>
                  <a:cubicBezTo>
                    <a:pt x="0" y="3584"/>
                    <a:pt x="299" y="4032"/>
                    <a:pt x="757" y="4231"/>
                  </a:cubicBezTo>
                  <a:cubicBezTo>
                    <a:pt x="601" y="4923"/>
                    <a:pt x="1131" y="5586"/>
                    <a:pt x="1844" y="5586"/>
                  </a:cubicBezTo>
                  <a:cubicBezTo>
                    <a:pt x="1860" y="5586"/>
                    <a:pt x="1876" y="5585"/>
                    <a:pt x="1892" y="5585"/>
                  </a:cubicBezTo>
                  <a:cubicBezTo>
                    <a:pt x="1971" y="5834"/>
                    <a:pt x="2160" y="6033"/>
                    <a:pt x="2409" y="6113"/>
                  </a:cubicBezTo>
                  <a:cubicBezTo>
                    <a:pt x="2420" y="6117"/>
                    <a:pt x="2431" y="6119"/>
                    <a:pt x="2442" y="6119"/>
                  </a:cubicBezTo>
                  <a:cubicBezTo>
                    <a:pt x="2482" y="6119"/>
                    <a:pt x="2523" y="6092"/>
                    <a:pt x="2538" y="6053"/>
                  </a:cubicBezTo>
                  <a:cubicBezTo>
                    <a:pt x="2549" y="5993"/>
                    <a:pt x="2529" y="5943"/>
                    <a:pt x="2469" y="5923"/>
                  </a:cubicBezTo>
                  <a:cubicBezTo>
                    <a:pt x="2270" y="5854"/>
                    <a:pt x="2111" y="5675"/>
                    <a:pt x="2060" y="5465"/>
                  </a:cubicBezTo>
                  <a:cubicBezTo>
                    <a:pt x="2060" y="5436"/>
                    <a:pt x="2041" y="5266"/>
                    <a:pt x="2120" y="5107"/>
                  </a:cubicBezTo>
                  <a:cubicBezTo>
                    <a:pt x="2140" y="5057"/>
                    <a:pt x="2120" y="4998"/>
                    <a:pt x="2071" y="4978"/>
                  </a:cubicBezTo>
                  <a:cubicBezTo>
                    <a:pt x="2058" y="4973"/>
                    <a:pt x="2044" y="4970"/>
                    <a:pt x="2031" y="4970"/>
                  </a:cubicBezTo>
                  <a:cubicBezTo>
                    <a:pt x="1992" y="4970"/>
                    <a:pt x="1956" y="4991"/>
                    <a:pt x="1941" y="5027"/>
                  </a:cubicBezTo>
                  <a:cubicBezTo>
                    <a:pt x="1872" y="5157"/>
                    <a:pt x="1861" y="5296"/>
                    <a:pt x="1861" y="5386"/>
                  </a:cubicBezTo>
                  <a:cubicBezTo>
                    <a:pt x="1856" y="5386"/>
                    <a:pt x="1850" y="5386"/>
                    <a:pt x="1845" y="5386"/>
                  </a:cubicBezTo>
                  <a:cubicBezTo>
                    <a:pt x="1266" y="5386"/>
                    <a:pt x="838" y="4853"/>
                    <a:pt x="946" y="4291"/>
                  </a:cubicBezTo>
                  <a:lnTo>
                    <a:pt x="946" y="4291"/>
                  </a:lnTo>
                  <a:cubicBezTo>
                    <a:pt x="1095" y="4336"/>
                    <a:pt x="1242" y="4351"/>
                    <a:pt x="1356" y="4351"/>
                  </a:cubicBezTo>
                  <a:cubicBezTo>
                    <a:pt x="1471" y="4351"/>
                    <a:pt x="1553" y="4336"/>
                    <a:pt x="1573" y="4321"/>
                  </a:cubicBezTo>
                  <a:cubicBezTo>
                    <a:pt x="1673" y="4440"/>
                    <a:pt x="1812" y="4510"/>
                    <a:pt x="1912" y="4529"/>
                  </a:cubicBezTo>
                  <a:cubicBezTo>
                    <a:pt x="1919" y="4531"/>
                    <a:pt x="1927" y="4531"/>
                    <a:pt x="1934" y="4531"/>
                  </a:cubicBezTo>
                  <a:cubicBezTo>
                    <a:pt x="1983" y="4531"/>
                    <a:pt x="2022" y="4502"/>
                    <a:pt x="2031" y="4450"/>
                  </a:cubicBezTo>
                  <a:cubicBezTo>
                    <a:pt x="2041" y="4400"/>
                    <a:pt x="2011" y="4350"/>
                    <a:pt x="1951" y="4341"/>
                  </a:cubicBezTo>
                  <a:cubicBezTo>
                    <a:pt x="1951" y="4341"/>
                    <a:pt x="1861" y="4321"/>
                    <a:pt x="1772" y="4241"/>
                  </a:cubicBezTo>
                  <a:cubicBezTo>
                    <a:pt x="1653" y="4142"/>
                    <a:pt x="1593" y="4002"/>
                    <a:pt x="1603" y="3813"/>
                  </a:cubicBezTo>
                  <a:cubicBezTo>
                    <a:pt x="1603" y="3753"/>
                    <a:pt x="1563" y="3713"/>
                    <a:pt x="1503" y="3704"/>
                  </a:cubicBezTo>
                  <a:cubicBezTo>
                    <a:pt x="1454" y="3704"/>
                    <a:pt x="1404" y="3744"/>
                    <a:pt x="1404" y="3803"/>
                  </a:cubicBezTo>
                  <a:cubicBezTo>
                    <a:pt x="1394" y="3943"/>
                    <a:pt x="1423" y="4052"/>
                    <a:pt x="1454" y="4142"/>
                  </a:cubicBezTo>
                  <a:cubicBezTo>
                    <a:pt x="1415" y="4145"/>
                    <a:pt x="1376" y="4147"/>
                    <a:pt x="1338" y="4147"/>
                  </a:cubicBezTo>
                  <a:cubicBezTo>
                    <a:pt x="736" y="4147"/>
                    <a:pt x="199" y="3713"/>
                    <a:pt x="199" y="3076"/>
                  </a:cubicBezTo>
                  <a:cubicBezTo>
                    <a:pt x="199" y="2449"/>
                    <a:pt x="729" y="2006"/>
                    <a:pt x="1339" y="2006"/>
                  </a:cubicBezTo>
                  <a:cubicBezTo>
                    <a:pt x="1377" y="2006"/>
                    <a:pt x="1415" y="2008"/>
                    <a:pt x="1454" y="2012"/>
                  </a:cubicBezTo>
                  <a:cubicBezTo>
                    <a:pt x="1423" y="2101"/>
                    <a:pt x="1394" y="2211"/>
                    <a:pt x="1404" y="2350"/>
                  </a:cubicBezTo>
                  <a:cubicBezTo>
                    <a:pt x="1404" y="2410"/>
                    <a:pt x="1443" y="2449"/>
                    <a:pt x="1503" y="2449"/>
                  </a:cubicBezTo>
                  <a:cubicBezTo>
                    <a:pt x="1563" y="2449"/>
                    <a:pt x="1603" y="2399"/>
                    <a:pt x="1603" y="2350"/>
                  </a:cubicBezTo>
                  <a:cubicBezTo>
                    <a:pt x="1583" y="1902"/>
                    <a:pt x="1941" y="1822"/>
                    <a:pt x="1951" y="1822"/>
                  </a:cubicBezTo>
                  <a:cubicBezTo>
                    <a:pt x="2011" y="1812"/>
                    <a:pt x="2041" y="1753"/>
                    <a:pt x="2031" y="1703"/>
                  </a:cubicBezTo>
                  <a:cubicBezTo>
                    <a:pt x="2022" y="1658"/>
                    <a:pt x="1981" y="1621"/>
                    <a:pt x="1929" y="1621"/>
                  </a:cubicBezTo>
                  <a:cubicBezTo>
                    <a:pt x="1923" y="1621"/>
                    <a:pt x="1918" y="1622"/>
                    <a:pt x="1912" y="1623"/>
                  </a:cubicBezTo>
                  <a:cubicBezTo>
                    <a:pt x="1812" y="1643"/>
                    <a:pt x="1673" y="1722"/>
                    <a:pt x="1573" y="1832"/>
                  </a:cubicBezTo>
                  <a:cubicBezTo>
                    <a:pt x="1549" y="1818"/>
                    <a:pt x="1471" y="1806"/>
                    <a:pt x="1364" y="1806"/>
                  </a:cubicBezTo>
                  <a:cubicBezTo>
                    <a:pt x="1247" y="1806"/>
                    <a:pt x="1097" y="1820"/>
                    <a:pt x="946" y="1862"/>
                  </a:cubicBezTo>
                  <a:cubicBezTo>
                    <a:pt x="837" y="1300"/>
                    <a:pt x="1267" y="767"/>
                    <a:pt x="1846" y="767"/>
                  </a:cubicBezTo>
                  <a:cubicBezTo>
                    <a:pt x="1851" y="767"/>
                    <a:pt x="1856" y="767"/>
                    <a:pt x="1861" y="767"/>
                  </a:cubicBezTo>
                  <a:cubicBezTo>
                    <a:pt x="1861" y="857"/>
                    <a:pt x="1872" y="996"/>
                    <a:pt x="1941" y="1136"/>
                  </a:cubicBezTo>
                  <a:cubicBezTo>
                    <a:pt x="1955" y="1169"/>
                    <a:pt x="1987" y="1189"/>
                    <a:pt x="2022" y="1189"/>
                  </a:cubicBezTo>
                  <a:cubicBezTo>
                    <a:pt x="2038" y="1189"/>
                    <a:pt x="2055" y="1185"/>
                    <a:pt x="2071" y="1175"/>
                  </a:cubicBezTo>
                  <a:cubicBezTo>
                    <a:pt x="2120" y="1155"/>
                    <a:pt x="2140" y="1096"/>
                    <a:pt x="2120" y="1046"/>
                  </a:cubicBezTo>
                  <a:cubicBezTo>
                    <a:pt x="1912" y="618"/>
                    <a:pt x="2260" y="200"/>
                    <a:pt x="2668" y="200"/>
                  </a:cubicBezTo>
                  <a:cubicBezTo>
                    <a:pt x="3016" y="200"/>
                    <a:pt x="3305" y="479"/>
                    <a:pt x="3305" y="827"/>
                  </a:cubicBezTo>
                  <a:lnTo>
                    <a:pt x="3305" y="837"/>
                  </a:lnTo>
                  <a:lnTo>
                    <a:pt x="3305" y="5316"/>
                  </a:lnTo>
                  <a:cubicBezTo>
                    <a:pt x="3305" y="5615"/>
                    <a:pt x="3116" y="5843"/>
                    <a:pt x="2877" y="5923"/>
                  </a:cubicBezTo>
                  <a:cubicBezTo>
                    <a:pt x="2817" y="5943"/>
                    <a:pt x="2797" y="5993"/>
                    <a:pt x="2807" y="6053"/>
                  </a:cubicBezTo>
                  <a:cubicBezTo>
                    <a:pt x="2823" y="6092"/>
                    <a:pt x="2863" y="6119"/>
                    <a:pt x="2904" y="6119"/>
                  </a:cubicBezTo>
                  <a:cubicBezTo>
                    <a:pt x="2915" y="6119"/>
                    <a:pt x="2926" y="6117"/>
                    <a:pt x="2936" y="6113"/>
                  </a:cubicBezTo>
                  <a:cubicBezTo>
                    <a:pt x="3146" y="6042"/>
                    <a:pt x="3305" y="5903"/>
                    <a:pt x="3405" y="5714"/>
                  </a:cubicBezTo>
                  <a:cubicBezTo>
                    <a:pt x="3544" y="5983"/>
                    <a:pt x="3823" y="6152"/>
                    <a:pt x="4131" y="6152"/>
                  </a:cubicBezTo>
                  <a:cubicBezTo>
                    <a:pt x="4489" y="6152"/>
                    <a:pt x="4798" y="5923"/>
                    <a:pt x="4907" y="5585"/>
                  </a:cubicBezTo>
                  <a:cubicBezTo>
                    <a:pt x="4928" y="5586"/>
                    <a:pt x="4949" y="5586"/>
                    <a:pt x="4969" y="5586"/>
                  </a:cubicBezTo>
                  <a:cubicBezTo>
                    <a:pt x="5296" y="5586"/>
                    <a:pt x="5608" y="5440"/>
                    <a:pt x="5813" y="5186"/>
                  </a:cubicBezTo>
                  <a:cubicBezTo>
                    <a:pt x="6032" y="4918"/>
                    <a:pt x="6122" y="4560"/>
                    <a:pt x="6042" y="4231"/>
                  </a:cubicBezTo>
                  <a:cubicBezTo>
                    <a:pt x="6500" y="4032"/>
                    <a:pt x="6799" y="3584"/>
                    <a:pt x="6799" y="3076"/>
                  </a:cubicBezTo>
                  <a:cubicBezTo>
                    <a:pt x="6799" y="2828"/>
                    <a:pt x="6719" y="2589"/>
                    <a:pt x="6580" y="2379"/>
                  </a:cubicBezTo>
                  <a:cubicBezTo>
                    <a:pt x="6540" y="2310"/>
                    <a:pt x="6460" y="2260"/>
                    <a:pt x="6380" y="2250"/>
                  </a:cubicBezTo>
                  <a:cubicBezTo>
                    <a:pt x="6367" y="2249"/>
                    <a:pt x="6353" y="2248"/>
                    <a:pt x="6339" y="2248"/>
                  </a:cubicBezTo>
                  <a:cubicBezTo>
                    <a:pt x="6271" y="2248"/>
                    <a:pt x="6200" y="2269"/>
                    <a:pt x="6142" y="2310"/>
                  </a:cubicBezTo>
                  <a:cubicBezTo>
                    <a:pt x="6068" y="2365"/>
                    <a:pt x="5978" y="2393"/>
                    <a:pt x="5887" y="2393"/>
                  </a:cubicBezTo>
                  <a:cubicBezTo>
                    <a:pt x="5781" y="2393"/>
                    <a:pt x="5675" y="2355"/>
                    <a:pt x="5595" y="2280"/>
                  </a:cubicBezTo>
                  <a:cubicBezTo>
                    <a:pt x="5535" y="2221"/>
                    <a:pt x="5459" y="2189"/>
                    <a:pt x="5383" y="2189"/>
                  </a:cubicBezTo>
                  <a:cubicBezTo>
                    <a:pt x="5357" y="2189"/>
                    <a:pt x="5331" y="2193"/>
                    <a:pt x="5305" y="2200"/>
                  </a:cubicBezTo>
                  <a:cubicBezTo>
                    <a:pt x="5246" y="2211"/>
                    <a:pt x="5196" y="2211"/>
                    <a:pt x="5137" y="2211"/>
                  </a:cubicBezTo>
                  <a:cubicBezTo>
                    <a:pt x="4708" y="2211"/>
                    <a:pt x="4360" y="1862"/>
                    <a:pt x="4360" y="1434"/>
                  </a:cubicBezTo>
                  <a:cubicBezTo>
                    <a:pt x="4360" y="1315"/>
                    <a:pt x="4390" y="1195"/>
                    <a:pt x="4449" y="1085"/>
                  </a:cubicBezTo>
                  <a:cubicBezTo>
                    <a:pt x="4489" y="996"/>
                    <a:pt x="4489" y="897"/>
                    <a:pt x="4460" y="807"/>
                  </a:cubicBezTo>
                  <a:cubicBezTo>
                    <a:pt x="4410" y="698"/>
                    <a:pt x="4410" y="558"/>
                    <a:pt x="4460" y="448"/>
                  </a:cubicBezTo>
                  <a:cubicBezTo>
                    <a:pt x="4559" y="260"/>
                    <a:pt x="4440" y="30"/>
                    <a:pt x="4230" y="10"/>
                  </a:cubicBezTo>
                  <a:cubicBezTo>
                    <a:pt x="4193" y="5"/>
                    <a:pt x="4156" y="3"/>
                    <a:pt x="4120" y="3"/>
                  </a:cubicBezTo>
                  <a:cubicBezTo>
                    <a:pt x="3816" y="3"/>
                    <a:pt x="3547" y="181"/>
                    <a:pt x="3405" y="439"/>
                  </a:cubicBezTo>
                  <a:cubicBezTo>
                    <a:pt x="3265" y="180"/>
                    <a:pt x="2987" y="1"/>
                    <a:pt x="2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0"/>
            <p:cNvSpPr/>
            <p:nvPr/>
          </p:nvSpPr>
          <p:spPr>
            <a:xfrm>
              <a:off x="4999503" y="2658308"/>
              <a:ext cx="98669" cy="155749"/>
            </a:xfrm>
            <a:custGeom>
              <a:avLst/>
              <a:gdLst/>
              <a:ahLst/>
              <a:cxnLst/>
              <a:rect l="l" t="t" r="r" b="b"/>
              <a:pathLst>
                <a:path w="1414" h="2232" extrusionOk="0">
                  <a:moveTo>
                    <a:pt x="717" y="1814"/>
                  </a:moveTo>
                  <a:cubicBezTo>
                    <a:pt x="776" y="1814"/>
                    <a:pt x="826" y="1863"/>
                    <a:pt x="826" y="1923"/>
                  </a:cubicBezTo>
                  <a:cubicBezTo>
                    <a:pt x="826" y="1982"/>
                    <a:pt x="776" y="2033"/>
                    <a:pt x="717" y="2033"/>
                  </a:cubicBezTo>
                  <a:cubicBezTo>
                    <a:pt x="657" y="2033"/>
                    <a:pt x="607" y="1973"/>
                    <a:pt x="607" y="1913"/>
                  </a:cubicBezTo>
                  <a:cubicBezTo>
                    <a:pt x="617" y="1863"/>
                    <a:pt x="667" y="1814"/>
                    <a:pt x="717" y="1814"/>
                  </a:cubicBezTo>
                  <a:close/>
                  <a:moveTo>
                    <a:pt x="713" y="0"/>
                  </a:moveTo>
                  <a:cubicBezTo>
                    <a:pt x="311" y="0"/>
                    <a:pt x="0" y="327"/>
                    <a:pt x="0" y="719"/>
                  </a:cubicBezTo>
                  <a:cubicBezTo>
                    <a:pt x="0" y="887"/>
                    <a:pt x="139" y="1027"/>
                    <a:pt x="308" y="1027"/>
                  </a:cubicBezTo>
                  <a:cubicBezTo>
                    <a:pt x="478" y="1027"/>
                    <a:pt x="617" y="887"/>
                    <a:pt x="617" y="719"/>
                  </a:cubicBezTo>
                  <a:cubicBezTo>
                    <a:pt x="617" y="664"/>
                    <a:pt x="658" y="618"/>
                    <a:pt x="711" y="618"/>
                  </a:cubicBezTo>
                  <a:cubicBezTo>
                    <a:pt x="716" y="618"/>
                    <a:pt x="721" y="618"/>
                    <a:pt x="726" y="619"/>
                  </a:cubicBezTo>
                  <a:cubicBezTo>
                    <a:pt x="776" y="619"/>
                    <a:pt x="816" y="659"/>
                    <a:pt x="826" y="708"/>
                  </a:cubicBezTo>
                  <a:cubicBezTo>
                    <a:pt x="826" y="758"/>
                    <a:pt x="796" y="798"/>
                    <a:pt x="757" y="818"/>
                  </a:cubicBezTo>
                  <a:cubicBezTo>
                    <a:pt x="547" y="907"/>
                    <a:pt x="408" y="1117"/>
                    <a:pt x="408" y="1345"/>
                  </a:cubicBezTo>
                  <a:lnTo>
                    <a:pt x="408" y="1385"/>
                  </a:lnTo>
                  <a:cubicBezTo>
                    <a:pt x="408" y="1495"/>
                    <a:pt x="478" y="1604"/>
                    <a:pt x="577" y="1654"/>
                  </a:cubicBezTo>
                  <a:cubicBezTo>
                    <a:pt x="478" y="1704"/>
                    <a:pt x="418" y="1794"/>
                    <a:pt x="408" y="1893"/>
                  </a:cubicBezTo>
                  <a:cubicBezTo>
                    <a:pt x="398" y="2072"/>
                    <a:pt x="538" y="2232"/>
                    <a:pt x="717" y="2232"/>
                  </a:cubicBezTo>
                  <a:cubicBezTo>
                    <a:pt x="886" y="2232"/>
                    <a:pt x="1025" y="2092"/>
                    <a:pt x="1025" y="1923"/>
                  </a:cubicBezTo>
                  <a:cubicBezTo>
                    <a:pt x="1025" y="1803"/>
                    <a:pt x="956" y="1704"/>
                    <a:pt x="866" y="1654"/>
                  </a:cubicBezTo>
                  <a:cubicBezTo>
                    <a:pt x="956" y="1604"/>
                    <a:pt x="1025" y="1495"/>
                    <a:pt x="1025" y="1385"/>
                  </a:cubicBezTo>
                  <a:lnTo>
                    <a:pt x="1025" y="1365"/>
                  </a:lnTo>
                  <a:cubicBezTo>
                    <a:pt x="1194" y="1286"/>
                    <a:pt x="1323" y="1146"/>
                    <a:pt x="1394" y="967"/>
                  </a:cubicBezTo>
                  <a:cubicBezTo>
                    <a:pt x="1413" y="918"/>
                    <a:pt x="1383" y="858"/>
                    <a:pt x="1334" y="838"/>
                  </a:cubicBezTo>
                  <a:cubicBezTo>
                    <a:pt x="1323" y="834"/>
                    <a:pt x="1312" y="832"/>
                    <a:pt x="1301" y="832"/>
                  </a:cubicBezTo>
                  <a:cubicBezTo>
                    <a:pt x="1260" y="832"/>
                    <a:pt x="1220" y="858"/>
                    <a:pt x="1204" y="898"/>
                  </a:cubicBezTo>
                  <a:cubicBezTo>
                    <a:pt x="1155" y="1037"/>
                    <a:pt x="1055" y="1146"/>
                    <a:pt x="916" y="1196"/>
                  </a:cubicBezTo>
                  <a:cubicBezTo>
                    <a:pt x="866" y="1216"/>
                    <a:pt x="826" y="1276"/>
                    <a:pt x="826" y="1345"/>
                  </a:cubicBezTo>
                  <a:lnTo>
                    <a:pt x="826" y="1385"/>
                  </a:lnTo>
                  <a:cubicBezTo>
                    <a:pt x="826" y="1445"/>
                    <a:pt x="776" y="1495"/>
                    <a:pt x="717" y="1495"/>
                  </a:cubicBezTo>
                  <a:cubicBezTo>
                    <a:pt x="657" y="1495"/>
                    <a:pt x="607" y="1445"/>
                    <a:pt x="607" y="1385"/>
                  </a:cubicBezTo>
                  <a:lnTo>
                    <a:pt x="607" y="1345"/>
                  </a:lnTo>
                  <a:cubicBezTo>
                    <a:pt x="607" y="1196"/>
                    <a:pt x="697" y="1057"/>
                    <a:pt x="836" y="997"/>
                  </a:cubicBezTo>
                  <a:cubicBezTo>
                    <a:pt x="956" y="947"/>
                    <a:pt x="1025" y="828"/>
                    <a:pt x="1025" y="699"/>
                  </a:cubicBezTo>
                  <a:cubicBezTo>
                    <a:pt x="1015" y="549"/>
                    <a:pt x="886" y="430"/>
                    <a:pt x="737" y="420"/>
                  </a:cubicBezTo>
                  <a:cubicBezTo>
                    <a:pt x="725" y="419"/>
                    <a:pt x="714" y="418"/>
                    <a:pt x="703" y="418"/>
                  </a:cubicBezTo>
                  <a:cubicBezTo>
                    <a:pt x="540" y="418"/>
                    <a:pt x="418" y="551"/>
                    <a:pt x="418" y="719"/>
                  </a:cubicBezTo>
                  <a:cubicBezTo>
                    <a:pt x="418" y="778"/>
                    <a:pt x="368" y="828"/>
                    <a:pt x="308" y="828"/>
                  </a:cubicBezTo>
                  <a:cubicBezTo>
                    <a:pt x="248" y="828"/>
                    <a:pt x="199" y="778"/>
                    <a:pt x="199" y="719"/>
                  </a:cubicBezTo>
                  <a:cubicBezTo>
                    <a:pt x="199" y="441"/>
                    <a:pt x="429" y="200"/>
                    <a:pt x="713" y="200"/>
                  </a:cubicBezTo>
                  <a:cubicBezTo>
                    <a:pt x="724" y="200"/>
                    <a:pt x="735" y="200"/>
                    <a:pt x="746" y="201"/>
                  </a:cubicBezTo>
                  <a:cubicBezTo>
                    <a:pt x="945" y="211"/>
                    <a:pt x="1115" y="330"/>
                    <a:pt x="1194" y="509"/>
                  </a:cubicBezTo>
                  <a:cubicBezTo>
                    <a:pt x="1209" y="546"/>
                    <a:pt x="1246" y="567"/>
                    <a:pt x="1284" y="567"/>
                  </a:cubicBezTo>
                  <a:cubicBezTo>
                    <a:pt x="1297" y="567"/>
                    <a:pt x="1311" y="565"/>
                    <a:pt x="1323" y="559"/>
                  </a:cubicBezTo>
                  <a:cubicBezTo>
                    <a:pt x="1374" y="539"/>
                    <a:pt x="1394" y="480"/>
                    <a:pt x="1374" y="430"/>
                  </a:cubicBezTo>
                  <a:cubicBezTo>
                    <a:pt x="1264" y="181"/>
                    <a:pt x="1035" y="22"/>
                    <a:pt x="766" y="2"/>
                  </a:cubicBezTo>
                  <a:cubicBezTo>
                    <a:pt x="748" y="1"/>
                    <a:pt x="731" y="0"/>
                    <a:pt x="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 name="Google Shape;612;p50"/>
          <p:cNvGrpSpPr/>
          <p:nvPr/>
        </p:nvGrpSpPr>
        <p:grpSpPr>
          <a:xfrm>
            <a:off x="4691559" y="2645189"/>
            <a:ext cx="382813" cy="473806"/>
            <a:chOff x="5361309" y="2645189"/>
            <a:chExt cx="382813" cy="473806"/>
          </a:xfrm>
        </p:grpSpPr>
        <p:sp>
          <p:nvSpPr>
            <p:cNvPr id="613" name="Google Shape;613;p50"/>
            <p:cNvSpPr/>
            <p:nvPr/>
          </p:nvSpPr>
          <p:spPr>
            <a:xfrm>
              <a:off x="5559273" y="2751463"/>
              <a:ext cx="41031" cy="70966"/>
            </a:xfrm>
            <a:custGeom>
              <a:avLst/>
              <a:gdLst/>
              <a:ahLst/>
              <a:cxnLst/>
              <a:rect l="l" t="t" r="r" b="b"/>
              <a:pathLst>
                <a:path w="588" h="1017" extrusionOk="0">
                  <a:moveTo>
                    <a:pt x="289" y="200"/>
                  </a:moveTo>
                  <a:cubicBezTo>
                    <a:pt x="349" y="200"/>
                    <a:pt x="389" y="240"/>
                    <a:pt x="389" y="289"/>
                  </a:cubicBezTo>
                  <a:lnTo>
                    <a:pt x="389" y="718"/>
                  </a:lnTo>
                  <a:cubicBezTo>
                    <a:pt x="389" y="767"/>
                    <a:pt x="349" y="817"/>
                    <a:pt x="289" y="817"/>
                  </a:cubicBezTo>
                  <a:cubicBezTo>
                    <a:pt x="240" y="817"/>
                    <a:pt x="200" y="767"/>
                    <a:pt x="200" y="718"/>
                  </a:cubicBezTo>
                  <a:lnTo>
                    <a:pt x="200" y="289"/>
                  </a:lnTo>
                  <a:cubicBezTo>
                    <a:pt x="200" y="240"/>
                    <a:pt x="240" y="200"/>
                    <a:pt x="289" y="200"/>
                  </a:cubicBezTo>
                  <a:close/>
                  <a:moveTo>
                    <a:pt x="289" y="1"/>
                  </a:moveTo>
                  <a:cubicBezTo>
                    <a:pt x="130" y="1"/>
                    <a:pt x="1" y="130"/>
                    <a:pt x="1" y="289"/>
                  </a:cubicBezTo>
                  <a:lnTo>
                    <a:pt x="1" y="718"/>
                  </a:lnTo>
                  <a:cubicBezTo>
                    <a:pt x="1" y="877"/>
                    <a:pt x="130" y="1016"/>
                    <a:pt x="289" y="1016"/>
                  </a:cubicBezTo>
                  <a:cubicBezTo>
                    <a:pt x="459" y="1016"/>
                    <a:pt x="588" y="877"/>
                    <a:pt x="588" y="718"/>
                  </a:cubicBezTo>
                  <a:lnTo>
                    <a:pt x="588" y="289"/>
                  </a:lnTo>
                  <a:cubicBezTo>
                    <a:pt x="588" y="130"/>
                    <a:pt x="459" y="1"/>
                    <a:pt x="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50"/>
            <p:cNvSpPr/>
            <p:nvPr/>
          </p:nvSpPr>
          <p:spPr>
            <a:xfrm>
              <a:off x="5559273" y="2832058"/>
              <a:ext cx="41031" cy="41031"/>
            </a:xfrm>
            <a:custGeom>
              <a:avLst/>
              <a:gdLst/>
              <a:ahLst/>
              <a:cxnLst/>
              <a:rect l="l" t="t" r="r" b="b"/>
              <a:pathLst>
                <a:path w="588" h="588" extrusionOk="0">
                  <a:moveTo>
                    <a:pt x="289" y="200"/>
                  </a:moveTo>
                  <a:cubicBezTo>
                    <a:pt x="349" y="200"/>
                    <a:pt x="389" y="249"/>
                    <a:pt x="389" y="299"/>
                  </a:cubicBezTo>
                  <a:cubicBezTo>
                    <a:pt x="389" y="348"/>
                    <a:pt x="349" y="388"/>
                    <a:pt x="289" y="388"/>
                  </a:cubicBezTo>
                  <a:cubicBezTo>
                    <a:pt x="240" y="388"/>
                    <a:pt x="200" y="348"/>
                    <a:pt x="200" y="299"/>
                  </a:cubicBezTo>
                  <a:cubicBezTo>
                    <a:pt x="200" y="249"/>
                    <a:pt x="240" y="200"/>
                    <a:pt x="289" y="200"/>
                  </a:cubicBezTo>
                  <a:close/>
                  <a:moveTo>
                    <a:pt x="289" y="0"/>
                  </a:moveTo>
                  <a:cubicBezTo>
                    <a:pt x="130" y="0"/>
                    <a:pt x="1" y="140"/>
                    <a:pt x="1" y="299"/>
                  </a:cubicBezTo>
                  <a:cubicBezTo>
                    <a:pt x="1" y="458"/>
                    <a:pt x="130" y="587"/>
                    <a:pt x="289" y="587"/>
                  </a:cubicBezTo>
                  <a:cubicBezTo>
                    <a:pt x="459" y="587"/>
                    <a:pt x="588" y="458"/>
                    <a:pt x="588" y="299"/>
                  </a:cubicBezTo>
                  <a:cubicBezTo>
                    <a:pt x="588" y="140"/>
                    <a:pt x="459"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50"/>
            <p:cNvSpPr/>
            <p:nvPr/>
          </p:nvSpPr>
          <p:spPr>
            <a:xfrm>
              <a:off x="5455790" y="2697943"/>
              <a:ext cx="248068" cy="202222"/>
            </a:xfrm>
            <a:custGeom>
              <a:avLst/>
              <a:gdLst/>
              <a:ahLst/>
              <a:cxnLst/>
              <a:rect l="l" t="t" r="r" b="b"/>
              <a:pathLst>
                <a:path w="3555" h="2898" extrusionOk="0">
                  <a:moveTo>
                    <a:pt x="1772" y="1"/>
                  </a:moveTo>
                  <a:cubicBezTo>
                    <a:pt x="1673" y="1"/>
                    <a:pt x="1583" y="51"/>
                    <a:pt x="1524" y="140"/>
                  </a:cubicBezTo>
                  <a:lnTo>
                    <a:pt x="70" y="2440"/>
                  </a:lnTo>
                  <a:cubicBezTo>
                    <a:pt x="11" y="2529"/>
                    <a:pt x="0" y="2639"/>
                    <a:pt x="60" y="2739"/>
                  </a:cubicBezTo>
                  <a:cubicBezTo>
                    <a:pt x="110" y="2838"/>
                    <a:pt x="210" y="2898"/>
                    <a:pt x="319" y="2898"/>
                  </a:cubicBezTo>
                  <a:lnTo>
                    <a:pt x="1544" y="2898"/>
                  </a:lnTo>
                  <a:cubicBezTo>
                    <a:pt x="1603" y="2898"/>
                    <a:pt x="1643" y="2848"/>
                    <a:pt x="1643" y="2798"/>
                  </a:cubicBezTo>
                  <a:cubicBezTo>
                    <a:pt x="1643" y="2739"/>
                    <a:pt x="1603" y="2699"/>
                    <a:pt x="1544" y="2699"/>
                  </a:cubicBezTo>
                  <a:lnTo>
                    <a:pt x="319" y="2699"/>
                  </a:lnTo>
                  <a:cubicBezTo>
                    <a:pt x="270" y="2699"/>
                    <a:pt x="239" y="2659"/>
                    <a:pt x="230" y="2649"/>
                  </a:cubicBezTo>
                  <a:cubicBezTo>
                    <a:pt x="219" y="2629"/>
                    <a:pt x="210" y="2589"/>
                    <a:pt x="230" y="2540"/>
                  </a:cubicBezTo>
                  <a:lnTo>
                    <a:pt x="1693" y="240"/>
                  </a:lnTo>
                  <a:cubicBezTo>
                    <a:pt x="1712" y="210"/>
                    <a:pt x="1743" y="200"/>
                    <a:pt x="1772" y="200"/>
                  </a:cubicBezTo>
                  <a:cubicBezTo>
                    <a:pt x="1812" y="200"/>
                    <a:pt x="1842" y="210"/>
                    <a:pt x="1862" y="240"/>
                  </a:cubicBezTo>
                  <a:lnTo>
                    <a:pt x="3315" y="2540"/>
                  </a:lnTo>
                  <a:cubicBezTo>
                    <a:pt x="3345" y="2589"/>
                    <a:pt x="3335" y="2629"/>
                    <a:pt x="3325" y="2649"/>
                  </a:cubicBezTo>
                  <a:cubicBezTo>
                    <a:pt x="3315" y="2659"/>
                    <a:pt x="3285" y="2699"/>
                    <a:pt x="3236" y="2699"/>
                  </a:cubicBezTo>
                  <a:lnTo>
                    <a:pt x="2011" y="2699"/>
                  </a:lnTo>
                  <a:cubicBezTo>
                    <a:pt x="1951" y="2699"/>
                    <a:pt x="1912" y="2739"/>
                    <a:pt x="1912" y="2798"/>
                  </a:cubicBezTo>
                  <a:cubicBezTo>
                    <a:pt x="1912" y="2848"/>
                    <a:pt x="1951" y="2898"/>
                    <a:pt x="2011" y="2898"/>
                  </a:cubicBezTo>
                  <a:lnTo>
                    <a:pt x="3236" y="2898"/>
                  </a:lnTo>
                  <a:cubicBezTo>
                    <a:pt x="3345" y="2898"/>
                    <a:pt x="3444" y="2838"/>
                    <a:pt x="3495" y="2739"/>
                  </a:cubicBezTo>
                  <a:cubicBezTo>
                    <a:pt x="3554" y="2639"/>
                    <a:pt x="3544" y="2529"/>
                    <a:pt x="3484" y="2440"/>
                  </a:cubicBezTo>
                  <a:lnTo>
                    <a:pt x="2031" y="140"/>
                  </a:lnTo>
                  <a:cubicBezTo>
                    <a:pt x="1971" y="51"/>
                    <a:pt x="1882" y="1"/>
                    <a:pt x="1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0"/>
            <p:cNvSpPr/>
            <p:nvPr/>
          </p:nvSpPr>
          <p:spPr>
            <a:xfrm>
              <a:off x="5361309" y="2645189"/>
              <a:ext cx="382813" cy="473806"/>
            </a:xfrm>
            <a:custGeom>
              <a:avLst/>
              <a:gdLst/>
              <a:ahLst/>
              <a:cxnLst/>
              <a:rect l="l" t="t" r="r" b="b"/>
              <a:pathLst>
                <a:path w="5486" h="6790" extrusionOk="0">
                  <a:moveTo>
                    <a:pt x="3137" y="0"/>
                  </a:moveTo>
                  <a:cubicBezTo>
                    <a:pt x="1842" y="0"/>
                    <a:pt x="797" y="1056"/>
                    <a:pt x="797" y="2340"/>
                  </a:cubicBezTo>
                  <a:lnTo>
                    <a:pt x="797" y="2678"/>
                  </a:lnTo>
                  <a:cubicBezTo>
                    <a:pt x="797" y="3017"/>
                    <a:pt x="668" y="3335"/>
                    <a:pt x="429" y="3564"/>
                  </a:cubicBezTo>
                  <a:lnTo>
                    <a:pt x="120" y="3883"/>
                  </a:lnTo>
                  <a:cubicBezTo>
                    <a:pt x="31" y="3973"/>
                    <a:pt x="1" y="4092"/>
                    <a:pt x="51" y="4211"/>
                  </a:cubicBezTo>
                  <a:cubicBezTo>
                    <a:pt x="100" y="4331"/>
                    <a:pt x="210" y="4400"/>
                    <a:pt x="329" y="4400"/>
                  </a:cubicBezTo>
                  <a:lnTo>
                    <a:pt x="777" y="4400"/>
                  </a:lnTo>
                  <a:cubicBezTo>
                    <a:pt x="787" y="4400"/>
                    <a:pt x="797" y="4410"/>
                    <a:pt x="797" y="4420"/>
                  </a:cubicBezTo>
                  <a:lnTo>
                    <a:pt x="797" y="4798"/>
                  </a:lnTo>
                  <a:cubicBezTo>
                    <a:pt x="797" y="5426"/>
                    <a:pt x="1305" y="5933"/>
                    <a:pt x="1932" y="5933"/>
                  </a:cubicBezTo>
                  <a:cubicBezTo>
                    <a:pt x="2101" y="5933"/>
                    <a:pt x="2230" y="6072"/>
                    <a:pt x="2230" y="6242"/>
                  </a:cubicBezTo>
                  <a:lnTo>
                    <a:pt x="2230" y="6570"/>
                  </a:lnTo>
                  <a:cubicBezTo>
                    <a:pt x="2230" y="6690"/>
                    <a:pt x="2330" y="6789"/>
                    <a:pt x="2460" y="6789"/>
                  </a:cubicBezTo>
                  <a:lnTo>
                    <a:pt x="4371" y="6789"/>
                  </a:lnTo>
                  <a:cubicBezTo>
                    <a:pt x="4490" y="6789"/>
                    <a:pt x="4590" y="6690"/>
                    <a:pt x="4590" y="6570"/>
                  </a:cubicBezTo>
                  <a:lnTo>
                    <a:pt x="4590" y="5724"/>
                  </a:lnTo>
                  <a:cubicBezTo>
                    <a:pt x="4590" y="5396"/>
                    <a:pt x="4699" y="5097"/>
                    <a:pt x="4898" y="4878"/>
                  </a:cubicBezTo>
                  <a:cubicBezTo>
                    <a:pt x="5276" y="4450"/>
                    <a:pt x="5486" y="3893"/>
                    <a:pt x="5486" y="3325"/>
                  </a:cubicBezTo>
                  <a:lnTo>
                    <a:pt x="5486" y="3026"/>
                  </a:lnTo>
                  <a:cubicBezTo>
                    <a:pt x="5486" y="2977"/>
                    <a:pt x="5446" y="2927"/>
                    <a:pt x="5386" y="2927"/>
                  </a:cubicBezTo>
                  <a:cubicBezTo>
                    <a:pt x="5336" y="2927"/>
                    <a:pt x="5287" y="2977"/>
                    <a:pt x="5287" y="3026"/>
                  </a:cubicBezTo>
                  <a:lnTo>
                    <a:pt x="5287" y="3325"/>
                  </a:lnTo>
                  <a:cubicBezTo>
                    <a:pt x="5287" y="3843"/>
                    <a:pt x="5097" y="4351"/>
                    <a:pt x="4749" y="4739"/>
                  </a:cubicBezTo>
                  <a:cubicBezTo>
                    <a:pt x="4520" y="5008"/>
                    <a:pt x="4391" y="5346"/>
                    <a:pt x="4391" y="5724"/>
                  </a:cubicBezTo>
                  <a:lnTo>
                    <a:pt x="4391" y="6570"/>
                  </a:lnTo>
                  <a:cubicBezTo>
                    <a:pt x="4391" y="6580"/>
                    <a:pt x="4380" y="6590"/>
                    <a:pt x="4371" y="6590"/>
                  </a:cubicBezTo>
                  <a:lnTo>
                    <a:pt x="2460" y="6590"/>
                  </a:lnTo>
                  <a:cubicBezTo>
                    <a:pt x="2440" y="6590"/>
                    <a:pt x="2429" y="6580"/>
                    <a:pt x="2429" y="6570"/>
                  </a:cubicBezTo>
                  <a:lnTo>
                    <a:pt x="2429" y="6242"/>
                  </a:lnTo>
                  <a:cubicBezTo>
                    <a:pt x="2429" y="5963"/>
                    <a:pt x="2210" y="5734"/>
                    <a:pt x="1932" y="5734"/>
                  </a:cubicBezTo>
                  <a:cubicBezTo>
                    <a:pt x="1414" y="5734"/>
                    <a:pt x="996" y="5316"/>
                    <a:pt x="996" y="4798"/>
                  </a:cubicBezTo>
                  <a:lnTo>
                    <a:pt x="996" y="4420"/>
                  </a:lnTo>
                  <a:cubicBezTo>
                    <a:pt x="996" y="4301"/>
                    <a:pt x="896" y="4201"/>
                    <a:pt x="777" y="4201"/>
                  </a:cubicBezTo>
                  <a:lnTo>
                    <a:pt x="329" y="4201"/>
                  </a:lnTo>
                  <a:cubicBezTo>
                    <a:pt x="270" y="4201"/>
                    <a:pt x="240" y="4152"/>
                    <a:pt x="230" y="4141"/>
                  </a:cubicBezTo>
                  <a:cubicBezTo>
                    <a:pt x="230" y="4121"/>
                    <a:pt x="210" y="4062"/>
                    <a:pt x="259" y="4022"/>
                  </a:cubicBezTo>
                  <a:lnTo>
                    <a:pt x="568" y="3714"/>
                  </a:lnTo>
                  <a:cubicBezTo>
                    <a:pt x="847" y="3435"/>
                    <a:pt x="996" y="3066"/>
                    <a:pt x="996" y="2678"/>
                  </a:cubicBezTo>
                  <a:lnTo>
                    <a:pt x="996" y="2340"/>
                  </a:lnTo>
                  <a:cubicBezTo>
                    <a:pt x="996" y="1165"/>
                    <a:pt x="1962" y="200"/>
                    <a:pt x="3137" y="200"/>
                  </a:cubicBezTo>
                  <a:cubicBezTo>
                    <a:pt x="4321" y="200"/>
                    <a:pt x="5287" y="1165"/>
                    <a:pt x="5287" y="2340"/>
                  </a:cubicBezTo>
                  <a:lnTo>
                    <a:pt x="5287" y="2569"/>
                  </a:lnTo>
                  <a:cubicBezTo>
                    <a:pt x="5287" y="2619"/>
                    <a:pt x="5336" y="2668"/>
                    <a:pt x="5386" y="2668"/>
                  </a:cubicBezTo>
                  <a:cubicBezTo>
                    <a:pt x="5446" y="2668"/>
                    <a:pt x="5486" y="2619"/>
                    <a:pt x="5486" y="2569"/>
                  </a:cubicBezTo>
                  <a:lnTo>
                    <a:pt x="5486" y="2340"/>
                  </a:lnTo>
                  <a:cubicBezTo>
                    <a:pt x="5486" y="1056"/>
                    <a:pt x="4431" y="0"/>
                    <a:pt x="3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50"/>
          <p:cNvGrpSpPr/>
          <p:nvPr/>
        </p:nvGrpSpPr>
        <p:grpSpPr>
          <a:xfrm>
            <a:off x="5301430" y="2667379"/>
            <a:ext cx="474500" cy="429356"/>
            <a:chOff x="5971180" y="2667379"/>
            <a:chExt cx="474500" cy="429356"/>
          </a:xfrm>
        </p:grpSpPr>
        <p:sp>
          <p:nvSpPr>
            <p:cNvPr id="618" name="Google Shape;618;p50"/>
            <p:cNvSpPr/>
            <p:nvPr/>
          </p:nvSpPr>
          <p:spPr>
            <a:xfrm>
              <a:off x="6290630" y="2793819"/>
              <a:ext cx="90365" cy="45915"/>
            </a:xfrm>
            <a:custGeom>
              <a:avLst/>
              <a:gdLst/>
              <a:ahLst/>
              <a:cxnLst/>
              <a:rect l="l" t="t" r="r" b="b"/>
              <a:pathLst>
                <a:path w="1295" h="658" extrusionOk="0">
                  <a:moveTo>
                    <a:pt x="1096" y="200"/>
                  </a:moveTo>
                  <a:lnTo>
                    <a:pt x="1096" y="459"/>
                  </a:lnTo>
                  <a:lnTo>
                    <a:pt x="200" y="459"/>
                  </a:lnTo>
                  <a:lnTo>
                    <a:pt x="200" y="200"/>
                  </a:lnTo>
                  <a:close/>
                  <a:moveTo>
                    <a:pt x="180" y="1"/>
                  </a:moveTo>
                  <a:cubicBezTo>
                    <a:pt x="81" y="1"/>
                    <a:pt x="1" y="91"/>
                    <a:pt x="1" y="190"/>
                  </a:cubicBezTo>
                  <a:lnTo>
                    <a:pt x="1" y="478"/>
                  </a:lnTo>
                  <a:cubicBezTo>
                    <a:pt x="1" y="578"/>
                    <a:pt x="81" y="658"/>
                    <a:pt x="180" y="658"/>
                  </a:cubicBezTo>
                  <a:lnTo>
                    <a:pt x="1106" y="658"/>
                  </a:lnTo>
                  <a:cubicBezTo>
                    <a:pt x="1215" y="658"/>
                    <a:pt x="1295" y="578"/>
                    <a:pt x="1295" y="478"/>
                  </a:cubicBezTo>
                  <a:lnTo>
                    <a:pt x="1295" y="190"/>
                  </a:lnTo>
                  <a:cubicBezTo>
                    <a:pt x="1295" y="91"/>
                    <a:pt x="1215" y="1"/>
                    <a:pt x="1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50"/>
            <p:cNvSpPr/>
            <p:nvPr/>
          </p:nvSpPr>
          <p:spPr>
            <a:xfrm>
              <a:off x="6335149" y="2859133"/>
              <a:ext cx="110532" cy="45915"/>
            </a:xfrm>
            <a:custGeom>
              <a:avLst/>
              <a:gdLst/>
              <a:ahLst/>
              <a:cxnLst/>
              <a:rect l="l" t="t" r="r" b="b"/>
              <a:pathLst>
                <a:path w="1584" h="658" extrusionOk="0">
                  <a:moveTo>
                    <a:pt x="1384" y="199"/>
                  </a:moveTo>
                  <a:lnTo>
                    <a:pt x="1384" y="458"/>
                  </a:lnTo>
                  <a:lnTo>
                    <a:pt x="199" y="458"/>
                  </a:lnTo>
                  <a:lnTo>
                    <a:pt x="199" y="199"/>
                  </a:lnTo>
                  <a:close/>
                  <a:moveTo>
                    <a:pt x="179" y="0"/>
                  </a:moveTo>
                  <a:cubicBezTo>
                    <a:pt x="80" y="0"/>
                    <a:pt x="0" y="80"/>
                    <a:pt x="0" y="179"/>
                  </a:cubicBezTo>
                  <a:lnTo>
                    <a:pt x="0" y="478"/>
                  </a:lnTo>
                  <a:cubicBezTo>
                    <a:pt x="0" y="578"/>
                    <a:pt x="80" y="657"/>
                    <a:pt x="179" y="657"/>
                  </a:cubicBezTo>
                  <a:lnTo>
                    <a:pt x="1394" y="657"/>
                  </a:lnTo>
                  <a:cubicBezTo>
                    <a:pt x="1493" y="657"/>
                    <a:pt x="1583" y="578"/>
                    <a:pt x="1583" y="478"/>
                  </a:cubicBezTo>
                  <a:lnTo>
                    <a:pt x="1583" y="179"/>
                  </a:lnTo>
                  <a:cubicBezTo>
                    <a:pt x="1583" y="80"/>
                    <a:pt x="149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0"/>
            <p:cNvSpPr/>
            <p:nvPr/>
          </p:nvSpPr>
          <p:spPr>
            <a:xfrm>
              <a:off x="6229573" y="2859133"/>
              <a:ext cx="88969" cy="45915"/>
            </a:xfrm>
            <a:custGeom>
              <a:avLst/>
              <a:gdLst/>
              <a:ahLst/>
              <a:cxnLst/>
              <a:rect l="l" t="t" r="r" b="b"/>
              <a:pathLst>
                <a:path w="1275" h="658" extrusionOk="0">
                  <a:moveTo>
                    <a:pt x="1075" y="199"/>
                  </a:moveTo>
                  <a:lnTo>
                    <a:pt x="1075" y="458"/>
                  </a:lnTo>
                  <a:lnTo>
                    <a:pt x="199" y="458"/>
                  </a:lnTo>
                  <a:lnTo>
                    <a:pt x="199" y="199"/>
                  </a:lnTo>
                  <a:close/>
                  <a:moveTo>
                    <a:pt x="179" y="0"/>
                  </a:moveTo>
                  <a:cubicBezTo>
                    <a:pt x="80" y="0"/>
                    <a:pt x="0" y="80"/>
                    <a:pt x="0" y="179"/>
                  </a:cubicBezTo>
                  <a:lnTo>
                    <a:pt x="0" y="478"/>
                  </a:lnTo>
                  <a:cubicBezTo>
                    <a:pt x="0" y="578"/>
                    <a:pt x="80" y="657"/>
                    <a:pt x="179" y="657"/>
                  </a:cubicBezTo>
                  <a:lnTo>
                    <a:pt x="1085" y="657"/>
                  </a:lnTo>
                  <a:cubicBezTo>
                    <a:pt x="1185" y="657"/>
                    <a:pt x="1274" y="578"/>
                    <a:pt x="1274" y="478"/>
                  </a:cubicBezTo>
                  <a:lnTo>
                    <a:pt x="1274" y="179"/>
                  </a:lnTo>
                  <a:cubicBezTo>
                    <a:pt x="1274" y="80"/>
                    <a:pt x="1185" y="0"/>
                    <a:pt x="10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50"/>
            <p:cNvSpPr/>
            <p:nvPr/>
          </p:nvSpPr>
          <p:spPr>
            <a:xfrm>
              <a:off x="6270534" y="2924376"/>
              <a:ext cx="110462" cy="45915"/>
            </a:xfrm>
            <a:custGeom>
              <a:avLst/>
              <a:gdLst/>
              <a:ahLst/>
              <a:cxnLst/>
              <a:rect l="l" t="t" r="r" b="b"/>
              <a:pathLst>
                <a:path w="1583" h="658" extrusionOk="0">
                  <a:moveTo>
                    <a:pt x="1384" y="200"/>
                  </a:moveTo>
                  <a:lnTo>
                    <a:pt x="1384" y="459"/>
                  </a:lnTo>
                  <a:lnTo>
                    <a:pt x="200" y="459"/>
                  </a:lnTo>
                  <a:lnTo>
                    <a:pt x="200" y="200"/>
                  </a:lnTo>
                  <a:close/>
                  <a:moveTo>
                    <a:pt x="180" y="1"/>
                  </a:moveTo>
                  <a:cubicBezTo>
                    <a:pt x="80" y="1"/>
                    <a:pt x="1" y="81"/>
                    <a:pt x="1" y="180"/>
                  </a:cubicBezTo>
                  <a:lnTo>
                    <a:pt x="1" y="469"/>
                  </a:lnTo>
                  <a:cubicBezTo>
                    <a:pt x="1" y="569"/>
                    <a:pt x="80" y="658"/>
                    <a:pt x="180" y="658"/>
                  </a:cubicBezTo>
                  <a:lnTo>
                    <a:pt x="1394" y="658"/>
                  </a:lnTo>
                  <a:cubicBezTo>
                    <a:pt x="1503" y="658"/>
                    <a:pt x="1583" y="569"/>
                    <a:pt x="1583" y="469"/>
                  </a:cubicBezTo>
                  <a:lnTo>
                    <a:pt x="1583" y="180"/>
                  </a:lnTo>
                  <a:cubicBezTo>
                    <a:pt x="1583" y="81"/>
                    <a:pt x="1503"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50"/>
            <p:cNvSpPr/>
            <p:nvPr/>
          </p:nvSpPr>
          <p:spPr>
            <a:xfrm>
              <a:off x="6355943" y="2729273"/>
              <a:ext cx="89737" cy="45915"/>
            </a:xfrm>
            <a:custGeom>
              <a:avLst/>
              <a:gdLst/>
              <a:ahLst/>
              <a:cxnLst/>
              <a:rect l="l" t="t" r="r" b="b"/>
              <a:pathLst>
                <a:path w="1286" h="658" extrusionOk="0">
                  <a:moveTo>
                    <a:pt x="1086" y="199"/>
                  </a:moveTo>
                  <a:lnTo>
                    <a:pt x="1086" y="458"/>
                  </a:lnTo>
                  <a:lnTo>
                    <a:pt x="200" y="458"/>
                  </a:lnTo>
                  <a:lnTo>
                    <a:pt x="200" y="199"/>
                  </a:lnTo>
                  <a:close/>
                  <a:moveTo>
                    <a:pt x="190" y="0"/>
                  </a:moveTo>
                  <a:cubicBezTo>
                    <a:pt x="91" y="0"/>
                    <a:pt x="1" y="80"/>
                    <a:pt x="1" y="179"/>
                  </a:cubicBezTo>
                  <a:lnTo>
                    <a:pt x="1" y="468"/>
                  </a:lnTo>
                  <a:cubicBezTo>
                    <a:pt x="1" y="567"/>
                    <a:pt x="91" y="657"/>
                    <a:pt x="190" y="657"/>
                  </a:cubicBezTo>
                  <a:lnTo>
                    <a:pt x="1096" y="657"/>
                  </a:lnTo>
                  <a:cubicBezTo>
                    <a:pt x="1195" y="657"/>
                    <a:pt x="1285" y="567"/>
                    <a:pt x="1285" y="468"/>
                  </a:cubicBezTo>
                  <a:lnTo>
                    <a:pt x="1285" y="179"/>
                  </a:lnTo>
                  <a:cubicBezTo>
                    <a:pt x="1285" y="80"/>
                    <a:pt x="1195"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0"/>
            <p:cNvSpPr/>
            <p:nvPr/>
          </p:nvSpPr>
          <p:spPr>
            <a:xfrm>
              <a:off x="6229573" y="2989062"/>
              <a:ext cx="110532" cy="45915"/>
            </a:xfrm>
            <a:custGeom>
              <a:avLst/>
              <a:gdLst/>
              <a:ahLst/>
              <a:cxnLst/>
              <a:rect l="l" t="t" r="r" b="b"/>
              <a:pathLst>
                <a:path w="1584" h="658" extrusionOk="0">
                  <a:moveTo>
                    <a:pt x="1384" y="199"/>
                  </a:moveTo>
                  <a:lnTo>
                    <a:pt x="1384" y="458"/>
                  </a:lnTo>
                  <a:lnTo>
                    <a:pt x="199" y="458"/>
                  </a:lnTo>
                  <a:lnTo>
                    <a:pt x="199" y="199"/>
                  </a:lnTo>
                  <a:close/>
                  <a:moveTo>
                    <a:pt x="179" y="0"/>
                  </a:moveTo>
                  <a:cubicBezTo>
                    <a:pt x="80" y="0"/>
                    <a:pt x="0" y="80"/>
                    <a:pt x="0" y="189"/>
                  </a:cubicBezTo>
                  <a:lnTo>
                    <a:pt x="0" y="478"/>
                  </a:lnTo>
                  <a:cubicBezTo>
                    <a:pt x="0" y="577"/>
                    <a:pt x="80" y="657"/>
                    <a:pt x="179" y="657"/>
                  </a:cubicBezTo>
                  <a:lnTo>
                    <a:pt x="1404" y="657"/>
                  </a:lnTo>
                  <a:cubicBezTo>
                    <a:pt x="1503" y="657"/>
                    <a:pt x="1583" y="577"/>
                    <a:pt x="1583" y="478"/>
                  </a:cubicBezTo>
                  <a:lnTo>
                    <a:pt x="1583" y="189"/>
                  </a:lnTo>
                  <a:cubicBezTo>
                    <a:pt x="1583" y="80"/>
                    <a:pt x="1503" y="0"/>
                    <a:pt x="1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0"/>
            <p:cNvSpPr/>
            <p:nvPr/>
          </p:nvSpPr>
          <p:spPr>
            <a:xfrm>
              <a:off x="6355943" y="2989062"/>
              <a:ext cx="44520" cy="45915"/>
            </a:xfrm>
            <a:custGeom>
              <a:avLst/>
              <a:gdLst/>
              <a:ahLst/>
              <a:cxnLst/>
              <a:rect l="l" t="t" r="r" b="b"/>
              <a:pathLst>
                <a:path w="638" h="658" extrusionOk="0">
                  <a:moveTo>
                    <a:pt x="439" y="199"/>
                  </a:moveTo>
                  <a:lnTo>
                    <a:pt x="439" y="458"/>
                  </a:lnTo>
                  <a:lnTo>
                    <a:pt x="200" y="458"/>
                  </a:lnTo>
                  <a:lnTo>
                    <a:pt x="200" y="199"/>
                  </a:lnTo>
                  <a:close/>
                  <a:moveTo>
                    <a:pt x="190" y="0"/>
                  </a:moveTo>
                  <a:cubicBezTo>
                    <a:pt x="91" y="0"/>
                    <a:pt x="1" y="80"/>
                    <a:pt x="1" y="189"/>
                  </a:cubicBezTo>
                  <a:lnTo>
                    <a:pt x="1" y="478"/>
                  </a:lnTo>
                  <a:cubicBezTo>
                    <a:pt x="1" y="577"/>
                    <a:pt x="91" y="657"/>
                    <a:pt x="190" y="657"/>
                  </a:cubicBezTo>
                  <a:lnTo>
                    <a:pt x="459" y="657"/>
                  </a:lnTo>
                  <a:cubicBezTo>
                    <a:pt x="558" y="657"/>
                    <a:pt x="638" y="577"/>
                    <a:pt x="638" y="478"/>
                  </a:cubicBezTo>
                  <a:lnTo>
                    <a:pt x="638" y="189"/>
                  </a:lnTo>
                  <a:cubicBezTo>
                    <a:pt x="638" y="80"/>
                    <a:pt x="558" y="0"/>
                    <a:pt x="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0"/>
            <p:cNvSpPr/>
            <p:nvPr/>
          </p:nvSpPr>
          <p:spPr>
            <a:xfrm>
              <a:off x="6229573" y="2793819"/>
              <a:ext cx="44520" cy="45915"/>
            </a:xfrm>
            <a:custGeom>
              <a:avLst/>
              <a:gdLst/>
              <a:ahLst/>
              <a:cxnLst/>
              <a:rect l="l" t="t" r="r" b="b"/>
              <a:pathLst>
                <a:path w="638" h="658" extrusionOk="0">
                  <a:moveTo>
                    <a:pt x="438" y="200"/>
                  </a:moveTo>
                  <a:lnTo>
                    <a:pt x="438" y="459"/>
                  </a:lnTo>
                  <a:lnTo>
                    <a:pt x="199" y="459"/>
                  </a:lnTo>
                  <a:lnTo>
                    <a:pt x="199" y="200"/>
                  </a:lnTo>
                  <a:close/>
                  <a:moveTo>
                    <a:pt x="179" y="1"/>
                  </a:moveTo>
                  <a:cubicBezTo>
                    <a:pt x="80" y="1"/>
                    <a:pt x="0" y="91"/>
                    <a:pt x="0" y="190"/>
                  </a:cubicBezTo>
                  <a:lnTo>
                    <a:pt x="0" y="478"/>
                  </a:lnTo>
                  <a:cubicBezTo>
                    <a:pt x="0" y="578"/>
                    <a:pt x="80" y="658"/>
                    <a:pt x="179" y="658"/>
                  </a:cubicBezTo>
                  <a:lnTo>
                    <a:pt x="458" y="658"/>
                  </a:lnTo>
                  <a:cubicBezTo>
                    <a:pt x="557" y="658"/>
                    <a:pt x="637" y="578"/>
                    <a:pt x="637" y="478"/>
                  </a:cubicBezTo>
                  <a:lnTo>
                    <a:pt x="637" y="190"/>
                  </a:lnTo>
                  <a:cubicBezTo>
                    <a:pt x="637" y="91"/>
                    <a:pt x="557" y="1"/>
                    <a:pt x="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0"/>
            <p:cNvSpPr/>
            <p:nvPr/>
          </p:nvSpPr>
          <p:spPr>
            <a:xfrm>
              <a:off x="6229573" y="2729273"/>
              <a:ext cx="110532" cy="45915"/>
            </a:xfrm>
            <a:custGeom>
              <a:avLst/>
              <a:gdLst/>
              <a:ahLst/>
              <a:cxnLst/>
              <a:rect l="l" t="t" r="r" b="b"/>
              <a:pathLst>
                <a:path w="1584" h="658" extrusionOk="0">
                  <a:moveTo>
                    <a:pt x="179" y="0"/>
                  </a:moveTo>
                  <a:cubicBezTo>
                    <a:pt x="80" y="0"/>
                    <a:pt x="0" y="80"/>
                    <a:pt x="0" y="179"/>
                  </a:cubicBezTo>
                  <a:lnTo>
                    <a:pt x="0" y="468"/>
                  </a:lnTo>
                  <a:cubicBezTo>
                    <a:pt x="0" y="567"/>
                    <a:pt x="80" y="657"/>
                    <a:pt x="179" y="657"/>
                  </a:cubicBezTo>
                  <a:lnTo>
                    <a:pt x="1404" y="657"/>
                  </a:lnTo>
                  <a:cubicBezTo>
                    <a:pt x="1503" y="657"/>
                    <a:pt x="1583" y="567"/>
                    <a:pt x="1583" y="468"/>
                  </a:cubicBezTo>
                  <a:lnTo>
                    <a:pt x="1583" y="179"/>
                  </a:lnTo>
                  <a:cubicBezTo>
                    <a:pt x="1583" y="80"/>
                    <a:pt x="1503" y="0"/>
                    <a:pt x="1404" y="0"/>
                  </a:cubicBezTo>
                  <a:lnTo>
                    <a:pt x="1026" y="0"/>
                  </a:lnTo>
                  <a:cubicBezTo>
                    <a:pt x="966" y="0"/>
                    <a:pt x="926" y="40"/>
                    <a:pt x="926" y="100"/>
                  </a:cubicBezTo>
                  <a:cubicBezTo>
                    <a:pt x="926" y="149"/>
                    <a:pt x="966" y="199"/>
                    <a:pt x="1026" y="199"/>
                  </a:cubicBezTo>
                  <a:lnTo>
                    <a:pt x="1384" y="199"/>
                  </a:lnTo>
                  <a:lnTo>
                    <a:pt x="1384" y="458"/>
                  </a:lnTo>
                  <a:lnTo>
                    <a:pt x="199" y="458"/>
                  </a:lnTo>
                  <a:lnTo>
                    <a:pt x="199" y="199"/>
                  </a:lnTo>
                  <a:lnTo>
                    <a:pt x="557" y="199"/>
                  </a:lnTo>
                  <a:cubicBezTo>
                    <a:pt x="617" y="199"/>
                    <a:pt x="657" y="149"/>
                    <a:pt x="657" y="100"/>
                  </a:cubicBezTo>
                  <a:cubicBezTo>
                    <a:pt x="657" y="40"/>
                    <a:pt x="617" y="0"/>
                    <a:pt x="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0"/>
            <p:cNvSpPr/>
            <p:nvPr/>
          </p:nvSpPr>
          <p:spPr>
            <a:xfrm>
              <a:off x="5971180" y="2667379"/>
              <a:ext cx="243881" cy="429356"/>
            </a:xfrm>
            <a:custGeom>
              <a:avLst/>
              <a:gdLst/>
              <a:ahLst/>
              <a:cxnLst/>
              <a:rect l="l" t="t" r="r" b="b"/>
              <a:pathLst>
                <a:path w="3495" h="6153" extrusionOk="0">
                  <a:moveTo>
                    <a:pt x="2668" y="1"/>
                  </a:moveTo>
                  <a:cubicBezTo>
                    <a:pt x="2309" y="1"/>
                    <a:pt x="1991" y="240"/>
                    <a:pt x="1882" y="569"/>
                  </a:cubicBezTo>
                  <a:cubicBezTo>
                    <a:pt x="1866" y="568"/>
                    <a:pt x="1850" y="568"/>
                    <a:pt x="1834" y="568"/>
                  </a:cubicBezTo>
                  <a:cubicBezTo>
                    <a:pt x="1122" y="568"/>
                    <a:pt x="601" y="1231"/>
                    <a:pt x="757" y="1932"/>
                  </a:cubicBezTo>
                  <a:cubicBezTo>
                    <a:pt x="299" y="2131"/>
                    <a:pt x="0" y="2579"/>
                    <a:pt x="0" y="3077"/>
                  </a:cubicBezTo>
                  <a:cubicBezTo>
                    <a:pt x="0" y="3575"/>
                    <a:pt x="299" y="4033"/>
                    <a:pt x="757" y="4221"/>
                  </a:cubicBezTo>
                  <a:cubicBezTo>
                    <a:pt x="591" y="4923"/>
                    <a:pt x="1131" y="5587"/>
                    <a:pt x="1836" y="5587"/>
                  </a:cubicBezTo>
                  <a:cubicBezTo>
                    <a:pt x="1851" y="5587"/>
                    <a:pt x="1867" y="5586"/>
                    <a:pt x="1882" y="5586"/>
                  </a:cubicBezTo>
                  <a:cubicBezTo>
                    <a:pt x="1991" y="5924"/>
                    <a:pt x="2309" y="6153"/>
                    <a:pt x="2668" y="6153"/>
                  </a:cubicBezTo>
                  <a:cubicBezTo>
                    <a:pt x="3126" y="6153"/>
                    <a:pt x="3494" y="5785"/>
                    <a:pt x="3494" y="5327"/>
                  </a:cubicBezTo>
                  <a:lnTo>
                    <a:pt x="3494" y="3306"/>
                  </a:lnTo>
                  <a:cubicBezTo>
                    <a:pt x="3494" y="3256"/>
                    <a:pt x="3455" y="3206"/>
                    <a:pt x="3395" y="3206"/>
                  </a:cubicBezTo>
                  <a:cubicBezTo>
                    <a:pt x="3345" y="3206"/>
                    <a:pt x="3295" y="3256"/>
                    <a:pt x="3295" y="3306"/>
                  </a:cubicBezTo>
                  <a:lnTo>
                    <a:pt x="3295" y="5327"/>
                  </a:lnTo>
                  <a:cubicBezTo>
                    <a:pt x="3295" y="5675"/>
                    <a:pt x="3017" y="5954"/>
                    <a:pt x="2668" y="5954"/>
                  </a:cubicBezTo>
                  <a:cubicBezTo>
                    <a:pt x="2380" y="5954"/>
                    <a:pt x="2121" y="5745"/>
                    <a:pt x="2061" y="5466"/>
                  </a:cubicBezTo>
                  <a:cubicBezTo>
                    <a:pt x="2051" y="5436"/>
                    <a:pt x="2041" y="5267"/>
                    <a:pt x="2121" y="5108"/>
                  </a:cubicBezTo>
                  <a:cubicBezTo>
                    <a:pt x="2141" y="5058"/>
                    <a:pt x="2121" y="4998"/>
                    <a:pt x="2071" y="4978"/>
                  </a:cubicBezTo>
                  <a:cubicBezTo>
                    <a:pt x="2057" y="4970"/>
                    <a:pt x="2042" y="4966"/>
                    <a:pt x="2027" y="4966"/>
                  </a:cubicBezTo>
                  <a:cubicBezTo>
                    <a:pt x="1991" y="4966"/>
                    <a:pt x="1956" y="4989"/>
                    <a:pt x="1942" y="5018"/>
                  </a:cubicBezTo>
                  <a:cubicBezTo>
                    <a:pt x="1872" y="5157"/>
                    <a:pt x="1852" y="5297"/>
                    <a:pt x="1852" y="5387"/>
                  </a:cubicBezTo>
                  <a:cubicBezTo>
                    <a:pt x="1847" y="5387"/>
                    <a:pt x="1841" y="5387"/>
                    <a:pt x="1836" y="5387"/>
                  </a:cubicBezTo>
                  <a:cubicBezTo>
                    <a:pt x="1266" y="5387"/>
                    <a:pt x="828" y="4854"/>
                    <a:pt x="946" y="4292"/>
                  </a:cubicBezTo>
                  <a:lnTo>
                    <a:pt x="946" y="4292"/>
                  </a:lnTo>
                  <a:cubicBezTo>
                    <a:pt x="1092" y="4333"/>
                    <a:pt x="1243" y="4348"/>
                    <a:pt x="1359" y="4348"/>
                  </a:cubicBezTo>
                  <a:cubicBezTo>
                    <a:pt x="1466" y="4348"/>
                    <a:pt x="1544" y="4335"/>
                    <a:pt x="1563" y="4321"/>
                  </a:cubicBezTo>
                  <a:cubicBezTo>
                    <a:pt x="1663" y="4440"/>
                    <a:pt x="1812" y="4511"/>
                    <a:pt x="1911" y="4530"/>
                  </a:cubicBezTo>
                  <a:cubicBezTo>
                    <a:pt x="1918" y="4532"/>
                    <a:pt x="1924" y="4532"/>
                    <a:pt x="1930" y="4532"/>
                  </a:cubicBezTo>
                  <a:cubicBezTo>
                    <a:pt x="1976" y="4532"/>
                    <a:pt x="2022" y="4503"/>
                    <a:pt x="2031" y="4451"/>
                  </a:cubicBezTo>
                  <a:cubicBezTo>
                    <a:pt x="2041" y="4401"/>
                    <a:pt x="2001" y="4351"/>
                    <a:pt x="1951" y="4331"/>
                  </a:cubicBezTo>
                  <a:cubicBezTo>
                    <a:pt x="1951" y="4331"/>
                    <a:pt x="1862" y="4311"/>
                    <a:pt x="1772" y="4241"/>
                  </a:cubicBezTo>
                  <a:cubicBezTo>
                    <a:pt x="1643" y="4142"/>
                    <a:pt x="1593" y="4003"/>
                    <a:pt x="1593" y="3814"/>
                  </a:cubicBezTo>
                  <a:cubicBezTo>
                    <a:pt x="1603" y="3754"/>
                    <a:pt x="1553" y="3704"/>
                    <a:pt x="1504" y="3704"/>
                  </a:cubicBezTo>
                  <a:cubicBezTo>
                    <a:pt x="1444" y="3704"/>
                    <a:pt x="1404" y="3744"/>
                    <a:pt x="1394" y="3803"/>
                  </a:cubicBezTo>
                  <a:cubicBezTo>
                    <a:pt x="1394" y="3943"/>
                    <a:pt x="1414" y="4053"/>
                    <a:pt x="1453" y="4142"/>
                  </a:cubicBezTo>
                  <a:cubicBezTo>
                    <a:pt x="1414" y="4145"/>
                    <a:pt x="1375" y="4147"/>
                    <a:pt x="1336" y="4147"/>
                  </a:cubicBezTo>
                  <a:cubicBezTo>
                    <a:pt x="727" y="4147"/>
                    <a:pt x="199" y="3714"/>
                    <a:pt x="199" y="3077"/>
                  </a:cubicBezTo>
                  <a:cubicBezTo>
                    <a:pt x="199" y="2449"/>
                    <a:pt x="720" y="2006"/>
                    <a:pt x="1337" y="2006"/>
                  </a:cubicBezTo>
                  <a:cubicBezTo>
                    <a:pt x="1375" y="2006"/>
                    <a:pt x="1414" y="2008"/>
                    <a:pt x="1453" y="2012"/>
                  </a:cubicBezTo>
                  <a:cubicBezTo>
                    <a:pt x="1414" y="2102"/>
                    <a:pt x="1394" y="2211"/>
                    <a:pt x="1394" y="2350"/>
                  </a:cubicBezTo>
                  <a:cubicBezTo>
                    <a:pt x="1404" y="2410"/>
                    <a:pt x="1444" y="2450"/>
                    <a:pt x="1493" y="2450"/>
                  </a:cubicBezTo>
                  <a:lnTo>
                    <a:pt x="1504" y="2450"/>
                  </a:lnTo>
                  <a:cubicBezTo>
                    <a:pt x="1553" y="2450"/>
                    <a:pt x="1603" y="2400"/>
                    <a:pt x="1593" y="2350"/>
                  </a:cubicBezTo>
                  <a:cubicBezTo>
                    <a:pt x="1583" y="1903"/>
                    <a:pt x="1931" y="1823"/>
                    <a:pt x="1951" y="1823"/>
                  </a:cubicBezTo>
                  <a:cubicBezTo>
                    <a:pt x="2001" y="1813"/>
                    <a:pt x="2041" y="1753"/>
                    <a:pt x="2031" y="1704"/>
                  </a:cubicBezTo>
                  <a:cubicBezTo>
                    <a:pt x="2022" y="1659"/>
                    <a:pt x="1974" y="1622"/>
                    <a:pt x="1928" y="1622"/>
                  </a:cubicBezTo>
                  <a:cubicBezTo>
                    <a:pt x="1922" y="1622"/>
                    <a:pt x="1917" y="1623"/>
                    <a:pt x="1911" y="1624"/>
                  </a:cubicBezTo>
                  <a:cubicBezTo>
                    <a:pt x="1812" y="1644"/>
                    <a:pt x="1672" y="1713"/>
                    <a:pt x="1563" y="1833"/>
                  </a:cubicBezTo>
                  <a:cubicBezTo>
                    <a:pt x="1544" y="1819"/>
                    <a:pt x="1469" y="1807"/>
                    <a:pt x="1364" y="1807"/>
                  </a:cubicBezTo>
                  <a:cubicBezTo>
                    <a:pt x="1249" y="1807"/>
                    <a:pt x="1097" y="1821"/>
                    <a:pt x="946" y="1863"/>
                  </a:cubicBezTo>
                  <a:cubicBezTo>
                    <a:pt x="828" y="1300"/>
                    <a:pt x="1266" y="768"/>
                    <a:pt x="1835" y="768"/>
                  </a:cubicBezTo>
                  <a:cubicBezTo>
                    <a:pt x="1841" y="768"/>
                    <a:pt x="1846" y="768"/>
                    <a:pt x="1852" y="768"/>
                  </a:cubicBezTo>
                  <a:cubicBezTo>
                    <a:pt x="1852" y="857"/>
                    <a:pt x="1872" y="996"/>
                    <a:pt x="1942" y="1136"/>
                  </a:cubicBezTo>
                  <a:cubicBezTo>
                    <a:pt x="1955" y="1170"/>
                    <a:pt x="1987" y="1190"/>
                    <a:pt x="2021" y="1190"/>
                  </a:cubicBezTo>
                  <a:cubicBezTo>
                    <a:pt x="2038" y="1190"/>
                    <a:pt x="2055" y="1185"/>
                    <a:pt x="2071" y="1176"/>
                  </a:cubicBezTo>
                  <a:cubicBezTo>
                    <a:pt x="2121" y="1156"/>
                    <a:pt x="2141" y="1096"/>
                    <a:pt x="2121" y="1047"/>
                  </a:cubicBezTo>
                  <a:cubicBezTo>
                    <a:pt x="2041" y="887"/>
                    <a:pt x="2051" y="718"/>
                    <a:pt x="2061" y="688"/>
                  </a:cubicBezTo>
                  <a:cubicBezTo>
                    <a:pt x="2121" y="409"/>
                    <a:pt x="2380" y="200"/>
                    <a:pt x="2668" y="200"/>
                  </a:cubicBezTo>
                  <a:cubicBezTo>
                    <a:pt x="3017" y="200"/>
                    <a:pt x="3295" y="479"/>
                    <a:pt x="3295" y="828"/>
                  </a:cubicBezTo>
                  <a:lnTo>
                    <a:pt x="3295" y="2848"/>
                  </a:lnTo>
                  <a:cubicBezTo>
                    <a:pt x="3295" y="2898"/>
                    <a:pt x="3345" y="2947"/>
                    <a:pt x="3395" y="2947"/>
                  </a:cubicBezTo>
                  <a:cubicBezTo>
                    <a:pt x="3455" y="2947"/>
                    <a:pt x="3494" y="2898"/>
                    <a:pt x="3494" y="2848"/>
                  </a:cubicBezTo>
                  <a:lnTo>
                    <a:pt x="3494" y="828"/>
                  </a:lnTo>
                  <a:cubicBezTo>
                    <a:pt x="3494" y="370"/>
                    <a:pt x="3126" y="1"/>
                    <a:pt x="2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50"/>
          <p:cNvGrpSpPr/>
          <p:nvPr/>
        </p:nvGrpSpPr>
        <p:grpSpPr>
          <a:xfrm>
            <a:off x="6000898" y="2645189"/>
            <a:ext cx="382743" cy="473806"/>
            <a:chOff x="6670648" y="2645189"/>
            <a:chExt cx="382743" cy="473806"/>
          </a:xfrm>
        </p:grpSpPr>
        <p:sp>
          <p:nvSpPr>
            <p:cNvPr id="629" name="Google Shape;629;p50"/>
            <p:cNvSpPr/>
            <p:nvPr/>
          </p:nvSpPr>
          <p:spPr>
            <a:xfrm>
              <a:off x="6839374" y="2692430"/>
              <a:ext cx="106345" cy="215132"/>
            </a:xfrm>
            <a:custGeom>
              <a:avLst/>
              <a:gdLst/>
              <a:ahLst/>
              <a:cxnLst/>
              <a:rect l="l" t="t" r="r" b="b"/>
              <a:pathLst>
                <a:path w="1524" h="3083" extrusionOk="0">
                  <a:moveTo>
                    <a:pt x="947" y="199"/>
                  </a:moveTo>
                  <a:lnTo>
                    <a:pt x="658" y="1245"/>
                  </a:lnTo>
                  <a:cubicBezTo>
                    <a:pt x="648" y="1285"/>
                    <a:pt x="658" y="1325"/>
                    <a:pt x="688" y="1354"/>
                  </a:cubicBezTo>
                  <a:cubicBezTo>
                    <a:pt x="708" y="1384"/>
                    <a:pt x="748" y="1404"/>
                    <a:pt x="787" y="1404"/>
                  </a:cubicBezTo>
                  <a:lnTo>
                    <a:pt x="1275" y="1404"/>
                  </a:lnTo>
                  <a:lnTo>
                    <a:pt x="777" y="2459"/>
                  </a:lnTo>
                  <a:lnTo>
                    <a:pt x="877" y="1951"/>
                  </a:lnTo>
                  <a:cubicBezTo>
                    <a:pt x="877" y="1922"/>
                    <a:pt x="867" y="1882"/>
                    <a:pt x="847" y="1852"/>
                  </a:cubicBezTo>
                  <a:cubicBezTo>
                    <a:pt x="817" y="1822"/>
                    <a:pt x="787" y="1802"/>
                    <a:pt x="748" y="1802"/>
                  </a:cubicBezTo>
                  <a:lnTo>
                    <a:pt x="210" y="1802"/>
                  </a:lnTo>
                  <a:lnTo>
                    <a:pt x="449" y="199"/>
                  </a:lnTo>
                  <a:close/>
                  <a:moveTo>
                    <a:pt x="399" y="0"/>
                  </a:moveTo>
                  <a:cubicBezTo>
                    <a:pt x="329" y="0"/>
                    <a:pt x="279" y="50"/>
                    <a:pt x="270" y="120"/>
                  </a:cubicBezTo>
                  <a:lnTo>
                    <a:pt x="1" y="1852"/>
                  </a:lnTo>
                  <a:cubicBezTo>
                    <a:pt x="1" y="1892"/>
                    <a:pt x="11" y="1931"/>
                    <a:pt x="31" y="1962"/>
                  </a:cubicBezTo>
                  <a:cubicBezTo>
                    <a:pt x="60" y="1991"/>
                    <a:pt x="100" y="2001"/>
                    <a:pt x="130" y="2001"/>
                  </a:cubicBezTo>
                  <a:lnTo>
                    <a:pt x="658" y="2001"/>
                  </a:lnTo>
                  <a:lnTo>
                    <a:pt x="489" y="2927"/>
                  </a:lnTo>
                  <a:cubicBezTo>
                    <a:pt x="478" y="2997"/>
                    <a:pt x="518" y="3057"/>
                    <a:pt x="578" y="3077"/>
                  </a:cubicBezTo>
                  <a:cubicBezTo>
                    <a:pt x="592" y="3081"/>
                    <a:pt x="607" y="3083"/>
                    <a:pt x="620" y="3083"/>
                  </a:cubicBezTo>
                  <a:cubicBezTo>
                    <a:pt x="671" y="3083"/>
                    <a:pt x="714" y="3054"/>
                    <a:pt x="737" y="3006"/>
                  </a:cubicBezTo>
                  <a:lnTo>
                    <a:pt x="1504" y="1394"/>
                  </a:lnTo>
                  <a:cubicBezTo>
                    <a:pt x="1524" y="1354"/>
                    <a:pt x="1524" y="1305"/>
                    <a:pt x="1494" y="1265"/>
                  </a:cubicBezTo>
                  <a:cubicBezTo>
                    <a:pt x="1474" y="1235"/>
                    <a:pt x="1434" y="1205"/>
                    <a:pt x="1385" y="1205"/>
                  </a:cubicBezTo>
                  <a:lnTo>
                    <a:pt x="877" y="1205"/>
                  </a:lnTo>
                  <a:lnTo>
                    <a:pt x="1155" y="170"/>
                  </a:lnTo>
                  <a:cubicBezTo>
                    <a:pt x="1175" y="130"/>
                    <a:pt x="1166" y="90"/>
                    <a:pt x="1135" y="60"/>
                  </a:cubicBezTo>
                  <a:cubicBezTo>
                    <a:pt x="1115" y="20"/>
                    <a:pt x="107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0"/>
            <p:cNvSpPr/>
            <p:nvPr/>
          </p:nvSpPr>
          <p:spPr>
            <a:xfrm>
              <a:off x="6917178" y="2793121"/>
              <a:ext cx="80666" cy="130698"/>
            </a:xfrm>
            <a:custGeom>
              <a:avLst/>
              <a:gdLst/>
              <a:ahLst/>
              <a:cxnLst/>
              <a:rect l="l" t="t" r="r" b="b"/>
              <a:pathLst>
                <a:path w="1156" h="1873" extrusionOk="0">
                  <a:moveTo>
                    <a:pt x="1045" y="0"/>
                  </a:moveTo>
                  <a:cubicBezTo>
                    <a:pt x="1017" y="0"/>
                    <a:pt x="989" y="13"/>
                    <a:pt x="966" y="41"/>
                  </a:cubicBezTo>
                  <a:lnTo>
                    <a:pt x="329" y="777"/>
                  </a:lnTo>
                  <a:cubicBezTo>
                    <a:pt x="309" y="797"/>
                    <a:pt x="309" y="837"/>
                    <a:pt x="309" y="867"/>
                  </a:cubicBezTo>
                  <a:cubicBezTo>
                    <a:pt x="319" y="897"/>
                    <a:pt x="339" y="917"/>
                    <a:pt x="369" y="937"/>
                  </a:cubicBezTo>
                  <a:lnTo>
                    <a:pt x="668" y="1076"/>
                  </a:lnTo>
                  <a:lnTo>
                    <a:pt x="40" y="1703"/>
                  </a:lnTo>
                  <a:cubicBezTo>
                    <a:pt x="0" y="1743"/>
                    <a:pt x="0" y="1802"/>
                    <a:pt x="31" y="1842"/>
                  </a:cubicBezTo>
                  <a:cubicBezTo>
                    <a:pt x="51" y="1862"/>
                    <a:pt x="78" y="1872"/>
                    <a:pt x="105" y="1872"/>
                  </a:cubicBezTo>
                  <a:cubicBezTo>
                    <a:pt x="132" y="1872"/>
                    <a:pt x="160" y="1862"/>
                    <a:pt x="180" y="1842"/>
                  </a:cubicBezTo>
                  <a:lnTo>
                    <a:pt x="907" y="1116"/>
                  </a:lnTo>
                  <a:cubicBezTo>
                    <a:pt x="927" y="1096"/>
                    <a:pt x="936" y="1066"/>
                    <a:pt x="936" y="1036"/>
                  </a:cubicBezTo>
                  <a:cubicBezTo>
                    <a:pt x="927" y="1006"/>
                    <a:pt x="907" y="977"/>
                    <a:pt x="876" y="957"/>
                  </a:cubicBezTo>
                  <a:lnTo>
                    <a:pt x="568" y="807"/>
                  </a:lnTo>
                  <a:lnTo>
                    <a:pt x="1115" y="170"/>
                  </a:lnTo>
                  <a:cubicBezTo>
                    <a:pt x="1155" y="121"/>
                    <a:pt x="1146" y="61"/>
                    <a:pt x="1106" y="21"/>
                  </a:cubicBezTo>
                  <a:cubicBezTo>
                    <a:pt x="1088" y="8"/>
                    <a:pt x="1067" y="0"/>
                    <a:pt x="10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0"/>
            <p:cNvSpPr/>
            <p:nvPr/>
          </p:nvSpPr>
          <p:spPr>
            <a:xfrm>
              <a:off x="6771340" y="2795494"/>
              <a:ext cx="88970" cy="126372"/>
            </a:xfrm>
            <a:custGeom>
              <a:avLst/>
              <a:gdLst/>
              <a:ahLst/>
              <a:cxnLst/>
              <a:rect l="l" t="t" r="r" b="b"/>
              <a:pathLst>
                <a:path w="1275" h="1811" extrusionOk="0">
                  <a:moveTo>
                    <a:pt x="113" y="1"/>
                  </a:moveTo>
                  <a:cubicBezTo>
                    <a:pt x="102" y="1"/>
                    <a:pt x="91" y="3"/>
                    <a:pt x="80" y="7"/>
                  </a:cubicBezTo>
                  <a:cubicBezTo>
                    <a:pt x="30" y="27"/>
                    <a:pt x="0" y="87"/>
                    <a:pt x="30" y="136"/>
                  </a:cubicBezTo>
                  <a:lnTo>
                    <a:pt x="389" y="1042"/>
                  </a:lnTo>
                  <a:cubicBezTo>
                    <a:pt x="398" y="1072"/>
                    <a:pt x="418" y="1091"/>
                    <a:pt x="448" y="1102"/>
                  </a:cubicBezTo>
                  <a:cubicBezTo>
                    <a:pt x="456" y="1104"/>
                    <a:pt x="464" y="1106"/>
                    <a:pt x="472" y="1106"/>
                  </a:cubicBezTo>
                  <a:cubicBezTo>
                    <a:pt x="494" y="1106"/>
                    <a:pt x="516" y="1097"/>
                    <a:pt x="538" y="1082"/>
                  </a:cubicBezTo>
                  <a:lnTo>
                    <a:pt x="807" y="892"/>
                  </a:lnTo>
                  <a:lnTo>
                    <a:pt x="1066" y="1739"/>
                  </a:lnTo>
                  <a:cubicBezTo>
                    <a:pt x="1083" y="1782"/>
                    <a:pt x="1122" y="1810"/>
                    <a:pt x="1171" y="1810"/>
                  </a:cubicBezTo>
                  <a:cubicBezTo>
                    <a:pt x="1179" y="1810"/>
                    <a:pt x="1187" y="1810"/>
                    <a:pt x="1195" y="1808"/>
                  </a:cubicBezTo>
                  <a:cubicBezTo>
                    <a:pt x="1245" y="1788"/>
                    <a:pt x="1274" y="1729"/>
                    <a:pt x="1254" y="1679"/>
                  </a:cubicBezTo>
                  <a:lnTo>
                    <a:pt x="956" y="693"/>
                  </a:lnTo>
                  <a:cubicBezTo>
                    <a:pt x="946" y="664"/>
                    <a:pt x="926" y="644"/>
                    <a:pt x="886" y="634"/>
                  </a:cubicBezTo>
                  <a:cubicBezTo>
                    <a:pt x="874" y="630"/>
                    <a:pt x="862" y="627"/>
                    <a:pt x="850" y="627"/>
                  </a:cubicBezTo>
                  <a:cubicBezTo>
                    <a:pt x="832" y="627"/>
                    <a:pt x="814" y="632"/>
                    <a:pt x="796" y="644"/>
                  </a:cubicBezTo>
                  <a:lnTo>
                    <a:pt x="528" y="853"/>
                  </a:lnTo>
                  <a:lnTo>
                    <a:pt x="210" y="67"/>
                  </a:lnTo>
                  <a:cubicBezTo>
                    <a:pt x="194" y="27"/>
                    <a:pt x="154"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0"/>
            <p:cNvSpPr/>
            <p:nvPr/>
          </p:nvSpPr>
          <p:spPr>
            <a:xfrm>
              <a:off x="6912992" y="2850131"/>
              <a:ext cx="140397" cy="268862"/>
            </a:xfrm>
            <a:custGeom>
              <a:avLst/>
              <a:gdLst/>
              <a:ahLst/>
              <a:cxnLst/>
              <a:rect l="l" t="t" r="r" b="b"/>
              <a:pathLst>
                <a:path w="2012" h="3853" extrusionOk="0">
                  <a:moveTo>
                    <a:pt x="1912" y="0"/>
                  </a:moveTo>
                  <a:cubicBezTo>
                    <a:pt x="1852" y="0"/>
                    <a:pt x="1812" y="50"/>
                    <a:pt x="1812" y="100"/>
                  </a:cubicBezTo>
                  <a:lnTo>
                    <a:pt x="1812" y="388"/>
                  </a:lnTo>
                  <a:cubicBezTo>
                    <a:pt x="1812" y="906"/>
                    <a:pt x="1624" y="1414"/>
                    <a:pt x="1275" y="1802"/>
                  </a:cubicBezTo>
                  <a:cubicBezTo>
                    <a:pt x="1046" y="2071"/>
                    <a:pt x="916" y="2409"/>
                    <a:pt x="916" y="2787"/>
                  </a:cubicBezTo>
                  <a:lnTo>
                    <a:pt x="916" y="3633"/>
                  </a:lnTo>
                  <a:cubicBezTo>
                    <a:pt x="916" y="3643"/>
                    <a:pt x="907" y="3653"/>
                    <a:pt x="897" y="3653"/>
                  </a:cubicBezTo>
                  <a:lnTo>
                    <a:pt x="100" y="3653"/>
                  </a:lnTo>
                  <a:cubicBezTo>
                    <a:pt x="41" y="3653"/>
                    <a:pt x="1" y="3703"/>
                    <a:pt x="1" y="3753"/>
                  </a:cubicBezTo>
                  <a:cubicBezTo>
                    <a:pt x="1" y="3812"/>
                    <a:pt x="41" y="3852"/>
                    <a:pt x="100" y="3852"/>
                  </a:cubicBezTo>
                  <a:lnTo>
                    <a:pt x="897" y="3852"/>
                  </a:lnTo>
                  <a:cubicBezTo>
                    <a:pt x="1016" y="3852"/>
                    <a:pt x="1116" y="3753"/>
                    <a:pt x="1116" y="3633"/>
                  </a:cubicBezTo>
                  <a:lnTo>
                    <a:pt x="1116" y="2787"/>
                  </a:lnTo>
                  <a:cubicBezTo>
                    <a:pt x="1116" y="2459"/>
                    <a:pt x="1225" y="2160"/>
                    <a:pt x="1425" y="1941"/>
                  </a:cubicBezTo>
                  <a:cubicBezTo>
                    <a:pt x="1803" y="1513"/>
                    <a:pt x="2011" y="956"/>
                    <a:pt x="2011" y="388"/>
                  </a:cubicBezTo>
                  <a:lnTo>
                    <a:pt x="2011" y="100"/>
                  </a:lnTo>
                  <a:cubicBezTo>
                    <a:pt x="2011" y="50"/>
                    <a:pt x="1962" y="0"/>
                    <a:pt x="1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0"/>
            <p:cNvSpPr/>
            <p:nvPr/>
          </p:nvSpPr>
          <p:spPr>
            <a:xfrm>
              <a:off x="6670648" y="2645189"/>
              <a:ext cx="382743" cy="473806"/>
            </a:xfrm>
            <a:custGeom>
              <a:avLst/>
              <a:gdLst/>
              <a:ahLst/>
              <a:cxnLst/>
              <a:rect l="l" t="t" r="r" b="b"/>
              <a:pathLst>
                <a:path w="5485" h="6790" extrusionOk="0">
                  <a:moveTo>
                    <a:pt x="3135" y="0"/>
                  </a:moveTo>
                  <a:cubicBezTo>
                    <a:pt x="1841" y="0"/>
                    <a:pt x="786" y="1056"/>
                    <a:pt x="786" y="2340"/>
                  </a:cubicBezTo>
                  <a:lnTo>
                    <a:pt x="786" y="2678"/>
                  </a:lnTo>
                  <a:cubicBezTo>
                    <a:pt x="786" y="3017"/>
                    <a:pt x="657" y="3335"/>
                    <a:pt x="418" y="3564"/>
                  </a:cubicBezTo>
                  <a:lnTo>
                    <a:pt x="109" y="3883"/>
                  </a:lnTo>
                  <a:cubicBezTo>
                    <a:pt x="20" y="3973"/>
                    <a:pt x="0" y="4092"/>
                    <a:pt x="50" y="4211"/>
                  </a:cubicBezTo>
                  <a:cubicBezTo>
                    <a:pt x="89" y="4331"/>
                    <a:pt x="199" y="4400"/>
                    <a:pt x="328" y="4400"/>
                  </a:cubicBezTo>
                  <a:lnTo>
                    <a:pt x="777" y="4400"/>
                  </a:lnTo>
                  <a:cubicBezTo>
                    <a:pt x="786" y="4400"/>
                    <a:pt x="786" y="4410"/>
                    <a:pt x="786" y="4420"/>
                  </a:cubicBezTo>
                  <a:lnTo>
                    <a:pt x="786" y="4798"/>
                  </a:lnTo>
                  <a:cubicBezTo>
                    <a:pt x="786" y="5426"/>
                    <a:pt x="1304" y="5933"/>
                    <a:pt x="1931" y="5933"/>
                  </a:cubicBezTo>
                  <a:cubicBezTo>
                    <a:pt x="2091" y="5933"/>
                    <a:pt x="2230" y="6072"/>
                    <a:pt x="2230" y="6242"/>
                  </a:cubicBezTo>
                  <a:lnTo>
                    <a:pt x="2230" y="6570"/>
                  </a:lnTo>
                  <a:cubicBezTo>
                    <a:pt x="2230" y="6690"/>
                    <a:pt x="2329" y="6789"/>
                    <a:pt x="2449" y="6789"/>
                  </a:cubicBezTo>
                  <a:lnTo>
                    <a:pt x="3106" y="6789"/>
                  </a:lnTo>
                  <a:cubicBezTo>
                    <a:pt x="3166" y="6789"/>
                    <a:pt x="3205" y="6749"/>
                    <a:pt x="3205" y="6690"/>
                  </a:cubicBezTo>
                  <a:cubicBezTo>
                    <a:pt x="3205" y="6640"/>
                    <a:pt x="3166" y="6590"/>
                    <a:pt x="3106" y="6590"/>
                  </a:cubicBezTo>
                  <a:lnTo>
                    <a:pt x="2449" y="6590"/>
                  </a:lnTo>
                  <a:cubicBezTo>
                    <a:pt x="2438" y="6590"/>
                    <a:pt x="2429" y="6580"/>
                    <a:pt x="2429" y="6570"/>
                  </a:cubicBezTo>
                  <a:lnTo>
                    <a:pt x="2429" y="6242"/>
                  </a:lnTo>
                  <a:cubicBezTo>
                    <a:pt x="2429" y="5963"/>
                    <a:pt x="2200" y="5734"/>
                    <a:pt x="1931" y="5734"/>
                  </a:cubicBezTo>
                  <a:cubicBezTo>
                    <a:pt x="1414" y="5734"/>
                    <a:pt x="985" y="5316"/>
                    <a:pt x="985" y="4798"/>
                  </a:cubicBezTo>
                  <a:lnTo>
                    <a:pt x="985" y="4420"/>
                  </a:lnTo>
                  <a:cubicBezTo>
                    <a:pt x="985" y="4301"/>
                    <a:pt x="896" y="4201"/>
                    <a:pt x="777" y="4201"/>
                  </a:cubicBezTo>
                  <a:lnTo>
                    <a:pt x="328" y="4201"/>
                  </a:lnTo>
                  <a:cubicBezTo>
                    <a:pt x="259" y="4201"/>
                    <a:pt x="239" y="4152"/>
                    <a:pt x="229" y="4141"/>
                  </a:cubicBezTo>
                  <a:cubicBezTo>
                    <a:pt x="219" y="4121"/>
                    <a:pt x="209" y="4062"/>
                    <a:pt x="249" y="4022"/>
                  </a:cubicBezTo>
                  <a:lnTo>
                    <a:pt x="567" y="3714"/>
                  </a:lnTo>
                  <a:cubicBezTo>
                    <a:pt x="836" y="3435"/>
                    <a:pt x="985" y="3066"/>
                    <a:pt x="985" y="2678"/>
                  </a:cubicBezTo>
                  <a:lnTo>
                    <a:pt x="985" y="2340"/>
                  </a:lnTo>
                  <a:cubicBezTo>
                    <a:pt x="985" y="1165"/>
                    <a:pt x="1951" y="200"/>
                    <a:pt x="3135" y="200"/>
                  </a:cubicBezTo>
                  <a:cubicBezTo>
                    <a:pt x="4320" y="200"/>
                    <a:pt x="5285" y="1165"/>
                    <a:pt x="5285" y="2340"/>
                  </a:cubicBezTo>
                  <a:lnTo>
                    <a:pt x="5285" y="2579"/>
                  </a:lnTo>
                  <a:cubicBezTo>
                    <a:pt x="5285" y="2628"/>
                    <a:pt x="5325" y="2678"/>
                    <a:pt x="5385" y="2678"/>
                  </a:cubicBezTo>
                  <a:cubicBezTo>
                    <a:pt x="5435" y="2678"/>
                    <a:pt x="5484" y="2628"/>
                    <a:pt x="5484" y="2579"/>
                  </a:cubicBezTo>
                  <a:lnTo>
                    <a:pt x="5484" y="2340"/>
                  </a:lnTo>
                  <a:cubicBezTo>
                    <a:pt x="5484" y="1056"/>
                    <a:pt x="4429" y="0"/>
                    <a:pt x="3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 name="Google Shape;634;p50"/>
          <p:cNvSpPr/>
          <p:nvPr/>
        </p:nvSpPr>
        <p:spPr>
          <a:xfrm>
            <a:off x="6610002" y="2667379"/>
            <a:ext cx="474504" cy="429356"/>
          </a:xfrm>
          <a:custGeom>
            <a:avLst/>
            <a:gdLst/>
            <a:ahLst/>
            <a:cxnLst/>
            <a:rect l="l" t="t" r="r" b="b"/>
            <a:pathLst>
              <a:path w="6800" h="6153" extrusionOk="0">
                <a:moveTo>
                  <a:pt x="3992" y="1872"/>
                </a:moveTo>
                <a:cubicBezTo>
                  <a:pt x="3933" y="1962"/>
                  <a:pt x="3992" y="1872"/>
                  <a:pt x="3723" y="2251"/>
                </a:cubicBezTo>
                <a:lnTo>
                  <a:pt x="3077" y="2251"/>
                </a:lnTo>
                <a:cubicBezTo>
                  <a:pt x="2827" y="1883"/>
                  <a:pt x="2877" y="1962"/>
                  <a:pt x="2818" y="1872"/>
                </a:cubicBezTo>
                <a:close/>
                <a:moveTo>
                  <a:pt x="3584" y="2450"/>
                </a:moveTo>
                <a:lnTo>
                  <a:pt x="3405" y="2708"/>
                </a:lnTo>
                <a:lnTo>
                  <a:pt x="3216" y="2450"/>
                </a:lnTo>
                <a:close/>
                <a:moveTo>
                  <a:pt x="2599" y="1912"/>
                </a:moveTo>
                <a:cubicBezTo>
                  <a:pt x="2619" y="1942"/>
                  <a:pt x="3265" y="2858"/>
                  <a:pt x="3285" y="2878"/>
                </a:cubicBezTo>
                <a:cubicBezTo>
                  <a:pt x="3206" y="2987"/>
                  <a:pt x="3046" y="3217"/>
                  <a:pt x="2987" y="3296"/>
                </a:cubicBezTo>
                <a:lnTo>
                  <a:pt x="2270" y="2271"/>
                </a:lnTo>
                <a:cubicBezTo>
                  <a:pt x="2230" y="2231"/>
                  <a:pt x="2250" y="2161"/>
                  <a:pt x="2290" y="2131"/>
                </a:cubicBezTo>
                <a:lnTo>
                  <a:pt x="2599" y="1912"/>
                </a:lnTo>
                <a:close/>
                <a:moveTo>
                  <a:pt x="4201" y="1912"/>
                </a:moveTo>
                <a:lnTo>
                  <a:pt x="4519" y="2131"/>
                </a:lnTo>
                <a:cubicBezTo>
                  <a:pt x="4559" y="2161"/>
                  <a:pt x="4570" y="2231"/>
                  <a:pt x="4539" y="2271"/>
                </a:cubicBezTo>
                <a:cubicBezTo>
                  <a:pt x="4470" y="2380"/>
                  <a:pt x="2927" y="4560"/>
                  <a:pt x="2858" y="4659"/>
                </a:cubicBezTo>
                <a:cubicBezTo>
                  <a:pt x="2851" y="4671"/>
                  <a:pt x="2839" y="4676"/>
                  <a:pt x="2825" y="4676"/>
                </a:cubicBezTo>
                <a:cubicBezTo>
                  <a:pt x="2816" y="4676"/>
                  <a:pt x="2806" y="4674"/>
                  <a:pt x="2798" y="4670"/>
                </a:cubicBezTo>
                <a:lnTo>
                  <a:pt x="2479" y="4440"/>
                </a:lnTo>
                <a:cubicBezTo>
                  <a:pt x="2459" y="4431"/>
                  <a:pt x="2449" y="4401"/>
                  <a:pt x="2469" y="4381"/>
                </a:cubicBezTo>
                <a:cubicBezTo>
                  <a:pt x="2469" y="4381"/>
                  <a:pt x="4201" y="1923"/>
                  <a:pt x="4201" y="1912"/>
                </a:cubicBezTo>
                <a:close/>
                <a:moveTo>
                  <a:pt x="3823" y="3644"/>
                </a:moveTo>
                <a:lnTo>
                  <a:pt x="4340" y="4381"/>
                </a:lnTo>
                <a:cubicBezTo>
                  <a:pt x="4351" y="4401"/>
                  <a:pt x="4351" y="4431"/>
                  <a:pt x="4331" y="4440"/>
                </a:cubicBezTo>
                <a:lnTo>
                  <a:pt x="4012" y="4670"/>
                </a:lnTo>
                <a:cubicBezTo>
                  <a:pt x="4004" y="4674"/>
                  <a:pt x="3994" y="4676"/>
                  <a:pt x="3985" y="4676"/>
                </a:cubicBezTo>
                <a:cubicBezTo>
                  <a:pt x="3971" y="4676"/>
                  <a:pt x="3958" y="4671"/>
                  <a:pt x="3952" y="4659"/>
                </a:cubicBezTo>
                <a:lnTo>
                  <a:pt x="3524" y="4062"/>
                </a:lnTo>
                <a:cubicBezTo>
                  <a:pt x="3574" y="3983"/>
                  <a:pt x="3783" y="3684"/>
                  <a:pt x="3823" y="3644"/>
                </a:cubicBezTo>
                <a:close/>
                <a:moveTo>
                  <a:pt x="2678" y="1"/>
                </a:moveTo>
                <a:cubicBezTo>
                  <a:pt x="2320" y="1"/>
                  <a:pt x="2002" y="240"/>
                  <a:pt x="1892" y="569"/>
                </a:cubicBezTo>
                <a:cubicBezTo>
                  <a:pt x="1876" y="568"/>
                  <a:pt x="1860" y="568"/>
                  <a:pt x="1844" y="568"/>
                </a:cubicBezTo>
                <a:cubicBezTo>
                  <a:pt x="1131" y="568"/>
                  <a:pt x="601" y="1231"/>
                  <a:pt x="757" y="1932"/>
                </a:cubicBezTo>
                <a:cubicBezTo>
                  <a:pt x="309" y="2131"/>
                  <a:pt x="0" y="2579"/>
                  <a:pt x="0" y="3077"/>
                </a:cubicBezTo>
                <a:cubicBezTo>
                  <a:pt x="0" y="3575"/>
                  <a:pt x="309" y="4033"/>
                  <a:pt x="757" y="4221"/>
                </a:cubicBezTo>
                <a:cubicBezTo>
                  <a:pt x="688" y="4560"/>
                  <a:pt x="767" y="4909"/>
                  <a:pt x="986" y="5177"/>
                </a:cubicBezTo>
                <a:cubicBezTo>
                  <a:pt x="1201" y="5439"/>
                  <a:pt x="1505" y="5587"/>
                  <a:pt x="1830" y="5587"/>
                </a:cubicBezTo>
                <a:cubicBezTo>
                  <a:pt x="1851" y="5587"/>
                  <a:pt x="1871" y="5587"/>
                  <a:pt x="1892" y="5586"/>
                </a:cubicBezTo>
                <a:cubicBezTo>
                  <a:pt x="1971" y="5834"/>
                  <a:pt x="2170" y="6033"/>
                  <a:pt x="2429" y="6113"/>
                </a:cubicBezTo>
                <a:cubicBezTo>
                  <a:pt x="2440" y="6117"/>
                  <a:pt x="2451" y="6119"/>
                  <a:pt x="2462" y="6119"/>
                </a:cubicBezTo>
                <a:cubicBezTo>
                  <a:pt x="2503" y="6119"/>
                  <a:pt x="2541" y="6092"/>
                  <a:pt x="2549" y="6053"/>
                </a:cubicBezTo>
                <a:cubicBezTo>
                  <a:pt x="2569" y="6004"/>
                  <a:pt x="2539" y="5944"/>
                  <a:pt x="2489" y="5924"/>
                </a:cubicBezTo>
                <a:cubicBezTo>
                  <a:pt x="2270" y="5864"/>
                  <a:pt x="2111" y="5685"/>
                  <a:pt x="2061" y="5466"/>
                </a:cubicBezTo>
                <a:cubicBezTo>
                  <a:pt x="2061" y="5436"/>
                  <a:pt x="2051" y="5267"/>
                  <a:pt x="2121" y="5108"/>
                </a:cubicBezTo>
                <a:cubicBezTo>
                  <a:pt x="2150" y="5058"/>
                  <a:pt x="2121" y="4998"/>
                  <a:pt x="2081" y="4978"/>
                </a:cubicBezTo>
                <a:cubicBezTo>
                  <a:pt x="2067" y="4970"/>
                  <a:pt x="2052" y="4966"/>
                  <a:pt x="2037" y="4966"/>
                </a:cubicBezTo>
                <a:cubicBezTo>
                  <a:pt x="2000" y="4966"/>
                  <a:pt x="1963" y="4989"/>
                  <a:pt x="1942" y="5018"/>
                </a:cubicBezTo>
                <a:cubicBezTo>
                  <a:pt x="1882" y="5157"/>
                  <a:pt x="1862" y="5297"/>
                  <a:pt x="1862" y="5387"/>
                </a:cubicBezTo>
                <a:cubicBezTo>
                  <a:pt x="1852" y="5387"/>
                  <a:pt x="1843" y="5387"/>
                  <a:pt x="1833" y="5387"/>
                </a:cubicBezTo>
                <a:cubicBezTo>
                  <a:pt x="1566" y="5387"/>
                  <a:pt x="1318" y="5260"/>
                  <a:pt x="1145" y="5058"/>
                </a:cubicBezTo>
                <a:cubicBezTo>
                  <a:pt x="966" y="4839"/>
                  <a:pt x="896" y="4560"/>
                  <a:pt x="946" y="4292"/>
                </a:cubicBezTo>
                <a:lnTo>
                  <a:pt x="946" y="4292"/>
                </a:lnTo>
                <a:cubicBezTo>
                  <a:pt x="1079" y="4328"/>
                  <a:pt x="1228" y="4349"/>
                  <a:pt x="1378" y="4349"/>
                </a:cubicBezTo>
                <a:cubicBezTo>
                  <a:pt x="1430" y="4349"/>
                  <a:pt x="1482" y="4346"/>
                  <a:pt x="1533" y="4341"/>
                </a:cubicBezTo>
                <a:cubicBezTo>
                  <a:pt x="1553" y="4331"/>
                  <a:pt x="1564" y="4331"/>
                  <a:pt x="1573" y="4321"/>
                </a:cubicBezTo>
                <a:cubicBezTo>
                  <a:pt x="1673" y="4440"/>
                  <a:pt x="1812" y="4511"/>
                  <a:pt x="1922" y="4530"/>
                </a:cubicBezTo>
                <a:cubicBezTo>
                  <a:pt x="1928" y="4532"/>
                  <a:pt x="1934" y="4532"/>
                  <a:pt x="1940" y="4532"/>
                </a:cubicBezTo>
                <a:cubicBezTo>
                  <a:pt x="1983" y="4532"/>
                  <a:pt x="2024" y="4503"/>
                  <a:pt x="2041" y="4451"/>
                </a:cubicBezTo>
                <a:cubicBezTo>
                  <a:pt x="2051" y="4401"/>
                  <a:pt x="2011" y="4351"/>
                  <a:pt x="1962" y="4341"/>
                </a:cubicBezTo>
                <a:cubicBezTo>
                  <a:pt x="1962" y="4331"/>
                  <a:pt x="1862" y="4311"/>
                  <a:pt x="1772" y="4241"/>
                </a:cubicBezTo>
                <a:cubicBezTo>
                  <a:pt x="1653" y="4142"/>
                  <a:pt x="1593" y="4003"/>
                  <a:pt x="1603" y="3814"/>
                </a:cubicBezTo>
                <a:cubicBezTo>
                  <a:pt x="1603" y="3754"/>
                  <a:pt x="1564" y="3704"/>
                  <a:pt x="1504" y="3704"/>
                </a:cubicBezTo>
                <a:cubicBezTo>
                  <a:pt x="1454" y="3704"/>
                  <a:pt x="1404" y="3744"/>
                  <a:pt x="1404" y="3803"/>
                </a:cubicBezTo>
                <a:cubicBezTo>
                  <a:pt x="1404" y="3943"/>
                  <a:pt x="1424" y="4053"/>
                  <a:pt x="1464" y="4142"/>
                </a:cubicBezTo>
                <a:cubicBezTo>
                  <a:pt x="1425" y="4145"/>
                  <a:pt x="1386" y="4147"/>
                  <a:pt x="1347" y="4147"/>
                </a:cubicBezTo>
                <a:cubicBezTo>
                  <a:pt x="736" y="4147"/>
                  <a:pt x="199" y="3714"/>
                  <a:pt x="199" y="3077"/>
                </a:cubicBezTo>
                <a:cubicBezTo>
                  <a:pt x="199" y="2629"/>
                  <a:pt x="489" y="2231"/>
                  <a:pt x="907" y="2082"/>
                </a:cubicBezTo>
                <a:lnTo>
                  <a:pt x="916" y="2082"/>
                </a:lnTo>
                <a:cubicBezTo>
                  <a:pt x="916" y="2082"/>
                  <a:pt x="1097" y="2006"/>
                  <a:pt x="1348" y="2006"/>
                </a:cubicBezTo>
                <a:cubicBezTo>
                  <a:pt x="1386" y="2006"/>
                  <a:pt x="1424" y="2008"/>
                  <a:pt x="1464" y="2012"/>
                </a:cubicBezTo>
                <a:cubicBezTo>
                  <a:pt x="1424" y="2102"/>
                  <a:pt x="1404" y="2211"/>
                  <a:pt x="1404" y="2350"/>
                </a:cubicBezTo>
                <a:cubicBezTo>
                  <a:pt x="1404" y="2410"/>
                  <a:pt x="1454" y="2450"/>
                  <a:pt x="1504" y="2450"/>
                </a:cubicBezTo>
                <a:cubicBezTo>
                  <a:pt x="1564" y="2450"/>
                  <a:pt x="1603" y="2400"/>
                  <a:pt x="1603" y="2350"/>
                </a:cubicBezTo>
                <a:cubicBezTo>
                  <a:pt x="1583" y="1903"/>
                  <a:pt x="1942" y="1823"/>
                  <a:pt x="1962" y="1823"/>
                </a:cubicBezTo>
                <a:cubicBezTo>
                  <a:pt x="2011" y="1813"/>
                  <a:pt x="2051" y="1753"/>
                  <a:pt x="2041" y="1704"/>
                </a:cubicBezTo>
                <a:cubicBezTo>
                  <a:pt x="2024" y="1659"/>
                  <a:pt x="1982" y="1622"/>
                  <a:pt x="1938" y="1622"/>
                </a:cubicBezTo>
                <a:cubicBezTo>
                  <a:pt x="1933" y="1622"/>
                  <a:pt x="1927" y="1623"/>
                  <a:pt x="1922" y="1624"/>
                </a:cubicBezTo>
                <a:cubicBezTo>
                  <a:pt x="1822" y="1644"/>
                  <a:pt x="1673" y="1713"/>
                  <a:pt x="1573" y="1833"/>
                </a:cubicBezTo>
                <a:cubicBezTo>
                  <a:pt x="1554" y="1819"/>
                  <a:pt x="1477" y="1807"/>
                  <a:pt x="1370" y="1807"/>
                </a:cubicBezTo>
                <a:cubicBezTo>
                  <a:pt x="1251" y="1807"/>
                  <a:pt x="1098" y="1821"/>
                  <a:pt x="946" y="1863"/>
                </a:cubicBezTo>
                <a:cubicBezTo>
                  <a:pt x="838" y="1300"/>
                  <a:pt x="1266" y="768"/>
                  <a:pt x="1845" y="768"/>
                </a:cubicBezTo>
                <a:cubicBezTo>
                  <a:pt x="1851" y="768"/>
                  <a:pt x="1857" y="768"/>
                  <a:pt x="1862" y="768"/>
                </a:cubicBezTo>
                <a:cubicBezTo>
                  <a:pt x="1862" y="857"/>
                  <a:pt x="1882" y="996"/>
                  <a:pt x="1942" y="1136"/>
                </a:cubicBezTo>
                <a:cubicBezTo>
                  <a:pt x="1962" y="1170"/>
                  <a:pt x="1996" y="1190"/>
                  <a:pt x="2031" y="1190"/>
                </a:cubicBezTo>
                <a:cubicBezTo>
                  <a:pt x="2048" y="1190"/>
                  <a:pt x="2065" y="1185"/>
                  <a:pt x="2081" y="1176"/>
                </a:cubicBezTo>
                <a:cubicBezTo>
                  <a:pt x="2131" y="1156"/>
                  <a:pt x="2150" y="1096"/>
                  <a:pt x="2121" y="1047"/>
                </a:cubicBezTo>
                <a:cubicBezTo>
                  <a:pt x="2051" y="887"/>
                  <a:pt x="2061" y="718"/>
                  <a:pt x="2061" y="688"/>
                </a:cubicBezTo>
                <a:cubicBezTo>
                  <a:pt x="2131" y="409"/>
                  <a:pt x="2380" y="200"/>
                  <a:pt x="2678" y="200"/>
                </a:cubicBezTo>
                <a:cubicBezTo>
                  <a:pt x="3026" y="200"/>
                  <a:pt x="3305" y="479"/>
                  <a:pt x="3305" y="828"/>
                </a:cubicBezTo>
                <a:lnTo>
                  <a:pt x="3305" y="1673"/>
                </a:lnTo>
                <a:lnTo>
                  <a:pt x="2628" y="1673"/>
                </a:lnTo>
                <a:cubicBezTo>
                  <a:pt x="2608" y="1673"/>
                  <a:pt x="2579" y="1684"/>
                  <a:pt x="2569" y="1693"/>
                </a:cubicBezTo>
                <a:lnTo>
                  <a:pt x="2181" y="1972"/>
                </a:lnTo>
                <a:cubicBezTo>
                  <a:pt x="2041" y="2062"/>
                  <a:pt x="2011" y="2251"/>
                  <a:pt x="2101" y="2390"/>
                </a:cubicBezTo>
                <a:lnTo>
                  <a:pt x="2867" y="3465"/>
                </a:lnTo>
                <a:lnTo>
                  <a:pt x="2300" y="4272"/>
                </a:lnTo>
                <a:cubicBezTo>
                  <a:pt x="2221" y="4381"/>
                  <a:pt x="2250" y="4530"/>
                  <a:pt x="2360" y="4610"/>
                </a:cubicBezTo>
                <a:lnTo>
                  <a:pt x="2678" y="4829"/>
                </a:lnTo>
                <a:cubicBezTo>
                  <a:pt x="2723" y="4862"/>
                  <a:pt x="2776" y="4878"/>
                  <a:pt x="2828" y="4878"/>
                </a:cubicBezTo>
                <a:cubicBezTo>
                  <a:pt x="2903" y="4878"/>
                  <a:pt x="2975" y="4844"/>
                  <a:pt x="3017" y="4779"/>
                </a:cubicBezTo>
                <a:lnTo>
                  <a:pt x="3305" y="4371"/>
                </a:lnTo>
                <a:lnTo>
                  <a:pt x="3305" y="5327"/>
                </a:lnTo>
                <a:cubicBezTo>
                  <a:pt x="3305" y="5595"/>
                  <a:pt x="3136" y="5824"/>
                  <a:pt x="2887" y="5914"/>
                </a:cubicBezTo>
                <a:cubicBezTo>
                  <a:pt x="2838" y="5934"/>
                  <a:pt x="2807" y="5993"/>
                  <a:pt x="2827" y="6043"/>
                </a:cubicBezTo>
                <a:cubicBezTo>
                  <a:pt x="2843" y="6082"/>
                  <a:pt x="2883" y="6109"/>
                  <a:pt x="2924" y="6109"/>
                </a:cubicBezTo>
                <a:cubicBezTo>
                  <a:pt x="2935" y="6109"/>
                  <a:pt x="2946" y="6107"/>
                  <a:pt x="2957" y="6103"/>
                </a:cubicBezTo>
                <a:cubicBezTo>
                  <a:pt x="3156" y="6033"/>
                  <a:pt x="3305" y="5894"/>
                  <a:pt x="3405" y="5725"/>
                </a:cubicBezTo>
                <a:cubicBezTo>
                  <a:pt x="3544" y="5984"/>
                  <a:pt x="3813" y="6153"/>
                  <a:pt x="4132" y="6153"/>
                </a:cubicBezTo>
                <a:cubicBezTo>
                  <a:pt x="4490" y="6153"/>
                  <a:pt x="4809" y="5924"/>
                  <a:pt x="4918" y="5586"/>
                </a:cubicBezTo>
                <a:cubicBezTo>
                  <a:pt x="4938" y="5587"/>
                  <a:pt x="4959" y="5587"/>
                  <a:pt x="4979" y="5587"/>
                </a:cubicBezTo>
                <a:cubicBezTo>
                  <a:pt x="5305" y="5587"/>
                  <a:pt x="5607" y="5439"/>
                  <a:pt x="5813" y="5177"/>
                </a:cubicBezTo>
                <a:cubicBezTo>
                  <a:pt x="6043" y="4909"/>
                  <a:pt x="6122" y="4560"/>
                  <a:pt x="6043" y="4221"/>
                </a:cubicBezTo>
                <a:cubicBezTo>
                  <a:pt x="6501" y="4033"/>
                  <a:pt x="6799" y="3575"/>
                  <a:pt x="6799" y="3077"/>
                </a:cubicBezTo>
                <a:cubicBezTo>
                  <a:pt x="6799" y="2579"/>
                  <a:pt x="6501" y="2131"/>
                  <a:pt x="6043" y="1932"/>
                </a:cubicBezTo>
                <a:cubicBezTo>
                  <a:pt x="6112" y="1644"/>
                  <a:pt x="6063" y="1345"/>
                  <a:pt x="5913" y="1106"/>
                </a:cubicBezTo>
                <a:cubicBezTo>
                  <a:pt x="5893" y="1072"/>
                  <a:pt x="5859" y="1052"/>
                  <a:pt x="5824" y="1052"/>
                </a:cubicBezTo>
                <a:cubicBezTo>
                  <a:pt x="5807" y="1052"/>
                  <a:pt x="5790" y="1057"/>
                  <a:pt x="5774" y="1066"/>
                </a:cubicBezTo>
                <a:cubicBezTo>
                  <a:pt x="5724" y="1096"/>
                  <a:pt x="5714" y="1156"/>
                  <a:pt x="5744" y="1206"/>
                </a:cubicBezTo>
                <a:cubicBezTo>
                  <a:pt x="5864" y="1405"/>
                  <a:pt x="5903" y="1633"/>
                  <a:pt x="5853" y="1863"/>
                </a:cubicBezTo>
                <a:cubicBezTo>
                  <a:pt x="5707" y="1821"/>
                  <a:pt x="5556" y="1807"/>
                  <a:pt x="5439" y="1807"/>
                </a:cubicBezTo>
                <a:cubicBezTo>
                  <a:pt x="5333" y="1807"/>
                  <a:pt x="5255" y="1819"/>
                  <a:pt x="5236" y="1833"/>
                </a:cubicBezTo>
                <a:cubicBezTo>
                  <a:pt x="5137" y="1723"/>
                  <a:pt x="4997" y="1644"/>
                  <a:pt x="4888" y="1624"/>
                </a:cubicBezTo>
                <a:cubicBezTo>
                  <a:pt x="4882" y="1623"/>
                  <a:pt x="4875" y="1622"/>
                  <a:pt x="4868" y="1622"/>
                </a:cubicBezTo>
                <a:cubicBezTo>
                  <a:pt x="4823" y="1622"/>
                  <a:pt x="4777" y="1652"/>
                  <a:pt x="4769" y="1704"/>
                </a:cubicBezTo>
                <a:cubicBezTo>
                  <a:pt x="4758" y="1753"/>
                  <a:pt x="4798" y="1813"/>
                  <a:pt x="4848" y="1823"/>
                </a:cubicBezTo>
                <a:cubicBezTo>
                  <a:pt x="4858" y="1823"/>
                  <a:pt x="5216" y="1903"/>
                  <a:pt x="5207" y="2350"/>
                </a:cubicBezTo>
                <a:cubicBezTo>
                  <a:pt x="5196" y="2400"/>
                  <a:pt x="5247" y="2450"/>
                  <a:pt x="5296" y="2450"/>
                </a:cubicBezTo>
                <a:lnTo>
                  <a:pt x="5306" y="2450"/>
                </a:lnTo>
                <a:cubicBezTo>
                  <a:pt x="5356" y="2450"/>
                  <a:pt x="5395" y="2410"/>
                  <a:pt x="5406" y="2350"/>
                </a:cubicBezTo>
                <a:cubicBezTo>
                  <a:pt x="5406" y="2211"/>
                  <a:pt x="5386" y="2102"/>
                  <a:pt x="5346" y="2012"/>
                </a:cubicBezTo>
                <a:cubicBezTo>
                  <a:pt x="5385" y="2008"/>
                  <a:pt x="5424" y="2006"/>
                  <a:pt x="5463" y="2006"/>
                </a:cubicBezTo>
                <a:cubicBezTo>
                  <a:pt x="6072" y="2006"/>
                  <a:pt x="6600" y="2441"/>
                  <a:pt x="6600" y="3077"/>
                </a:cubicBezTo>
                <a:cubicBezTo>
                  <a:pt x="6600" y="3525"/>
                  <a:pt x="6322" y="3923"/>
                  <a:pt x="5893" y="4073"/>
                </a:cubicBezTo>
                <a:cubicBezTo>
                  <a:pt x="5885" y="4073"/>
                  <a:pt x="5711" y="4148"/>
                  <a:pt x="5464" y="4148"/>
                </a:cubicBezTo>
                <a:cubicBezTo>
                  <a:pt x="5426" y="4148"/>
                  <a:pt x="5387" y="4146"/>
                  <a:pt x="5346" y="4142"/>
                </a:cubicBezTo>
                <a:cubicBezTo>
                  <a:pt x="5386" y="4053"/>
                  <a:pt x="5406" y="3943"/>
                  <a:pt x="5406" y="3803"/>
                </a:cubicBezTo>
                <a:cubicBezTo>
                  <a:pt x="5395" y="3744"/>
                  <a:pt x="5356" y="3704"/>
                  <a:pt x="5296" y="3704"/>
                </a:cubicBezTo>
                <a:cubicBezTo>
                  <a:pt x="5247" y="3704"/>
                  <a:pt x="5196" y="3754"/>
                  <a:pt x="5207" y="3814"/>
                </a:cubicBezTo>
                <a:cubicBezTo>
                  <a:pt x="5216" y="4252"/>
                  <a:pt x="4868" y="4331"/>
                  <a:pt x="4848" y="4341"/>
                </a:cubicBezTo>
                <a:cubicBezTo>
                  <a:pt x="4798" y="4351"/>
                  <a:pt x="4758" y="4401"/>
                  <a:pt x="4769" y="4451"/>
                </a:cubicBezTo>
                <a:cubicBezTo>
                  <a:pt x="4777" y="4503"/>
                  <a:pt x="4824" y="4532"/>
                  <a:pt x="4869" y="4532"/>
                </a:cubicBezTo>
                <a:cubicBezTo>
                  <a:pt x="4876" y="4532"/>
                  <a:pt x="4882" y="4532"/>
                  <a:pt x="4888" y="4530"/>
                </a:cubicBezTo>
                <a:cubicBezTo>
                  <a:pt x="4988" y="4511"/>
                  <a:pt x="5127" y="4440"/>
                  <a:pt x="5236" y="4321"/>
                </a:cubicBezTo>
                <a:cubicBezTo>
                  <a:pt x="5255" y="4335"/>
                  <a:pt x="5333" y="4348"/>
                  <a:pt x="5440" y="4348"/>
                </a:cubicBezTo>
                <a:cubicBezTo>
                  <a:pt x="5557" y="4348"/>
                  <a:pt x="5708" y="4333"/>
                  <a:pt x="5853" y="4292"/>
                </a:cubicBezTo>
                <a:lnTo>
                  <a:pt x="5853" y="4292"/>
                </a:lnTo>
                <a:cubicBezTo>
                  <a:pt x="5913" y="4560"/>
                  <a:pt x="5844" y="4839"/>
                  <a:pt x="5665" y="5058"/>
                </a:cubicBezTo>
                <a:cubicBezTo>
                  <a:pt x="5492" y="5260"/>
                  <a:pt x="5244" y="5387"/>
                  <a:pt x="4977" y="5387"/>
                </a:cubicBezTo>
                <a:cubicBezTo>
                  <a:pt x="4967" y="5387"/>
                  <a:pt x="4958" y="5387"/>
                  <a:pt x="4948" y="5387"/>
                </a:cubicBezTo>
                <a:cubicBezTo>
                  <a:pt x="4948" y="5297"/>
                  <a:pt x="4928" y="5157"/>
                  <a:pt x="4858" y="5018"/>
                </a:cubicBezTo>
                <a:cubicBezTo>
                  <a:pt x="4844" y="4989"/>
                  <a:pt x="4809" y="4966"/>
                  <a:pt x="4772" y="4966"/>
                </a:cubicBezTo>
                <a:cubicBezTo>
                  <a:pt x="4758" y="4966"/>
                  <a:pt x="4743" y="4970"/>
                  <a:pt x="4729" y="4978"/>
                </a:cubicBezTo>
                <a:cubicBezTo>
                  <a:pt x="4679" y="4998"/>
                  <a:pt x="4659" y="5058"/>
                  <a:pt x="4679" y="5108"/>
                </a:cubicBezTo>
                <a:cubicBezTo>
                  <a:pt x="4758" y="5267"/>
                  <a:pt x="4749" y="5436"/>
                  <a:pt x="4738" y="5466"/>
                </a:cubicBezTo>
                <a:cubicBezTo>
                  <a:pt x="4679" y="5745"/>
                  <a:pt x="4420" y="5954"/>
                  <a:pt x="4132" y="5954"/>
                </a:cubicBezTo>
                <a:cubicBezTo>
                  <a:pt x="3783" y="5954"/>
                  <a:pt x="3504" y="5675"/>
                  <a:pt x="3504" y="5327"/>
                </a:cubicBezTo>
                <a:lnTo>
                  <a:pt x="3504" y="4371"/>
                </a:lnTo>
                <a:lnTo>
                  <a:pt x="3783" y="4779"/>
                </a:lnTo>
                <a:cubicBezTo>
                  <a:pt x="3830" y="4844"/>
                  <a:pt x="3902" y="4878"/>
                  <a:pt x="3975" y="4878"/>
                </a:cubicBezTo>
                <a:cubicBezTo>
                  <a:pt x="4026" y="4878"/>
                  <a:pt x="4077" y="4862"/>
                  <a:pt x="4121" y="4829"/>
                </a:cubicBezTo>
                <a:lnTo>
                  <a:pt x="4450" y="4610"/>
                </a:lnTo>
                <a:cubicBezTo>
                  <a:pt x="4559" y="4530"/>
                  <a:pt x="4579" y="4381"/>
                  <a:pt x="4500" y="4272"/>
                </a:cubicBezTo>
                <a:lnTo>
                  <a:pt x="3942" y="3465"/>
                </a:lnTo>
                <a:lnTo>
                  <a:pt x="4699" y="2390"/>
                </a:lnTo>
                <a:cubicBezTo>
                  <a:pt x="4798" y="2251"/>
                  <a:pt x="4769" y="2062"/>
                  <a:pt x="4629" y="1972"/>
                </a:cubicBezTo>
                <a:lnTo>
                  <a:pt x="4241" y="1693"/>
                </a:lnTo>
                <a:cubicBezTo>
                  <a:pt x="4221" y="1684"/>
                  <a:pt x="4201" y="1673"/>
                  <a:pt x="4181" y="1673"/>
                </a:cubicBezTo>
                <a:lnTo>
                  <a:pt x="3504" y="1673"/>
                </a:lnTo>
                <a:lnTo>
                  <a:pt x="3504" y="828"/>
                </a:lnTo>
                <a:cubicBezTo>
                  <a:pt x="3504" y="479"/>
                  <a:pt x="3783" y="200"/>
                  <a:pt x="4132" y="200"/>
                </a:cubicBezTo>
                <a:cubicBezTo>
                  <a:pt x="4420" y="200"/>
                  <a:pt x="4679" y="409"/>
                  <a:pt x="4738" y="688"/>
                </a:cubicBezTo>
                <a:cubicBezTo>
                  <a:pt x="4749" y="718"/>
                  <a:pt x="4758" y="887"/>
                  <a:pt x="4679" y="1047"/>
                </a:cubicBezTo>
                <a:cubicBezTo>
                  <a:pt x="4659" y="1096"/>
                  <a:pt x="4679" y="1156"/>
                  <a:pt x="4729" y="1176"/>
                </a:cubicBezTo>
                <a:cubicBezTo>
                  <a:pt x="4745" y="1185"/>
                  <a:pt x="4762" y="1190"/>
                  <a:pt x="4778" y="1190"/>
                </a:cubicBezTo>
                <a:cubicBezTo>
                  <a:pt x="4813" y="1190"/>
                  <a:pt x="4844" y="1170"/>
                  <a:pt x="4858" y="1136"/>
                </a:cubicBezTo>
                <a:cubicBezTo>
                  <a:pt x="4928" y="996"/>
                  <a:pt x="4948" y="857"/>
                  <a:pt x="4948" y="768"/>
                </a:cubicBezTo>
                <a:cubicBezTo>
                  <a:pt x="5127" y="768"/>
                  <a:pt x="5296" y="808"/>
                  <a:pt x="5446" y="907"/>
                </a:cubicBezTo>
                <a:cubicBezTo>
                  <a:pt x="5464" y="918"/>
                  <a:pt x="5484" y="924"/>
                  <a:pt x="5503" y="924"/>
                </a:cubicBezTo>
                <a:cubicBezTo>
                  <a:pt x="5536" y="924"/>
                  <a:pt x="5566" y="908"/>
                  <a:pt x="5585" y="877"/>
                </a:cubicBezTo>
                <a:cubicBezTo>
                  <a:pt x="5614" y="828"/>
                  <a:pt x="5594" y="768"/>
                  <a:pt x="5555" y="738"/>
                </a:cubicBezTo>
                <a:cubicBezTo>
                  <a:pt x="5370" y="627"/>
                  <a:pt x="5169" y="568"/>
                  <a:pt x="4966" y="568"/>
                </a:cubicBezTo>
                <a:cubicBezTo>
                  <a:pt x="4950" y="568"/>
                  <a:pt x="4934" y="568"/>
                  <a:pt x="4918" y="569"/>
                </a:cubicBezTo>
                <a:cubicBezTo>
                  <a:pt x="4809" y="240"/>
                  <a:pt x="4490" y="1"/>
                  <a:pt x="4132" y="1"/>
                </a:cubicBezTo>
                <a:cubicBezTo>
                  <a:pt x="3813" y="1"/>
                  <a:pt x="3544" y="180"/>
                  <a:pt x="3405" y="439"/>
                </a:cubicBezTo>
                <a:cubicBezTo>
                  <a:pt x="3265" y="180"/>
                  <a:pt x="2987" y="1"/>
                  <a:pt x="2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 name="Google Shape;635;p50"/>
          <p:cNvGrpSpPr/>
          <p:nvPr/>
        </p:nvGrpSpPr>
        <p:grpSpPr>
          <a:xfrm>
            <a:off x="720000" y="3411994"/>
            <a:ext cx="473736" cy="429356"/>
            <a:chOff x="1389750" y="3411994"/>
            <a:chExt cx="473736" cy="429356"/>
          </a:xfrm>
        </p:grpSpPr>
        <p:sp>
          <p:nvSpPr>
            <p:cNvPr id="636" name="Google Shape;636;p50"/>
            <p:cNvSpPr/>
            <p:nvPr/>
          </p:nvSpPr>
          <p:spPr>
            <a:xfrm>
              <a:off x="1568943" y="3568998"/>
              <a:ext cx="115346" cy="115346"/>
            </a:xfrm>
            <a:custGeom>
              <a:avLst/>
              <a:gdLst/>
              <a:ahLst/>
              <a:cxnLst/>
              <a:rect l="l" t="t" r="r" b="b"/>
              <a:pathLst>
                <a:path w="1653" h="1653" extrusionOk="0">
                  <a:moveTo>
                    <a:pt x="956" y="199"/>
                  </a:moveTo>
                  <a:lnTo>
                    <a:pt x="956" y="528"/>
                  </a:lnTo>
                  <a:cubicBezTo>
                    <a:pt x="956" y="617"/>
                    <a:pt x="1035" y="688"/>
                    <a:pt x="1125" y="688"/>
                  </a:cubicBezTo>
                  <a:lnTo>
                    <a:pt x="1453" y="688"/>
                  </a:lnTo>
                  <a:lnTo>
                    <a:pt x="1453" y="966"/>
                  </a:lnTo>
                  <a:lnTo>
                    <a:pt x="1125" y="966"/>
                  </a:lnTo>
                  <a:cubicBezTo>
                    <a:pt x="1035" y="966"/>
                    <a:pt x="956" y="1036"/>
                    <a:pt x="956" y="1126"/>
                  </a:cubicBezTo>
                  <a:lnTo>
                    <a:pt x="956" y="1454"/>
                  </a:lnTo>
                  <a:lnTo>
                    <a:pt x="687" y="1454"/>
                  </a:lnTo>
                  <a:lnTo>
                    <a:pt x="687" y="1126"/>
                  </a:lnTo>
                  <a:cubicBezTo>
                    <a:pt x="687" y="1036"/>
                    <a:pt x="617" y="966"/>
                    <a:pt x="528" y="966"/>
                  </a:cubicBezTo>
                  <a:lnTo>
                    <a:pt x="199" y="966"/>
                  </a:lnTo>
                  <a:lnTo>
                    <a:pt x="199" y="688"/>
                  </a:lnTo>
                  <a:lnTo>
                    <a:pt x="528" y="688"/>
                  </a:lnTo>
                  <a:cubicBezTo>
                    <a:pt x="617" y="688"/>
                    <a:pt x="687" y="617"/>
                    <a:pt x="687" y="528"/>
                  </a:cubicBezTo>
                  <a:lnTo>
                    <a:pt x="687" y="199"/>
                  </a:lnTo>
                  <a:close/>
                  <a:moveTo>
                    <a:pt x="657" y="0"/>
                  </a:moveTo>
                  <a:cubicBezTo>
                    <a:pt x="568" y="0"/>
                    <a:pt x="488" y="70"/>
                    <a:pt x="488" y="160"/>
                  </a:cubicBezTo>
                  <a:lnTo>
                    <a:pt x="488" y="488"/>
                  </a:lnTo>
                  <a:lnTo>
                    <a:pt x="159" y="488"/>
                  </a:lnTo>
                  <a:cubicBezTo>
                    <a:pt x="70" y="488"/>
                    <a:pt x="0" y="568"/>
                    <a:pt x="0" y="657"/>
                  </a:cubicBezTo>
                  <a:lnTo>
                    <a:pt x="0" y="996"/>
                  </a:lnTo>
                  <a:cubicBezTo>
                    <a:pt x="0" y="1086"/>
                    <a:pt x="70" y="1165"/>
                    <a:pt x="159" y="1165"/>
                  </a:cubicBezTo>
                  <a:lnTo>
                    <a:pt x="488" y="1165"/>
                  </a:lnTo>
                  <a:lnTo>
                    <a:pt x="488" y="1493"/>
                  </a:lnTo>
                  <a:cubicBezTo>
                    <a:pt x="488" y="1583"/>
                    <a:pt x="568" y="1653"/>
                    <a:pt x="657" y="1653"/>
                  </a:cubicBezTo>
                  <a:lnTo>
                    <a:pt x="996" y="1653"/>
                  </a:lnTo>
                  <a:cubicBezTo>
                    <a:pt x="1085" y="1653"/>
                    <a:pt x="1155" y="1583"/>
                    <a:pt x="1155" y="1493"/>
                  </a:cubicBezTo>
                  <a:lnTo>
                    <a:pt x="1155" y="1165"/>
                  </a:lnTo>
                  <a:lnTo>
                    <a:pt x="1493" y="1165"/>
                  </a:lnTo>
                  <a:cubicBezTo>
                    <a:pt x="1583" y="1165"/>
                    <a:pt x="1652" y="1086"/>
                    <a:pt x="1652" y="996"/>
                  </a:cubicBezTo>
                  <a:lnTo>
                    <a:pt x="1652" y="657"/>
                  </a:lnTo>
                  <a:cubicBezTo>
                    <a:pt x="1652" y="568"/>
                    <a:pt x="1583" y="488"/>
                    <a:pt x="1493" y="488"/>
                  </a:cubicBezTo>
                  <a:lnTo>
                    <a:pt x="1155" y="488"/>
                  </a:lnTo>
                  <a:lnTo>
                    <a:pt x="1155" y="160"/>
                  </a:lnTo>
                  <a:cubicBezTo>
                    <a:pt x="1155" y="70"/>
                    <a:pt x="1085"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0"/>
            <p:cNvSpPr/>
            <p:nvPr/>
          </p:nvSpPr>
          <p:spPr>
            <a:xfrm>
              <a:off x="1389750" y="3411994"/>
              <a:ext cx="473736" cy="429356"/>
            </a:xfrm>
            <a:custGeom>
              <a:avLst/>
              <a:gdLst/>
              <a:ahLst/>
              <a:cxnLst/>
              <a:rect l="l" t="t" r="r" b="b"/>
              <a:pathLst>
                <a:path w="6789" h="6153" extrusionOk="0">
                  <a:moveTo>
                    <a:pt x="4121" y="200"/>
                  </a:moveTo>
                  <a:cubicBezTo>
                    <a:pt x="4410" y="200"/>
                    <a:pt x="4669" y="409"/>
                    <a:pt x="4729" y="688"/>
                  </a:cubicBezTo>
                  <a:cubicBezTo>
                    <a:pt x="4738" y="717"/>
                    <a:pt x="4748" y="887"/>
                    <a:pt x="4678" y="1046"/>
                  </a:cubicBezTo>
                  <a:cubicBezTo>
                    <a:pt x="4649" y="1096"/>
                    <a:pt x="4669" y="1155"/>
                    <a:pt x="4718" y="1175"/>
                  </a:cubicBezTo>
                  <a:cubicBezTo>
                    <a:pt x="4734" y="1185"/>
                    <a:pt x="4751" y="1190"/>
                    <a:pt x="4768" y="1190"/>
                  </a:cubicBezTo>
                  <a:cubicBezTo>
                    <a:pt x="4804" y="1190"/>
                    <a:pt x="4838" y="1169"/>
                    <a:pt x="4858" y="1135"/>
                  </a:cubicBezTo>
                  <a:cubicBezTo>
                    <a:pt x="4917" y="996"/>
                    <a:pt x="4937" y="857"/>
                    <a:pt x="4937" y="768"/>
                  </a:cubicBezTo>
                  <a:cubicBezTo>
                    <a:pt x="4943" y="767"/>
                    <a:pt x="4948" y="767"/>
                    <a:pt x="4954" y="767"/>
                  </a:cubicBezTo>
                  <a:cubicBezTo>
                    <a:pt x="5533" y="767"/>
                    <a:pt x="5962" y="1300"/>
                    <a:pt x="5843" y="1863"/>
                  </a:cubicBezTo>
                  <a:cubicBezTo>
                    <a:pt x="5702" y="1821"/>
                    <a:pt x="5553" y="1806"/>
                    <a:pt x="5436" y="1806"/>
                  </a:cubicBezTo>
                  <a:cubicBezTo>
                    <a:pt x="5330" y="1806"/>
                    <a:pt x="5250" y="1818"/>
                    <a:pt x="5226" y="1832"/>
                  </a:cubicBezTo>
                  <a:cubicBezTo>
                    <a:pt x="5127" y="1723"/>
                    <a:pt x="4987" y="1644"/>
                    <a:pt x="4877" y="1624"/>
                  </a:cubicBezTo>
                  <a:cubicBezTo>
                    <a:pt x="4871" y="1622"/>
                    <a:pt x="4864" y="1622"/>
                    <a:pt x="4858" y="1622"/>
                  </a:cubicBezTo>
                  <a:cubicBezTo>
                    <a:pt x="4813" y="1622"/>
                    <a:pt x="4767" y="1651"/>
                    <a:pt x="4758" y="1703"/>
                  </a:cubicBezTo>
                  <a:cubicBezTo>
                    <a:pt x="4748" y="1753"/>
                    <a:pt x="4788" y="1812"/>
                    <a:pt x="4838" y="1823"/>
                  </a:cubicBezTo>
                  <a:cubicBezTo>
                    <a:pt x="4838" y="1823"/>
                    <a:pt x="4928" y="1843"/>
                    <a:pt x="5017" y="1912"/>
                  </a:cubicBezTo>
                  <a:cubicBezTo>
                    <a:pt x="5147" y="2011"/>
                    <a:pt x="5196" y="2161"/>
                    <a:pt x="5196" y="2350"/>
                  </a:cubicBezTo>
                  <a:cubicBezTo>
                    <a:pt x="5186" y="2400"/>
                    <a:pt x="5236" y="2449"/>
                    <a:pt x="5286" y="2449"/>
                  </a:cubicBezTo>
                  <a:lnTo>
                    <a:pt x="5295" y="2449"/>
                  </a:lnTo>
                  <a:cubicBezTo>
                    <a:pt x="5346" y="2449"/>
                    <a:pt x="5385" y="2410"/>
                    <a:pt x="5395" y="2350"/>
                  </a:cubicBezTo>
                  <a:cubicBezTo>
                    <a:pt x="5395" y="2211"/>
                    <a:pt x="5375" y="2101"/>
                    <a:pt x="5335" y="2011"/>
                  </a:cubicBezTo>
                  <a:cubicBezTo>
                    <a:pt x="5375" y="2008"/>
                    <a:pt x="5414" y="2006"/>
                    <a:pt x="5452" y="2006"/>
                  </a:cubicBezTo>
                  <a:cubicBezTo>
                    <a:pt x="6062" y="2006"/>
                    <a:pt x="6590" y="2440"/>
                    <a:pt x="6590" y="3077"/>
                  </a:cubicBezTo>
                  <a:cubicBezTo>
                    <a:pt x="6590" y="3704"/>
                    <a:pt x="6070" y="4147"/>
                    <a:pt x="5452" y="4147"/>
                  </a:cubicBezTo>
                  <a:cubicBezTo>
                    <a:pt x="5413" y="4147"/>
                    <a:pt x="5374" y="4145"/>
                    <a:pt x="5335" y="4142"/>
                  </a:cubicBezTo>
                  <a:cubicBezTo>
                    <a:pt x="5375" y="4052"/>
                    <a:pt x="5395" y="3943"/>
                    <a:pt x="5395" y="3803"/>
                  </a:cubicBezTo>
                  <a:cubicBezTo>
                    <a:pt x="5385" y="3743"/>
                    <a:pt x="5346" y="3704"/>
                    <a:pt x="5286" y="3704"/>
                  </a:cubicBezTo>
                  <a:cubicBezTo>
                    <a:pt x="5236" y="3704"/>
                    <a:pt x="5186" y="3754"/>
                    <a:pt x="5196" y="3814"/>
                  </a:cubicBezTo>
                  <a:cubicBezTo>
                    <a:pt x="5206" y="4251"/>
                    <a:pt x="4858" y="4331"/>
                    <a:pt x="4838" y="4331"/>
                  </a:cubicBezTo>
                  <a:cubicBezTo>
                    <a:pt x="4788" y="4351"/>
                    <a:pt x="4748" y="4400"/>
                    <a:pt x="4758" y="4451"/>
                  </a:cubicBezTo>
                  <a:cubicBezTo>
                    <a:pt x="4767" y="4503"/>
                    <a:pt x="4814" y="4532"/>
                    <a:pt x="4859" y="4532"/>
                  </a:cubicBezTo>
                  <a:cubicBezTo>
                    <a:pt x="4865" y="4532"/>
                    <a:pt x="4871" y="4531"/>
                    <a:pt x="4877" y="4530"/>
                  </a:cubicBezTo>
                  <a:cubicBezTo>
                    <a:pt x="4977" y="4510"/>
                    <a:pt x="5127" y="4440"/>
                    <a:pt x="5226" y="4321"/>
                  </a:cubicBezTo>
                  <a:cubicBezTo>
                    <a:pt x="5245" y="4335"/>
                    <a:pt x="5323" y="4347"/>
                    <a:pt x="5430" y="4347"/>
                  </a:cubicBezTo>
                  <a:cubicBezTo>
                    <a:pt x="5547" y="4347"/>
                    <a:pt x="5698" y="4333"/>
                    <a:pt x="5843" y="4291"/>
                  </a:cubicBezTo>
                  <a:lnTo>
                    <a:pt x="5843" y="4291"/>
                  </a:lnTo>
                  <a:cubicBezTo>
                    <a:pt x="5962" y="4853"/>
                    <a:pt x="5522" y="5386"/>
                    <a:pt x="4952" y="5386"/>
                  </a:cubicBezTo>
                  <a:cubicBezTo>
                    <a:pt x="4947" y="5386"/>
                    <a:pt x="4942" y="5386"/>
                    <a:pt x="4937" y="5386"/>
                  </a:cubicBezTo>
                  <a:cubicBezTo>
                    <a:pt x="4937" y="5296"/>
                    <a:pt x="4917" y="5157"/>
                    <a:pt x="4858" y="5018"/>
                  </a:cubicBezTo>
                  <a:cubicBezTo>
                    <a:pt x="4837" y="4984"/>
                    <a:pt x="4803" y="4964"/>
                    <a:pt x="4768" y="4964"/>
                  </a:cubicBezTo>
                  <a:cubicBezTo>
                    <a:pt x="4751" y="4964"/>
                    <a:pt x="4734" y="4968"/>
                    <a:pt x="4718" y="4978"/>
                  </a:cubicBezTo>
                  <a:cubicBezTo>
                    <a:pt x="4669" y="4998"/>
                    <a:pt x="4649" y="5057"/>
                    <a:pt x="4678" y="5108"/>
                  </a:cubicBezTo>
                  <a:cubicBezTo>
                    <a:pt x="4748" y="5267"/>
                    <a:pt x="4738" y="5436"/>
                    <a:pt x="4729" y="5466"/>
                  </a:cubicBezTo>
                  <a:cubicBezTo>
                    <a:pt x="4669" y="5745"/>
                    <a:pt x="4410" y="5953"/>
                    <a:pt x="4121" y="5953"/>
                  </a:cubicBezTo>
                  <a:cubicBezTo>
                    <a:pt x="3773" y="5953"/>
                    <a:pt x="3494" y="5675"/>
                    <a:pt x="3494" y="5327"/>
                  </a:cubicBezTo>
                  <a:lnTo>
                    <a:pt x="3494" y="4380"/>
                  </a:lnTo>
                  <a:lnTo>
                    <a:pt x="4430" y="4380"/>
                  </a:lnTo>
                  <a:cubicBezTo>
                    <a:pt x="4579" y="4380"/>
                    <a:pt x="4698" y="4261"/>
                    <a:pt x="4698" y="4112"/>
                  </a:cubicBezTo>
                  <a:lnTo>
                    <a:pt x="4698" y="3296"/>
                  </a:lnTo>
                  <a:cubicBezTo>
                    <a:pt x="4698" y="3236"/>
                    <a:pt x="4649" y="3196"/>
                    <a:pt x="4599" y="3196"/>
                  </a:cubicBezTo>
                  <a:cubicBezTo>
                    <a:pt x="4539" y="3196"/>
                    <a:pt x="4499" y="3236"/>
                    <a:pt x="4499" y="3296"/>
                  </a:cubicBezTo>
                  <a:lnTo>
                    <a:pt x="4499" y="4112"/>
                  </a:lnTo>
                  <a:cubicBezTo>
                    <a:pt x="4499" y="4152"/>
                    <a:pt x="4470" y="4181"/>
                    <a:pt x="4430" y="4181"/>
                  </a:cubicBezTo>
                  <a:lnTo>
                    <a:pt x="2359" y="4181"/>
                  </a:lnTo>
                  <a:cubicBezTo>
                    <a:pt x="2320" y="4181"/>
                    <a:pt x="2289" y="4152"/>
                    <a:pt x="2289" y="4112"/>
                  </a:cubicBezTo>
                  <a:lnTo>
                    <a:pt x="2289" y="2042"/>
                  </a:lnTo>
                  <a:cubicBezTo>
                    <a:pt x="2289" y="2002"/>
                    <a:pt x="2320" y="1972"/>
                    <a:pt x="2359" y="1972"/>
                  </a:cubicBezTo>
                  <a:lnTo>
                    <a:pt x="4430" y="1972"/>
                  </a:lnTo>
                  <a:cubicBezTo>
                    <a:pt x="4470" y="1972"/>
                    <a:pt x="4499" y="2002"/>
                    <a:pt x="4499" y="2042"/>
                  </a:cubicBezTo>
                  <a:lnTo>
                    <a:pt x="4499" y="2828"/>
                  </a:lnTo>
                  <a:cubicBezTo>
                    <a:pt x="4499" y="2887"/>
                    <a:pt x="4539" y="2927"/>
                    <a:pt x="4599" y="2927"/>
                  </a:cubicBezTo>
                  <a:cubicBezTo>
                    <a:pt x="4649" y="2927"/>
                    <a:pt x="4698" y="2887"/>
                    <a:pt x="4698" y="2828"/>
                  </a:cubicBezTo>
                  <a:lnTo>
                    <a:pt x="4698" y="2042"/>
                  </a:lnTo>
                  <a:cubicBezTo>
                    <a:pt x="4698" y="1892"/>
                    <a:pt x="4579" y="1773"/>
                    <a:pt x="4430" y="1773"/>
                  </a:cubicBezTo>
                  <a:lnTo>
                    <a:pt x="3494" y="1773"/>
                  </a:lnTo>
                  <a:lnTo>
                    <a:pt x="3494" y="827"/>
                  </a:lnTo>
                  <a:cubicBezTo>
                    <a:pt x="3494" y="479"/>
                    <a:pt x="3773" y="200"/>
                    <a:pt x="4121" y="200"/>
                  </a:cubicBezTo>
                  <a:close/>
                  <a:moveTo>
                    <a:pt x="4121" y="1"/>
                  </a:moveTo>
                  <a:cubicBezTo>
                    <a:pt x="3802" y="1"/>
                    <a:pt x="3534" y="180"/>
                    <a:pt x="3395" y="439"/>
                  </a:cubicBezTo>
                  <a:cubicBezTo>
                    <a:pt x="3295" y="250"/>
                    <a:pt x="3136" y="111"/>
                    <a:pt x="2926" y="41"/>
                  </a:cubicBezTo>
                  <a:cubicBezTo>
                    <a:pt x="2919" y="39"/>
                    <a:pt x="2911" y="38"/>
                    <a:pt x="2903" y="38"/>
                  </a:cubicBezTo>
                  <a:cubicBezTo>
                    <a:pt x="2859" y="38"/>
                    <a:pt x="2816" y="60"/>
                    <a:pt x="2807" y="111"/>
                  </a:cubicBezTo>
                  <a:cubicBezTo>
                    <a:pt x="2787" y="160"/>
                    <a:pt x="2817" y="210"/>
                    <a:pt x="2867" y="230"/>
                  </a:cubicBezTo>
                  <a:cubicBezTo>
                    <a:pt x="3126" y="319"/>
                    <a:pt x="3295" y="558"/>
                    <a:pt x="3295" y="827"/>
                  </a:cubicBezTo>
                  <a:lnTo>
                    <a:pt x="3295" y="1773"/>
                  </a:lnTo>
                  <a:lnTo>
                    <a:pt x="2359" y="1773"/>
                  </a:lnTo>
                  <a:cubicBezTo>
                    <a:pt x="2210" y="1773"/>
                    <a:pt x="2090" y="1892"/>
                    <a:pt x="2090" y="2042"/>
                  </a:cubicBezTo>
                  <a:lnTo>
                    <a:pt x="2090" y="4112"/>
                  </a:lnTo>
                  <a:cubicBezTo>
                    <a:pt x="2090" y="4261"/>
                    <a:pt x="2210" y="4380"/>
                    <a:pt x="2359" y="4380"/>
                  </a:cubicBezTo>
                  <a:lnTo>
                    <a:pt x="3295" y="4380"/>
                  </a:lnTo>
                  <a:lnTo>
                    <a:pt x="3295" y="5327"/>
                  </a:lnTo>
                  <a:cubicBezTo>
                    <a:pt x="3295" y="5675"/>
                    <a:pt x="3016" y="5953"/>
                    <a:pt x="2668" y="5953"/>
                  </a:cubicBezTo>
                  <a:cubicBezTo>
                    <a:pt x="2260" y="5953"/>
                    <a:pt x="1902" y="5535"/>
                    <a:pt x="2110" y="5108"/>
                  </a:cubicBezTo>
                  <a:cubicBezTo>
                    <a:pt x="2140" y="5057"/>
                    <a:pt x="2121" y="4998"/>
                    <a:pt x="2070" y="4978"/>
                  </a:cubicBezTo>
                  <a:cubicBezTo>
                    <a:pt x="2055" y="4968"/>
                    <a:pt x="2038" y="4964"/>
                    <a:pt x="2021" y="4964"/>
                  </a:cubicBezTo>
                  <a:cubicBezTo>
                    <a:pt x="1986" y="4964"/>
                    <a:pt x="1952" y="4984"/>
                    <a:pt x="1931" y="5018"/>
                  </a:cubicBezTo>
                  <a:cubicBezTo>
                    <a:pt x="1871" y="5157"/>
                    <a:pt x="1851" y="5296"/>
                    <a:pt x="1851" y="5386"/>
                  </a:cubicBezTo>
                  <a:cubicBezTo>
                    <a:pt x="1846" y="5386"/>
                    <a:pt x="1841" y="5386"/>
                    <a:pt x="1836" y="5386"/>
                  </a:cubicBezTo>
                  <a:cubicBezTo>
                    <a:pt x="1257" y="5386"/>
                    <a:pt x="828" y="4853"/>
                    <a:pt x="936" y="4291"/>
                  </a:cubicBezTo>
                  <a:lnTo>
                    <a:pt x="936" y="4291"/>
                  </a:lnTo>
                  <a:cubicBezTo>
                    <a:pt x="1085" y="4336"/>
                    <a:pt x="1232" y="4351"/>
                    <a:pt x="1346" y="4351"/>
                  </a:cubicBezTo>
                  <a:cubicBezTo>
                    <a:pt x="1461" y="4351"/>
                    <a:pt x="1543" y="4336"/>
                    <a:pt x="1563" y="4321"/>
                  </a:cubicBezTo>
                  <a:cubicBezTo>
                    <a:pt x="1663" y="4440"/>
                    <a:pt x="1802" y="4510"/>
                    <a:pt x="1911" y="4530"/>
                  </a:cubicBezTo>
                  <a:cubicBezTo>
                    <a:pt x="1917" y="4531"/>
                    <a:pt x="1924" y="4532"/>
                    <a:pt x="1930" y="4532"/>
                  </a:cubicBezTo>
                  <a:cubicBezTo>
                    <a:pt x="1973" y="4532"/>
                    <a:pt x="2013" y="4503"/>
                    <a:pt x="2031" y="4451"/>
                  </a:cubicBezTo>
                  <a:cubicBezTo>
                    <a:pt x="2041" y="4400"/>
                    <a:pt x="2001" y="4351"/>
                    <a:pt x="1951" y="4331"/>
                  </a:cubicBezTo>
                  <a:cubicBezTo>
                    <a:pt x="1951" y="4331"/>
                    <a:pt x="1851" y="4311"/>
                    <a:pt x="1762" y="4241"/>
                  </a:cubicBezTo>
                  <a:cubicBezTo>
                    <a:pt x="1643" y="4142"/>
                    <a:pt x="1583" y="4002"/>
                    <a:pt x="1593" y="3814"/>
                  </a:cubicBezTo>
                  <a:cubicBezTo>
                    <a:pt x="1593" y="3754"/>
                    <a:pt x="1553" y="3704"/>
                    <a:pt x="1493" y="3704"/>
                  </a:cubicBezTo>
                  <a:cubicBezTo>
                    <a:pt x="1444" y="3704"/>
                    <a:pt x="1394" y="3743"/>
                    <a:pt x="1394" y="3803"/>
                  </a:cubicBezTo>
                  <a:cubicBezTo>
                    <a:pt x="1394" y="3943"/>
                    <a:pt x="1413" y="4052"/>
                    <a:pt x="1453" y="4142"/>
                  </a:cubicBezTo>
                  <a:cubicBezTo>
                    <a:pt x="1414" y="4145"/>
                    <a:pt x="1375" y="4147"/>
                    <a:pt x="1336" y="4147"/>
                  </a:cubicBezTo>
                  <a:cubicBezTo>
                    <a:pt x="727" y="4147"/>
                    <a:pt x="199" y="3713"/>
                    <a:pt x="199" y="3077"/>
                  </a:cubicBezTo>
                  <a:cubicBezTo>
                    <a:pt x="199" y="2449"/>
                    <a:pt x="720" y="2006"/>
                    <a:pt x="1337" y="2006"/>
                  </a:cubicBezTo>
                  <a:cubicBezTo>
                    <a:pt x="1375" y="2006"/>
                    <a:pt x="1414" y="2008"/>
                    <a:pt x="1453" y="2011"/>
                  </a:cubicBezTo>
                  <a:cubicBezTo>
                    <a:pt x="1413" y="2101"/>
                    <a:pt x="1394" y="2211"/>
                    <a:pt x="1394" y="2350"/>
                  </a:cubicBezTo>
                  <a:cubicBezTo>
                    <a:pt x="1394" y="2410"/>
                    <a:pt x="1444" y="2449"/>
                    <a:pt x="1493" y="2449"/>
                  </a:cubicBezTo>
                  <a:cubicBezTo>
                    <a:pt x="1553" y="2449"/>
                    <a:pt x="1593" y="2400"/>
                    <a:pt x="1593" y="2350"/>
                  </a:cubicBezTo>
                  <a:cubicBezTo>
                    <a:pt x="1573" y="1902"/>
                    <a:pt x="1931" y="1823"/>
                    <a:pt x="1951" y="1823"/>
                  </a:cubicBezTo>
                  <a:cubicBezTo>
                    <a:pt x="2001" y="1812"/>
                    <a:pt x="2041" y="1753"/>
                    <a:pt x="2031" y="1703"/>
                  </a:cubicBezTo>
                  <a:cubicBezTo>
                    <a:pt x="2013" y="1651"/>
                    <a:pt x="1974" y="1622"/>
                    <a:pt x="1931" y="1622"/>
                  </a:cubicBezTo>
                  <a:cubicBezTo>
                    <a:pt x="1924" y="1622"/>
                    <a:pt x="1918" y="1622"/>
                    <a:pt x="1911" y="1624"/>
                  </a:cubicBezTo>
                  <a:cubicBezTo>
                    <a:pt x="1812" y="1644"/>
                    <a:pt x="1663" y="1713"/>
                    <a:pt x="1563" y="1832"/>
                  </a:cubicBezTo>
                  <a:cubicBezTo>
                    <a:pt x="1544" y="1818"/>
                    <a:pt x="1467" y="1806"/>
                    <a:pt x="1359" y="1806"/>
                  </a:cubicBezTo>
                  <a:cubicBezTo>
                    <a:pt x="1241" y="1806"/>
                    <a:pt x="1087" y="1821"/>
                    <a:pt x="936" y="1863"/>
                  </a:cubicBezTo>
                  <a:cubicBezTo>
                    <a:pt x="828" y="1300"/>
                    <a:pt x="1256" y="767"/>
                    <a:pt x="1835" y="767"/>
                  </a:cubicBezTo>
                  <a:cubicBezTo>
                    <a:pt x="1840" y="767"/>
                    <a:pt x="1846" y="767"/>
                    <a:pt x="1851" y="768"/>
                  </a:cubicBezTo>
                  <a:cubicBezTo>
                    <a:pt x="1851" y="857"/>
                    <a:pt x="1871" y="996"/>
                    <a:pt x="1931" y="1135"/>
                  </a:cubicBezTo>
                  <a:cubicBezTo>
                    <a:pt x="1952" y="1169"/>
                    <a:pt x="1986" y="1190"/>
                    <a:pt x="2021" y="1190"/>
                  </a:cubicBezTo>
                  <a:cubicBezTo>
                    <a:pt x="2038" y="1190"/>
                    <a:pt x="2055" y="1185"/>
                    <a:pt x="2070" y="1175"/>
                  </a:cubicBezTo>
                  <a:cubicBezTo>
                    <a:pt x="2121" y="1155"/>
                    <a:pt x="2140" y="1096"/>
                    <a:pt x="2110" y="1046"/>
                  </a:cubicBezTo>
                  <a:cubicBezTo>
                    <a:pt x="2041" y="887"/>
                    <a:pt x="2051" y="717"/>
                    <a:pt x="2051" y="688"/>
                  </a:cubicBezTo>
                  <a:cubicBezTo>
                    <a:pt x="2101" y="479"/>
                    <a:pt x="2260" y="299"/>
                    <a:pt x="2469" y="230"/>
                  </a:cubicBezTo>
                  <a:cubicBezTo>
                    <a:pt x="2519" y="220"/>
                    <a:pt x="2548" y="160"/>
                    <a:pt x="2528" y="111"/>
                  </a:cubicBezTo>
                  <a:cubicBezTo>
                    <a:pt x="2512" y="60"/>
                    <a:pt x="2467" y="38"/>
                    <a:pt x="2423" y="38"/>
                  </a:cubicBezTo>
                  <a:cubicBezTo>
                    <a:pt x="2415" y="38"/>
                    <a:pt x="2407" y="39"/>
                    <a:pt x="2399" y="41"/>
                  </a:cubicBezTo>
                  <a:cubicBezTo>
                    <a:pt x="2150" y="131"/>
                    <a:pt x="1961" y="319"/>
                    <a:pt x="1882" y="568"/>
                  </a:cubicBezTo>
                  <a:cubicBezTo>
                    <a:pt x="1866" y="568"/>
                    <a:pt x="1850" y="568"/>
                    <a:pt x="1834" y="568"/>
                  </a:cubicBezTo>
                  <a:cubicBezTo>
                    <a:pt x="1121" y="568"/>
                    <a:pt x="591" y="1231"/>
                    <a:pt x="747" y="1932"/>
                  </a:cubicBezTo>
                  <a:cubicBezTo>
                    <a:pt x="299" y="2121"/>
                    <a:pt x="0" y="2579"/>
                    <a:pt x="0" y="3077"/>
                  </a:cubicBezTo>
                  <a:cubicBezTo>
                    <a:pt x="0" y="3575"/>
                    <a:pt x="299" y="4032"/>
                    <a:pt x="747" y="4221"/>
                  </a:cubicBezTo>
                  <a:cubicBezTo>
                    <a:pt x="591" y="4923"/>
                    <a:pt x="1122" y="5586"/>
                    <a:pt x="1835" y="5586"/>
                  </a:cubicBezTo>
                  <a:cubicBezTo>
                    <a:pt x="1851" y="5586"/>
                    <a:pt x="1866" y="5586"/>
                    <a:pt x="1882" y="5585"/>
                  </a:cubicBezTo>
                  <a:cubicBezTo>
                    <a:pt x="1991" y="5924"/>
                    <a:pt x="2309" y="6152"/>
                    <a:pt x="2668" y="6152"/>
                  </a:cubicBezTo>
                  <a:cubicBezTo>
                    <a:pt x="2977" y="6152"/>
                    <a:pt x="3255" y="5973"/>
                    <a:pt x="3395" y="5725"/>
                  </a:cubicBezTo>
                  <a:cubicBezTo>
                    <a:pt x="3534" y="5973"/>
                    <a:pt x="3802" y="6152"/>
                    <a:pt x="4121" y="6152"/>
                  </a:cubicBezTo>
                  <a:cubicBezTo>
                    <a:pt x="4479" y="6152"/>
                    <a:pt x="4798" y="5924"/>
                    <a:pt x="4908" y="5585"/>
                  </a:cubicBezTo>
                  <a:cubicBezTo>
                    <a:pt x="4923" y="5586"/>
                    <a:pt x="4938" y="5586"/>
                    <a:pt x="4953" y="5586"/>
                  </a:cubicBezTo>
                  <a:cubicBezTo>
                    <a:pt x="5658" y="5586"/>
                    <a:pt x="6198" y="4923"/>
                    <a:pt x="6032" y="4221"/>
                  </a:cubicBezTo>
                  <a:cubicBezTo>
                    <a:pt x="6490" y="4032"/>
                    <a:pt x="6789" y="3575"/>
                    <a:pt x="6789" y="3077"/>
                  </a:cubicBezTo>
                  <a:cubicBezTo>
                    <a:pt x="6789" y="2579"/>
                    <a:pt x="6490" y="2121"/>
                    <a:pt x="6032" y="1932"/>
                  </a:cubicBezTo>
                  <a:cubicBezTo>
                    <a:pt x="6198" y="1231"/>
                    <a:pt x="5668" y="568"/>
                    <a:pt x="4955" y="568"/>
                  </a:cubicBezTo>
                  <a:cubicBezTo>
                    <a:pt x="4939" y="568"/>
                    <a:pt x="4924" y="568"/>
                    <a:pt x="4908" y="568"/>
                  </a:cubicBezTo>
                  <a:cubicBezTo>
                    <a:pt x="4798" y="230"/>
                    <a:pt x="4479" y="1"/>
                    <a:pt x="4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50"/>
          <p:cNvGrpSpPr/>
          <p:nvPr/>
        </p:nvGrpSpPr>
        <p:grpSpPr>
          <a:xfrm>
            <a:off x="1379833" y="3411994"/>
            <a:ext cx="473736" cy="429356"/>
            <a:chOff x="2049583" y="3411994"/>
            <a:chExt cx="473736" cy="429356"/>
          </a:xfrm>
        </p:grpSpPr>
        <p:sp>
          <p:nvSpPr>
            <p:cNvPr id="639" name="Google Shape;639;p50"/>
            <p:cNvSpPr/>
            <p:nvPr/>
          </p:nvSpPr>
          <p:spPr>
            <a:xfrm>
              <a:off x="2049583" y="3411994"/>
              <a:ext cx="473736" cy="429356"/>
            </a:xfrm>
            <a:custGeom>
              <a:avLst/>
              <a:gdLst/>
              <a:ahLst/>
              <a:cxnLst/>
              <a:rect l="l" t="t" r="r" b="b"/>
              <a:pathLst>
                <a:path w="6789" h="6153" extrusionOk="0">
                  <a:moveTo>
                    <a:pt x="3295" y="1902"/>
                  </a:moveTo>
                  <a:lnTo>
                    <a:pt x="3295" y="2489"/>
                  </a:lnTo>
                  <a:lnTo>
                    <a:pt x="3086" y="2489"/>
                  </a:lnTo>
                  <a:lnTo>
                    <a:pt x="3086" y="2191"/>
                  </a:lnTo>
                  <a:cubicBezTo>
                    <a:pt x="3086" y="2062"/>
                    <a:pt x="3176" y="1942"/>
                    <a:pt x="3295" y="1902"/>
                  </a:cubicBezTo>
                  <a:close/>
                  <a:moveTo>
                    <a:pt x="3494" y="1902"/>
                  </a:moveTo>
                  <a:cubicBezTo>
                    <a:pt x="3623" y="1942"/>
                    <a:pt x="3703" y="2062"/>
                    <a:pt x="3703" y="2201"/>
                  </a:cubicBezTo>
                  <a:lnTo>
                    <a:pt x="3703" y="2489"/>
                  </a:lnTo>
                  <a:lnTo>
                    <a:pt x="3494" y="2489"/>
                  </a:lnTo>
                  <a:lnTo>
                    <a:pt x="3494" y="1902"/>
                  </a:lnTo>
                  <a:close/>
                  <a:moveTo>
                    <a:pt x="3395" y="1484"/>
                  </a:moveTo>
                  <a:cubicBezTo>
                    <a:pt x="3793" y="1484"/>
                    <a:pt x="4101" y="1803"/>
                    <a:pt x="4101" y="2201"/>
                  </a:cubicBezTo>
                  <a:lnTo>
                    <a:pt x="4101" y="2489"/>
                  </a:lnTo>
                  <a:lnTo>
                    <a:pt x="3902" y="2489"/>
                  </a:lnTo>
                  <a:lnTo>
                    <a:pt x="3902" y="2201"/>
                  </a:lnTo>
                  <a:cubicBezTo>
                    <a:pt x="3902" y="1912"/>
                    <a:pt x="3674" y="1683"/>
                    <a:pt x="3395" y="1683"/>
                  </a:cubicBezTo>
                  <a:cubicBezTo>
                    <a:pt x="3116" y="1683"/>
                    <a:pt x="2887" y="1912"/>
                    <a:pt x="2887" y="2191"/>
                  </a:cubicBezTo>
                  <a:lnTo>
                    <a:pt x="2887" y="2489"/>
                  </a:lnTo>
                  <a:lnTo>
                    <a:pt x="2688" y="2480"/>
                  </a:lnTo>
                  <a:lnTo>
                    <a:pt x="2688" y="2191"/>
                  </a:lnTo>
                  <a:cubicBezTo>
                    <a:pt x="2688" y="1803"/>
                    <a:pt x="3006" y="1484"/>
                    <a:pt x="3395" y="1484"/>
                  </a:cubicBezTo>
                  <a:close/>
                  <a:moveTo>
                    <a:pt x="2668" y="200"/>
                  </a:moveTo>
                  <a:cubicBezTo>
                    <a:pt x="3017" y="200"/>
                    <a:pt x="3295" y="479"/>
                    <a:pt x="3295" y="827"/>
                  </a:cubicBezTo>
                  <a:lnTo>
                    <a:pt x="3295" y="1295"/>
                  </a:lnTo>
                  <a:cubicBezTo>
                    <a:pt x="2847" y="1345"/>
                    <a:pt x="2489" y="1733"/>
                    <a:pt x="2489" y="2191"/>
                  </a:cubicBezTo>
                  <a:lnTo>
                    <a:pt x="2489" y="2489"/>
                  </a:lnTo>
                  <a:cubicBezTo>
                    <a:pt x="2340" y="2500"/>
                    <a:pt x="2220" y="2629"/>
                    <a:pt x="2220" y="2788"/>
                  </a:cubicBezTo>
                  <a:lnTo>
                    <a:pt x="2220" y="4122"/>
                  </a:lnTo>
                  <a:cubicBezTo>
                    <a:pt x="2220" y="4281"/>
                    <a:pt x="2349" y="4420"/>
                    <a:pt x="2519" y="4420"/>
                  </a:cubicBezTo>
                  <a:lnTo>
                    <a:pt x="3295" y="4420"/>
                  </a:lnTo>
                  <a:lnTo>
                    <a:pt x="3295" y="5327"/>
                  </a:lnTo>
                  <a:cubicBezTo>
                    <a:pt x="3295" y="5675"/>
                    <a:pt x="3017" y="5953"/>
                    <a:pt x="2668" y="5953"/>
                  </a:cubicBezTo>
                  <a:cubicBezTo>
                    <a:pt x="2260" y="5953"/>
                    <a:pt x="1902" y="5535"/>
                    <a:pt x="2110" y="5108"/>
                  </a:cubicBezTo>
                  <a:cubicBezTo>
                    <a:pt x="2141" y="5057"/>
                    <a:pt x="2121" y="4998"/>
                    <a:pt x="2071" y="4978"/>
                  </a:cubicBezTo>
                  <a:cubicBezTo>
                    <a:pt x="2055" y="4968"/>
                    <a:pt x="2038" y="4964"/>
                    <a:pt x="2022" y="4964"/>
                  </a:cubicBezTo>
                  <a:cubicBezTo>
                    <a:pt x="1986" y="4964"/>
                    <a:pt x="1952" y="4984"/>
                    <a:pt x="1931" y="5018"/>
                  </a:cubicBezTo>
                  <a:cubicBezTo>
                    <a:pt x="1872" y="5157"/>
                    <a:pt x="1852" y="5296"/>
                    <a:pt x="1852" y="5386"/>
                  </a:cubicBezTo>
                  <a:cubicBezTo>
                    <a:pt x="1847" y="5386"/>
                    <a:pt x="1841" y="5386"/>
                    <a:pt x="1836" y="5386"/>
                  </a:cubicBezTo>
                  <a:cubicBezTo>
                    <a:pt x="1257" y="5386"/>
                    <a:pt x="828" y="4853"/>
                    <a:pt x="936" y="4291"/>
                  </a:cubicBezTo>
                  <a:lnTo>
                    <a:pt x="936" y="4291"/>
                  </a:lnTo>
                  <a:cubicBezTo>
                    <a:pt x="1085" y="4331"/>
                    <a:pt x="1231" y="4343"/>
                    <a:pt x="1345" y="4343"/>
                  </a:cubicBezTo>
                  <a:cubicBezTo>
                    <a:pt x="1461" y="4343"/>
                    <a:pt x="1543" y="4331"/>
                    <a:pt x="1563" y="4321"/>
                  </a:cubicBezTo>
                  <a:cubicBezTo>
                    <a:pt x="1663" y="4431"/>
                    <a:pt x="1812" y="4510"/>
                    <a:pt x="1911" y="4530"/>
                  </a:cubicBezTo>
                  <a:cubicBezTo>
                    <a:pt x="1916" y="4531"/>
                    <a:pt x="1922" y="4532"/>
                    <a:pt x="1927" y="4532"/>
                  </a:cubicBezTo>
                  <a:cubicBezTo>
                    <a:pt x="1973" y="4532"/>
                    <a:pt x="2022" y="4495"/>
                    <a:pt x="2031" y="4451"/>
                  </a:cubicBezTo>
                  <a:cubicBezTo>
                    <a:pt x="2041" y="4400"/>
                    <a:pt x="2001" y="4341"/>
                    <a:pt x="1951" y="4331"/>
                  </a:cubicBezTo>
                  <a:cubicBezTo>
                    <a:pt x="1951" y="4331"/>
                    <a:pt x="1862" y="4311"/>
                    <a:pt x="1772" y="4241"/>
                  </a:cubicBezTo>
                  <a:cubicBezTo>
                    <a:pt x="1643" y="4142"/>
                    <a:pt x="1583" y="3993"/>
                    <a:pt x="1593" y="3803"/>
                  </a:cubicBezTo>
                  <a:cubicBezTo>
                    <a:pt x="1593" y="3754"/>
                    <a:pt x="1553" y="3704"/>
                    <a:pt x="1504" y="3704"/>
                  </a:cubicBezTo>
                  <a:cubicBezTo>
                    <a:pt x="1444" y="3704"/>
                    <a:pt x="1394" y="3743"/>
                    <a:pt x="1394" y="3803"/>
                  </a:cubicBezTo>
                  <a:cubicBezTo>
                    <a:pt x="1394" y="3943"/>
                    <a:pt x="1414" y="4052"/>
                    <a:pt x="1454" y="4142"/>
                  </a:cubicBezTo>
                  <a:cubicBezTo>
                    <a:pt x="1414" y="4145"/>
                    <a:pt x="1375" y="4147"/>
                    <a:pt x="1336" y="4147"/>
                  </a:cubicBezTo>
                  <a:cubicBezTo>
                    <a:pt x="727" y="4147"/>
                    <a:pt x="199" y="3713"/>
                    <a:pt x="199" y="3077"/>
                  </a:cubicBezTo>
                  <a:cubicBezTo>
                    <a:pt x="199" y="2449"/>
                    <a:pt x="720" y="2006"/>
                    <a:pt x="1337" y="2006"/>
                  </a:cubicBezTo>
                  <a:cubicBezTo>
                    <a:pt x="1376" y="2006"/>
                    <a:pt x="1414" y="2008"/>
                    <a:pt x="1454" y="2011"/>
                  </a:cubicBezTo>
                  <a:cubicBezTo>
                    <a:pt x="1414" y="2101"/>
                    <a:pt x="1394" y="2211"/>
                    <a:pt x="1394" y="2350"/>
                  </a:cubicBezTo>
                  <a:cubicBezTo>
                    <a:pt x="1404" y="2400"/>
                    <a:pt x="1444" y="2449"/>
                    <a:pt x="1493" y="2449"/>
                  </a:cubicBezTo>
                  <a:lnTo>
                    <a:pt x="1504" y="2449"/>
                  </a:lnTo>
                  <a:cubicBezTo>
                    <a:pt x="1553" y="2440"/>
                    <a:pt x="1603" y="2400"/>
                    <a:pt x="1593" y="2340"/>
                  </a:cubicBezTo>
                  <a:cubicBezTo>
                    <a:pt x="1583" y="1902"/>
                    <a:pt x="1942" y="1823"/>
                    <a:pt x="1951" y="1812"/>
                  </a:cubicBezTo>
                  <a:cubicBezTo>
                    <a:pt x="2011" y="1803"/>
                    <a:pt x="2041" y="1753"/>
                    <a:pt x="2031" y="1703"/>
                  </a:cubicBezTo>
                  <a:cubicBezTo>
                    <a:pt x="2023" y="1651"/>
                    <a:pt x="1983" y="1622"/>
                    <a:pt x="1934" y="1622"/>
                  </a:cubicBezTo>
                  <a:cubicBezTo>
                    <a:pt x="1927" y="1622"/>
                    <a:pt x="1919" y="1622"/>
                    <a:pt x="1911" y="1624"/>
                  </a:cubicBezTo>
                  <a:cubicBezTo>
                    <a:pt x="1812" y="1644"/>
                    <a:pt x="1673" y="1713"/>
                    <a:pt x="1573" y="1832"/>
                  </a:cubicBezTo>
                  <a:cubicBezTo>
                    <a:pt x="1548" y="1818"/>
                    <a:pt x="1464" y="1803"/>
                    <a:pt x="1349" y="1803"/>
                  </a:cubicBezTo>
                  <a:cubicBezTo>
                    <a:pt x="1235" y="1803"/>
                    <a:pt x="1090" y="1818"/>
                    <a:pt x="946" y="1863"/>
                  </a:cubicBezTo>
                  <a:cubicBezTo>
                    <a:pt x="828" y="1300"/>
                    <a:pt x="1266" y="767"/>
                    <a:pt x="1845" y="767"/>
                  </a:cubicBezTo>
                  <a:cubicBezTo>
                    <a:pt x="1851" y="767"/>
                    <a:pt x="1856" y="767"/>
                    <a:pt x="1862" y="768"/>
                  </a:cubicBezTo>
                  <a:cubicBezTo>
                    <a:pt x="1862" y="857"/>
                    <a:pt x="1872" y="996"/>
                    <a:pt x="1942" y="1126"/>
                  </a:cubicBezTo>
                  <a:cubicBezTo>
                    <a:pt x="1956" y="1162"/>
                    <a:pt x="1991" y="1187"/>
                    <a:pt x="2028" y="1187"/>
                  </a:cubicBezTo>
                  <a:cubicBezTo>
                    <a:pt x="2043" y="1187"/>
                    <a:pt x="2057" y="1184"/>
                    <a:pt x="2071" y="1175"/>
                  </a:cubicBezTo>
                  <a:cubicBezTo>
                    <a:pt x="2121" y="1155"/>
                    <a:pt x="2141" y="1096"/>
                    <a:pt x="2121" y="1046"/>
                  </a:cubicBezTo>
                  <a:cubicBezTo>
                    <a:pt x="2041" y="887"/>
                    <a:pt x="2061" y="717"/>
                    <a:pt x="2061" y="688"/>
                  </a:cubicBezTo>
                  <a:cubicBezTo>
                    <a:pt x="2121" y="409"/>
                    <a:pt x="2380" y="200"/>
                    <a:pt x="2668" y="200"/>
                  </a:cubicBezTo>
                  <a:close/>
                  <a:moveTo>
                    <a:pt x="2668" y="1"/>
                  </a:moveTo>
                  <a:cubicBezTo>
                    <a:pt x="2320" y="1"/>
                    <a:pt x="2001" y="230"/>
                    <a:pt x="1891" y="568"/>
                  </a:cubicBezTo>
                  <a:cubicBezTo>
                    <a:pt x="1876" y="568"/>
                    <a:pt x="1860" y="568"/>
                    <a:pt x="1844" y="568"/>
                  </a:cubicBezTo>
                  <a:cubicBezTo>
                    <a:pt x="1131" y="568"/>
                    <a:pt x="601" y="1230"/>
                    <a:pt x="757" y="1922"/>
                  </a:cubicBezTo>
                  <a:cubicBezTo>
                    <a:pt x="299" y="2121"/>
                    <a:pt x="0" y="2569"/>
                    <a:pt x="0" y="3077"/>
                  </a:cubicBezTo>
                  <a:cubicBezTo>
                    <a:pt x="0" y="3575"/>
                    <a:pt x="299" y="4022"/>
                    <a:pt x="747" y="4221"/>
                  </a:cubicBezTo>
                  <a:cubicBezTo>
                    <a:pt x="591" y="4923"/>
                    <a:pt x="1122" y="5586"/>
                    <a:pt x="1836" y="5586"/>
                  </a:cubicBezTo>
                  <a:cubicBezTo>
                    <a:pt x="1851" y="5586"/>
                    <a:pt x="1866" y="5586"/>
                    <a:pt x="1882" y="5585"/>
                  </a:cubicBezTo>
                  <a:cubicBezTo>
                    <a:pt x="1991" y="5913"/>
                    <a:pt x="2310" y="6152"/>
                    <a:pt x="2668" y="6152"/>
                  </a:cubicBezTo>
                  <a:cubicBezTo>
                    <a:pt x="2977" y="6152"/>
                    <a:pt x="3256" y="5973"/>
                    <a:pt x="3395" y="5725"/>
                  </a:cubicBezTo>
                  <a:cubicBezTo>
                    <a:pt x="3534" y="5973"/>
                    <a:pt x="3803" y="6152"/>
                    <a:pt x="4121" y="6152"/>
                  </a:cubicBezTo>
                  <a:cubicBezTo>
                    <a:pt x="4480" y="6152"/>
                    <a:pt x="4798" y="5924"/>
                    <a:pt x="4908" y="5585"/>
                  </a:cubicBezTo>
                  <a:cubicBezTo>
                    <a:pt x="4922" y="5586"/>
                    <a:pt x="4937" y="5586"/>
                    <a:pt x="4951" y="5586"/>
                  </a:cubicBezTo>
                  <a:cubicBezTo>
                    <a:pt x="5205" y="5586"/>
                    <a:pt x="5457" y="5506"/>
                    <a:pt x="5654" y="5336"/>
                  </a:cubicBezTo>
                  <a:cubicBezTo>
                    <a:pt x="5704" y="5296"/>
                    <a:pt x="5704" y="5237"/>
                    <a:pt x="5674" y="5197"/>
                  </a:cubicBezTo>
                  <a:cubicBezTo>
                    <a:pt x="5652" y="5169"/>
                    <a:pt x="5623" y="5157"/>
                    <a:pt x="5595" y="5157"/>
                  </a:cubicBezTo>
                  <a:cubicBezTo>
                    <a:pt x="5573" y="5157"/>
                    <a:pt x="5552" y="5164"/>
                    <a:pt x="5535" y="5177"/>
                  </a:cubicBezTo>
                  <a:cubicBezTo>
                    <a:pt x="5375" y="5309"/>
                    <a:pt x="5179" y="5387"/>
                    <a:pt x="4973" y="5387"/>
                  </a:cubicBezTo>
                  <a:cubicBezTo>
                    <a:pt x="4961" y="5387"/>
                    <a:pt x="4949" y="5387"/>
                    <a:pt x="4937" y="5386"/>
                  </a:cubicBezTo>
                  <a:cubicBezTo>
                    <a:pt x="4937" y="5296"/>
                    <a:pt x="4917" y="5157"/>
                    <a:pt x="4858" y="5028"/>
                  </a:cubicBezTo>
                  <a:cubicBezTo>
                    <a:pt x="4836" y="4991"/>
                    <a:pt x="4797" y="4970"/>
                    <a:pt x="4758" y="4970"/>
                  </a:cubicBezTo>
                  <a:cubicBezTo>
                    <a:pt x="4745" y="4970"/>
                    <a:pt x="4731" y="4973"/>
                    <a:pt x="4718" y="4978"/>
                  </a:cubicBezTo>
                  <a:cubicBezTo>
                    <a:pt x="4669" y="4998"/>
                    <a:pt x="4649" y="5057"/>
                    <a:pt x="4679" y="5108"/>
                  </a:cubicBezTo>
                  <a:cubicBezTo>
                    <a:pt x="4878" y="5535"/>
                    <a:pt x="4530" y="5953"/>
                    <a:pt x="4121" y="5953"/>
                  </a:cubicBezTo>
                  <a:cubicBezTo>
                    <a:pt x="3773" y="5953"/>
                    <a:pt x="3494" y="5675"/>
                    <a:pt x="3494" y="5327"/>
                  </a:cubicBezTo>
                  <a:lnTo>
                    <a:pt x="3494" y="4420"/>
                  </a:lnTo>
                  <a:lnTo>
                    <a:pt x="4271" y="4420"/>
                  </a:lnTo>
                  <a:cubicBezTo>
                    <a:pt x="4440" y="4420"/>
                    <a:pt x="4569" y="4281"/>
                    <a:pt x="4569" y="4122"/>
                  </a:cubicBezTo>
                  <a:lnTo>
                    <a:pt x="4569" y="3684"/>
                  </a:lnTo>
                  <a:cubicBezTo>
                    <a:pt x="4569" y="3634"/>
                    <a:pt x="4530" y="3584"/>
                    <a:pt x="4470" y="3584"/>
                  </a:cubicBezTo>
                  <a:cubicBezTo>
                    <a:pt x="4420" y="3584"/>
                    <a:pt x="4370" y="3634"/>
                    <a:pt x="4370" y="3684"/>
                  </a:cubicBezTo>
                  <a:lnTo>
                    <a:pt x="4370" y="4122"/>
                  </a:lnTo>
                  <a:cubicBezTo>
                    <a:pt x="4370" y="4172"/>
                    <a:pt x="4331" y="4221"/>
                    <a:pt x="4271" y="4221"/>
                  </a:cubicBezTo>
                  <a:lnTo>
                    <a:pt x="2519" y="4221"/>
                  </a:lnTo>
                  <a:cubicBezTo>
                    <a:pt x="2459" y="4221"/>
                    <a:pt x="2419" y="4172"/>
                    <a:pt x="2419" y="4122"/>
                  </a:cubicBezTo>
                  <a:lnTo>
                    <a:pt x="2419" y="2788"/>
                  </a:lnTo>
                  <a:cubicBezTo>
                    <a:pt x="2419" y="2728"/>
                    <a:pt x="2459" y="2679"/>
                    <a:pt x="2519" y="2679"/>
                  </a:cubicBezTo>
                  <a:lnTo>
                    <a:pt x="3395" y="2688"/>
                  </a:lnTo>
                  <a:lnTo>
                    <a:pt x="4271" y="2688"/>
                  </a:lnTo>
                  <a:cubicBezTo>
                    <a:pt x="4331" y="2688"/>
                    <a:pt x="4370" y="2728"/>
                    <a:pt x="4370" y="2788"/>
                  </a:cubicBezTo>
                  <a:lnTo>
                    <a:pt x="4370" y="3216"/>
                  </a:lnTo>
                  <a:cubicBezTo>
                    <a:pt x="4370" y="3276"/>
                    <a:pt x="4420" y="3316"/>
                    <a:pt x="4470" y="3316"/>
                  </a:cubicBezTo>
                  <a:cubicBezTo>
                    <a:pt x="4530" y="3316"/>
                    <a:pt x="4569" y="3276"/>
                    <a:pt x="4569" y="3216"/>
                  </a:cubicBezTo>
                  <a:lnTo>
                    <a:pt x="4569" y="2788"/>
                  </a:lnTo>
                  <a:cubicBezTo>
                    <a:pt x="4569" y="2629"/>
                    <a:pt x="4460" y="2500"/>
                    <a:pt x="4300" y="2489"/>
                  </a:cubicBezTo>
                  <a:lnTo>
                    <a:pt x="4300" y="2201"/>
                  </a:lnTo>
                  <a:cubicBezTo>
                    <a:pt x="4300" y="1733"/>
                    <a:pt x="3952" y="1345"/>
                    <a:pt x="3494" y="1295"/>
                  </a:cubicBezTo>
                  <a:lnTo>
                    <a:pt x="3494" y="827"/>
                  </a:lnTo>
                  <a:cubicBezTo>
                    <a:pt x="3494" y="479"/>
                    <a:pt x="3783" y="200"/>
                    <a:pt x="4121" y="200"/>
                  </a:cubicBezTo>
                  <a:cubicBezTo>
                    <a:pt x="4420" y="200"/>
                    <a:pt x="4679" y="409"/>
                    <a:pt x="4738" y="688"/>
                  </a:cubicBezTo>
                  <a:cubicBezTo>
                    <a:pt x="4738" y="717"/>
                    <a:pt x="4758" y="887"/>
                    <a:pt x="4679" y="1046"/>
                  </a:cubicBezTo>
                  <a:cubicBezTo>
                    <a:pt x="4659" y="1096"/>
                    <a:pt x="4679" y="1155"/>
                    <a:pt x="4729" y="1175"/>
                  </a:cubicBezTo>
                  <a:cubicBezTo>
                    <a:pt x="4745" y="1185"/>
                    <a:pt x="4762" y="1190"/>
                    <a:pt x="4778" y="1190"/>
                  </a:cubicBezTo>
                  <a:cubicBezTo>
                    <a:pt x="4812" y="1190"/>
                    <a:pt x="4844" y="1169"/>
                    <a:pt x="4858" y="1135"/>
                  </a:cubicBezTo>
                  <a:cubicBezTo>
                    <a:pt x="4928" y="996"/>
                    <a:pt x="4937" y="857"/>
                    <a:pt x="4937" y="768"/>
                  </a:cubicBezTo>
                  <a:cubicBezTo>
                    <a:pt x="5216" y="768"/>
                    <a:pt x="5485" y="887"/>
                    <a:pt x="5654" y="1106"/>
                  </a:cubicBezTo>
                  <a:cubicBezTo>
                    <a:pt x="5833" y="1315"/>
                    <a:pt x="5903" y="1593"/>
                    <a:pt x="5853" y="1863"/>
                  </a:cubicBezTo>
                  <a:cubicBezTo>
                    <a:pt x="5707" y="1821"/>
                    <a:pt x="5555" y="1806"/>
                    <a:pt x="5437" y="1806"/>
                  </a:cubicBezTo>
                  <a:cubicBezTo>
                    <a:pt x="5330" y="1806"/>
                    <a:pt x="5250" y="1818"/>
                    <a:pt x="5226" y="1832"/>
                  </a:cubicBezTo>
                  <a:cubicBezTo>
                    <a:pt x="5127" y="1723"/>
                    <a:pt x="4988" y="1644"/>
                    <a:pt x="4878" y="1624"/>
                  </a:cubicBezTo>
                  <a:cubicBezTo>
                    <a:pt x="4872" y="1623"/>
                    <a:pt x="4867" y="1622"/>
                    <a:pt x="4862" y="1622"/>
                  </a:cubicBezTo>
                  <a:cubicBezTo>
                    <a:pt x="4818" y="1622"/>
                    <a:pt x="4777" y="1658"/>
                    <a:pt x="4769" y="1703"/>
                  </a:cubicBezTo>
                  <a:cubicBezTo>
                    <a:pt x="4749" y="1753"/>
                    <a:pt x="4788" y="1812"/>
                    <a:pt x="4838" y="1823"/>
                  </a:cubicBezTo>
                  <a:cubicBezTo>
                    <a:pt x="4838" y="1823"/>
                    <a:pt x="4937" y="1843"/>
                    <a:pt x="5027" y="1912"/>
                  </a:cubicBezTo>
                  <a:cubicBezTo>
                    <a:pt x="5147" y="2011"/>
                    <a:pt x="5207" y="2161"/>
                    <a:pt x="5196" y="2350"/>
                  </a:cubicBezTo>
                  <a:cubicBezTo>
                    <a:pt x="5196" y="2400"/>
                    <a:pt x="5236" y="2449"/>
                    <a:pt x="5296" y="2449"/>
                  </a:cubicBezTo>
                  <a:cubicBezTo>
                    <a:pt x="5346" y="2449"/>
                    <a:pt x="5395" y="2410"/>
                    <a:pt x="5395" y="2350"/>
                  </a:cubicBezTo>
                  <a:cubicBezTo>
                    <a:pt x="5406" y="2221"/>
                    <a:pt x="5375" y="2101"/>
                    <a:pt x="5336" y="2011"/>
                  </a:cubicBezTo>
                  <a:cubicBezTo>
                    <a:pt x="5375" y="2008"/>
                    <a:pt x="5414" y="2006"/>
                    <a:pt x="5453" y="2006"/>
                  </a:cubicBezTo>
                  <a:cubicBezTo>
                    <a:pt x="6063" y="2006"/>
                    <a:pt x="6599" y="2440"/>
                    <a:pt x="6590" y="3077"/>
                  </a:cubicBezTo>
                  <a:cubicBezTo>
                    <a:pt x="6590" y="3711"/>
                    <a:pt x="6059" y="4156"/>
                    <a:pt x="5434" y="4156"/>
                  </a:cubicBezTo>
                  <a:cubicBezTo>
                    <a:pt x="5401" y="4156"/>
                    <a:pt x="5369" y="4154"/>
                    <a:pt x="5336" y="4152"/>
                  </a:cubicBezTo>
                  <a:cubicBezTo>
                    <a:pt x="5375" y="4052"/>
                    <a:pt x="5395" y="3943"/>
                    <a:pt x="5395" y="3803"/>
                  </a:cubicBezTo>
                  <a:cubicBezTo>
                    <a:pt x="5395" y="3754"/>
                    <a:pt x="5346" y="3704"/>
                    <a:pt x="5286" y="3704"/>
                  </a:cubicBezTo>
                  <a:cubicBezTo>
                    <a:pt x="5236" y="3714"/>
                    <a:pt x="5196" y="3754"/>
                    <a:pt x="5196" y="3814"/>
                  </a:cubicBezTo>
                  <a:cubicBezTo>
                    <a:pt x="5207" y="4251"/>
                    <a:pt x="4858" y="4331"/>
                    <a:pt x="4838" y="4341"/>
                  </a:cubicBezTo>
                  <a:cubicBezTo>
                    <a:pt x="4788" y="4351"/>
                    <a:pt x="4749" y="4400"/>
                    <a:pt x="4758" y="4451"/>
                  </a:cubicBezTo>
                  <a:cubicBezTo>
                    <a:pt x="4767" y="4503"/>
                    <a:pt x="4814" y="4532"/>
                    <a:pt x="4859" y="4532"/>
                  </a:cubicBezTo>
                  <a:cubicBezTo>
                    <a:pt x="4865" y="4532"/>
                    <a:pt x="4872" y="4531"/>
                    <a:pt x="4878" y="4530"/>
                  </a:cubicBezTo>
                  <a:cubicBezTo>
                    <a:pt x="4977" y="4510"/>
                    <a:pt x="5127" y="4440"/>
                    <a:pt x="5226" y="4331"/>
                  </a:cubicBezTo>
                  <a:cubicBezTo>
                    <a:pt x="5245" y="4341"/>
                    <a:pt x="5323" y="4352"/>
                    <a:pt x="5430" y="4352"/>
                  </a:cubicBezTo>
                  <a:cubicBezTo>
                    <a:pt x="5548" y="4352"/>
                    <a:pt x="5702" y="4338"/>
                    <a:pt x="5853" y="4291"/>
                  </a:cubicBezTo>
                  <a:lnTo>
                    <a:pt x="5853" y="4291"/>
                  </a:lnTo>
                  <a:cubicBezTo>
                    <a:pt x="5883" y="4480"/>
                    <a:pt x="5864" y="4679"/>
                    <a:pt x="5784" y="4849"/>
                  </a:cubicBezTo>
                  <a:cubicBezTo>
                    <a:pt x="5764" y="4898"/>
                    <a:pt x="5784" y="4958"/>
                    <a:pt x="5833" y="4978"/>
                  </a:cubicBezTo>
                  <a:cubicBezTo>
                    <a:pt x="5846" y="4983"/>
                    <a:pt x="5860" y="4985"/>
                    <a:pt x="5873" y="4985"/>
                  </a:cubicBezTo>
                  <a:cubicBezTo>
                    <a:pt x="5912" y="4985"/>
                    <a:pt x="5948" y="4965"/>
                    <a:pt x="5963" y="4928"/>
                  </a:cubicBezTo>
                  <a:cubicBezTo>
                    <a:pt x="6063" y="4709"/>
                    <a:pt x="6092" y="4460"/>
                    <a:pt x="6043" y="4232"/>
                  </a:cubicBezTo>
                  <a:cubicBezTo>
                    <a:pt x="6490" y="4032"/>
                    <a:pt x="6789" y="3584"/>
                    <a:pt x="6789" y="3077"/>
                  </a:cubicBezTo>
                  <a:cubicBezTo>
                    <a:pt x="6789" y="2579"/>
                    <a:pt x="6490" y="2131"/>
                    <a:pt x="6043" y="1932"/>
                  </a:cubicBezTo>
                  <a:cubicBezTo>
                    <a:pt x="6112" y="1593"/>
                    <a:pt x="6032" y="1245"/>
                    <a:pt x="5813" y="976"/>
                  </a:cubicBezTo>
                  <a:cubicBezTo>
                    <a:pt x="5601" y="717"/>
                    <a:pt x="5278" y="568"/>
                    <a:pt x="4942" y="568"/>
                  </a:cubicBezTo>
                  <a:cubicBezTo>
                    <a:pt x="4931" y="568"/>
                    <a:pt x="4919" y="568"/>
                    <a:pt x="4908" y="568"/>
                  </a:cubicBezTo>
                  <a:cubicBezTo>
                    <a:pt x="4798" y="240"/>
                    <a:pt x="4480" y="1"/>
                    <a:pt x="4121" y="1"/>
                  </a:cubicBezTo>
                  <a:cubicBezTo>
                    <a:pt x="3813" y="1"/>
                    <a:pt x="3544" y="180"/>
                    <a:pt x="3395" y="439"/>
                  </a:cubicBezTo>
                  <a:cubicBezTo>
                    <a:pt x="3256" y="180"/>
                    <a:pt x="2986" y="1"/>
                    <a:pt x="2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0"/>
            <p:cNvSpPr/>
            <p:nvPr/>
          </p:nvSpPr>
          <p:spPr>
            <a:xfrm>
              <a:off x="2262131" y="3611354"/>
              <a:ext cx="48637" cy="63290"/>
            </a:xfrm>
            <a:custGeom>
              <a:avLst/>
              <a:gdLst/>
              <a:ahLst/>
              <a:cxnLst/>
              <a:rect l="l" t="t" r="r" b="b"/>
              <a:pathLst>
                <a:path w="697" h="907" extrusionOk="0">
                  <a:moveTo>
                    <a:pt x="349" y="200"/>
                  </a:moveTo>
                  <a:cubicBezTo>
                    <a:pt x="429" y="200"/>
                    <a:pt x="498" y="260"/>
                    <a:pt x="498" y="349"/>
                  </a:cubicBezTo>
                  <a:cubicBezTo>
                    <a:pt x="498" y="429"/>
                    <a:pt x="429" y="499"/>
                    <a:pt x="349" y="499"/>
                  </a:cubicBezTo>
                  <a:cubicBezTo>
                    <a:pt x="269" y="499"/>
                    <a:pt x="199" y="429"/>
                    <a:pt x="199" y="349"/>
                  </a:cubicBezTo>
                  <a:cubicBezTo>
                    <a:pt x="199" y="260"/>
                    <a:pt x="269" y="200"/>
                    <a:pt x="349" y="200"/>
                  </a:cubicBezTo>
                  <a:close/>
                  <a:moveTo>
                    <a:pt x="349" y="1"/>
                  </a:moveTo>
                  <a:cubicBezTo>
                    <a:pt x="159" y="1"/>
                    <a:pt x="0" y="150"/>
                    <a:pt x="0" y="349"/>
                  </a:cubicBezTo>
                  <a:cubicBezTo>
                    <a:pt x="0" y="499"/>
                    <a:pt x="110" y="638"/>
                    <a:pt x="249" y="678"/>
                  </a:cubicBezTo>
                  <a:lnTo>
                    <a:pt x="249" y="807"/>
                  </a:lnTo>
                  <a:cubicBezTo>
                    <a:pt x="249" y="867"/>
                    <a:pt x="299" y="906"/>
                    <a:pt x="349" y="906"/>
                  </a:cubicBezTo>
                  <a:cubicBezTo>
                    <a:pt x="409" y="906"/>
                    <a:pt x="448" y="867"/>
                    <a:pt x="448" y="807"/>
                  </a:cubicBezTo>
                  <a:lnTo>
                    <a:pt x="448" y="678"/>
                  </a:lnTo>
                  <a:cubicBezTo>
                    <a:pt x="597" y="638"/>
                    <a:pt x="697" y="508"/>
                    <a:pt x="697" y="349"/>
                  </a:cubicBezTo>
                  <a:cubicBezTo>
                    <a:pt x="697" y="150"/>
                    <a:pt x="538"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 name="Google Shape;641;p50"/>
          <p:cNvGrpSpPr/>
          <p:nvPr/>
        </p:nvGrpSpPr>
        <p:grpSpPr>
          <a:xfrm>
            <a:off x="2028571" y="3411994"/>
            <a:ext cx="474504" cy="429356"/>
            <a:chOff x="2698321" y="3411994"/>
            <a:chExt cx="474504" cy="429356"/>
          </a:xfrm>
        </p:grpSpPr>
        <p:sp>
          <p:nvSpPr>
            <p:cNvPr id="642" name="Google Shape;642;p50"/>
            <p:cNvSpPr/>
            <p:nvPr/>
          </p:nvSpPr>
          <p:spPr>
            <a:xfrm>
              <a:off x="2887214" y="3692647"/>
              <a:ext cx="50800" cy="13956"/>
            </a:xfrm>
            <a:custGeom>
              <a:avLst/>
              <a:gdLst/>
              <a:ahLst/>
              <a:cxnLst/>
              <a:rect l="l" t="t" r="r" b="b"/>
              <a:pathLst>
                <a:path w="728" h="200" extrusionOk="0">
                  <a:moveTo>
                    <a:pt x="100" y="0"/>
                  </a:moveTo>
                  <a:cubicBezTo>
                    <a:pt x="51" y="0"/>
                    <a:pt x="1" y="50"/>
                    <a:pt x="1" y="100"/>
                  </a:cubicBezTo>
                  <a:cubicBezTo>
                    <a:pt x="1" y="159"/>
                    <a:pt x="51" y="199"/>
                    <a:pt x="100" y="199"/>
                  </a:cubicBezTo>
                  <a:lnTo>
                    <a:pt x="628" y="199"/>
                  </a:lnTo>
                  <a:cubicBezTo>
                    <a:pt x="688" y="199"/>
                    <a:pt x="728" y="159"/>
                    <a:pt x="728" y="100"/>
                  </a:cubicBezTo>
                  <a:cubicBezTo>
                    <a:pt x="728" y="50"/>
                    <a:pt x="688" y="0"/>
                    <a:pt x="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0"/>
            <p:cNvSpPr/>
            <p:nvPr/>
          </p:nvSpPr>
          <p:spPr>
            <a:xfrm>
              <a:off x="2946945" y="3621821"/>
              <a:ext cx="41100" cy="39635"/>
            </a:xfrm>
            <a:custGeom>
              <a:avLst/>
              <a:gdLst/>
              <a:ahLst/>
              <a:cxnLst/>
              <a:rect l="l" t="t" r="r" b="b"/>
              <a:pathLst>
                <a:path w="589" h="568" extrusionOk="0">
                  <a:moveTo>
                    <a:pt x="110" y="0"/>
                  </a:moveTo>
                  <a:cubicBezTo>
                    <a:pt x="85" y="0"/>
                    <a:pt x="60" y="10"/>
                    <a:pt x="41" y="30"/>
                  </a:cubicBezTo>
                  <a:cubicBezTo>
                    <a:pt x="1" y="70"/>
                    <a:pt x="1" y="130"/>
                    <a:pt x="41" y="169"/>
                  </a:cubicBezTo>
                  <a:lnTo>
                    <a:pt x="409" y="537"/>
                  </a:lnTo>
                  <a:cubicBezTo>
                    <a:pt x="429" y="557"/>
                    <a:pt x="459" y="568"/>
                    <a:pt x="479" y="568"/>
                  </a:cubicBezTo>
                  <a:cubicBezTo>
                    <a:pt x="509" y="568"/>
                    <a:pt x="529" y="557"/>
                    <a:pt x="549" y="537"/>
                  </a:cubicBezTo>
                  <a:cubicBezTo>
                    <a:pt x="588" y="508"/>
                    <a:pt x="588" y="438"/>
                    <a:pt x="549" y="398"/>
                  </a:cubicBezTo>
                  <a:lnTo>
                    <a:pt x="180" y="30"/>
                  </a:lnTo>
                  <a:cubicBezTo>
                    <a:pt x="160" y="10"/>
                    <a:pt x="135"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0"/>
            <p:cNvSpPr/>
            <p:nvPr/>
          </p:nvSpPr>
          <p:spPr>
            <a:xfrm>
              <a:off x="2698321" y="3411994"/>
              <a:ext cx="474504" cy="429356"/>
            </a:xfrm>
            <a:custGeom>
              <a:avLst/>
              <a:gdLst/>
              <a:ahLst/>
              <a:cxnLst/>
              <a:rect l="l" t="t" r="r" b="b"/>
              <a:pathLst>
                <a:path w="6800" h="6153" extrusionOk="0">
                  <a:moveTo>
                    <a:pt x="2782" y="1729"/>
                  </a:moveTo>
                  <a:cubicBezTo>
                    <a:pt x="2873" y="1729"/>
                    <a:pt x="2963" y="1771"/>
                    <a:pt x="3026" y="1852"/>
                  </a:cubicBezTo>
                  <a:lnTo>
                    <a:pt x="3185" y="2062"/>
                  </a:lnTo>
                  <a:lnTo>
                    <a:pt x="2698" y="2429"/>
                  </a:lnTo>
                  <a:lnTo>
                    <a:pt x="2539" y="2221"/>
                  </a:lnTo>
                  <a:cubicBezTo>
                    <a:pt x="2439" y="2082"/>
                    <a:pt x="2469" y="1872"/>
                    <a:pt x="2628" y="1773"/>
                  </a:cubicBezTo>
                  <a:cubicBezTo>
                    <a:pt x="2676" y="1743"/>
                    <a:pt x="2729" y="1729"/>
                    <a:pt x="2782" y="1729"/>
                  </a:cubicBezTo>
                  <a:close/>
                  <a:moveTo>
                    <a:pt x="3305" y="2221"/>
                  </a:moveTo>
                  <a:cubicBezTo>
                    <a:pt x="3325" y="2250"/>
                    <a:pt x="3475" y="2440"/>
                    <a:pt x="3494" y="2469"/>
                  </a:cubicBezTo>
                  <a:cubicBezTo>
                    <a:pt x="3524" y="2500"/>
                    <a:pt x="3534" y="2539"/>
                    <a:pt x="3544" y="2579"/>
                  </a:cubicBezTo>
                  <a:cubicBezTo>
                    <a:pt x="3455" y="2619"/>
                    <a:pt x="3375" y="2668"/>
                    <a:pt x="3305" y="2738"/>
                  </a:cubicBezTo>
                  <a:cubicBezTo>
                    <a:pt x="3245" y="2798"/>
                    <a:pt x="3196" y="2867"/>
                    <a:pt x="3166" y="2947"/>
                  </a:cubicBezTo>
                  <a:cubicBezTo>
                    <a:pt x="3106" y="2927"/>
                    <a:pt x="3046" y="2887"/>
                    <a:pt x="3006" y="2838"/>
                  </a:cubicBezTo>
                  <a:lnTo>
                    <a:pt x="2827" y="2589"/>
                  </a:lnTo>
                  <a:lnTo>
                    <a:pt x="3305" y="2221"/>
                  </a:lnTo>
                  <a:close/>
                  <a:moveTo>
                    <a:pt x="3072" y="3543"/>
                  </a:moveTo>
                  <a:cubicBezTo>
                    <a:pt x="3083" y="3543"/>
                    <a:pt x="3094" y="3544"/>
                    <a:pt x="3106" y="3544"/>
                  </a:cubicBezTo>
                  <a:cubicBezTo>
                    <a:pt x="3415" y="3564"/>
                    <a:pt x="3654" y="3814"/>
                    <a:pt x="3654" y="4122"/>
                  </a:cubicBezTo>
                  <a:cubicBezTo>
                    <a:pt x="3654" y="4471"/>
                    <a:pt x="3371" y="4707"/>
                    <a:pt x="3071" y="4707"/>
                  </a:cubicBezTo>
                  <a:cubicBezTo>
                    <a:pt x="2936" y="4707"/>
                    <a:pt x="2796" y="4659"/>
                    <a:pt x="2678" y="4550"/>
                  </a:cubicBezTo>
                  <a:cubicBezTo>
                    <a:pt x="2559" y="4440"/>
                    <a:pt x="2489" y="4291"/>
                    <a:pt x="2489" y="4122"/>
                  </a:cubicBezTo>
                  <a:cubicBezTo>
                    <a:pt x="2489" y="3805"/>
                    <a:pt x="2758" y="3543"/>
                    <a:pt x="3072" y="3543"/>
                  </a:cubicBezTo>
                  <a:close/>
                  <a:moveTo>
                    <a:pt x="4132" y="200"/>
                  </a:moveTo>
                  <a:cubicBezTo>
                    <a:pt x="4420" y="200"/>
                    <a:pt x="4679" y="409"/>
                    <a:pt x="4738" y="688"/>
                  </a:cubicBezTo>
                  <a:cubicBezTo>
                    <a:pt x="4738" y="717"/>
                    <a:pt x="4758" y="887"/>
                    <a:pt x="4679" y="1046"/>
                  </a:cubicBezTo>
                  <a:cubicBezTo>
                    <a:pt x="4659" y="1096"/>
                    <a:pt x="4679" y="1155"/>
                    <a:pt x="4729" y="1175"/>
                  </a:cubicBezTo>
                  <a:cubicBezTo>
                    <a:pt x="4745" y="1185"/>
                    <a:pt x="4762" y="1190"/>
                    <a:pt x="4778" y="1190"/>
                  </a:cubicBezTo>
                  <a:cubicBezTo>
                    <a:pt x="4812" y="1190"/>
                    <a:pt x="4844" y="1169"/>
                    <a:pt x="4858" y="1135"/>
                  </a:cubicBezTo>
                  <a:cubicBezTo>
                    <a:pt x="4928" y="996"/>
                    <a:pt x="4937" y="857"/>
                    <a:pt x="4937" y="768"/>
                  </a:cubicBezTo>
                  <a:cubicBezTo>
                    <a:pt x="4943" y="767"/>
                    <a:pt x="4949" y="767"/>
                    <a:pt x="4954" y="767"/>
                  </a:cubicBezTo>
                  <a:cubicBezTo>
                    <a:pt x="5533" y="767"/>
                    <a:pt x="5962" y="1300"/>
                    <a:pt x="5853" y="1863"/>
                  </a:cubicBezTo>
                  <a:cubicBezTo>
                    <a:pt x="5707" y="1821"/>
                    <a:pt x="5555" y="1806"/>
                    <a:pt x="5437" y="1806"/>
                  </a:cubicBezTo>
                  <a:cubicBezTo>
                    <a:pt x="5330" y="1806"/>
                    <a:pt x="5250" y="1818"/>
                    <a:pt x="5226" y="1832"/>
                  </a:cubicBezTo>
                  <a:cubicBezTo>
                    <a:pt x="5127" y="1723"/>
                    <a:pt x="4988" y="1644"/>
                    <a:pt x="4888" y="1624"/>
                  </a:cubicBezTo>
                  <a:cubicBezTo>
                    <a:pt x="4880" y="1622"/>
                    <a:pt x="4873" y="1622"/>
                    <a:pt x="4865" y="1622"/>
                  </a:cubicBezTo>
                  <a:cubicBezTo>
                    <a:pt x="4816" y="1622"/>
                    <a:pt x="4777" y="1651"/>
                    <a:pt x="4769" y="1703"/>
                  </a:cubicBezTo>
                  <a:cubicBezTo>
                    <a:pt x="4758" y="1753"/>
                    <a:pt x="4788" y="1812"/>
                    <a:pt x="4848" y="1823"/>
                  </a:cubicBezTo>
                  <a:cubicBezTo>
                    <a:pt x="4848" y="1823"/>
                    <a:pt x="4937" y="1843"/>
                    <a:pt x="5027" y="1912"/>
                  </a:cubicBezTo>
                  <a:cubicBezTo>
                    <a:pt x="5147" y="2011"/>
                    <a:pt x="5207" y="2161"/>
                    <a:pt x="5196" y="2350"/>
                  </a:cubicBezTo>
                  <a:cubicBezTo>
                    <a:pt x="5196" y="2400"/>
                    <a:pt x="5236" y="2449"/>
                    <a:pt x="5296" y="2449"/>
                  </a:cubicBezTo>
                  <a:cubicBezTo>
                    <a:pt x="5355" y="2449"/>
                    <a:pt x="5395" y="2410"/>
                    <a:pt x="5395" y="2350"/>
                  </a:cubicBezTo>
                  <a:cubicBezTo>
                    <a:pt x="5406" y="2211"/>
                    <a:pt x="5375" y="2101"/>
                    <a:pt x="5346" y="2011"/>
                  </a:cubicBezTo>
                  <a:cubicBezTo>
                    <a:pt x="5385" y="2008"/>
                    <a:pt x="5423" y="2006"/>
                    <a:pt x="5461" y="2006"/>
                  </a:cubicBezTo>
                  <a:cubicBezTo>
                    <a:pt x="6063" y="2006"/>
                    <a:pt x="6600" y="2440"/>
                    <a:pt x="6600" y="3077"/>
                  </a:cubicBezTo>
                  <a:cubicBezTo>
                    <a:pt x="6600" y="3704"/>
                    <a:pt x="6071" y="4147"/>
                    <a:pt x="5461" y="4147"/>
                  </a:cubicBezTo>
                  <a:cubicBezTo>
                    <a:pt x="5423" y="4147"/>
                    <a:pt x="5384" y="4145"/>
                    <a:pt x="5346" y="4142"/>
                  </a:cubicBezTo>
                  <a:cubicBezTo>
                    <a:pt x="5375" y="4052"/>
                    <a:pt x="5406" y="3943"/>
                    <a:pt x="5395" y="3803"/>
                  </a:cubicBezTo>
                  <a:cubicBezTo>
                    <a:pt x="5395" y="3743"/>
                    <a:pt x="5346" y="3704"/>
                    <a:pt x="5296" y="3704"/>
                  </a:cubicBezTo>
                  <a:cubicBezTo>
                    <a:pt x="5236" y="3704"/>
                    <a:pt x="5196" y="3754"/>
                    <a:pt x="5196" y="3814"/>
                  </a:cubicBezTo>
                  <a:cubicBezTo>
                    <a:pt x="5216" y="4251"/>
                    <a:pt x="4858" y="4331"/>
                    <a:pt x="4848" y="4331"/>
                  </a:cubicBezTo>
                  <a:cubicBezTo>
                    <a:pt x="4788" y="4351"/>
                    <a:pt x="4758" y="4400"/>
                    <a:pt x="4769" y="4451"/>
                  </a:cubicBezTo>
                  <a:cubicBezTo>
                    <a:pt x="4777" y="4503"/>
                    <a:pt x="4816" y="4532"/>
                    <a:pt x="4866" y="4532"/>
                  </a:cubicBezTo>
                  <a:cubicBezTo>
                    <a:pt x="4873" y="4532"/>
                    <a:pt x="4881" y="4531"/>
                    <a:pt x="4888" y="4530"/>
                  </a:cubicBezTo>
                  <a:cubicBezTo>
                    <a:pt x="4988" y="4510"/>
                    <a:pt x="5127" y="4440"/>
                    <a:pt x="5226" y="4321"/>
                  </a:cubicBezTo>
                  <a:cubicBezTo>
                    <a:pt x="5246" y="4336"/>
                    <a:pt x="5328" y="4351"/>
                    <a:pt x="5443" y="4351"/>
                  </a:cubicBezTo>
                  <a:cubicBezTo>
                    <a:pt x="5557" y="4351"/>
                    <a:pt x="5704" y="4336"/>
                    <a:pt x="5853" y="4291"/>
                  </a:cubicBezTo>
                  <a:lnTo>
                    <a:pt x="5853" y="4291"/>
                  </a:lnTo>
                  <a:cubicBezTo>
                    <a:pt x="5962" y="4853"/>
                    <a:pt x="5533" y="5386"/>
                    <a:pt x="4953" y="5386"/>
                  </a:cubicBezTo>
                  <a:cubicBezTo>
                    <a:pt x="4948" y="5386"/>
                    <a:pt x="4943" y="5386"/>
                    <a:pt x="4937" y="5386"/>
                  </a:cubicBezTo>
                  <a:cubicBezTo>
                    <a:pt x="4937" y="5296"/>
                    <a:pt x="4928" y="5157"/>
                    <a:pt x="4858" y="5018"/>
                  </a:cubicBezTo>
                  <a:cubicBezTo>
                    <a:pt x="4844" y="4984"/>
                    <a:pt x="4812" y="4964"/>
                    <a:pt x="4778" y="4964"/>
                  </a:cubicBezTo>
                  <a:cubicBezTo>
                    <a:pt x="4761" y="4964"/>
                    <a:pt x="4744" y="4968"/>
                    <a:pt x="4729" y="4978"/>
                  </a:cubicBezTo>
                  <a:cubicBezTo>
                    <a:pt x="4679" y="4998"/>
                    <a:pt x="4659" y="5057"/>
                    <a:pt x="4679" y="5108"/>
                  </a:cubicBezTo>
                  <a:cubicBezTo>
                    <a:pt x="4888" y="5535"/>
                    <a:pt x="4539" y="5953"/>
                    <a:pt x="4132" y="5953"/>
                  </a:cubicBezTo>
                  <a:cubicBezTo>
                    <a:pt x="3783" y="5953"/>
                    <a:pt x="3504" y="5675"/>
                    <a:pt x="3504" y="5327"/>
                  </a:cubicBezTo>
                  <a:lnTo>
                    <a:pt x="3504" y="4779"/>
                  </a:lnTo>
                  <a:cubicBezTo>
                    <a:pt x="3733" y="4630"/>
                    <a:pt x="3873" y="4361"/>
                    <a:pt x="3853" y="4072"/>
                  </a:cubicBezTo>
                  <a:cubicBezTo>
                    <a:pt x="4061" y="4072"/>
                    <a:pt x="4261" y="3993"/>
                    <a:pt x="4410" y="3843"/>
                  </a:cubicBezTo>
                  <a:cubicBezTo>
                    <a:pt x="4490" y="3763"/>
                    <a:pt x="4550" y="3664"/>
                    <a:pt x="4589" y="3555"/>
                  </a:cubicBezTo>
                  <a:cubicBezTo>
                    <a:pt x="4609" y="3505"/>
                    <a:pt x="4579" y="3455"/>
                    <a:pt x="4530" y="3435"/>
                  </a:cubicBezTo>
                  <a:cubicBezTo>
                    <a:pt x="4517" y="3430"/>
                    <a:pt x="4504" y="3428"/>
                    <a:pt x="4491" y="3428"/>
                  </a:cubicBezTo>
                  <a:cubicBezTo>
                    <a:pt x="4452" y="3428"/>
                    <a:pt x="4415" y="3450"/>
                    <a:pt x="4400" y="3495"/>
                  </a:cubicBezTo>
                  <a:cubicBezTo>
                    <a:pt x="4380" y="3575"/>
                    <a:pt x="4331" y="3644"/>
                    <a:pt x="4271" y="3704"/>
                  </a:cubicBezTo>
                  <a:cubicBezTo>
                    <a:pt x="4160" y="3815"/>
                    <a:pt x="4005" y="3874"/>
                    <a:pt x="3848" y="3874"/>
                  </a:cubicBezTo>
                  <a:cubicBezTo>
                    <a:pt x="3836" y="3874"/>
                    <a:pt x="3825" y="3874"/>
                    <a:pt x="3813" y="3873"/>
                  </a:cubicBezTo>
                  <a:cubicBezTo>
                    <a:pt x="3773" y="3763"/>
                    <a:pt x="3713" y="3664"/>
                    <a:pt x="3623" y="3575"/>
                  </a:cubicBezTo>
                  <a:cubicBezTo>
                    <a:pt x="3524" y="3475"/>
                    <a:pt x="3404" y="3415"/>
                    <a:pt x="3285" y="3376"/>
                  </a:cubicBezTo>
                  <a:cubicBezTo>
                    <a:pt x="3256" y="3196"/>
                    <a:pt x="3315" y="3007"/>
                    <a:pt x="3444" y="2878"/>
                  </a:cubicBezTo>
                  <a:cubicBezTo>
                    <a:pt x="3559" y="2768"/>
                    <a:pt x="3708" y="2714"/>
                    <a:pt x="3858" y="2714"/>
                  </a:cubicBezTo>
                  <a:cubicBezTo>
                    <a:pt x="4007" y="2714"/>
                    <a:pt x="4156" y="2768"/>
                    <a:pt x="4271" y="2878"/>
                  </a:cubicBezTo>
                  <a:cubicBezTo>
                    <a:pt x="4331" y="2947"/>
                    <a:pt x="4380" y="3017"/>
                    <a:pt x="4400" y="3097"/>
                  </a:cubicBezTo>
                  <a:cubicBezTo>
                    <a:pt x="4416" y="3136"/>
                    <a:pt x="4456" y="3163"/>
                    <a:pt x="4497" y="3163"/>
                  </a:cubicBezTo>
                  <a:cubicBezTo>
                    <a:pt x="4508" y="3163"/>
                    <a:pt x="4519" y="3161"/>
                    <a:pt x="4530" y="3157"/>
                  </a:cubicBezTo>
                  <a:cubicBezTo>
                    <a:pt x="4579" y="3137"/>
                    <a:pt x="4609" y="3077"/>
                    <a:pt x="4589" y="3027"/>
                  </a:cubicBezTo>
                  <a:cubicBezTo>
                    <a:pt x="4550" y="2918"/>
                    <a:pt x="4490" y="2828"/>
                    <a:pt x="4410" y="2738"/>
                  </a:cubicBezTo>
                  <a:cubicBezTo>
                    <a:pt x="4258" y="2586"/>
                    <a:pt x="4055" y="2513"/>
                    <a:pt x="3851" y="2513"/>
                  </a:cubicBezTo>
                  <a:cubicBezTo>
                    <a:pt x="3815" y="2513"/>
                    <a:pt x="3779" y="2515"/>
                    <a:pt x="3743" y="2519"/>
                  </a:cubicBezTo>
                  <a:cubicBezTo>
                    <a:pt x="3723" y="2460"/>
                    <a:pt x="3694" y="2400"/>
                    <a:pt x="3654" y="2350"/>
                  </a:cubicBezTo>
                  <a:lnTo>
                    <a:pt x="3504" y="2141"/>
                  </a:lnTo>
                  <a:lnTo>
                    <a:pt x="3504" y="827"/>
                  </a:lnTo>
                  <a:cubicBezTo>
                    <a:pt x="3504" y="479"/>
                    <a:pt x="3783" y="200"/>
                    <a:pt x="4132" y="200"/>
                  </a:cubicBezTo>
                  <a:close/>
                  <a:moveTo>
                    <a:pt x="4132" y="1"/>
                  </a:moveTo>
                  <a:cubicBezTo>
                    <a:pt x="3813" y="1"/>
                    <a:pt x="3544" y="180"/>
                    <a:pt x="3404" y="429"/>
                  </a:cubicBezTo>
                  <a:cubicBezTo>
                    <a:pt x="3305" y="250"/>
                    <a:pt x="3136" y="111"/>
                    <a:pt x="2927" y="41"/>
                  </a:cubicBezTo>
                  <a:cubicBezTo>
                    <a:pt x="2914" y="36"/>
                    <a:pt x="2902" y="34"/>
                    <a:pt x="2890" y="34"/>
                  </a:cubicBezTo>
                  <a:cubicBezTo>
                    <a:pt x="2847" y="34"/>
                    <a:pt x="2813" y="61"/>
                    <a:pt x="2798" y="100"/>
                  </a:cubicBezTo>
                  <a:cubicBezTo>
                    <a:pt x="2787" y="160"/>
                    <a:pt x="2807" y="210"/>
                    <a:pt x="2867" y="230"/>
                  </a:cubicBezTo>
                  <a:cubicBezTo>
                    <a:pt x="3126" y="310"/>
                    <a:pt x="3305" y="549"/>
                    <a:pt x="3305" y="827"/>
                  </a:cubicBezTo>
                  <a:lnTo>
                    <a:pt x="3305" y="1882"/>
                  </a:lnTo>
                  <a:lnTo>
                    <a:pt x="3185" y="1733"/>
                  </a:lnTo>
                  <a:cubicBezTo>
                    <a:pt x="3087" y="1604"/>
                    <a:pt x="2936" y="1534"/>
                    <a:pt x="2783" y="1534"/>
                  </a:cubicBezTo>
                  <a:cubicBezTo>
                    <a:pt x="2674" y="1534"/>
                    <a:pt x="2564" y="1569"/>
                    <a:pt x="2469" y="1644"/>
                  </a:cubicBezTo>
                  <a:cubicBezTo>
                    <a:pt x="2260" y="1812"/>
                    <a:pt x="2220" y="2121"/>
                    <a:pt x="2380" y="2340"/>
                  </a:cubicBezTo>
                  <a:lnTo>
                    <a:pt x="2857" y="2957"/>
                  </a:lnTo>
                  <a:cubicBezTo>
                    <a:pt x="2917" y="3047"/>
                    <a:pt x="3006" y="3097"/>
                    <a:pt x="3096" y="3137"/>
                  </a:cubicBezTo>
                  <a:cubicBezTo>
                    <a:pt x="3086" y="3206"/>
                    <a:pt x="3076" y="3276"/>
                    <a:pt x="3076" y="3345"/>
                  </a:cubicBezTo>
                  <a:cubicBezTo>
                    <a:pt x="3073" y="3345"/>
                    <a:pt x="3069" y="3345"/>
                    <a:pt x="3066" y="3345"/>
                  </a:cubicBezTo>
                  <a:cubicBezTo>
                    <a:pt x="2317" y="3345"/>
                    <a:pt x="2004" y="4333"/>
                    <a:pt x="2628" y="4759"/>
                  </a:cubicBezTo>
                  <a:cubicBezTo>
                    <a:pt x="2758" y="4858"/>
                    <a:pt x="2917" y="4908"/>
                    <a:pt x="3076" y="4908"/>
                  </a:cubicBezTo>
                  <a:cubicBezTo>
                    <a:pt x="3146" y="4908"/>
                    <a:pt x="3225" y="4898"/>
                    <a:pt x="3305" y="4869"/>
                  </a:cubicBezTo>
                  <a:lnTo>
                    <a:pt x="3305" y="5327"/>
                  </a:lnTo>
                  <a:cubicBezTo>
                    <a:pt x="3305" y="5675"/>
                    <a:pt x="3017" y="5953"/>
                    <a:pt x="2678" y="5953"/>
                  </a:cubicBezTo>
                  <a:cubicBezTo>
                    <a:pt x="2260" y="5953"/>
                    <a:pt x="1911" y="5535"/>
                    <a:pt x="2121" y="5108"/>
                  </a:cubicBezTo>
                  <a:cubicBezTo>
                    <a:pt x="2141" y="5057"/>
                    <a:pt x="2121" y="4998"/>
                    <a:pt x="2071" y="4978"/>
                  </a:cubicBezTo>
                  <a:cubicBezTo>
                    <a:pt x="2055" y="4968"/>
                    <a:pt x="2038" y="4964"/>
                    <a:pt x="2022" y="4964"/>
                  </a:cubicBezTo>
                  <a:cubicBezTo>
                    <a:pt x="1987" y="4964"/>
                    <a:pt x="1955" y="4984"/>
                    <a:pt x="1942" y="5018"/>
                  </a:cubicBezTo>
                  <a:cubicBezTo>
                    <a:pt x="1872" y="5157"/>
                    <a:pt x="1862" y="5296"/>
                    <a:pt x="1862" y="5386"/>
                  </a:cubicBezTo>
                  <a:cubicBezTo>
                    <a:pt x="1852" y="5387"/>
                    <a:pt x="1843" y="5387"/>
                    <a:pt x="1833" y="5387"/>
                  </a:cubicBezTo>
                  <a:cubicBezTo>
                    <a:pt x="1565" y="5387"/>
                    <a:pt x="1308" y="5260"/>
                    <a:pt x="1135" y="5057"/>
                  </a:cubicBezTo>
                  <a:cubicBezTo>
                    <a:pt x="966" y="4838"/>
                    <a:pt x="896" y="4560"/>
                    <a:pt x="946" y="4291"/>
                  </a:cubicBezTo>
                  <a:lnTo>
                    <a:pt x="946" y="4291"/>
                  </a:lnTo>
                  <a:cubicBezTo>
                    <a:pt x="1096" y="4336"/>
                    <a:pt x="1242" y="4351"/>
                    <a:pt x="1357" y="4351"/>
                  </a:cubicBezTo>
                  <a:cubicBezTo>
                    <a:pt x="1471" y="4351"/>
                    <a:pt x="1553" y="4336"/>
                    <a:pt x="1573" y="4321"/>
                  </a:cubicBezTo>
                  <a:cubicBezTo>
                    <a:pt x="1672" y="4440"/>
                    <a:pt x="1812" y="4510"/>
                    <a:pt x="1911" y="4530"/>
                  </a:cubicBezTo>
                  <a:cubicBezTo>
                    <a:pt x="1919" y="4531"/>
                    <a:pt x="1926" y="4532"/>
                    <a:pt x="1933" y="4532"/>
                  </a:cubicBezTo>
                  <a:cubicBezTo>
                    <a:pt x="1983" y="4532"/>
                    <a:pt x="2022" y="4503"/>
                    <a:pt x="2031" y="4451"/>
                  </a:cubicBezTo>
                  <a:cubicBezTo>
                    <a:pt x="2041" y="4400"/>
                    <a:pt x="2011" y="4351"/>
                    <a:pt x="1951" y="4331"/>
                  </a:cubicBezTo>
                  <a:cubicBezTo>
                    <a:pt x="1951" y="4331"/>
                    <a:pt x="1862" y="4311"/>
                    <a:pt x="1772" y="4241"/>
                  </a:cubicBezTo>
                  <a:cubicBezTo>
                    <a:pt x="1653" y="4142"/>
                    <a:pt x="1593" y="4002"/>
                    <a:pt x="1603" y="3814"/>
                  </a:cubicBezTo>
                  <a:cubicBezTo>
                    <a:pt x="1603" y="3754"/>
                    <a:pt x="1563" y="3704"/>
                    <a:pt x="1504" y="3704"/>
                  </a:cubicBezTo>
                  <a:cubicBezTo>
                    <a:pt x="1453" y="3704"/>
                    <a:pt x="1404" y="3743"/>
                    <a:pt x="1404" y="3803"/>
                  </a:cubicBezTo>
                  <a:cubicBezTo>
                    <a:pt x="1394" y="3943"/>
                    <a:pt x="1424" y="4052"/>
                    <a:pt x="1453" y="4142"/>
                  </a:cubicBezTo>
                  <a:cubicBezTo>
                    <a:pt x="1415" y="4145"/>
                    <a:pt x="1376" y="4147"/>
                    <a:pt x="1338" y="4147"/>
                  </a:cubicBezTo>
                  <a:cubicBezTo>
                    <a:pt x="736" y="4147"/>
                    <a:pt x="199" y="3713"/>
                    <a:pt x="199" y="3077"/>
                  </a:cubicBezTo>
                  <a:cubicBezTo>
                    <a:pt x="199" y="2466"/>
                    <a:pt x="705" y="2006"/>
                    <a:pt x="1338" y="2006"/>
                  </a:cubicBezTo>
                  <a:cubicBezTo>
                    <a:pt x="1376" y="2006"/>
                    <a:pt x="1415" y="2008"/>
                    <a:pt x="1453" y="2011"/>
                  </a:cubicBezTo>
                  <a:cubicBezTo>
                    <a:pt x="1424" y="2101"/>
                    <a:pt x="1394" y="2211"/>
                    <a:pt x="1404" y="2350"/>
                  </a:cubicBezTo>
                  <a:cubicBezTo>
                    <a:pt x="1404" y="2410"/>
                    <a:pt x="1444" y="2449"/>
                    <a:pt x="1504" y="2449"/>
                  </a:cubicBezTo>
                  <a:cubicBezTo>
                    <a:pt x="1563" y="2449"/>
                    <a:pt x="1603" y="2400"/>
                    <a:pt x="1603" y="2350"/>
                  </a:cubicBezTo>
                  <a:cubicBezTo>
                    <a:pt x="1583" y="1902"/>
                    <a:pt x="1942" y="1823"/>
                    <a:pt x="1951" y="1823"/>
                  </a:cubicBezTo>
                  <a:cubicBezTo>
                    <a:pt x="2011" y="1812"/>
                    <a:pt x="2041" y="1753"/>
                    <a:pt x="2031" y="1703"/>
                  </a:cubicBezTo>
                  <a:cubicBezTo>
                    <a:pt x="2023" y="1651"/>
                    <a:pt x="1983" y="1622"/>
                    <a:pt x="1934" y="1622"/>
                  </a:cubicBezTo>
                  <a:cubicBezTo>
                    <a:pt x="1927" y="1622"/>
                    <a:pt x="1919" y="1622"/>
                    <a:pt x="1911" y="1624"/>
                  </a:cubicBezTo>
                  <a:cubicBezTo>
                    <a:pt x="1812" y="1644"/>
                    <a:pt x="1672" y="1713"/>
                    <a:pt x="1573" y="1832"/>
                  </a:cubicBezTo>
                  <a:cubicBezTo>
                    <a:pt x="1549" y="1818"/>
                    <a:pt x="1472" y="1806"/>
                    <a:pt x="1366" y="1806"/>
                  </a:cubicBezTo>
                  <a:cubicBezTo>
                    <a:pt x="1249" y="1806"/>
                    <a:pt x="1097" y="1821"/>
                    <a:pt x="946" y="1863"/>
                  </a:cubicBezTo>
                  <a:cubicBezTo>
                    <a:pt x="837" y="1300"/>
                    <a:pt x="1266" y="767"/>
                    <a:pt x="1845" y="767"/>
                  </a:cubicBezTo>
                  <a:cubicBezTo>
                    <a:pt x="1851" y="767"/>
                    <a:pt x="1856" y="767"/>
                    <a:pt x="1862" y="768"/>
                  </a:cubicBezTo>
                  <a:cubicBezTo>
                    <a:pt x="1862" y="857"/>
                    <a:pt x="1872" y="996"/>
                    <a:pt x="1942" y="1135"/>
                  </a:cubicBezTo>
                  <a:cubicBezTo>
                    <a:pt x="1955" y="1169"/>
                    <a:pt x="1987" y="1190"/>
                    <a:pt x="2021" y="1190"/>
                  </a:cubicBezTo>
                  <a:cubicBezTo>
                    <a:pt x="2038" y="1190"/>
                    <a:pt x="2055" y="1185"/>
                    <a:pt x="2071" y="1175"/>
                  </a:cubicBezTo>
                  <a:cubicBezTo>
                    <a:pt x="2121" y="1155"/>
                    <a:pt x="2141" y="1096"/>
                    <a:pt x="2121" y="1046"/>
                  </a:cubicBezTo>
                  <a:cubicBezTo>
                    <a:pt x="2041" y="887"/>
                    <a:pt x="2061" y="717"/>
                    <a:pt x="2061" y="688"/>
                  </a:cubicBezTo>
                  <a:cubicBezTo>
                    <a:pt x="2110" y="479"/>
                    <a:pt x="2260" y="310"/>
                    <a:pt x="2459" y="240"/>
                  </a:cubicBezTo>
                  <a:cubicBezTo>
                    <a:pt x="2519" y="220"/>
                    <a:pt x="2539" y="160"/>
                    <a:pt x="2519" y="111"/>
                  </a:cubicBezTo>
                  <a:cubicBezTo>
                    <a:pt x="2511" y="71"/>
                    <a:pt x="2472" y="45"/>
                    <a:pt x="2432" y="45"/>
                  </a:cubicBezTo>
                  <a:cubicBezTo>
                    <a:pt x="2421" y="45"/>
                    <a:pt x="2410" y="47"/>
                    <a:pt x="2400" y="51"/>
                  </a:cubicBezTo>
                  <a:cubicBezTo>
                    <a:pt x="2161" y="131"/>
                    <a:pt x="1971" y="330"/>
                    <a:pt x="1891" y="568"/>
                  </a:cubicBezTo>
                  <a:cubicBezTo>
                    <a:pt x="1876" y="568"/>
                    <a:pt x="1860" y="568"/>
                    <a:pt x="1844" y="568"/>
                  </a:cubicBezTo>
                  <a:cubicBezTo>
                    <a:pt x="1131" y="568"/>
                    <a:pt x="601" y="1231"/>
                    <a:pt x="757" y="1932"/>
                  </a:cubicBezTo>
                  <a:cubicBezTo>
                    <a:pt x="299" y="2121"/>
                    <a:pt x="0" y="2579"/>
                    <a:pt x="0" y="3077"/>
                  </a:cubicBezTo>
                  <a:cubicBezTo>
                    <a:pt x="0" y="3575"/>
                    <a:pt x="299" y="4032"/>
                    <a:pt x="757" y="4221"/>
                  </a:cubicBezTo>
                  <a:cubicBezTo>
                    <a:pt x="677" y="4560"/>
                    <a:pt x="767" y="4908"/>
                    <a:pt x="986" y="5177"/>
                  </a:cubicBezTo>
                  <a:cubicBezTo>
                    <a:pt x="1198" y="5447"/>
                    <a:pt x="1522" y="5586"/>
                    <a:pt x="1858" y="5586"/>
                  </a:cubicBezTo>
                  <a:cubicBezTo>
                    <a:pt x="1869" y="5586"/>
                    <a:pt x="1880" y="5586"/>
                    <a:pt x="1891" y="5585"/>
                  </a:cubicBezTo>
                  <a:cubicBezTo>
                    <a:pt x="2001" y="5924"/>
                    <a:pt x="2320" y="6152"/>
                    <a:pt x="2678" y="6152"/>
                  </a:cubicBezTo>
                  <a:cubicBezTo>
                    <a:pt x="2986" y="6152"/>
                    <a:pt x="3256" y="5973"/>
                    <a:pt x="3404" y="5725"/>
                  </a:cubicBezTo>
                  <a:cubicBezTo>
                    <a:pt x="3544" y="5973"/>
                    <a:pt x="3813" y="6152"/>
                    <a:pt x="4132" y="6152"/>
                  </a:cubicBezTo>
                  <a:cubicBezTo>
                    <a:pt x="4479" y="6152"/>
                    <a:pt x="4798" y="5924"/>
                    <a:pt x="4908" y="5585"/>
                  </a:cubicBezTo>
                  <a:cubicBezTo>
                    <a:pt x="4923" y="5586"/>
                    <a:pt x="4939" y="5586"/>
                    <a:pt x="4954" y="5586"/>
                  </a:cubicBezTo>
                  <a:cubicBezTo>
                    <a:pt x="5668" y="5586"/>
                    <a:pt x="6199" y="4923"/>
                    <a:pt x="6043" y="4221"/>
                  </a:cubicBezTo>
                  <a:cubicBezTo>
                    <a:pt x="6501" y="4032"/>
                    <a:pt x="6799" y="3575"/>
                    <a:pt x="6799" y="3077"/>
                  </a:cubicBezTo>
                  <a:cubicBezTo>
                    <a:pt x="6799" y="2579"/>
                    <a:pt x="6501" y="2121"/>
                    <a:pt x="6043" y="1932"/>
                  </a:cubicBezTo>
                  <a:cubicBezTo>
                    <a:pt x="6198" y="1231"/>
                    <a:pt x="5668" y="568"/>
                    <a:pt x="4955" y="568"/>
                  </a:cubicBezTo>
                  <a:cubicBezTo>
                    <a:pt x="4940" y="568"/>
                    <a:pt x="4924" y="568"/>
                    <a:pt x="4908" y="568"/>
                  </a:cubicBezTo>
                  <a:cubicBezTo>
                    <a:pt x="4798" y="230"/>
                    <a:pt x="4479" y="1"/>
                    <a:pt x="4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 name="Google Shape;645;p50"/>
          <p:cNvGrpSpPr/>
          <p:nvPr/>
        </p:nvGrpSpPr>
        <p:grpSpPr>
          <a:xfrm>
            <a:off x="2714781" y="3389735"/>
            <a:ext cx="411280" cy="473806"/>
            <a:chOff x="3384531" y="3389735"/>
            <a:chExt cx="411280" cy="473806"/>
          </a:xfrm>
        </p:grpSpPr>
        <p:sp>
          <p:nvSpPr>
            <p:cNvPr id="646" name="Google Shape;646;p50"/>
            <p:cNvSpPr/>
            <p:nvPr/>
          </p:nvSpPr>
          <p:spPr>
            <a:xfrm>
              <a:off x="3516484" y="3466911"/>
              <a:ext cx="145980" cy="144514"/>
            </a:xfrm>
            <a:custGeom>
              <a:avLst/>
              <a:gdLst/>
              <a:ahLst/>
              <a:cxnLst/>
              <a:rect l="l" t="t" r="r" b="b"/>
              <a:pathLst>
                <a:path w="2092" h="2071" extrusionOk="0">
                  <a:moveTo>
                    <a:pt x="1664" y="200"/>
                  </a:moveTo>
                  <a:lnTo>
                    <a:pt x="1892" y="419"/>
                  </a:lnTo>
                  <a:lnTo>
                    <a:pt x="1892" y="428"/>
                  </a:lnTo>
                  <a:lnTo>
                    <a:pt x="1892" y="438"/>
                  </a:lnTo>
                  <a:lnTo>
                    <a:pt x="1434" y="886"/>
                  </a:lnTo>
                  <a:cubicBezTo>
                    <a:pt x="1395" y="926"/>
                    <a:pt x="1375" y="976"/>
                    <a:pt x="1375" y="1036"/>
                  </a:cubicBezTo>
                  <a:cubicBezTo>
                    <a:pt x="1375" y="1085"/>
                    <a:pt x="1395" y="1145"/>
                    <a:pt x="1434" y="1185"/>
                  </a:cubicBezTo>
                  <a:lnTo>
                    <a:pt x="1892" y="1633"/>
                  </a:lnTo>
                  <a:lnTo>
                    <a:pt x="1892" y="1642"/>
                  </a:lnTo>
                  <a:lnTo>
                    <a:pt x="1664" y="1861"/>
                  </a:lnTo>
                  <a:cubicBezTo>
                    <a:pt x="1664" y="1867"/>
                    <a:pt x="1661" y="1869"/>
                    <a:pt x="1658" y="1869"/>
                  </a:cubicBezTo>
                  <a:cubicBezTo>
                    <a:pt x="1656" y="1869"/>
                    <a:pt x="1653" y="1867"/>
                    <a:pt x="1653" y="1861"/>
                  </a:cubicBezTo>
                  <a:lnTo>
                    <a:pt x="1206" y="1414"/>
                  </a:lnTo>
                  <a:cubicBezTo>
                    <a:pt x="1166" y="1374"/>
                    <a:pt x="1106" y="1354"/>
                    <a:pt x="1056" y="1354"/>
                  </a:cubicBezTo>
                  <a:cubicBezTo>
                    <a:pt x="996" y="1354"/>
                    <a:pt x="947" y="1374"/>
                    <a:pt x="907" y="1414"/>
                  </a:cubicBezTo>
                  <a:lnTo>
                    <a:pt x="459" y="1861"/>
                  </a:lnTo>
                  <a:cubicBezTo>
                    <a:pt x="454" y="1867"/>
                    <a:pt x="452" y="1869"/>
                    <a:pt x="449" y="1869"/>
                  </a:cubicBezTo>
                  <a:cubicBezTo>
                    <a:pt x="447" y="1869"/>
                    <a:pt x="444" y="1867"/>
                    <a:pt x="439" y="1861"/>
                  </a:cubicBezTo>
                  <a:lnTo>
                    <a:pt x="220" y="1642"/>
                  </a:lnTo>
                  <a:lnTo>
                    <a:pt x="220" y="1633"/>
                  </a:lnTo>
                  <a:lnTo>
                    <a:pt x="668" y="1185"/>
                  </a:lnTo>
                  <a:cubicBezTo>
                    <a:pt x="708" y="1145"/>
                    <a:pt x="738" y="1085"/>
                    <a:pt x="738" y="1036"/>
                  </a:cubicBezTo>
                  <a:cubicBezTo>
                    <a:pt x="738" y="976"/>
                    <a:pt x="708" y="926"/>
                    <a:pt x="668" y="886"/>
                  </a:cubicBezTo>
                  <a:lnTo>
                    <a:pt x="220" y="438"/>
                  </a:lnTo>
                  <a:lnTo>
                    <a:pt x="220" y="419"/>
                  </a:lnTo>
                  <a:lnTo>
                    <a:pt x="439" y="200"/>
                  </a:lnTo>
                  <a:lnTo>
                    <a:pt x="459" y="200"/>
                  </a:lnTo>
                  <a:lnTo>
                    <a:pt x="907" y="647"/>
                  </a:lnTo>
                  <a:cubicBezTo>
                    <a:pt x="947" y="692"/>
                    <a:pt x="1002" y="715"/>
                    <a:pt x="1056" y="715"/>
                  </a:cubicBezTo>
                  <a:cubicBezTo>
                    <a:pt x="1111" y="715"/>
                    <a:pt x="1166" y="692"/>
                    <a:pt x="1206" y="647"/>
                  </a:cubicBezTo>
                  <a:lnTo>
                    <a:pt x="1653" y="200"/>
                  </a:lnTo>
                  <a:close/>
                  <a:moveTo>
                    <a:pt x="449" y="0"/>
                  </a:moveTo>
                  <a:cubicBezTo>
                    <a:pt x="394" y="0"/>
                    <a:pt x="339" y="20"/>
                    <a:pt x="300" y="60"/>
                  </a:cubicBezTo>
                  <a:lnTo>
                    <a:pt x="81" y="279"/>
                  </a:lnTo>
                  <a:cubicBezTo>
                    <a:pt x="1" y="359"/>
                    <a:pt x="1" y="498"/>
                    <a:pt x="81" y="578"/>
                  </a:cubicBezTo>
                  <a:lnTo>
                    <a:pt x="529" y="1025"/>
                  </a:lnTo>
                  <a:lnTo>
                    <a:pt x="538" y="1036"/>
                  </a:lnTo>
                  <a:cubicBezTo>
                    <a:pt x="538" y="1036"/>
                    <a:pt x="529" y="1036"/>
                    <a:pt x="529" y="1045"/>
                  </a:cubicBezTo>
                  <a:lnTo>
                    <a:pt x="81" y="1494"/>
                  </a:lnTo>
                  <a:cubicBezTo>
                    <a:pt x="1" y="1573"/>
                    <a:pt x="1" y="1702"/>
                    <a:pt x="81" y="1782"/>
                  </a:cubicBezTo>
                  <a:lnTo>
                    <a:pt x="300" y="2011"/>
                  </a:lnTo>
                  <a:cubicBezTo>
                    <a:pt x="339" y="2051"/>
                    <a:pt x="394" y="2071"/>
                    <a:pt x="449" y="2071"/>
                  </a:cubicBezTo>
                  <a:cubicBezTo>
                    <a:pt x="504" y="2071"/>
                    <a:pt x="558" y="2051"/>
                    <a:pt x="598" y="2011"/>
                  </a:cubicBezTo>
                  <a:lnTo>
                    <a:pt x="1047" y="1553"/>
                  </a:lnTo>
                  <a:lnTo>
                    <a:pt x="1066" y="1553"/>
                  </a:lnTo>
                  <a:lnTo>
                    <a:pt x="1514" y="2011"/>
                  </a:lnTo>
                  <a:cubicBezTo>
                    <a:pt x="1554" y="2051"/>
                    <a:pt x="1606" y="2071"/>
                    <a:pt x="1660" y="2071"/>
                  </a:cubicBezTo>
                  <a:cubicBezTo>
                    <a:pt x="1713" y="2071"/>
                    <a:pt x="1768" y="2051"/>
                    <a:pt x="1813" y="2011"/>
                  </a:cubicBezTo>
                  <a:lnTo>
                    <a:pt x="2032" y="1782"/>
                  </a:lnTo>
                  <a:cubicBezTo>
                    <a:pt x="2071" y="1752"/>
                    <a:pt x="2091" y="1693"/>
                    <a:pt x="2091" y="1642"/>
                  </a:cubicBezTo>
                  <a:cubicBezTo>
                    <a:pt x="2091" y="1583"/>
                    <a:pt x="2071" y="1533"/>
                    <a:pt x="2032" y="1494"/>
                  </a:cubicBezTo>
                  <a:lnTo>
                    <a:pt x="1574" y="1045"/>
                  </a:lnTo>
                  <a:lnTo>
                    <a:pt x="1574" y="1036"/>
                  </a:lnTo>
                  <a:lnTo>
                    <a:pt x="1574" y="1025"/>
                  </a:lnTo>
                  <a:lnTo>
                    <a:pt x="2032" y="578"/>
                  </a:lnTo>
                  <a:cubicBezTo>
                    <a:pt x="2071" y="538"/>
                    <a:pt x="2091" y="488"/>
                    <a:pt x="2091" y="428"/>
                  </a:cubicBezTo>
                  <a:cubicBezTo>
                    <a:pt x="2091" y="368"/>
                    <a:pt x="2071" y="319"/>
                    <a:pt x="2032" y="279"/>
                  </a:cubicBezTo>
                  <a:lnTo>
                    <a:pt x="1813" y="60"/>
                  </a:lnTo>
                  <a:cubicBezTo>
                    <a:pt x="1768" y="20"/>
                    <a:pt x="1713" y="0"/>
                    <a:pt x="1660" y="0"/>
                  </a:cubicBezTo>
                  <a:cubicBezTo>
                    <a:pt x="1606" y="0"/>
                    <a:pt x="1554" y="20"/>
                    <a:pt x="1514" y="60"/>
                  </a:cubicBezTo>
                  <a:lnTo>
                    <a:pt x="1066" y="508"/>
                  </a:lnTo>
                  <a:cubicBezTo>
                    <a:pt x="1061" y="513"/>
                    <a:pt x="1059" y="516"/>
                    <a:pt x="1056" y="516"/>
                  </a:cubicBezTo>
                  <a:cubicBezTo>
                    <a:pt x="1054" y="516"/>
                    <a:pt x="1051" y="513"/>
                    <a:pt x="1047" y="508"/>
                  </a:cubicBezTo>
                  <a:lnTo>
                    <a:pt x="598" y="60"/>
                  </a:lnTo>
                  <a:cubicBezTo>
                    <a:pt x="558" y="20"/>
                    <a:pt x="504"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0"/>
            <p:cNvSpPr/>
            <p:nvPr/>
          </p:nvSpPr>
          <p:spPr>
            <a:xfrm>
              <a:off x="3756176" y="3532852"/>
              <a:ext cx="39635" cy="13956"/>
            </a:xfrm>
            <a:custGeom>
              <a:avLst/>
              <a:gdLst/>
              <a:ahLst/>
              <a:cxnLst/>
              <a:rect l="l" t="t" r="r" b="b"/>
              <a:pathLst>
                <a:path w="568" h="200" extrusionOk="0">
                  <a:moveTo>
                    <a:pt x="100" y="1"/>
                  </a:moveTo>
                  <a:cubicBezTo>
                    <a:pt x="40" y="1"/>
                    <a:pt x="0" y="51"/>
                    <a:pt x="0" y="100"/>
                  </a:cubicBezTo>
                  <a:cubicBezTo>
                    <a:pt x="0" y="160"/>
                    <a:pt x="40" y="200"/>
                    <a:pt x="100" y="200"/>
                  </a:cubicBezTo>
                  <a:lnTo>
                    <a:pt x="468" y="200"/>
                  </a:lnTo>
                  <a:cubicBezTo>
                    <a:pt x="518" y="200"/>
                    <a:pt x="567" y="160"/>
                    <a:pt x="567" y="100"/>
                  </a:cubicBezTo>
                  <a:cubicBezTo>
                    <a:pt x="567" y="51"/>
                    <a:pt x="518" y="1"/>
                    <a:pt x="4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0"/>
            <p:cNvSpPr/>
            <p:nvPr/>
          </p:nvSpPr>
          <p:spPr>
            <a:xfrm>
              <a:off x="3384531" y="3532852"/>
              <a:ext cx="39705" cy="13956"/>
            </a:xfrm>
            <a:custGeom>
              <a:avLst/>
              <a:gdLst/>
              <a:ahLst/>
              <a:cxnLst/>
              <a:rect l="l" t="t" r="r" b="b"/>
              <a:pathLst>
                <a:path w="569" h="200" extrusionOk="0">
                  <a:moveTo>
                    <a:pt x="100" y="1"/>
                  </a:moveTo>
                  <a:cubicBezTo>
                    <a:pt x="41" y="1"/>
                    <a:pt x="1" y="51"/>
                    <a:pt x="1" y="100"/>
                  </a:cubicBezTo>
                  <a:cubicBezTo>
                    <a:pt x="1" y="160"/>
                    <a:pt x="41" y="200"/>
                    <a:pt x="100" y="200"/>
                  </a:cubicBezTo>
                  <a:lnTo>
                    <a:pt x="469" y="200"/>
                  </a:lnTo>
                  <a:cubicBezTo>
                    <a:pt x="529" y="200"/>
                    <a:pt x="568" y="160"/>
                    <a:pt x="568" y="100"/>
                  </a:cubicBezTo>
                  <a:cubicBezTo>
                    <a:pt x="568" y="51"/>
                    <a:pt x="529" y="1"/>
                    <a:pt x="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0"/>
            <p:cNvSpPr/>
            <p:nvPr/>
          </p:nvSpPr>
          <p:spPr>
            <a:xfrm>
              <a:off x="3744313" y="3465096"/>
              <a:ext cx="40403" cy="22888"/>
            </a:xfrm>
            <a:custGeom>
              <a:avLst/>
              <a:gdLst/>
              <a:ahLst/>
              <a:cxnLst/>
              <a:rect l="l" t="t" r="r" b="b"/>
              <a:pathLst>
                <a:path w="579" h="328" extrusionOk="0">
                  <a:moveTo>
                    <a:pt x="462" y="0"/>
                  </a:moveTo>
                  <a:cubicBezTo>
                    <a:pt x="451" y="0"/>
                    <a:pt x="440" y="2"/>
                    <a:pt x="429" y="7"/>
                  </a:cubicBezTo>
                  <a:lnTo>
                    <a:pt x="80" y="136"/>
                  </a:lnTo>
                  <a:cubicBezTo>
                    <a:pt x="31" y="155"/>
                    <a:pt x="1" y="206"/>
                    <a:pt x="21" y="265"/>
                  </a:cubicBezTo>
                  <a:cubicBezTo>
                    <a:pt x="37" y="307"/>
                    <a:pt x="82" y="327"/>
                    <a:pt x="126" y="327"/>
                  </a:cubicBezTo>
                  <a:cubicBezTo>
                    <a:pt x="134" y="327"/>
                    <a:pt x="142" y="327"/>
                    <a:pt x="151" y="325"/>
                  </a:cubicBezTo>
                  <a:lnTo>
                    <a:pt x="499" y="195"/>
                  </a:lnTo>
                  <a:cubicBezTo>
                    <a:pt x="549" y="175"/>
                    <a:pt x="578" y="116"/>
                    <a:pt x="558" y="66"/>
                  </a:cubicBezTo>
                  <a:cubicBezTo>
                    <a:pt x="543" y="27"/>
                    <a:pt x="502"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0"/>
            <p:cNvSpPr/>
            <p:nvPr/>
          </p:nvSpPr>
          <p:spPr>
            <a:xfrm>
              <a:off x="3395626" y="3592164"/>
              <a:ext cx="39705" cy="22609"/>
            </a:xfrm>
            <a:custGeom>
              <a:avLst/>
              <a:gdLst/>
              <a:ahLst/>
              <a:cxnLst/>
              <a:rect l="l" t="t" r="r" b="b"/>
              <a:pathLst>
                <a:path w="569" h="324" extrusionOk="0">
                  <a:moveTo>
                    <a:pt x="462" y="1"/>
                  </a:moveTo>
                  <a:cubicBezTo>
                    <a:pt x="451" y="1"/>
                    <a:pt x="440" y="3"/>
                    <a:pt x="429" y="7"/>
                  </a:cubicBezTo>
                  <a:lnTo>
                    <a:pt x="81" y="137"/>
                  </a:lnTo>
                  <a:cubicBezTo>
                    <a:pt x="21" y="156"/>
                    <a:pt x="1" y="206"/>
                    <a:pt x="21" y="256"/>
                  </a:cubicBezTo>
                  <a:cubicBezTo>
                    <a:pt x="36" y="301"/>
                    <a:pt x="68" y="323"/>
                    <a:pt x="108" y="323"/>
                  </a:cubicBezTo>
                  <a:cubicBezTo>
                    <a:pt x="121" y="323"/>
                    <a:pt x="136" y="321"/>
                    <a:pt x="151" y="316"/>
                  </a:cubicBezTo>
                  <a:lnTo>
                    <a:pt x="499" y="196"/>
                  </a:lnTo>
                  <a:cubicBezTo>
                    <a:pt x="549" y="176"/>
                    <a:pt x="569" y="117"/>
                    <a:pt x="558" y="66"/>
                  </a:cubicBezTo>
                  <a:cubicBezTo>
                    <a:pt x="543" y="28"/>
                    <a:pt x="502" y="1"/>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0"/>
            <p:cNvSpPr/>
            <p:nvPr/>
          </p:nvSpPr>
          <p:spPr>
            <a:xfrm>
              <a:off x="3744313" y="3592164"/>
              <a:ext cx="40403" cy="22609"/>
            </a:xfrm>
            <a:custGeom>
              <a:avLst/>
              <a:gdLst/>
              <a:ahLst/>
              <a:cxnLst/>
              <a:rect l="l" t="t" r="r" b="b"/>
              <a:pathLst>
                <a:path w="579" h="324" extrusionOk="0">
                  <a:moveTo>
                    <a:pt x="118" y="1"/>
                  </a:moveTo>
                  <a:cubicBezTo>
                    <a:pt x="77" y="1"/>
                    <a:pt x="36" y="28"/>
                    <a:pt x="21" y="66"/>
                  </a:cubicBezTo>
                  <a:cubicBezTo>
                    <a:pt x="1" y="117"/>
                    <a:pt x="31" y="176"/>
                    <a:pt x="80" y="196"/>
                  </a:cubicBezTo>
                  <a:lnTo>
                    <a:pt x="429" y="316"/>
                  </a:lnTo>
                  <a:cubicBezTo>
                    <a:pt x="442" y="321"/>
                    <a:pt x="455" y="323"/>
                    <a:pt x="467" y="323"/>
                  </a:cubicBezTo>
                  <a:cubicBezTo>
                    <a:pt x="506" y="323"/>
                    <a:pt x="543" y="301"/>
                    <a:pt x="558" y="256"/>
                  </a:cubicBezTo>
                  <a:cubicBezTo>
                    <a:pt x="578" y="206"/>
                    <a:pt x="549" y="156"/>
                    <a:pt x="499" y="137"/>
                  </a:cubicBezTo>
                  <a:lnTo>
                    <a:pt x="151" y="7"/>
                  </a:lnTo>
                  <a:cubicBezTo>
                    <a:pt x="140" y="3"/>
                    <a:pt x="129"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0"/>
            <p:cNvSpPr/>
            <p:nvPr/>
          </p:nvSpPr>
          <p:spPr>
            <a:xfrm>
              <a:off x="3395626" y="3465096"/>
              <a:ext cx="39705" cy="22888"/>
            </a:xfrm>
            <a:custGeom>
              <a:avLst/>
              <a:gdLst/>
              <a:ahLst/>
              <a:cxnLst/>
              <a:rect l="l" t="t" r="r" b="b"/>
              <a:pathLst>
                <a:path w="569" h="328" extrusionOk="0">
                  <a:moveTo>
                    <a:pt x="114" y="0"/>
                  </a:moveTo>
                  <a:cubicBezTo>
                    <a:pt x="71" y="0"/>
                    <a:pt x="37" y="27"/>
                    <a:pt x="21" y="66"/>
                  </a:cubicBezTo>
                  <a:cubicBezTo>
                    <a:pt x="1" y="116"/>
                    <a:pt x="31" y="175"/>
                    <a:pt x="81" y="195"/>
                  </a:cubicBezTo>
                  <a:lnTo>
                    <a:pt x="429" y="325"/>
                  </a:lnTo>
                  <a:cubicBezTo>
                    <a:pt x="437" y="327"/>
                    <a:pt x="446" y="327"/>
                    <a:pt x="454" y="327"/>
                  </a:cubicBezTo>
                  <a:cubicBezTo>
                    <a:pt x="497" y="327"/>
                    <a:pt x="542" y="307"/>
                    <a:pt x="558" y="265"/>
                  </a:cubicBezTo>
                  <a:cubicBezTo>
                    <a:pt x="569" y="206"/>
                    <a:pt x="549" y="155"/>
                    <a:pt x="499" y="136"/>
                  </a:cubicBezTo>
                  <a:lnTo>
                    <a:pt x="151" y="7"/>
                  </a:lnTo>
                  <a:cubicBezTo>
                    <a:pt x="138" y="2"/>
                    <a:pt x="125"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0"/>
            <p:cNvSpPr/>
            <p:nvPr/>
          </p:nvSpPr>
          <p:spPr>
            <a:xfrm>
              <a:off x="3443634" y="3389735"/>
              <a:ext cx="291750" cy="473806"/>
            </a:xfrm>
            <a:custGeom>
              <a:avLst/>
              <a:gdLst/>
              <a:ahLst/>
              <a:cxnLst/>
              <a:rect l="l" t="t" r="r" b="b"/>
              <a:pathLst>
                <a:path w="4181" h="6790" extrusionOk="0">
                  <a:moveTo>
                    <a:pt x="2956" y="4312"/>
                  </a:moveTo>
                  <a:cubicBezTo>
                    <a:pt x="2986" y="4312"/>
                    <a:pt x="3016" y="4332"/>
                    <a:pt x="3016" y="4371"/>
                  </a:cubicBezTo>
                  <a:lnTo>
                    <a:pt x="3016" y="4799"/>
                  </a:lnTo>
                  <a:cubicBezTo>
                    <a:pt x="3016" y="4839"/>
                    <a:pt x="2986" y="4859"/>
                    <a:pt x="2956" y="4859"/>
                  </a:cubicBezTo>
                  <a:lnTo>
                    <a:pt x="1244" y="4859"/>
                  </a:lnTo>
                  <a:cubicBezTo>
                    <a:pt x="1215" y="4859"/>
                    <a:pt x="1184" y="4839"/>
                    <a:pt x="1184" y="4799"/>
                  </a:cubicBezTo>
                  <a:lnTo>
                    <a:pt x="1184" y="4371"/>
                  </a:lnTo>
                  <a:cubicBezTo>
                    <a:pt x="1184" y="4332"/>
                    <a:pt x="1215" y="4312"/>
                    <a:pt x="1244" y="4312"/>
                  </a:cubicBezTo>
                  <a:close/>
                  <a:moveTo>
                    <a:pt x="2777" y="5058"/>
                  </a:moveTo>
                  <a:lnTo>
                    <a:pt x="2777" y="5486"/>
                  </a:lnTo>
                  <a:lnTo>
                    <a:pt x="2329" y="5486"/>
                  </a:lnTo>
                  <a:cubicBezTo>
                    <a:pt x="2279" y="5486"/>
                    <a:pt x="2230" y="5526"/>
                    <a:pt x="2230" y="5586"/>
                  </a:cubicBezTo>
                  <a:cubicBezTo>
                    <a:pt x="2230" y="5635"/>
                    <a:pt x="2279" y="5685"/>
                    <a:pt x="2329" y="5685"/>
                  </a:cubicBezTo>
                  <a:lnTo>
                    <a:pt x="2777" y="5685"/>
                  </a:lnTo>
                  <a:lnTo>
                    <a:pt x="2777" y="5825"/>
                  </a:lnTo>
                  <a:cubicBezTo>
                    <a:pt x="2777" y="5974"/>
                    <a:pt x="2648" y="6103"/>
                    <a:pt x="2489" y="6103"/>
                  </a:cubicBezTo>
                  <a:lnTo>
                    <a:pt x="1702" y="6103"/>
                  </a:lnTo>
                  <a:cubicBezTo>
                    <a:pt x="1553" y="6103"/>
                    <a:pt x="1423" y="5984"/>
                    <a:pt x="1423" y="5825"/>
                  </a:cubicBezTo>
                  <a:lnTo>
                    <a:pt x="1423" y="5685"/>
                  </a:lnTo>
                  <a:lnTo>
                    <a:pt x="1872" y="5685"/>
                  </a:lnTo>
                  <a:cubicBezTo>
                    <a:pt x="1921" y="5685"/>
                    <a:pt x="1971" y="5635"/>
                    <a:pt x="1971" y="5586"/>
                  </a:cubicBezTo>
                  <a:cubicBezTo>
                    <a:pt x="1971" y="5526"/>
                    <a:pt x="1921" y="5486"/>
                    <a:pt x="1872" y="5486"/>
                  </a:cubicBezTo>
                  <a:lnTo>
                    <a:pt x="1423" y="5486"/>
                  </a:lnTo>
                  <a:lnTo>
                    <a:pt x="1423" y="5058"/>
                  </a:lnTo>
                  <a:close/>
                  <a:moveTo>
                    <a:pt x="2469" y="6302"/>
                  </a:moveTo>
                  <a:cubicBezTo>
                    <a:pt x="2429" y="6471"/>
                    <a:pt x="2279" y="6591"/>
                    <a:pt x="2100" y="6591"/>
                  </a:cubicBezTo>
                  <a:cubicBezTo>
                    <a:pt x="1921" y="6591"/>
                    <a:pt x="1772" y="6471"/>
                    <a:pt x="1722" y="6302"/>
                  </a:cubicBezTo>
                  <a:close/>
                  <a:moveTo>
                    <a:pt x="2093" y="1"/>
                  </a:moveTo>
                  <a:cubicBezTo>
                    <a:pt x="956" y="1"/>
                    <a:pt x="29" y="909"/>
                    <a:pt x="10" y="2052"/>
                  </a:cubicBezTo>
                  <a:cubicBezTo>
                    <a:pt x="0" y="2699"/>
                    <a:pt x="288" y="3296"/>
                    <a:pt x="786" y="3704"/>
                  </a:cubicBezTo>
                  <a:cubicBezTo>
                    <a:pt x="886" y="3784"/>
                    <a:pt x="956" y="3883"/>
                    <a:pt x="1015" y="4003"/>
                  </a:cubicBezTo>
                  <a:cubicBezTo>
                    <a:pt x="1035" y="4062"/>
                    <a:pt x="1065" y="4113"/>
                    <a:pt x="1095" y="4162"/>
                  </a:cubicBezTo>
                  <a:cubicBezTo>
                    <a:pt x="1025" y="4202"/>
                    <a:pt x="985" y="4281"/>
                    <a:pt x="985" y="4371"/>
                  </a:cubicBezTo>
                  <a:lnTo>
                    <a:pt x="985" y="4799"/>
                  </a:lnTo>
                  <a:cubicBezTo>
                    <a:pt x="985" y="4938"/>
                    <a:pt x="1085" y="5048"/>
                    <a:pt x="1224" y="5058"/>
                  </a:cubicBezTo>
                  <a:lnTo>
                    <a:pt x="1224" y="5825"/>
                  </a:lnTo>
                  <a:cubicBezTo>
                    <a:pt x="1224" y="6024"/>
                    <a:pt x="1344" y="6193"/>
                    <a:pt x="1523" y="6263"/>
                  </a:cubicBezTo>
                  <a:cubicBezTo>
                    <a:pt x="1543" y="6561"/>
                    <a:pt x="1792" y="6790"/>
                    <a:pt x="2100" y="6790"/>
                  </a:cubicBezTo>
                  <a:cubicBezTo>
                    <a:pt x="2399" y="6790"/>
                    <a:pt x="2648" y="6561"/>
                    <a:pt x="2677" y="6263"/>
                  </a:cubicBezTo>
                  <a:cubicBezTo>
                    <a:pt x="2857" y="6193"/>
                    <a:pt x="2976" y="6024"/>
                    <a:pt x="2976" y="5825"/>
                  </a:cubicBezTo>
                  <a:lnTo>
                    <a:pt x="2976" y="5058"/>
                  </a:lnTo>
                  <a:cubicBezTo>
                    <a:pt x="3106" y="5048"/>
                    <a:pt x="3215" y="4938"/>
                    <a:pt x="3215" y="4799"/>
                  </a:cubicBezTo>
                  <a:lnTo>
                    <a:pt x="3215" y="4371"/>
                  </a:lnTo>
                  <a:cubicBezTo>
                    <a:pt x="3215" y="4281"/>
                    <a:pt x="3175" y="4202"/>
                    <a:pt x="3106" y="4162"/>
                  </a:cubicBezTo>
                  <a:cubicBezTo>
                    <a:pt x="3135" y="4113"/>
                    <a:pt x="3166" y="4062"/>
                    <a:pt x="3185" y="4003"/>
                  </a:cubicBezTo>
                  <a:cubicBezTo>
                    <a:pt x="3235" y="3883"/>
                    <a:pt x="3314" y="3784"/>
                    <a:pt x="3414" y="3704"/>
                  </a:cubicBezTo>
                  <a:cubicBezTo>
                    <a:pt x="3812" y="3376"/>
                    <a:pt x="4081" y="2908"/>
                    <a:pt x="4161" y="2401"/>
                  </a:cubicBezTo>
                  <a:cubicBezTo>
                    <a:pt x="4170" y="2350"/>
                    <a:pt x="4131" y="2291"/>
                    <a:pt x="4081" y="2291"/>
                  </a:cubicBezTo>
                  <a:cubicBezTo>
                    <a:pt x="4075" y="2290"/>
                    <a:pt x="4069" y="2289"/>
                    <a:pt x="4064" y="2289"/>
                  </a:cubicBezTo>
                  <a:cubicBezTo>
                    <a:pt x="4012" y="2289"/>
                    <a:pt x="3970" y="2326"/>
                    <a:pt x="3962" y="2370"/>
                  </a:cubicBezTo>
                  <a:cubicBezTo>
                    <a:pt x="3892" y="2838"/>
                    <a:pt x="3653" y="3257"/>
                    <a:pt x="3285" y="3545"/>
                  </a:cubicBezTo>
                  <a:cubicBezTo>
                    <a:pt x="3166" y="3644"/>
                    <a:pt x="3066" y="3774"/>
                    <a:pt x="3006" y="3923"/>
                  </a:cubicBezTo>
                  <a:cubicBezTo>
                    <a:pt x="2976" y="3993"/>
                    <a:pt x="2936" y="4053"/>
                    <a:pt x="2896" y="4113"/>
                  </a:cubicBezTo>
                  <a:lnTo>
                    <a:pt x="1294" y="4113"/>
                  </a:lnTo>
                  <a:cubicBezTo>
                    <a:pt x="1254" y="4053"/>
                    <a:pt x="1224" y="3993"/>
                    <a:pt x="1195" y="3923"/>
                  </a:cubicBezTo>
                  <a:cubicBezTo>
                    <a:pt x="1135" y="3774"/>
                    <a:pt x="1035" y="3644"/>
                    <a:pt x="906" y="3545"/>
                  </a:cubicBezTo>
                  <a:cubicBezTo>
                    <a:pt x="458" y="3177"/>
                    <a:pt x="209" y="2639"/>
                    <a:pt x="209" y="2052"/>
                  </a:cubicBezTo>
                  <a:cubicBezTo>
                    <a:pt x="229" y="1029"/>
                    <a:pt x="1065" y="200"/>
                    <a:pt x="2084" y="200"/>
                  </a:cubicBezTo>
                  <a:cubicBezTo>
                    <a:pt x="2096" y="200"/>
                    <a:pt x="2108" y="200"/>
                    <a:pt x="2120" y="200"/>
                  </a:cubicBezTo>
                  <a:cubicBezTo>
                    <a:pt x="3106" y="211"/>
                    <a:pt x="3902" y="957"/>
                    <a:pt x="3982" y="1932"/>
                  </a:cubicBezTo>
                  <a:cubicBezTo>
                    <a:pt x="3982" y="1982"/>
                    <a:pt x="4031" y="2022"/>
                    <a:pt x="4081" y="2022"/>
                  </a:cubicBezTo>
                  <a:cubicBezTo>
                    <a:pt x="4141" y="2012"/>
                    <a:pt x="4181" y="1972"/>
                    <a:pt x="4181" y="1912"/>
                  </a:cubicBezTo>
                  <a:cubicBezTo>
                    <a:pt x="4091" y="848"/>
                    <a:pt x="3205" y="12"/>
                    <a:pt x="2130" y="1"/>
                  </a:cubicBezTo>
                  <a:cubicBezTo>
                    <a:pt x="2118" y="1"/>
                    <a:pt x="2106" y="1"/>
                    <a:pt x="2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 name="Google Shape;654;p50"/>
          <p:cNvGrpSpPr/>
          <p:nvPr/>
        </p:nvGrpSpPr>
        <p:grpSpPr>
          <a:xfrm>
            <a:off x="3354518" y="3389804"/>
            <a:ext cx="441149" cy="473736"/>
            <a:chOff x="4024268" y="3389804"/>
            <a:chExt cx="441149" cy="473736"/>
          </a:xfrm>
        </p:grpSpPr>
        <p:sp>
          <p:nvSpPr>
            <p:cNvPr id="655" name="Google Shape;655;p50"/>
            <p:cNvSpPr/>
            <p:nvPr/>
          </p:nvSpPr>
          <p:spPr>
            <a:xfrm>
              <a:off x="4024268" y="3389804"/>
              <a:ext cx="441149" cy="473736"/>
            </a:xfrm>
            <a:custGeom>
              <a:avLst/>
              <a:gdLst/>
              <a:ahLst/>
              <a:cxnLst/>
              <a:rect l="l" t="t" r="r" b="b"/>
              <a:pathLst>
                <a:path w="6322" h="6789" extrusionOk="0">
                  <a:moveTo>
                    <a:pt x="1096" y="199"/>
                  </a:moveTo>
                  <a:cubicBezTo>
                    <a:pt x="1135" y="199"/>
                    <a:pt x="1165" y="230"/>
                    <a:pt x="1165" y="259"/>
                  </a:cubicBezTo>
                  <a:lnTo>
                    <a:pt x="1165" y="548"/>
                  </a:lnTo>
                  <a:cubicBezTo>
                    <a:pt x="1165" y="578"/>
                    <a:pt x="1135" y="608"/>
                    <a:pt x="1096" y="608"/>
                  </a:cubicBezTo>
                  <a:lnTo>
                    <a:pt x="259" y="608"/>
                  </a:lnTo>
                  <a:cubicBezTo>
                    <a:pt x="229" y="608"/>
                    <a:pt x="200" y="578"/>
                    <a:pt x="200" y="548"/>
                  </a:cubicBezTo>
                  <a:lnTo>
                    <a:pt x="200" y="259"/>
                  </a:lnTo>
                  <a:cubicBezTo>
                    <a:pt x="200" y="230"/>
                    <a:pt x="229" y="199"/>
                    <a:pt x="259" y="199"/>
                  </a:cubicBezTo>
                  <a:close/>
                  <a:moveTo>
                    <a:pt x="2439" y="896"/>
                  </a:moveTo>
                  <a:cubicBezTo>
                    <a:pt x="2529" y="896"/>
                    <a:pt x="2598" y="966"/>
                    <a:pt x="2598" y="1055"/>
                  </a:cubicBezTo>
                  <a:lnTo>
                    <a:pt x="2598" y="2240"/>
                  </a:lnTo>
                  <a:lnTo>
                    <a:pt x="2200" y="2240"/>
                  </a:lnTo>
                  <a:lnTo>
                    <a:pt x="2200" y="896"/>
                  </a:lnTo>
                  <a:close/>
                  <a:moveTo>
                    <a:pt x="1643" y="289"/>
                  </a:moveTo>
                  <a:cubicBezTo>
                    <a:pt x="1842" y="289"/>
                    <a:pt x="2001" y="458"/>
                    <a:pt x="2001" y="648"/>
                  </a:cubicBezTo>
                  <a:lnTo>
                    <a:pt x="2001" y="797"/>
                  </a:lnTo>
                  <a:lnTo>
                    <a:pt x="2001" y="3037"/>
                  </a:lnTo>
                  <a:cubicBezTo>
                    <a:pt x="1966" y="3031"/>
                    <a:pt x="1932" y="3029"/>
                    <a:pt x="1895" y="3029"/>
                  </a:cubicBezTo>
                  <a:cubicBezTo>
                    <a:pt x="1859" y="3029"/>
                    <a:pt x="1822" y="3031"/>
                    <a:pt x="1782" y="3037"/>
                  </a:cubicBezTo>
                  <a:lnTo>
                    <a:pt x="1782" y="668"/>
                  </a:lnTo>
                  <a:cubicBezTo>
                    <a:pt x="1782" y="578"/>
                    <a:pt x="1713" y="508"/>
                    <a:pt x="1623" y="508"/>
                  </a:cubicBezTo>
                  <a:lnTo>
                    <a:pt x="1364" y="508"/>
                  </a:lnTo>
                  <a:lnTo>
                    <a:pt x="1364" y="289"/>
                  </a:lnTo>
                  <a:close/>
                  <a:moveTo>
                    <a:pt x="2598" y="2857"/>
                  </a:moveTo>
                  <a:lnTo>
                    <a:pt x="2598" y="2957"/>
                  </a:lnTo>
                  <a:cubicBezTo>
                    <a:pt x="2598" y="3046"/>
                    <a:pt x="2629" y="3136"/>
                    <a:pt x="2668" y="3196"/>
                  </a:cubicBezTo>
                  <a:cubicBezTo>
                    <a:pt x="2529" y="3136"/>
                    <a:pt x="2370" y="3086"/>
                    <a:pt x="2200" y="3056"/>
                  </a:cubicBezTo>
                  <a:lnTo>
                    <a:pt x="2200" y="2857"/>
                  </a:lnTo>
                  <a:close/>
                  <a:moveTo>
                    <a:pt x="4042" y="3375"/>
                  </a:moveTo>
                  <a:cubicBezTo>
                    <a:pt x="4171" y="3375"/>
                    <a:pt x="4271" y="3475"/>
                    <a:pt x="4271" y="3604"/>
                  </a:cubicBezTo>
                  <a:lnTo>
                    <a:pt x="4271" y="3773"/>
                  </a:lnTo>
                  <a:lnTo>
                    <a:pt x="3385" y="3773"/>
                  </a:lnTo>
                  <a:cubicBezTo>
                    <a:pt x="3275" y="3623"/>
                    <a:pt x="3126" y="3484"/>
                    <a:pt x="2977" y="3375"/>
                  </a:cubicBezTo>
                  <a:close/>
                  <a:moveTo>
                    <a:pt x="4350" y="3972"/>
                  </a:moveTo>
                  <a:cubicBezTo>
                    <a:pt x="4400" y="3972"/>
                    <a:pt x="4440" y="4002"/>
                    <a:pt x="4450" y="4042"/>
                  </a:cubicBezTo>
                  <a:lnTo>
                    <a:pt x="4878" y="5156"/>
                  </a:lnTo>
                  <a:cubicBezTo>
                    <a:pt x="4798" y="5167"/>
                    <a:pt x="4728" y="5187"/>
                    <a:pt x="4659" y="5207"/>
                  </a:cubicBezTo>
                  <a:lnTo>
                    <a:pt x="4301" y="4251"/>
                  </a:lnTo>
                  <a:cubicBezTo>
                    <a:pt x="4290" y="4211"/>
                    <a:pt x="4251" y="4191"/>
                    <a:pt x="4211" y="4191"/>
                  </a:cubicBezTo>
                  <a:lnTo>
                    <a:pt x="3633" y="4191"/>
                  </a:lnTo>
                  <a:cubicBezTo>
                    <a:pt x="3594" y="4112"/>
                    <a:pt x="3564" y="4042"/>
                    <a:pt x="3524" y="3972"/>
                  </a:cubicBezTo>
                  <a:close/>
                  <a:moveTo>
                    <a:pt x="4978" y="5346"/>
                  </a:moveTo>
                  <a:cubicBezTo>
                    <a:pt x="5316" y="5346"/>
                    <a:pt x="5595" y="5625"/>
                    <a:pt x="5595" y="5973"/>
                  </a:cubicBezTo>
                  <a:cubicBezTo>
                    <a:pt x="5595" y="6311"/>
                    <a:pt x="5316" y="6590"/>
                    <a:pt x="4978" y="6590"/>
                  </a:cubicBezTo>
                  <a:cubicBezTo>
                    <a:pt x="4629" y="6590"/>
                    <a:pt x="4350" y="6311"/>
                    <a:pt x="4350" y="5973"/>
                  </a:cubicBezTo>
                  <a:cubicBezTo>
                    <a:pt x="4350" y="5625"/>
                    <a:pt x="4629" y="5346"/>
                    <a:pt x="4978" y="5346"/>
                  </a:cubicBezTo>
                  <a:close/>
                  <a:moveTo>
                    <a:pt x="259" y="0"/>
                  </a:moveTo>
                  <a:cubicBezTo>
                    <a:pt x="120" y="0"/>
                    <a:pt x="1" y="110"/>
                    <a:pt x="1" y="259"/>
                  </a:cubicBezTo>
                  <a:lnTo>
                    <a:pt x="1" y="548"/>
                  </a:lnTo>
                  <a:cubicBezTo>
                    <a:pt x="1" y="687"/>
                    <a:pt x="120" y="807"/>
                    <a:pt x="259" y="807"/>
                  </a:cubicBezTo>
                  <a:lnTo>
                    <a:pt x="1096" y="807"/>
                  </a:lnTo>
                  <a:cubicBezTo>
                    <a:pt x="1185" y="807"/>
                    <a:pt x="1255" y="767"/>
                    <a:pt x="1304" y="707"/>
                  </a:cubicBezTo>
                  <a:lnTo>
                    <a:pt x="1583" y="707"/>
                  </a:lnTo>
                  <a:lnTo>
                    <a:pt x="1583" y="3056"/>
                  </a:lnTo>
                  <a:cubicBezTo>
                    <a:pt x="697" y="3205"/>
                    <a:pt x="10" y="3982"/>
                    <a:pt x="10" y="4908"/>
                  </a:cubicBezTo>
                  <a:cubicBezTo>
                    <a:pt x="10" y="5953"/>
                    <a:pt x="857" y="6789"/>
                    <a:pt x="1892" y="6789"/>
                  </a:cubicBezTo>
                  <a:cubicBezTo>
                    <a:pt x="2837" y="6789"/>
                    <a:pt x="3633" y="6092"/>
                    <a:pt x="3753" y="5156"/>
                  </a:cubicBezTo>
                  <a:cubicBezTo>
                    <a:pt x="3763" y="5107"/>
                    <a:pt x="3723" y="5057"/>
                    <a:pt x="3673" y="5047"/>
                  </a:cubicBezTo>
                  <a:cubicBezTo>
                    <a:pt x="3667" y="5046"/>
                    <a:pt x="3661" y="5046"/>
                    <a:pt x="3654" y="5046"/>
                  </a:cubicBezTo>
                  <a:cubicBezTo>
                    <a:pt x="3603" y="5046"/>
                    <a:pt x="3564" y="5082"/>
                    <a:pt x="3564" y="5127"/>
                  </a:cubicBezTo>
                  <a:cubicBezTo>
                    <a:pt x="3454" y="5963"/>
                    <a:pt x="2738" y="6590"/>
                    <a:pt x="1892" y="6590"/>
                  </a:cubicBezTo>
                  <a:cubicBezTo>
                    <a:pt x="966" y="6590"/>
                    <a:pt x="209" y="5844"/>
                    <a:pt x="209" y="4908"/>
                  </a:cubicBezTo>
                  <a:cubicBezTo>
                    <a:pt x="209" y="3974"/>
                    <a:pt x="976" y="3225"/>
                    <a:pt x="1905" y="3225"/>
                  </a:cubicBezTo>
                  <a:cubicBezTo>
                    <a:pt x="1917" y="3225"/>
                    <a:pt x="1929" y="3225"/>
                    <a:pt x="1941" y="3225"/>
                  </a:cubicBezTo>
                  <a:cubicBezTo>
                    <a:pt x="2768" y="3256"/>
                    <a:pt x="3454" y="3873"/>
                    <a:pt x="3564" y="4689"/>
                  </a:cubicBezTo>
                  <a:cubicBezTo>
                    <a:pt x="3564" y="4742"/>
                    <a:pt x="3604" y="4780"/>
                    <a:pt x="3655" y="4780"/>
                  </a:cubicBezTo>
                  <a:cubicBezTo>
                    <a:pt x="3661" y="4780"/>
                    <a:pt x="3667" y="4779"/>
                    <a:pt x="3673" y="4778"/>
                  </a:cubicBezTo>
                  <a:cubicBezTo>
                    <a:pt x="3723" y="4769"/>
                    <a:pt x="3763" y="4718"/>
                    <a:pt x="3753" y="4669"/>
                  </a:cubicBezTo>
                  <a:cubicBezTo>
                    <a:pt x="3743" y="4569"/>
                    <a:pt x="3723" y="4480"/>
                    <a:pt x="3704" y="4390"/>
                  </a:cubicBezTo>
                  <a:lnTo>
                    <a:pt x="4142" y="4390"/>
                  </a:lnTo>
                  <a:lnTo>
                    <a:pt x="4490" y="5306"/>
                  </a:lnTo>
                  <a:cubicBezTo>
                    <a:pt x="4281" y="5465"/>
                    <a:pt x="4151" y="5704"/>
                    <a:pt x="4151" y="5973"/>
                  </a:cubicBezTo>
                  <a:cubicBezTo>
                    <a:pt x="4151" y="6421"/>
                    <a:pt x="4520" y="6789"/>
                    <a:pt x="4978" y="6789"/>
                  </a:cubicBezTo>
                  <a:cubicBezTo>
                    <a:pt x="5396" y="6789"/>
                    <a:pt x="5744" y="6481"/>
                    <a:pt x="5794" y="6072"/>
                  </a:cubicBezTo>
                  <a:lnTo>
                    <a:pt x="6221" y="6072"/>
                  </a:lnTo>
                  <a:cubicBezTo>
                    <a:pt x="6272" y="6072"/>
                    <a:pt x="6321" y="6023"/>
                    <a:pt x="6321" y="5973"/>
                  </a:cubicBezTo>
                  <a:cubicBezTo>
                    <a:pt x="6321" y="5913"/>
                    <a:pt x="6272" y="5873"/>
                    <a:pt x="6221" y="5873"/>
                  </a:cubicBezTo>
                  <a:lnTo>
                    <a:pt x="5794" y="5873"/>
                  </a:lnTo>
                  <a:cubicBezTo>
                    <a:pt x="5744" y="5505"/>
                    <a:pt x="5455" y="5207"/>
                    <a:pt x="5087" y="5156"/>
                  </a:cubicBezTo>
                  <a:lnTo>
                    <a:pt x="4639" y="3972"/>
                  </a:lnTo>
                  <a:cubicBezTo>
                    <a:pt x="4609" y="3893"/>
                    <a:pt x="4549" y="3823"/>
                    <a:pt x="4470" y="3793"/>
                  </a:cubicBezTo>
                  <a:lnTo>
                    <a:pt x="4470" y="3604"/>
                  </a:lnTo>
                  <a:cubicBezTo>
                    <a:pt x="4470" y="3365"/>
                    <a:pt x="4281" y="3176"/>
                    <a:pt x="4042" y="3176"/>
                  </a:cubicBezTo>
                  <a:lnTo>
                    <a:pt x="3016" y="3176"/>
                  </a:lnTo>
                  <a:cubicBezTo>
                    <a:pt x="2897" y="3176"/>
                    <a:pt x="2797" y="3076"/>
                    <a:pt x="2797" y="2957"/>
                  </a:cubicBezTo>
                  <a:lnTo>
                    <a:pt x="2797" y="2857"/>
                  </a:lnTo>
                  <a:lnTo>
                    <a:pt x="4569" y="2857"/>
                  </a:lnTo>
                  <a:cubicBezTo>
                    <a:pt x="4739" y="2857"/>
                    <a:pt x="4878" y="2718"/>
                    <a:pt x="4878" y="2548"/>
                  </a:cubicBezTo>
                  <a:cubicBezTo>
                    <a:pt x="4878" y="2380"/>
                    <a:pt x="4739" y="2240"/>
                    <a:pt x="4569" y="2240"/>
                  </a:cubicBezTo>
                  <a:lnTo>
                    <a:pt x="3803" y="2240"/>
                  </a:lnTo>
                  <a:cubicBezTo>
                    <a:pt x="3743" y="2240"/>
                    <a:pt x="3704" y="2290"/>
                    <a:pt x="3704" y="2340"/>
                  </a:cubicBezTo>
                  <a:cubicBezTo>
                    <a:pt x="3704" y="2400"/>
                    <a:pt x="3743" y="2439"/>
                    <a:pt x="3803" y="2439"/>
                  </a:cubicBezTo>
                  <a:lnTo>
                    <a:pt x="4569" y="2439"/>
                  </a:lnTo>
                  <a:cubicBezTo>
                    <a:pt x="4629" y="2439"/>
                    <a:pt x="4679" y="2489"/>
                    <a:pt x="4679" y="2548"/>
                  </a:cubicBezTo>
                  <a:cubicBezTo>
                    <a:pt x="4679" y="2608"/>
                    <a:pt x="4629" y="2658"/>
                    <a:pt x="4569" y="2658"/>
                  </a:cubicBezTo>
                  <a:lnTo>
                    <a:pt x="2200" y="2658"/>
                  </a:lnTo>
                  <a:lnTo>
                    <a:pt x="2200" y="2439"/>
                  </a:lnTo>
                  <a:lnTo>
                    <a:pt x="3335" y="2439"/>
                  </a:lnTo>
                  <a:cubicBezTo>
                    <a:pt x="3395" y="2439"/>
                    <a:pt x="3434" y="2400"/>
                    <a:pt x="3434" y="2340"/>
                  </a:cubicBezTo>
                  <a:cubicBezTo>
                    <a:pt x="3434" y="2290"/>
                    <a:pt x="3395" y="2240"/>
                    <a:pt x="3335" y="2240"/>
                  </a:cubicBezTo>
                  <a:lnTo>
                    <a:pt x="2797" y="2240"/>
                  </a:lnTo>
                  <a:lnTo>
                    <a:pt x="2797" y="1055"/>
                  </a:lnTo>
                  <a:cubicBezTo>
                    <a:pt x="2797" y="856"/>
                    <a:pt x="2638" y="697"/>
                    <a:pt x="2439" y="697"/>
                  </a:cubicBezTo>
                  <a:lnTo>
                    <a:pt x="2200" y="697"/>
                  </a:lnTo>
                  <a:lnTo>
                    <a:pt x="2200" y="648"/>
                  </a:lnTo>
                  <a:cubicBezTo>
                    <a:pt x="2200" y="349"/>
                    <a:pt x="1952" y="90"/>
                    <a:pt x="1643" y="90"/>
                  </a:cubicBezTo>
                  <a:lnTo>
                    <a:pt x="1304" y="90"/>
                  </a:lnTo>
                  <a:cubicBezTo>
                    <a:pt x="1255" y="30"/>
                    <a:pt x="1185"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0"/>
            <p:cNvSpPr/>
            <p:nvPr/>
          </p:nvSpPr>
          <p:spPr>
            <a:xfrm>
              <a:off x="4345183" y="3780150"/>
              <a:ext cx="52823" cy="52823"/>
            </a:xfrm>
            <a:custGeom>
              <a:avLst/>
              <a:gdLst/>
              <a:ahLst/>
              <a:cxnLst/>
              <a:rect l="l" t="t" r="r" b="b"/>
              <a:pathLst>
                <a:path w="757" h="757" extrusionOk="0">
                  <a:moveTo>
                    <a:pt x="379" y="199"/>
                  </a:moveTo>
                  <a:cubicBezTo>
                    <a:pt x="478" y="199"/>
                    <a:pt x="558" y="279"/>
                    <a:pt x="558" y="379"/>
                  </a:cubicBezTo>
                  <a:cubicBezTo>
                    <a:pt x="558" y="478"/>
                    <a:pt x="478" y="558"/>
                    <a:pt x="379" y="558"/>
                  </a:cubicBezTo>
                  <a:cubicBezTo>
                    <a:pt x="279" y="558"/>
                    <a:pt x="199" y="478"/>
                    <a:pt x="199" y="379"/>
                  </a:cubicBezTo>
                  <a:cubicBezTo>
                    <a:pt x="199" y="279"/>
                    <a:pt x="279" y="199"/>
                    <a:pt x="379" y="199"/>
                  </a:cubicBezTo>
                  <a:close/>
                  <a:moveTo>
                    <a:pt x="379" y="0"/>
                  </a:moveTo>
                  <a:cubicBezTo>
                    <a:pt x="169" y="0"/>
                    <a:pt x="0" y="170"/>
                    <a:pt x="0" y="379"/>
                  </a:cubicBezTo>
                  <a:cubicBezTo>
                    <a:pt x="0" y="588"/>
                    <a:pt x="169" y="757"/>
                    <a:pt x="379" y="757"/>
                  </a:cubicBezTo>
                  <a:cubicBezTo>
                    <a:pt x="587" y="757"/>
                    <a:pt x="757" y="588"/>
                    <a:pt x="757" y="379"/>
                  </a:cubicBezTo>
                  <a:cubicBezTo>
                    <a:pt x="757" y="170"/>
                    <a:pt x="587" y="0"/>
                    <a:pt x="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0"/>
            <p:cNvSpPr/>
            <p:nvPr/>
          </p:nvSpPr>
          <p:spPr>
            <a:xfrm>
              <a:off x="4129844" y="3705835"/>
              <a:ext cx="52893" cy="52893"/>
            </a:xfrm>
            <a:custGeom>
              <a:avLst/>
              <a:gdLst/>
              <a:ahLst/>
              <a:cxnLst/>
              <a:rect l="l" t="t" r="r" b="b"/>
              <a:pathLst>
                <a:path w="758" h="758" extrusionOk="0">
                  <a:moveTo>
                    <a:pt x="379" y="200"/>
                  </a:moveTo>
                  <a:cubicBezTo>
                    <a:pt x="478" y="200"/>
                    <a:pt x="558" y="279"/>
                    <a:pt x="558" y="379"/>
                  </a:cubicBezTo>
                  <a:cubicBezTo>
                    <a:pt x="558" y="478"/>
                    <a:pt x="478" y="558"/>
                    <a:pt x="379" y="558"/>
                  </a:cubicBezTo>
                  <a:cubicBezTo>
                    <a:pt x="279" y="558"/>
                    <a:pt x="200" y="478"/>
                    <a:pt x="200" y="379"/>
                  </a:cubicBezTo>
                  <a:cubicBezTo>
                    <a:pt x="200" y="279"/>
                    <a:pt x="279" y="200"/>
                    <a:pt x="379" y="200"/>
                  </a:cubicBezTo>
                  <a:close/>
                  <a:moveTo>
                    <a:pt x="379" y="1"/>
                  </a:moveTo>
                  <a:cubicBezTo>
                    <a:pt x="170" y="1"/>
                    <a:pt x="1" y="169"/>
                    <a:pt x="1" y="379"/>
                  </a:cubicBezTo>
                  <a:cubicBezTo>
                    <a:pt x="1" y="588"/>
                    <a:pt x="170" y="757"/>
                    <a:pt x="379" y="757"/>
                  </a:cubicBezTo>
                  <a:cubicBezTo>
                    <a:pt x="588" y="757"/>
                    <a:pt x="757" y="588"/>
                    <a:pt x="757" y="379"/>
                  </a:cubicBezTo>
                  <a:cubicBezTo>
                    <a:pt x="757" y="169"/>
                    <a:pt x="588" y="1"/>
                    <a:pt x="3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0"/>
            <p:cNvSpPr/>
            <p:nvPr/>
          </p:nvSpPr>
          <p:spPr>
            <a:xfrm>
              <a:off x="4059018" y="3635009"/>
              <a:ext cx="194547" cy="194547"/>
            </a:xfrm>
            <a:custGeom>
              <a:avLst/>
              <a:gdLst/>
              <a:ahLst/>
              <a:cxnLst/>
              <a:rect l="l" t="t" r="r" b="b"/>
              <a:pathLst>
                <a:path w="2788" h="2788" extrusionOk="0">
                  <a:moveTo>
                    <a:pt x="1394" y="199"/>
                  </a:moveTo>
                  <a:cubicBezTo>
                    <a:pt x="2051" y="199"/>
                    <a:pt x="2588" y="737"/>
                    <a:pt x="2588" y="1394"/>
                  </a:cubicBezTo>
                  <a:cubicBezTo>
                    <a:pt x="2588" y="2060"/>
                    <a:pt x="2051" y="2588"/>
                    <a:pt x="1394" y="2588"/>
                  </a:cubicBezTo>
                  <a:cubicBezTo>
                    <a:pt x="737" y="2588"/>
                    <a:pt x="199" y="2060"/>
                    <a:pt x="199" y="1394"/>
                  </a:cubicBezTo>
                  <a:cubicBezTo>
                    <a:pt x="199" y="737"/>
                    <a:pt x="737" y="199"/>
                    <a:pt x="1394" y="199"/>
                  </a:cubicBezTo>
                  <a:close/>
                  <a:moveTo>
                    <a:pt x="1394" y="0"/>
                  </a:moveTo>
                  <a:cubicBezTo>
                    <a:pt x="627" y="0"/>
                    <a:pt x="0" y="627"/>
                    <a:pt x="0" y="1394"/>
                  </a:cubicBezTo>
                  <a:cubicBezTo>
                    <a:pt x="0" y="2170"/>
                    <a:pt x="627" y="2787"/>
                    <a:pt x="1394" y="2787"/>
                  </a:cubicBezTo>
                  <a:cubicBezTo>
                    <a:pt x="2160" y="2787"/>
                    <a:pt x="2787" y="2170"/>
                    <a:pt x="2787" y="1394"/>
                  </a:cubicBezTo>
                  <a:cubicBezTo>
                    <a:pt x="2787" y="627"/>
                    <a:pt x="2160"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 name="Google Shape;659;p50"/>
          <p:cNvSpPr/>
          <p:nvPr/>
        </p:nvSpPr>
        <p:spPr>
          <a:xfrm>
            <a:off x="3992161" y="3415483"/>
            <a:ext cx="474434" cy="422378"/>
          </a:xfrm>
          <a:custGeom>
            <a:avLst/>
            <a:gdLst/>
            <a:ahLst/>
            <a:cxnLst/>
            <a:rect l="l" t="t" r="r" b="b"/>
            <a:pathLst>
              <a:path w="6799" h="6053" extrusionOk="0">
                <a:moveTo>
                  <a:pt x="3405" y="200"/>
                </a:moveTo>
                <a:cubicBezTo>
                  <a:pt x="3484" y="200"/>
                  <a:pt x="3554" y="269"/>
                  <a:pt x="3554" y="349"/>
                </a:cubicBezTo>
                <a:lnTo>
                  <a:pt x="3554" y="468"/>
                </a:lnTo>
                <a:cubicBezTo>
                  <a:pt x="3504" y="448"/>
                  <a:pt x="3444" y="439"/>
                  <a:pt x="3405" y="439"/>
                </a:cubicBezTo>
                <a:cubicBezTo>
                  <a:pt x="3345" y="439"/>
                  <a:pt x="3295" y="448"/>
                  <a:pt x="3245" y="468"/>
                </a:cubicBezTo>
                <a:lnTo>
                  <a:pt x="3245" y="349"/>
                </a:lnTo>
                <a:cubicBezTo>
                  <a:pt x="3245" y="269"/>
                  <a:pt x="3315" y="200"/>
                  <a:pt x="3405" y="200"/>
                </a:cubicBezTo>
                <a:close/>
                <a:moveTo>
                  <a:pt x="5576" y="477"/>
                </a:moveTo>
                <a:cubicBezTo>
                  <a:pt x="5634" y="477"/>
                  <a:pt x="5675" y="515"/>
                  <a:pt x="5684" y="568"/>
                </a:cubicBezTo>
                <a:cubicBezTo>
                  <a:pt x="5704" y="638"/>
                  <a:pt x="5654" y="687"/>
                  <a:pt x="5595" y="698"/>
                </a:cubicBezTo>
                <a:lnTo>
                  <a:pt x="3922" y="986"/>
                </a:lnTo>
                <a:cubicBezTo>
                  <a:pt x="3922" y="917"/>
                  <a:pt x="3912" y="837"/>
                  <a:pt x="3882" y="767"/>
                </a:cubicBezTo>
                <a:lnTo>
                  <a:pt x="5555" y="479"/>
                </a:lnTo>
                <a:cubicBezTo>
                  <a:pt x="5562" y="478"/>
                  <a:pt x="5569" y="477"/>
                  <a:pt x="5576" y="477"/>
                </a:cubicBezTo>
                <a:close/>
                <a:moveTo>
                  <a:pt x="3405" y="638"/>
                </a:moveTo>
                <a:cubicBezTo>
                  <a:pt x="3573" y="638"/>
                  <a:pt x="3723" y="787"/>
                  <a:pt x="3723" y="966"/>
                </a:cubicBezTo>
                <a:cubicBezTo>
                  <a:pt x="3723" y="1136"/>
                  <a:pt x="3573" y="1285"/>
                  <a:pt x="3405" y="1285"/>
                </a:cubicBezTo>
                <a:cubicBezTo>
                  <a:pt x="3225" y="1285"/>
                  <a:pt x="3076" y="1145"/>
                  <a:pt x="3076" y="966"/>
                </a:cubicBezTo>
                <a:cubicBezTo>
                  <a:pt x="3076" y="787"/>
                  <a:pt x="3225" y="638"/>
                  <a:pt x="3405" y="638"/>
                </a:cubicBezTo>
                <a:close/>
                <a:moveTo>
                  <a:pt x="2877" y="937"/>
                </a:moveTo>
                <a:cubicBezTo>
                  <a:pt x="2877" y="1016"/>
                  <a:pt x="2887" y="1096"/>
                  <a:pt x="2917" y="1165"/>
                </a:cubicBezTo>
                <a:lnTo>
                  <a:pt x="1244" y="1444"/>
                </a:lnTo>
                <a:cubicBezTo>
                  <a:pt x="1237" y="1445"/>
                  <a:pt x="1230" y="1445"/>
                  <a:pt x="1223" y="1445"/>
                </a:cubicBezTo>
                <a:cubicBezTo>
                  <a:pt x="1165" y="1445"/>
                  <a:pt x="1124" y="1408"/>
                  <a:pt x="1115" y="1355"/>
                </a:cubicBezTo>
                <a:cubicBezTo>
                  <a:pt x="1095" y="1295"/>
                  <a:pt x="1145" y="1235"/>
                  <a:pt x="1204" y="1225"/>
                </a:cubicBezTo>
                <a:lnTo>
                  <a:pt x="2877" y="937"/>
                </a:lnTo>
                <a:close/>
                <a:moveTo>
                  <a:pt x="5485" y="926"/>
                </a:moveTo>
                <a:lnTo>
                  <a:pt x="6361" y="2877"/>
                </a:lnTo>
                <a:lnTo>
                  <a:pt x="4509" y="2877"/>
                </a:lnTo>
                <a:lnTo>
                  <a:pt x="5376" y="946"/>
                </a:lnTo>
                <a:lnTo>
                  <a:pt x="5485" y="926"/>
                </a:lnTo>
                <a:close/>
                <a:moveTo>
                  <a:pt x="6599" y="3076"/>
                </a:moveTo>
                <a:lnTo>
                  <a:pt x="6599" y="3335"/>
                </a:lnTo>
                <a:lnTo>
                  <a:pt x="4270" y="3335"/>
                </a:lnTo>
                <a:lnTo>
                  <a:pt x="4270" y="3076"/>
                </a:lnTo>
                <a:close/>
                <a:moveTo>
                  <a:pt x="1414" y="1623"/>
                </a:moveTo>
                <a:lnTo>
                  <a:pt x="2290" y="3574"/>
                </a:lnTo>
                <a:lnTo>
                  <a:pt x="438" y="3574"/>
                </a:lnTo>
                <a:lnTo>
                  <a:pt x="1304" y="1643"/>
                </a:lnTo>
                <a:lnTo>
                  <a:pt x="1414" y="1623"/>
                </a:lnTo>
                <a:close/>
                <a:moveTo>
                  <a:pt x="2529" y="3773"/>
                </a:moveTo>
                <a:lnTo>
                  <a:pt x="2529" y="4042"/>
                </a:lnTo>
                <a:lnTo>
                  <a:pt x="199" y="4042"/>
                </a:lnTo>
                <a:lnTo>
                  <a:pt x="199" y="3773"/>
                </a:lnTo>
                <a:close/>
                <a:moveTo>
                  <a:pt x="6431" y="3534"/>
                </a:moveTo>
                <a:cubicBezTo>
                  <a:pt x="6251" y="3912"/>
                  <a:pt x="5863" y="4162"/>
                  <a:pt x="5435" y="4162"/>
                </a:cubicBezTo>
                <a:cubicBezTo>
                  <a:pt x="5007" y="4162"/>
                  <a:pt x="4619" y="3912"/>
                  <a:pt x="4440" y="3534"/>
                </a:cubicBezTo>
                <a:close/>
                <a:moveTo>
                  <a:pt x="2359" y="4241"/>
                </a:moveTo>
                <a:cubicBezTo>
                  <a:pt x="2180" y="4609"/>
                  <a:pt x="1792" y="4858"/>
                  <a:pt x="1364" y="4858"/>
                </a:cubicBezTo>
                <a:cubicBezTo>
                  <a:pt x="936" y="4858"/>
                  <a:pt x="547" y="4609"/>
                  <a:pt x="368" y="4241"/>
                </a:cubicBezTo>
                <a:close/>
                <a:moveTo>
                  <a:pt x="3399" y="4997"/>
                </a:moveTo>
                <a:cubicBezTo>
                  <a:pt x="3638" y="4997"/>
                  <a:pt x="3877" y="5127"/>
                  <a:pt x="3992" y="5386"/>
                </a:cubicBezTo>
                <a:lnTo>
                  <a:pt x="2807" y="5386"/>
                </a:lnTo>
                <a:cubicBezTo>
                  <a:pt x="2922" y="5127"/>
                  <a:pt x="3161" y="4997"/>
                  <a:pt x="3399" y="4997"/>
                </a:cubicBezTo>
                <a:close/>
                <a:moveTo>
                  <a:pt x="3405" y="1"/>
                </a:moveTo>
                <a:cubicBezTo>
                  <a:pt x="3206" y="1"/>
                  <a:pt x="3046" y="160"/>
                  <a:pt x="3046" y="349"/>
                </a:cubicBezTo>
                <a:lnTo>
                  <a:pt x="3046" y="578"/>
                </a:lnTo>
                <a:cubicBezTo>
                  <a:pt x="3006" y="618"/>
                  <a:pt x="2967" y="667"/>
                  <a:pt x="2936" y="727"/>
                </a:cubicBezTo>
                <a:lnTo>
                  <a:pt x="1165" y="1026"/>
                </a:lnTo>
                <a:cubicBezTo>
                  <a:pt x="996" y="1056"/>
                  <a:pt x="886" y="1215"/>
                  <a:pt x="916" y="1384"/>
                </a:cubicBezTo>
                <a:cubicBezTo>
                  <a:pt x="936" y="1494"/>
                  <a:pt x="1005" y="1583"/>
                  <a:pt x="1095" y="1623"/>
                </a:cubicBezTo>
                <a:lnTo>
                  <a:pt x="219" y="3574"/>
                </a:lnTo>
                <a:lnTo>
                  <a:pt x="189" y="3574"/>
                </a:lnTo>
                <a:cubicBezTo>
                  <a:pt x="90" y="3574"/>
                  <a:pt x="0" y="3654"/>
                  <a:pt x="0" y="3764"/>
                </a:cubicBezTo>
                <a:lnTo>
                  <a:pt x="0" y="4052"/>
                </a:lnTo>
                <a:cubicBezTo>
                  <a:pt x="0" y="4142"/>
                  <a:pt x="60" y="4211"/>
                  <a:pt x="149" y="4231"/>
                </a:cubicBezTo>
                <a:cubicBezTo>
                  <a:pt x="348" y="4729"/>
                  <a:pt x="826" y="5058"/>
                  <a:pt x="1364" y="5058"/>
                </a:cubicBezTo>
                <a:cubicBezTo>
                  <a:pt x="1901" y="5058"/>
                  <a:pt x="2379" y="4729"/>
                  <a:pt x="2578" y="4231"/>
                </a:cubicBezTo>
                <a:cubicBezTo>
                  <a:pt x="2658" y="4211"/>
                  <a:pt x="2728" y="4142"/>
                  <a:pt x="2728" y="4052"/>
                </a:cubicBezTo>
                <a:lnTo>
                  <a:pt x="2728" y="3764"/>
                </a:lnTo>
                <a:cubicBezTo>
                  <a:pt x="2728" y="3654"/>
                  <a:pt x="2638" y="3574"/>
                  <a:pt x="2538" y="3574"/>
                </a:cubicBezTo>
                <a:lnTo>
                  <a:pt x="2509" y="3574"/>
                </a:lnTo>
                <a:lnTo>
                  <a:pt x="1613" y="1583"/>
                </a:lnTo>
                <a:lnTo>
                  <a:pt x="3046" y="1344"/>
                </a:lnTo>
                <a:lnTo>
                  <a:pt x="3046" y="4868"/>
                </a:lnTo>
                <a:cubicBezTo>
                  <a:pt x="2827" y="4978"/>
                  <a:pt x="2668" y="5157"/>
                  <a:pt x="2588" y="5386"/>
                </a:cubicBezTo>
                <a:lnTo>
                  <a:pt x="2230" y="5386"/>
                </a:lnTo>
                <a:cubicBezTo>
                  <a:pt x="2120" y="5386"/>
                  <a:pt x="2041" y="5465"/>
                  <a:pt x="2041" y="5575"/>
                </a:cubicBezTo>
                <a:lnTo>
                  <a:pt x="2041" y="5863"/>
                </a:lnTo>
                <a:cubicBezTo>
                  <a:pt x="2041" y="5963"/>
                  <a:pt x="2120" y="6053"/>
                  <a:pt x="2230" y="6053"/>
                </a:cubicBezTo>
                <a:lnTo>
                  <a:pt x="3166" y="6053"/>
                </a:lnTo>
                <a:cubicBezTo>
                  <a:pt x="3215" y="6053"/>
                  <a:pt x="3265" y="6003"/>
                  <a:pt x="3265" y="5953"/>
                </a:cubicBezTo>
                <a:cubicBezTo>
                  <a:pt x="3265" y="5894"/>
                  <a:pt x="3215" y="5854"/>
                  <a:pt x="3166" y="5854"/>
                </a:cubicBezTo>
                <a:lnTo>
                  <a:pt x="2240" y="5854"/>
                </a:lnTo>
                <a:lnTo>
                  <a:pt x="2240" y="5585"/>
                </a:lnTo>
                <a:lnTo>
                  <a:pt x="4559" y="5585"/>
                </a:lnTo>
                <a:lnTo>
                  <a:pt x="4559" y="5854"/>
                </a:lnTo>
                <a:lnTo>
                  <a:pt x="3624" y="5854"/>
                </a:lnTo>
                <a:cubicBezTo>
                  <a:pt x="3573" y="5854"/>
                  <a:pt x="3524" y="5894"/>
                  <a:pt x="3524" y="5953"/>
                </a:cubicBezTo>
                <a:cubicBezTo>
                  <a:pt x="3524" y="6003"/>
                  <a:pt x="3573" y="6053"/>
                  <a:pt x="3624" y="6053"/>
                </a:cubicBezTo>
                <a:lnTo>
                  <a:pt x="4579" y="6053"/>
                </a:lnTo>
                <a:cubicBezTo>
                  <a:pt x="4679" y="6053"/>
                  <a:pt x="4758" y="5963"/>
                  <a:pt x="4758" y="5863"/>
                </a:cubicBezTo>
                <a:lnTo>
                  <a:pt x="4758" y="5575"/>
                </a:lnTo>
                <a:cubicBezTo>
                  <a:pt x="4758" y="5465"/>
                  <a:pt x="4679" y="5386"/>
                  <a:pt x="4579" y="5386"/>
                </a:cubicBezTo>
                <a:lnTo>
                  <a:pt x="4211" y="5386"/>
                </a:lnTo>
                <a:cubicBezTo>
                  <a:pt x="4131" y="5157"/>
                  <a:pt x="3972" y="4978"/>
                  <a:pt x="3753" y="4868"/>
                </a:cubicBezTo>
                <a:lnTo>
                  <a:pt x="3753" y="3375"/>
                </a:lnTo>
                <a:cubicBezTo>
                  <a:pt x="3753" y="3315"/>
                  <a:pt x="3703" y="3275"/>
                  <a:pt x="3653" y="3275"/>
                </a:cubicBezTo>
                <a:cubicBezTo>
                  <a:pt x="3593" y="3275"/>
                  <a:pt x="3554" y="3315"/>
                  <a:pt x="3554" y="3375"/>
                </a:cubicBezTo>
                <a:lnTo>
                  <a:pt x="3554" y="4808"/>
                </a:lnTo>
                <a:cubicBezTo>
                  <a:pt x="3496" y="4803"/>
                  <a:pt x="3438" y="4797"/>
                  <a:pt x="3378" y="4797"/>
                </a:cubicBezTo>
                <a:cubicBezTo>
                  <a:pt x="3335" y="4797"/>
                  <a:pt x="3291" y="4800"/>
                  <a:pt x="3245" y="4808"/>
                </a:cubicBezTo>
                <a:lnTo>
                  <a:pt x="3245" y="1464"/>
                </a:lnTo>
                <a:cubicBezTo>
                  <a:pt x="3295" y="1479"/>
                  <a:pt x="3347" y="1486"/>
                  <a:pt x="3399" y="1486"/>
                </a:cubicBezTo>
                <a:cubicBezTo>
                  <a:pt x="3452" y="1486"/>
                  <a:pt x="3504" y="1479"/>
                  <a:pt x="3554" y="1464"/>
                </a:cubicBezTo>
                <a:lnTo>
                  <a:pt x="3554" y="2907"/>
                </a:lnTo>
                <a:cubicBezTo>
                  <a:pt x="3554" y="2967"/>
                  <a:pt x="3593" y="3007"/>
                  <a:pt x="3653" y="3007"/>
                </a:cubicBezTo>
                <a:cubicBezTo>
                  <a:pt x="3703" y="3007"/>
                  <a:pt x="3753" y="2967"/>
                  <a:pt x="3753" y="2907"/>
                </a:cubicBezTo>
                <a:lnTo>
                  <a:pt x="3753" y="1344"/>
                </a:lnTo>
                <a:cubicBezTo>
                  <a:pt x="3792" y="1304"/>
                  <a:pt x="3832" y="1255"/>
                  <a:pt x="3863" y="1205"/>
                </a:cubicBezTo>
                <a:lnTo>
                  <a:pt x="5146" y="986"/>
                </a:lnTo>
                <a:lnTo>
                  <a:pt x="5146" y="986"/>
                </a:lnTo>
                <a:lnTo>
                  <a:pt x="4290" y="2877"/>
                </a:lnTo>
                <a:lnTo>
                  <a:pt x="4261" y="2877"/>
                </a:lnTo>
                <a:cubicBezTo>
                  <a:pt x="4161" y="2877"/>
                  <a:pt x="4071" y="2957"/>
                  <a:pt x="4071" y="3056"/>
                </a:cubicBezTo>
                <a:lnTo>
                  <a:pt x="4071" y="3355"/>
                </a:lnTo>
                <a:cubicBezTo>
                  <a:pt x="4071" y="3445"/>
                  <a:pt x="4141" y="3514"/>
                  <a:pt x="4221" y="3534"/>
                </a:cubicBezTo>
                <a:cubicBezTo>
                  <a:pt x="4420" y="4032"/>
                  <a:pt x="4898" y="4361"/>
                  <a:pt x="5435" y="4361"/>
                </a:cubicBezTo>
                <a:cubicBezTo>
                  <a:pt x="5973" y="4361"/>
                  <a:pt x="6451" y="4032"/>
                  <a:pt x="6650" y="3534"/>
                </a:cubicBezTo>
                <a:cubicBezTo>
                  <a:pt x="6739" y="3514"/>
                  <a:pt x="6799" y="3445"/>
                  <a:pt x="6799" y="3355"/>
                </a:cubicBezTo>
                <a:lnTo>
                  <a:pt x="6799" y="3056"/>
                </a:lnTo>
                <a:cubicBezTo>
                  <a:pt x="6799" y="2957"/>
                  <a:pt x="6709" y="2877"/>
                  <a:pt x="6610" y="2877"/>
                </a:cubicBezTo>
                <a:lnTo>
                  <a:pt x="6580" y="2877"/>
                </a:lnTo>
                <a:lnTo>
                  <a:pt x="5684" y="886"/>
                </a:lnTo>
                <a:cubicBezTo>
                  <a:pt x="5823" y="837"/>
                  <a:pt x="5913" y="687"/>
                  <a:pt x="5883" y="538"/>
                </a:cubicBezTo>
                <a:cubicBezTo>
                  <a:pt x="5856" y="387"/>
                  <a:pt x="5726" y="275"/>
                  <a:pt x="5577" y="275"/>
                </a:cubicBezTo>
                <a:cubicBezTo>
                  <a:pt x="5560" y="275"/>
                  <a:pt x="5542" y="276"/>
                  <a:pt x="5524" y="280"/>
                </a:cubicBezTo>
                <a:lnTo>
                  <a:pt x="3753" y="588"/>
                </a:lnTo>
                <a:lnTo>
                  <a:pt x="3753" y="578"/>
                </a:lnTo>
                <a:lnTo>
                  <a:pt x="3753" y="349"/>
                </a:lnTo>
                <a:cubicBezTo>
                  <a:pt x="3753" y="160"/>
                  <a:pt x="3593" y="1"/>
                  <a:pt x="3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 name="Google Shape;660;p50"/>
          <p:cNvGrpSpPr/>
          <p:nvPr/>
        </p:nvGrpSpPr>
        <p:grpSpPr>
          <a:xfrm>
            <a:off x="4647110" y="3411994"/>
            <a:ext cx="473806" cy="429356"/>
            <a:chOff x="5316860" y="3411994"/>
            <a:chExt cx="473806" cy="429356"/>
          </a:xfrm>
        </p:grpSpPr>
        <p:sp>
          <p:nvSpPr>
            <p:cNvPr id="661" name="Google Shape;661;p50"/>
            <p:cNvSpPr/>
            <p:nvPr/>
          </p:nvSpPr>
          <p:spPr>
            <a:xfrm>
              <a:off x="5503729" y="3553297"/>
              <a:ext cx="101460" cy="152609"/>
            </a:xfrm>
            <a:custGeom>
              <a:avLst/>
              <a:gdLst/>
              <a:ahLst/>
              <a:cxnLst/>
              <a:rect l="l" t="t" r="r" b="b"/>
              <a:pathLst>
                <a:path w="1454" h="2187" extrusionOk="0">
                  <a:moveTo>
                    <a:pt x="727" y="1769"/>
                  </a:moveTo>
                  <a:cubicBezTo>
                    <a:pt x="777" y="1778"/>
                    <a:pt x="826" y="1818"/>
                    <a:pt x="826" y="1878"/>
                  </a:cubicBezTo>
                  <a:cubicBezTo>
                    <a:pt x="826" y="1937"/>
                    <a:pt x="777" y="1988"/>
                    <a:pt x="717" y="1988"/>
                  </a:cubicBezTo>
                  <a:cubicBezTo>
                    <a:pt x="658" y="1988"/>
                    <a:pt x="598" y="1928"/>
                    <a:pt x="607" y="1868"/>
                  </a:cubicBezTo>
                  <a:cubicBezTo>
                    <a:pt x="618" y="1808"/>
                    <a:pt x="667" y="1769"/>
                    <a:pt x="727" y="1769"/>
                  </a:cubicBezTo>
                  <a:close/>
                  <a:moveTo>
                    <a:pt x="481" y="0"/>
                  </a:moveTo>
                  <a:cubicBezTo>
                    <a:pt x="470" y="0"/>
                    <a:pt x="459" y="2"/>
                    <a:pt x="448" y="6"/>
                  </a:cubicBezTo>
                  <a:cubicBezTo>
                    <a:pt x="169" y="116"/>
                    <a:pt x="1" y="385"/>
                    <a:pt x="1" y="674"/>
                  </a:cubicBezTo>
                  <a:cubicBezTo>
                    <a:pt x="1" y="842"/>
                    <a:pt x="140" y="982"/>
                    <a:pt x="309" y="982"/>
                  </a:cubicBezTo>
                  <a:cubicBezTo>
                    <a:pt x="478" y="982"/>
                    <a:pt x="607" y="842"/>
                    <a:pt x="607" y="674"/>
                  </a:cubicBezTo>
                  <a:cubicBezTo>
                    <a:pt x="607" y="619"/>
                    <a:pt x="649" y="573"/>
                    <a:pt x="709" y="573"/>
                  </a:cubicBezTo>
                  <a:cubicBezTo>
                    <a:pt x="715" y="573"/>
                    <a:pt x="721" y="573"/>
                    <a:pt x="727" y="574"/>
                  </a:cubicBezTo>
                  <a:cubicBezTo>
                    <a:pt x="777" y="574"/>
                    <a:pt x="817" y="614"/>
                    <a:pt x="817" y="663"/>
                  </a:cubicBezTo>
                  <a:cubicBezTo>
                    <a:pt x="826" y="713"/>
                    <a:pt x="797" y="753"/>
                    <a:pt x="757" y="773"/>
                  </a:cubicBezTo>
                  <a:cubicBezTo>
                    <a:pt x="548" y="862"/>
                    <a:pt x="408" y="1072"/>
                    <a:pt x="408" y="1300"/>
                  </a:cubicBezTo>
                  <a:lnTo>
                    <a:pt x="408" y="1340"/>
                  </a:lnTo>
                  <a:cubicBezTo>
                    <a:pt x="408" y="1450"/>
                    <a:pt x="478" y="1559"/>
                    <a:pt x="568" y="1609"/>
                  </a:cubicBezTo>
                  <a:cubicBezTo>
                    <a:pt x="478" y="1659"/>
                    <a:pt x="419" y="1749"/>
                    <a:pt x="408" y="1848"/>
                  </a:cubicBezTo>
                  <a:cubicBezTo>
                    <a:pt x="388" y="2027"/>
                    <a:pt x="538" y="2187"/>
                    <a:pt x="717" y="2187"/>
                  </a:cubicBezTo>
                  <a:cubicBezTo>
                    <a:pt x="886" y="2187"/>
                    <a:pt x="1025" y="2047"/>
                    <a:pt x="1025" y="1878"/>
                  </a:cubicBezTo>
                  <a:cubicBezTo>
                    <a:pt x="1025" y="1758"/>
                    <a:pt x="956" y="1659"/>
                    <a:pt x="857" y="1609"/>
                  </a:cubicBezTo>
                  <a:cubicBezTo>
                    <a:pt x="956" y="1559"/>
                    <a:pt x="1025" y="1450"/>
                    <a:pt x="1025" y="1340"/>
                  </a:cubicBezTo>
                  <a:lnTo>
                    <a:pt x="1025" y="1320"/>
                  </a:lnTo>
                  <a:cubicBezTo>
                    <a:pt x="1284" y="1201"/>
                    <a:pt x="1454" y="922"/>
                    <a:pt x="1434" y="623"/>
                  </a:cubicBezTo>
                  <a:cubicBezTo>
                    <a:pt x="1414" y="355"/>
                    <a:pt x="1235" y="116"/>
                    <a:pt x="986" y="6"/>
                  </a:cubicBezTo>
                  <a:cubicBezTo>
                    <a:pt x="975" y="2"/>
                    <a:pt x="964" y="0"/>
                    <a:pt x="953" y="0"/>
                  </a:cubicBezTo>
                  <a:cubicBezTo>
                    <a:pt x="913" y="0"/>
                    <a:pt x="872" y="27"/>
                    <a:pt x="857" y="66"/>
                  </a:cubicBezTo>
                  <a:cubicBezTo>
                    <a:pt x="837" y="116"/>
                    <a:pt x="857" y="176"/>
                    <a:pt x="906" y="196"/>
                  </a:cubicBezTo>
                  <a:cubicBezTo>
                    <a:pt x="1096" y="265"/>
                    <a:pt x="1225" y="444"/>
                    <a:pt x="1235" y="643"/>
                  </a:cubicBezTo>
                  <a:cubicBezTo>
                    <a:pt x="1244" y="862"/>
                    <a:pt x="1115" y="1061"/>
                    <a:pt x="916" y="1151"/>
                  </a:cubicBezTo>
                  <a:cubicBezTo>
                    <a:pt x="857" y="1171"/>
                    <a:pt x="826" y="1231"/>
                    <a:pt x="826" y="1300"/>
                  </a:cubicBezTo>
                  <a:lnTo>
                    <a:pt x="826" y="1340"/>
                  </a:lnTo>
                  <a:cubicBezTo>
                    <a:pt x="826" y="1400"/>
                    <a:pt x="777" y="1450"/>
                    <a:pt x="717" y="1450"/>
                  </a:cubicBezTo>
                  <a:cubicBezTo>
                    <a:pt x="658" y="1450"/>
                    <a:pt x="607" y="1400"/>
                    <a:pt x="607" y="1340"/>
                  </a:cubicBezTo>
                  <a:lnTo>
                    <a:pt x="607" y="1300"/>
                  </a:lnTo>
                  <a:cubicBezTo>
                    <a:pt x="607" y="1151"/>
                    <a:pt x="697" y="1012"/>
                    <a:pt x="837" y="952"/>
                  </a:cubicBezTo>
                  <a:cubicBezTo>
                    <a:pt x="956" y="902"/>
                    <a:pt x="1025" y="783"/>
                    <a:pt x="1016" y="654"/>
                  </a:cubicBezTo>
                  <a:cubicBezTo>
                    <a:pt x="1006" y="504"/>
                    <a:pt x="886" y="375"/>
                    <a:pt x="737" y="375"/>
                  </a:cubicBezTo>
                  <a:cubicBezTo>
                    <a:pt x="726" y="374"/>
                    <a:pt x="714" y="373"/>
                    <a:pt x="703" y="373"/>
                  </a:cubicBezTo>
                  <a:cubicBezTo>
                    <a:pt x="539" y="373"/>
                    <a:pt x="408" y="506"/>
                    <a:pt x="408" y="674"/>
                  </a:cubicBezTo>
                  <a:cubicBezTo>
                    <a:pt x="408" y="733"/>
                    <a:pt x="359" y="783"/>
                    <a:pt x="309" y="783"/>
                  </a:cubicBezTo>
                  <a:cubicBezTo>
                    <a:pt x="249" y="783"/>
                    <a:pt x="200" y="733"/>
                    <a:pt x="200" y="674"/>
                  </a:cubicBezTo>
                  <a:cubicBezTo>
                    <a:pt x="200" y="464"/>
                    <a:pt x="329" y="275"/>
                    <a:pt x="518" y="196"/>
                  </a:cubicBezTo>
                  <a:cubicBezTo>
                    <a:pt x="568" y="176"/>
                    <a:pt x="598" y="116"/>
                    <a:pt x="578" y="66"/>
                  </a:cubicBezTo>
                  <a:cubicBezTo>
                    <a:pt x="562" y="27"/>
                    <a:pt x="522" y="0"/>
                    <a:pt x="4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0"/>
            <p:cNvSpPr/>
            <p:nvPr/>
          </p:nvSpPr>
          <p:spPr>
            <a:xfrm>
              <a:off x="5316860" y="3411994"/>
              <a:ext cx="473806" cy="429356"/>
            </a:xfrm>
            <a:custGeom>
              <a:avLst/>
              <a:gdLst/>
              <a:ahLst/>
              <a:cxnLst/>
              <a:rect l="l" t="t" r="r" b="b"/>
              <a:pathLst>
                <a:path w="6790" h="6153" extrusionOk="0">
                  <a:moveTo>
                    <a:pt x="2668" y="200"/>
                  </a:moveTo>
                  <a:cubicBezTo>
                    <a:pt x="3017" y="200"/>
                    <a:pt x="3296" y="479"/>
                    <a:pt x="3296" y="827"/>
                  </a:cubicBezTo>
                  <a:lnTo>
                    <a:pt x="3296" y="1464"/>
                  </a:lnTo>
                  <a:cubicBezTo>
                    <a:pt x="2449" y="1514"/>
                    <a:pt x="1772" y="2221"/>
                    <a:pt x="1772" y="3077"/>
                  </a:cubicBezTo>
                  <a:cubicBezTo>
                    <a:pt x="1772" y="3933"/>
                    <a:pt x="2449" y="4639"/>
                    <a:pt x="3296" y="4689"/>
                  </a:cubicBezTo>
                  <a:lnTo>
                    <a:pt x="3296" y="5327"/>
                  </a:lnTo>
                  <a:cubicBezTo>
                    <a:pt x="3296" y="5675"/>
                    <a:pt x="3017" y="5953"/>
                    <a:pt x="2668" y="5953"/>
                  </a:cubicBezTo>
                  <a:cubicBezTo>
                    <a:pt x="2261" y="5953"/>
                    <a:pt x="1902" y="5535"/>
                    <a:pt x="2111" y="5108"/>
                  </a:cubicBezTo>
                  <a:cubicBezTo>
                    <a:pt x="2141" y="5057"/>
                    <a:pt x="2121" y="4998"/>
                    <a:pt x="2071" y="4978"/>
                  </a:cubicBezTo>
                  <a:cubicBezTo>
                    <a:pt x="2055" y="4968"/>
                    <a:pt x="2038" y="4964"/>
                    <a:pt x="2022" y="4964"/>
                  </a:cubicBezTo>
                  <a:cubicBezTo>
                    <a:pt x="1987" y="4964"/>
                    <a:pt x="1952" y="4984"/>
                    <a:pt x="1932" y="5018"/>
                  </a:cubicBezTo>
                  <a:cubicBezTo>
                    <a:pt x="1872" y="5157"/>
                    <a:pt x="1852" y="5296"/>
                    <a:pt x="1852" y="5386"/>
                  </a:cubicBezTo>
                  <a:cubicBezTo>
                    <a:pt x="1842" y="5387"/>
                    <a:pt x="1833" y="5387"/>
                    <a:pt x="1823" y="5387"/>
                  </a:cubicBezTo>
                  <a:cubicBezTo>
                    <a:pt x="1555" y="5387"/>
                    <a:pt x="1308" y="5260"/>
                    <a:pt x="1135" y="5057"/>
                  </a:cubicBezTo>
                  <a:cubicBezTo>
                    <a:pt x="956" y="4838"/>
                    <a:pt x="887" y="4560"/>
                    <a:pt x="936" y="4291"/>
                  </a:cubicBezTo>
                  <a:lnTo>
                    <a:pt x="936" y="4291"/>
                  </a:lnTo>
                  <a:cubicBezTo>
                    <a:pt x="1082" y="4333"/>
                    <a:pt x="1233" y="4347"/>
                    <a:pt x="1351" y="4347"/>
                  </a:cubicBezTo>
                  <a:cubicBezTo>
                    <a:pt x="1459" y="4347"/>
                    <a:pt x="1540" y="4335"/>
                    <a:pt x="1564" y="4321"/>
                  </a:cubicBezTo>
                  <a:cubicBezTo>
                    <a:pt x="1663" y="4431"/>
                    <a:pt x="1803" y="4510"/>
                    <a:pt x="1912" y="4530"/>
                  </a:cubicBezTo>
                  <a:cubicBezTo>
                    <a:pt x="1918" y="4531"/>
                    <a:pt x="1924" y="4532"/>
                    <a:pt x="1930" y="4532"/>
                  </a:cubicBezTo>
                  <a:cubicBezTo>
                    <a:pt x="1974" y="4532"/>
                    <a:pt x="2014" y="4503"/>
                    <a:pt x="2031" y="4451"/>
                  </a:cubicBezTo>
                  <a:cubicBezTo>
                    <a:pt x="2042" y="4400"/>
                    <a:pt x="2002" y="4351"/>
                    <a:pt x="1952" y="4331"/>
                  </a:cubicBezTo>
                  <a:cubicBezTo>
                    <a:pt x="1952" y="4331"/>
                    <a:pt x="1852" y="4311"/>
                    <a:pt x="1763" y="4241"/>
                  </a:cubicBezTo>
                  <a:cubicBezTo>
                    <a:pt x="1643" y="4142"/>
                    <a:pt x="1584" y="4002"/>
                    <a:pt x="1593" y="3814"/>
                  </a:cubicBezTo>
                  <a:cubicBezTo>
                    <a:pt x="1593" y="3754"/>
                    <a:pt x="1553" y="3704"/>
                    <a:pt x="1494" y="3704"/>
                  </a:cubicBezTo>
                  <a:cubicBezTo>
                    <a:pt x="1444" y="3704"/>
                    <a:pt x="1394" y="3743"/>
                    <a:pt x="1394" y="3803"/>
                  </a:cubicBezTo>
                  <a:cubicBezTo>
                    <a:pt x="1394" y="3943"/>
                    <a:pt x="1414" y="4052"/>
                    <a:pt x="1454" y="4142"/>
                  </a:cubicBezTo>
                  <a:cubicBezTo>
                    <a:pt x="1415" y="4145"/>
                    <a:pt x="1375" y="4147"/>
                    <a:pt x="1337" y="4147"/>
                  </a:cubicBezTo>
                  <a:cubicBezTo>
                    <a:pt x="728" y="4147"/>
                    <a:pt x="200" y="3713"/>
                    <a:pt x="200" y="3077"/>
                  </a:cubicBezTo>
                  <a:cubicBezTo>
                    <a:pt x="200" y="2449"/>
                    <a:pt x="720" y="2006"/>
                    <a:pt x="1337" y="2006"/>
                  </a:cubicBezTo>
                  <a:cubicBezTo>
                    <a:pt x="1376" y="2006"/>
                    <a:pt x="1415" y="2008"/>
                    <a:pt x="1454" y="2011"/>
                  </a:cubicBezTo>
                  <a:cubicBezTo>
                    <a:pt x="1414" y="2101"/>
                    <a:pt x="1394" y="2211"/>
                    <a:pt x="1394" y="2350"/>
                  </a:cubicBezTo>
                  <a:cubicBezTo>
                    <a:pt x="1394" y="2410"/>
                    <a:pt x="1444" y="2449"/>
                    <a:pt x="1494" y="2449"/>
                  </a:cubicBezTo>
                  <a:cubicBezTo>
                    <a:pt x="1553" y="2449"/>
                    <a:pt x="1593" y="2400"/>
                    <a:pt x="1593" y="2350"/>
                  </a:cubicBezTo>
                  <a:cubicBezTo>
                    <a:pt x="1573" y="1902"/>
                    <a:pt x="1932" y="1823"/>
                    <a:pt x="1952" y="1823"/>
                  </a:cubicBezTo>
                  <a:cubicBezTo>
                    <a:pt x="2002" y="1812"/>
                    <a:pt x="2042" y="1753"/>
                    <a:pt x="2031" y="1703"/>
                  </a:cubicBezTo>
                  <a:cubicBezTo>
                    <a:pt x="2014" y="1651"/>
                    <a:pt x="1974" y="1622"/>
                    <a:pt x="1931" y="1622"/>
                  </a:cubicBezTo>
                  <a:cubicBezTo>
                    <a:pt x="1925" y="1622"/>
                    <a:pt x="1918" y="1622"/>
                    <a:pt x="1912" y="1624"/>
                  </a:cubicBezTo>
                  <a:cubicBezTo>
                    <a:pt x="1803" y="1644"/>
                    <a:pt x="1663" y="1713"/>
                    <a:pt x="1564" y="1832"/>
                  </a:cubicBezTo>
                  <a:cubicBezTo>
                    <a:pt x="1545" y="1818"/>
                    <a:pt x="1467" y="1806"/>
                    <a:pt x="1360" y="1806"/>
                  </a:cubicBezTo>
                  <a:cubicBezTo>
                    <a:pt x="1242" y="1806"/>
                    <a:pt x="1088" y="1821"/>
                    <a:pt x="936" y="1863"/>
                  </a:cubicBezTo>
                  <a:cubicBezTo>
                    <a:pt x="828" y="1300"/>
                    <a:pt x="1257" y="767"/>
                    <a:pt x="1835" y="767"/>
                  </a:cubicBezTo>
                  <a:cubicBezTo>
                    <a:pt x="1841" y="767"/>
                    <a:pt x="1846" y="767"/>
                    <a:pt x="1852" y="768"/>
                  </a:cubicBezTo>
                  <a:cubicBezTo>
                    <a:pt x="1852" y="857"/>
                    <a:pt x="1872" y="996"/>
                    <a:pt x="1932" y="1135"/>
                  </a:cubicBezTo>
                  <a:cubicBezTo>
                    <a:pt x="1952" y="1169"/>
                    <a:pt x="1986" y="1190"/>
                    <a:pt x="2021" y="1190"/>
                  </a:cubicBezTo>
                  <a:cubicBezTo>
                    <a:pt x="2038" y="1190"/>
                    <a:pt x="2055" y="1185"/>
                    <a:pt x="2071" y="1175"/>
                  </a:cubicBezTo>
                  <a:cubicBezTo>
                    <a:pt x="2121" y="1155"/>
                    <a:pt x="2141" y="1096"/>
                    <a:pt x="2111" y="1046"/>
                  </a:cubicBezTo>
                  <a:cubicBezTo>
                    <a:pt x="2042" y="887"/>
                    <a:pt x="2051" y="717"/>
                    <a:pt x="2051" y="688"/>
                  </a:cubicBezTo>
                  <a:cubicBezTo>
                    <a:pt x="2121" y="409"/>
                    <a:pt x="2370" y="200"/>
                    <a:pt x="2668" y="200"/>
                  </a:cubicBezTo>
                  <a:close/>
                  <a:moveTo>
                    <a:pt x="4121" y="200"/>
                  </a:moveTo>
                  <a:cubicBezTo>
                    <a:pt x="4530" y="200"/>
                    <a:pt x="4878" y="618"/>
                    <a:pt x="4679" y="1046"/>
                  </a:cubicBezTo>
                  <a:cubicBezTo>
                    <a:pt x="4649" y="1096"/>
                    <a:pt x="4669" y="1155"/>
                    <a:pt x="4719" y="1175"/>
                  </a:cubicBezTo>
                  <a:cubicBezTo>
                    <a:pt x="4735" y="1185"/>
                    <a:pt x="4752" y="1190"/>
                    <a:pt x="4769" y="1190"/>
                  </a:cubicBezTo>
                  <a:cubicBezTo>
                    <a:pt x="4804" y="1190"/>
                    <a:pt x="4838" y="1169"/>
                    <a:pt x="4858" y="1135"/>
                  </a:cubicBezTo>
                  <a:cubicBezTo>
                    <a:pt x="4918" y="996"/>
                    <a:pt x="4938" y="857"/>
                    <a:pt x="4938" y="768"/>
                  </a:cubicBezTo>
                  <a:cubicBezTo>
                    <a:pt x="4943" y="767"/>
                    <a:pt x="4949" y="767"/>
                    <a:pt x="4954" y="767"/>
                  </a:cubicBezTo>
                  <a:cubicBezTo>
                    <a:pt x="5524" y="767"/>
                    <a:pt x="5962" y="1291"/>
                    <a:pt x="5844" y="1863"/>
                  </a:cubicBezTo>
                  <a:cubicBezTo>
                    <a:pt x="5753" y="1832"/>
                    <a:pt x="5611" y="1802"/>
                    <a:pt x="5435" y="1802"/>
                  </a:cubicBezTo>
                  <a:cubicBezTo>
                    <a:pt x="5379" y="1802"/>
                    <a:pt x="5319" y="1805"/>
                    <a:pt x="5256" y="1812"/>
                  </a:cubicBezTo>
                  <a:cubicBezTo>
                    <a:pt x="5247" y="1823"/>
                    <a:pt x="5236" y="1823"/>
                    <a:pt x="5227" y="1832"/>
                  </a:cubicBezTo>
                  <a:lnTo>
                    <a:pt x="5147" y="1753"/>
                  </a:lnTo>
                  <a:cubicBezTo>
                    <a:pt x="5017" y="1653"/>
                    <a:pt x="4888" y="1624"/>
                    <a:pt x="4878" y="1624"/>
                  </a:cubicBezTo>
                  <a:cubicBezTo>
                    <a:pt x="4872" y="1622"/>
                    <a:pt x="4865" y="1622"/>
                    <a:pt x="4858" y="1622"/>
                  </a:cubicBezTo>
                  <a:cubicBezTo>
                    <a:pt x="4814" y="1622"/>
                    <a:pt x="4768" y="1651"/>
                    <a:pt x="4759" y="1703"/>
                  </a:cubicBezTo>
                  <a:cubicBezTo>
                    <a:pt x="4749" y="1753"/>
                    <a:pt x="4789" y="1812"/>
                    <a:pt x="4838" y="1823"/>
                  </a:cubicBezTo>
                  <a:cubicBezTo>
                    <a:pt x="4838" y="1823"/>
                    <a:pt x="4928" y="1843"/>
                    <a:pt x="5017" y="1912"/>
                  </a:cubicBezTo>
                  <a:cubicBezTo>
                    <a:pt x="5147" y="2011"/>
                    <a:pt x="5197" y="2161"/>
                    <a:pt x="5197" y="2350"/>
                  </a:cubicBezTo>
                  <a:cubicBezTo>
                    <a:pt x="5187" y="2400"/>
                    <a:pt x="5236" y="2449"/>
                    <a:pt x="5287" y="2449"/>
                  </a:cubicBezTo>
                  <a:lnTo>
                    <a:pt x="5296" y="2449"/>
                  </a:lnTo>
                  <a:cubicBezTo>
                    <a:pt x="5346" y="2449"/>
                    <a:pt x="5386" y="2410"/>
                    <a:pt x="5396" y="2350"/>
                  </a:cubicBezTo>
                  <a:cubicBezTo>
                    <a:pt x="5396" y="2211"/>
                    <a:pt x="5376" y="2101"/>
                    <a:pt x="5336" y="2011"/>
                  </a:cubicBezTo>
                  <a:cubicBezTo>
                    <a:pt x="5375" y="2008"/>
                    <a:pt x="5414" y="2006"/>
                    <a:pt x="5453" y="2006"/>
                  </a:cubicBezTo>
                  <a:cubicBezTo>
                    <a:pt x="6062" y="2006"/>
                    <a:pt x="6590" y="2440"/>
                    <a:pt x="6590" y="3077"/>
                  </a:cubicBezTo>
                  <a:cubicBezTo>
                    <a:pt x="6590" y="3524"/>
                    <a:pt x="6311" y="3923"/>
                    <a:pt x="5884" y="4072"/>
                  </a:cubicBezTo>
                  <a:cubicBezTo>
                    <a:pt x="5875" y="4072"/>
                    <a:pt x="5701" y="4147"/>
                    <a:pt x="5454" y="4147"/>
                  </a:cubicBezTo>
                  <a:cubicBezTo>
                    <a:pt x="5416" y="4147"/>
                    <a:pt x="5377" y="4146"/>
                    <a:pt x="5336" y="4142"/>
                  </a:cubicBezTo>
                  <a:cubicBezTo>
                    <a:pt x="5376" y="4052"/>
                    <a:pt x="5396" y="3943"/>
                    <a:pt x="5396" y="3803"/>
                  </a:cubicBezTo>
                  <a:cubicBezTo>
                    <a:pt x="5386" y="3743"/>
                    <a:pt x="5346" y="3704"/>
                    <a:pt x="5287" y="3704"/>
                  </a:cubicBezTo>
                  <a:cubicBezTo>
                    <a:pt x="5236" y="3704"/>
                    <a:pt x="5187" y="3754"/>
                    <a:pt x="5197" y="3814"/>
                  </a:cubicBezTo>
                  <a:cubicBezTo>
                    <a:pt x="5207" y="4251"/>
                    <a:pt x="4858" y="4331"/>
                    <a:pt x="4838" y="4331"/>
                  </a:cubicBezTo>
                  <a:cubicBezTo>
                    <a:pt x="4789" y="4351"/>
                    <a:pt x="4749" y="4400"/>
                    <a:pt x="4759" y="4451"/>
                  </a:cubicBezTo>
                  <a:cubicBezTo>
                    <a:pt x="4768" y="4503"/>
                    <a:pt x="4815" y="4532"/>
                    <a:pt x="4859" y="4532"/>
                  </a:cubicBezTo>
                  <a:cubicBezTo>
                    <a:pt x="4866" y="4532"/>
                    <a:pt x="4872" y="4531"/>
                    <a:pt x="4878" y="4530"/>
                  </a:cubicBezTo>
                  <a:cubicBezTo>
                    <a:pt x="4978" y="4510"/>
                    <a:pt x="5117" y="4440"/>
                    <a:pt x="5227" y="4321"/>
                  </a:cubicBezTo>
                  <a:cubicBezTo>
                    <a:pt x="5246" y="4335"/>
                    <a:pt x="5322" y="4347"/>
                    <a:pt x="5427" y="4347"/>
                  </a:cubicBezTo>
                  <a:cubicBezTo>
                    <a:pt x="5542" y="4347"/>
                    <a:pt x="5693" y="4333"/>
                    <a:pt x="5844" y="4291"/>
                  </a:cubicBezTo>
                  <a:lnTo>
                    <a:pt x="5844" y="4291"/>
                  </a:lnTo>
                  <a:cubicBezTo>
                    <a:pt x="5962" y="4853"/>
                    <a:pt x="5523" y="5386"/>
                    <a:pt x="4953" y="5386"/>
                  </a:cubicBezTo>
                  <a:cubicBezTo>
                    <a:pt x="4948" y="5386"/>
                    <a:pt x="4943" y="5386"/>
                    <a:pt x="4938" y="5386"/>
                  </a:cubicBezTo>
                  <a:cubicBezTo>
                    <a:pt x="4938" y="5296"/>
                    <a:pt x="4918" y="5157"/>
                    <a:pt x="4858" y="5018"/>
                  </a:cubicBezTo>
                  <a:cubicBezTo>
                    <a:pt x="4838" y="4984"/>
                    <a:pt x="4804" y="4964"/>
                    <a:pt x="4768" y="4964"/>
                  </a:cubicBezTo>
                  <a:cubicBezTo>
                    <a:pt x="4752" y="4964"/>
                    <a:pt x="4735" y="4968"/>
                    <a:pt x="4719" y="4978"/>
                  </a:cubicBezTo>
                  <a:cubicBezTo>
                    <a:pt x="4669" y="4998"/>
                    <a:pt x="4649" y="5057"/>
                    <a:pt x="4679" y="5108"/>
                  </a:cubicBezTo>
                  <a:cubicBezTo>
                    <a:pt x="4878" y="5535"/>
                    <a:pt x="4530" y="5953"/>
                    <a:pt x="4121" y="5953"/>
                  </a:cubicBezTo>
                  <a:cubicBezTo>
                    <a:pt x="3774" y="5953"/>
                    <a:pt x="3495" y="5675"/>
                    <a:pt x="3495" y="5327"/>
                  </a:cubicBezTo>
                  <a:lnTo>
                    <a:pt x="3495" y="4689"/>
                  </a:lnTo>
                  <a:cubicBezTo>
                    <a:pt x="3843" y="4670"/>
                    <a:pt x="4181" y="4530"/>
                    <a:pt x="4450" y="4301"/>
                  </a:cubicBezTo>
                  <a:cubicBezTo>
                    <a:pt x="4739" y="4052"/>
                    <a:pt x="4938" y="3704"/>
                    <a:pt x="4997" y="3325"/>
                  </a:cubicBezTo>
                  <a:cubicBezTo>
                    <a:pt x="4997" y="3266"/>
                    <a:pt x="4968" y="3216"/>
                    <a:pt x="4908" y="3206"/>
                  </a:cubicBezTo>
                  <a:cubicBezTo>
                    <a:pt x="4858" y="3206"/>
                    <a:pt x="4809" y="3236"/>
                    <a:pt x="4798" y="3296"/>
                  </a:cubicBezTo>
                  <a:cubicBezTo>
                    <a:pt x="4689" y="3982"/>
                    <a:pt x="4092" y="4500"/>
                    <a:pt x="3395" y="4500"/>
                  </a:cubicBezTo>
                  <a:cubicBezTo>
                    <a:pt x="2608" y="4500"/>
                    <a:pt x="1971" y="3863"/>
                    <a:pt x="1971" y="3077"/>
                  </a:cubicBezTo>
                  <a:cubicBezTo>
                    <a:pt x="1971" y="2290"/>
                    <a:pt x="2608" y="1653"/>
                    <a:pt x="3395" y="1653"/>
                  </a:cubicBezTo>
                  <a:cubicBezTo>
                    <a:pt x="4092" y="1653"/>
                    <a:pt x="4689" y="2171"/>
                    <a:pt x="4798" y="2858"/>
                  </a:cubicBezTo>
                  <a:cubicBezTo>
                    <a:pt x="4809" y="2918"/>
                    <a:pt x="4858" y="2947"/>
                    <a:pt x="4908" y="2947"/>
                  </a:cubicBezTo>
                  <a:cubicBezTo>
                    <a:pt x="4968" y="2938"/>
                    <a:pt x="4997" y="2887"/>
                    <a:pt x="4997" y="2828"/>
                  </a:cubicBezTo>
                  <a:cubicBezTo>
                    <a:pt x="4938" y="2449"/>
                    <a:pt x="4739" y="2101"/>
                    <a:pt x="4450" y="1852"/>
                  </a:cubicBezTo>
                  <a:cubicBezTo>
                    <a:pt x="4181" y="1624"/>
                    <a:pt x="3843" y="1484"/>
                    <a:pt x="3495" y="1464"/>
                  </a:cubicBezTo>
                  <a:lnTo>
                    <a:pt x="3495" y="827"/>
                  </a:lnTo>
                  <a:cubicBezTo>
                    <a:pt x="3495" y="479"/>
                    <a:pt x="3774" y="200"/>
                    <a:pt x="4121" y="200"/>
                  </a:cubicBezTo>
                  <a:close/>
                  <a:moveTo>
                    <a:pt x="2668" y="1"/>
                  </a:moveTo>
                  <a:cubicBezTo>
                    <a:pt x="2310" y="1"/>
                    <a:pt x="1991" y="230"/>
                    <a:pt x="1882" y="568"/>
                  </a:cubicBezTo>
                  <a:cubicBezTo>
                    <a:pt x="1866" y="568"/>
                    <a:pt x="1850" y="568"/>
                    <a:pt x="1835" y="568"/>
                  </a:cubicBezTo>
                  <a:cubicBezTo>
                    <a:pt x="1122" y="568"/>
                    <a:pt x="592" y="1231"/>
                    <a:pt x="748" y="1932"/>
                  </a:cubicBezTo>
                  <a:cubicBezTo>
                    <a:pt x="299" y="2121"/>
                    <a:pt x="1" y="2579"/>
                    <a:pt x="1" y="3077"/>
                  </a:cubicBezTo>
                  <a:cubicBezTo>
                    <a:pt x="1" y="3575"/>
                    <a:pt x="299" y="4032"/>
                    <a:pt x="748" y="4221"/>
                  </a:cubicBezTo>
                  <a:cubicBezTo>
                    <a:pt x="677" y="4560"/>
                    <a:pt x="757" y="4908"/>
                    <a:pt x="976" y="5177"/>
                  </a:cubicBezTo>
                  <a:cubicBezTo>
                    <a:pt x="1198" y="5447"/>
                    <a:pt x="1512" y="5586"/>
                    <a:pt x="1849" y="5586"/>
                  </a:cubicBezTo>
                  <a:cubicBezTo>
                    <a:pt x="1860" y="5586"/>
                    <a:pt x="1871" y="5586"/>
                    <a:pt x="1882" y="5585"/>
                  </a:cubicBezTo>
                  <a:cubicBezTo>
                    <a:pt x="1991" y="5924"/>
                    <a:pt x="2310" y="6152"/>
                    <a:pt x="2668" y="6152"/>
                  </a:cubicBezTo>
                  <a:cubicBezTo>
                    <a:pt x="2977" y="6152"/>
                    <a:pt x="3256" y="5973"/>
                    <a:pt x="3395" y="5725"/>
                  </a:cubicBezTo>
                  <a:cubicBezTo>
                    <a:pt x="3535" y="5973"/>
                    <a:pt x="3803" y="6152"/>
                    <a:pt x="4121" y="6152"/>
                  </a:cubicBezTo>
                  <a:cubicBezTo>
                    <a:pt x="4480" y="6152"/>
                    <a:pt x="4798" y="5924"/>
                    <a:pt x="4908" y="5585"/>
                  </a:cubicBezTo>
                  <a:cubicBezTo>
                    <a:pt x="4924" y="5586"/>
                    <a:pt x="4939" y="5586"/>
                    <a:pt x="4954" y="5586"/>
                  </a:cubicBezTo>
                  <a:cubicBezTo>
                    <a:pt x="5658" y="5586"/>
                    <a:pt x="6199" y="4923"/>
                    <a:pt x="6033" y="4221"/>
                  </a:cubicBezTo>
                  <a:cubicBezTo>
                    <a:pt x="6491" y="4032"/>
                    <a:pt x="6789" y="3575"/>
                    <a:pt x="6789" y="3077"/>
                  </a:cubicBezTo>
                  <a:cubicBezTo>
                    <a:pt x="6789" y="2579"/>
                    <a:pt x="6491" y="2121"/>
                    <a:pt x="6033" y="1932"/>
                  </a:cubicBezTo>
                  <a:cubicBezTo>
                    <a:pt x="6199" y="1231"/>
                    <a:pt x="5659" y="568"/>
                    <a:pt x="4955" y="568"/>
                  </a:cubicBezTo>
                  <a:cubicBezTo>
                    <a:pt x="4940" y="568"/>
                    <a:pt x="4924" y="568"/>
                    <a:pt x="4908" y="568"/>
                  </a:cubicBezTo>
                  <a:cubicBezTo>
                    <a:pt x="4798" y="230"/>
                    <a:pt x="4480" y="1"/>
                    <a:pt x="4121" y="1"/>
                  </a:cubicBezTo>
                  <a:cubicBezTo>
                    <a:pt x="3803" y="1"/>
                    <a:pt x="3535" y="180"/>
                    <a:pt x="3395" y="439"/>
                  </a:cubicBezTo>
                  <a:cubicBezTo>
                    <a:pt x="3256" y="180"/>
                    <a:pt x="2977" y="1"/>
                    <a:pt x="2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 name="Google Shape;663;p50"/>
          <p:cNvGrpSpPr/>
          <p:nvPr/>
        </p:nvGrpSpPr>
        <p:grpSpPr>
          <a:xfrm>
            <a:off x="5301430" y="3411994"/>
            <a:ext cx="474502" cy="429356"/>
            <a:chOff x="5971180" y="3411994"/>
            <a:chExt cx="474502" cy="429356"/>
          </a:xfrm>
        </p:grpSpPr>
        <p:sp>
          <p:nvSpPr>
            <p:cNvPr id="664" name="Google Shape;664;p50"/>
            <p:cNvSpPr/>
            <p:nvPr/>
          </p:nvSpPr>
          <p:spPr>
            <a:xfrm>
              <a:off x="6219804" y="3414088"/>
              <a:ext cx="225878" cy="425170"/>
            </a:xfrm>
            <a:custGeom>
              <a:avLst/>
              <a:gdLst/>
              <a:ahLst/>
              <a:cxnLst/>
              <a:rect l="l" t="t" r="r" b="b"/>
              <a:pathLst>
                <a:path w="3237" h="6093" extrusionOk="0">
                  <a:moveTo>
                    <a:pt x="100" y="1"/>
                  </a:moveTo>
                  <a:cubicBezTo>
                    <a:pt x="51" y="1"/>
                    <a:pt x="1" y="50"/>
                    <a:pt x="1" y="101"/>
                  </a:cubicBezTo>
                  <a:cubicBezTo>
                    <a:pt x="1" y="160"/>
                    <a:pt x="51" y="200"/>
                    <a:pt x="100" y="200"/>
                  </a:cubicBezTo>
                  <a:lnTo>
                    <a:pt x="538" y="200"/>
                  </a:lnTo>
                  <a:cubicBezTo>
                    <a:pt x="558" y="200"/>
                    <a:pt x="578" y="220"/>
                    <a:pt x="578" y="249"/>
                  </a:cubicBezTo>
                  <a:lnTo>
                    <a:pt x="578" y="687"/>
                  </a:lnTo>
                  <a:cubicBezTo>
                    <a:pt x="578" y="797"/>
                    <a:pt x="658" y="897"/>
                    <a:pt x="757" y="926"/>
                  </a:cubicBezTo>
                  <a:cubicBezTo>
                    <a:pt x="947" y="976"/>
                    <a:pt x="1116" y="1046"/>
                    <a:pt x="1275" y="1136"/>
                  </a:cubicBezTo>
                  <a:cubicBezTo>
                    <a:pt x="1315" y="1160"/>
                    <a:pt x="1359" y="1171"/>
                    <a:pt x="1402" y="1171"/>
                  </a:cubicBezTo>
                  <a:cubicBezTo>
                    <a:pt x="1465" y="1171"/>
                    <a:pt x="1526" y="1147"/>
                    <a:pt x="1573" y="1105"/>
                  </a:cubicBezTo>
                  <a:lnTo>
                    <a:pt x="1882" y="787"/>
                  </a:lnTo>
                  <a:cubicBezTo>
                    <a:pt x="1902" y="777"/>
                    <a:pt x="1912" y="767"/>
                    <a:pt x="1922" y="767"/>
                  </a:cubicBezTo>
                  <a:cubicBezTo>
                    <a:pt x="1922" y="767"/>
                    <a:pt x="1942" y="777"/>
                    <a:pt x="1952" y="787"/>
                  </a:cubicBezTo>
                  <a:lnTo>
                    <a:pt x="2449" y="1285"/>
                  </a:lnTo>
                  <a:cubicBezTo>
                    <a:pt x="2460" y="1295"/>
                    <a:pt x="2460" y="1305"/>
                    <a:pt x="2460" y="1315"/>
                  </a:cubicBezTo>
                  <a:cubicBezTo>
                    <a:pt x="2460" y="1324"/>
                    <a:pt x="2460" y="1335"/>
                    <a:pt x="2449" y="1344"/>
                  </a:cubicBezTo>
                  <a:lnTo>
                    <a:pt x="2131" y="1663"/>
                  </a:lnTo>
                  <a:cubicBezTo>
                    <a:pt x="2051" y="1743"/>
                    <a:pt x="2042" y="1862"/>
                    <a:pt x="2091" y="1952"/>
                  </a:cubicBezTo>
                  <a:cubicBezTo>
                    <a:pt x="2181" y="2121"/>
                    <a:pt x="2261" y="2290"/>
                    <a:pt x="2310" y="2470"/>
                  </a:cubicBezTo>
                  <a:cubicBezTo>
                    <a:pt x="2330" y="2579"/>
                    <a:pt x="2429" y="2649"/>
                    <a:pt x="2539" y="2649"/>
                  </a:cubicBezTo>
                  <a:lnTo>
                    <a:pt x="2987" y="2649"/>
                  </a:lnTo>
                  <a:cubicBezTo>
                    <a:pt x="3017" y="2649"/>
                    <a:pt x="3037" y="2669"/>
                    <a:pt x="3037" y="2698"/>
                  </a:cubicBezTo>
                  <a:lnTo>
                    <a:pt x="3037" y="3405"/>
                  </a:lnTo>
                  <a:cubicBezTo>
                    <a:pt x="3037" y="3425"/>
                    <a:pt x="3017" y="3445"/>
                    <a:pt x="2987" y="3445"/>
                  </a:cubicBezTo>
                  <a:lnTo>
                    <a:pt x="2539" y="3445"/>
                  </a:lnTo>
                  <a:cubicBezTo>
                    <a:pt x="2429" y="3445"/>
                    <a:pt x="2330" y="3514"/>
                    <a:pt x="2310" y="3624"/>
                  </a:cubicBezTo>
                  <a:cubicBezTo>
                    <a:pt x="2261" y="3803"/>
                    <a:pt x="2181" y="3972"/>
                    <a:pt x="2091" y="4142"/>
                  </a:cubicBezTo>
                  <a:cubicBezTo>
                    <a:pt x="2042" y="4231"/>
                    <a:pt x="2051" y="4350"/>
                    <a:pt x="2131" y="4430"/>
                  </a:cubicBezTo>
                  <a:lnTo>
                    <a:pt x="2449" y="4749"/>
                  </a:lnTo>
                  <a:cubicBezTo>
                    <a:pt x="2460" y="4759"/>
                    <a:pt x="2460" y="4769"/>
                    <a:pt x="2460" y="4779"/>
                  </a:cubicBezTo>
                  <a:cubicBezTo>
                    <a:pt x="2460" y="4788"/>
                    <a:pt x="2460" y="4799"/>
                    <a:pt x="2449" y="4808"/>
                  </a:cubicBezTo>
                  <a:lnTo>
                    <a:pt x="1952" y="5306"/>
                  </a:lnTo>
                  <a:cubicBezTo>
                    <a:pt x="1942" y="5316"/>
                    <a:pt x="1922" y="5326"/>
                    <a:pt x="1922" y="5326"/>
                  </a:cubicBezTo>
                  <a:cubicBezTo>
                    <a:pt x="1912" y="5326"/>
                    <a:pt x="1902" y="5316"/>
                    <a:pt x="1882" y="5306"/>
                  </a:cubicBezTo>
                  <a:lnTo>
                    <a:pt x="1573" y="4998"/>
                  </a:lnTo>
                  <a:cubicBezTo>
                    <a:pt x="1525" y="4950"/>
                    <a:pt x="1462" y="4923"/>
                    <a:pt x="1398" y="4923"/>
                  </a:cubicBezTo>
                  <a:cubicBezTo>
                    <a:pt x="1356" y="4923"/>
                    <a:pt x="1314" y="4935"/>
                    <a:pt x="1275" y="4958"/>
                  </a:cubicBezTo>
                  <a:cubicBezTo>
                    <a:pt x="1116" y="5047"/>
                    <a:pt x="947" y="5117"/>
                    <a:pt x="757" y="5167"/>
                  </a:cubicBezTo>
                  <a:cubicBezTo>
                    <a:pt x="658" y="5197"/>
                    <a:pt x="578" y="5297"/>
                    <a:pt x="578" y="5406"/>
                  </a:cubicBezTo>
                  <a:lnTo>
                    <a:pt x="578" y="5854"/>
                  </a:lnTo>
                  <a:cubicBezTo>
                    <a:pt x="578" y="5874"/>
                    <a:pt x="558" y="5894"/>
                    <a:pt x="538" y="5894"/>
                  </a:cubicBezTo>
                  <a:lnTo>
                    <a:pt x="100" y="5894"/>
                  </a:lnTo>
                  <a:cubicBezTo>
                    <a:pt x="51" y="5894"/>
                    <a:pt x="1" y="5934"/>
                    <a:pt x="1" y="5993"/>
                  </a:cubicBezTo>
                  <a:cubicBezTo>
                    <a:pt x="1" y="6053"/>
                    <a:pt x="51" y="6093"/>
                    <a:pt x="100" y="6093"/>
                  </a:cubicBezTo>
                  <a:lnTo>
                    <a:pt x="538" y="6093"/>
                  </a:lnTo>
                  <a:cubicBezTo>
                    <a:pt x="678" y="6093"/>
                    <a:pt x="777" y="5983"/>
                    <a:pt x="777" y="5854"/>
                  </a:cubicBezTo>
                  <a:lnTo>
                    <a:pt x="777" y="5406"/>
                  </a:lnTo>
                  <a:cubicBezTo>
                    <a:pt x="777" y="5386"/>
                    <a:pt x="797" y="5366"/>
                    <a:pt x="817" y="5356"/>
                  </a:cubicBezTo>
                  <a:cubicBezTo>
                    <a:pt x="1006" y="5306"/>
                    <a:pt x="1195" y="5226"/>
                    <a:pt x="1374" y="5127"/>
                  </a:cubicBezTo>
                  <a:cubicBezTo>
                    <a:pt x="1382" y="5123"/>
                    <a:pt x="1391" y="5121"/>
                    <a:pt x="1398" y="5121"/>
                  </a:cubicBezTo>
                  <a:cubicBezTo>
                    <a:pt x="1409" y="5121"/>
                    <a:pt x="1418" y="5125"/>
                    <a:pt x="1424" y="5137"/>
                  </a:cubicBezTo>
                  <a:lnTo>
                    <a:pt x="1743" y="5445"/>
                  </a:lnTo>
                  <a:cubicBezTo>
                    <a:pt x="1792" y="5496"/>
                    <a:pt x="1852" y="5525"/>
                    <a:pt x="1922" y="5525"/>
                  </a:cubicBezTo>
                  <a:cubicBezTo>
                    <a:pt x="1982" y="5525"/>
                    <a:pt x="2042" y="5496"/>
                    <a:pt x="2091" y="5445"/>
                  </a:cubicBezTo>
                  <a:lnTo>
                    <a:pt x="2589" y="4948"/>
                  </a:lnTo>
                  <a:cubicBezTo>
                    <a:pt x="2639" y="4908"/>
                    <a:pt x="2659" y="4848"/>
                    <a:pt x="2659" y="4779"/>
                  </a:cubicBezTo>
                  <a:cubicBezTo>
                    <a:pt x="2659" y="4709"/>
                    <a:pt x="2639" y="4649"/>
                    <a:pt x="2589" y="4609"/>
                  </a:cubicBezTo>
                  <a:lnTo>
                    <a:pt x="2270" y="4291"/>
                  </a:lnTo>
                  <a:cubicBezTo>
                    <a:pt x="2261" y="4281"/>
                    <a:pt x="2250" y="4251"/>
                    <a:pt x="2261" y="4241"/>
                  </a:cubicBezTo>
                  <a:cubicBezTo>
                    <a:pt x="2370" y="4062"/>
                    <a:pt x="2449" y="3873"/>
                    <a:pt x="2500" y="3674"/>
                  </a:cubicBezTo>
                  <a:cubicBezTo>
                    <a:pt x="2500" y="3654"/>
                    <a:pt x="2519" y="3644"/>
                    <a:pt x="2539" y="3644"/>
                  </a:cubicBezTo>
                  <a:lnTo>
                    <a:pt x="2987" y="3644"/>
                  </a:lnTo>
                  <a:cubicBezTo>
                    <a:pt x="3126" y="3644"/>
                    <a:pt x="3236" y="3534"/>
                    <a:pt x="3236" y="3405"/>
                  </a:cubicBezTo>
                  <a:lnTo>
                    <a:pt x="3236" y="2698"/>
                  </a:lnTo>
                  <a:cubicBezTo>
                    <a:pt x="3236" y="2559"/>
                    <a:pt x="3126" y="2450"/>
                    <a:pt x="2987" y="2450"/>
                  </a:cubicBezTo>
                  <a:lnTo>
                    <a:pt x="2539" y="2450"/>
                  </a:lnTo>
                  <a:cubicBezTo>
                    <a:pt x="2519" y="2450"/>
                    <a:pt x="2500" y="2439"/>
                    <a:pt x="2500" y="2419"/>
                  </a:cubicBezTo>
                  <a:cubicBezTo>
                    <a:pt x="2449" y="2220"/>
                    <a:pt x="2370" y="2032"/>
                    <a:pt x="2261" y="1852"/>
                  </a:cubicBezTo>
                  <a:cubicBezTo>
                    <a:pt x="2250" y="1842"/>
                    <a:pt x="2261" y="1822"/>
                    <a:pt x="2270" y="1802"/>
                  </a:cubicBezTo>
                  <a:lnTo>
                    <a:pt x="2589" y="1484"/>
                  </a:lnTo>
                  <a:cubicBezTo>
                    <a:pt x="2639" y="1444"/>
                    <a:pt x="2659" y="1384"/>
                    <a:pt x="2659" y="1315"/>
                  </a:cubicBezTo>
                  <a:cubicBezTo>
                    <a:pt x="2659" y="1255"/>
                    <a:pt x="2639" y="1185"/>
                    <a:pt x="2589" y="1145"/>
                  </a:cubicBezTo>
                  <a:lnTo>
                    <a:pt x="2091" y="648"/>
                  </a:lnTo>
                  <a:cubicBezTo>
                    <a:pt x="2042" y="598"/>
                    <a:pt x="1982" y="568"/>
                    <a:pt x="1922" y="568"/>
                  </a:cubicBezTo>
                  <a:cubicBezTo>
                    <a:pt x="1852" y="568"/>
                    <a:pt x="1792" y="598"/>
                    <a:pt x="1743" y="648"/>
                  </a:cubicBezTo>
                  <a:lnTo>
                    <a:pt x="1424" y="957"/>
                  </a:lnTo>
                  <a:cubicBezTo>
                    <a:pt x="1418" y="968"/>
                    <a:pt x="1409" y="973"/>
                    <a:pt x="1399" y="973"/>
                  </a:cubicBezTo>
                  <a:cubicBezTo>
                    <a:pt x="1391" y="973"/>
                    <a:pt x="1383" y="970"/>
                    <a:pt x="1374" y="966"/>
                  </a:cubicBezTo>
                  <a:cubicBezTo>
                    <a:pt x="1195" y="867"/>
                    <a:pt x="1006" y="787"/>
                    <a:pt x="817" y="738"/>
                  </a:cubicBezTo>
                  <a:cubicBezTo>
                    <a:pt x="797" y="727"/>
                    <a:pt x="777" y="707"/>
                    <a:pt x="777" y="687"/>
                  </a:cubicBezTo>
                  <a:lnTo>
                    <a:pt x="777" y="249"/>
                  </a:lnTo>
                  <a:cubicBezTo>
                    <a:pt x="777" y="110"/>
                    <a:pt x="678" y="1"/>
                    <a:pt x="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0"/>
            <p:cNvSpPr/>
            <p:nvPr/>
          </p:nvSpPr>
          <p:spPr>
            <a:xfrm>
              <a:off x="6232295" y="3518966"/>
              <a:ext cx="106414" cy="215132"/>
            </a:xfrm>
            <a:custGeom>
              <a:avLst/>
              <a:gdLst/>
              <a:ahLst/>
              <a:cxnLst/>
              <a:rect l="l" t="t" r="r" b="b"/>
              <a:pathLst>
                <a:path w="1525" h="3083" extrusionOk="0">
                  <a:moveTo>
                    <a:pt x="399" y="1"/>
                  </a:moveTo>
                  <a:cubicBezTo>
                    <a:pt x="330" y="1"/>
                    <a:pt x="280" y="51"/>
                    <a:pt x="270" y="120"/>
                  </a:cubicBezTo>
                  <a:lnTo>
                    <a:pt x="11" y="1852"/>
                  </a:lnTo>
                  <a:cubicBezTo>
                    <a:pt x="1" y="1892"/>
                    <a:pt x="11" y="1932"/>
                    <a:pt x="41" y="1962"/>
                  </a:cubicBezTo>
                  <a:cubicBezTo>
                    <a:pt x="61" y="1991"/>
                    <a:pt x="100" y="2002"/>
                    <a:pt x="140" y="2002"/>
                  </a:cubicBezTo>
                  <a:lnTo>
                    <a:pt x="668" y="2002"/>
                  </a:lnTo>
                  <a:lnTo>
                    <a:pt x="499" y="2927"/>
                  </a:lnTo>
                  <a:cubicBezTo>
                    <a:pt x="479" y="2997"/>
                    <a:pt x="518" y="3057"/>
                    <a:pt x="578" y="3077"/>
                  </a:cubicBezTo>
                  <a:cubicBezTo>
                    <a:pt x="593" y="3081"/>
                    <a:pt x="607" y="3083"/>
                    <a:pt x="621" y="3083"/>
                  </a:cubicBezTo>
                  <a:cubicBezTo>
                    <a:pt x="675" y="3083"/>
                    <a:pt x="722" y="3054"/>
                    <a:pt x="737" y="3007"/>
                  </a:cubicBezTo>
                  <a:lnTo>
                    <a:pt x="1504" y="1394"/>
                  </a:lnTo>
                  <a:cubicBezTo>
                    <a:pt x="1524" y="1354"/>
                    <a:pt x="1524" y="1305"/>
                    <a:pt x="1494" y="1265"/>
                  </a:cubicBezTo>
                  <a:cubicBezTo>
                    <a:pt x="1474" y="1235"/>
                    <a:pt x="1434" y="1205"/>
                    <a:pt x="1385" y="1205"/>
                  </a:cubicBezTo>
                  <a:lnTo>
                    <a:pt x="877" y="1205"/>
                  </a:lnTo>
                  <a:lnTo>
                    <a:pt x="947" y="956"/>
                  </a:lnTo>
                  <a:cubicBezTo>
                    <a:pt x="967" y="907"/>
                    <a:pt x="927" y="847"/>
                    <a:pt x="877" y="837"/>
                  </a:cubicBezTo>
                  <a:cubicBezTo>
                    <a:pt x="867" y="833"/>
                    <a:pt x="856" y="831"/>
                    <a:pt x="845" y="831"/>
                  </a:cubicBezTo>
                  <a:cubicBezTo>
                    <a:pt x="805" y="831"/>
                    <a:pt x="766" y="860"/>
                    <a:pt x="757" y="907"/>
                  </a:cubicBezTo>
                  <a:lnTo>
                    <a:pt x="658" y="1245"/>
                  </a:lnTo>
                  <a:cubicBezTo>
                    <a:pt x="648" y="1285"/>
                    <a:pt x="658" y="1325"/>
                    <a:pt x="688" y="1354"/>
                  </a:cubicBezTo>
                  <a:cubicBezTo>
                    <a:pt x="708" y="1385"/>
                    <a:pt x="748" y="1405"/>
                    <a:pt x="788" y="1405"/>
                  </a:cubicBezTo>
                  <a:lnTo>
                    <a:pt x="1285" y="1405"/>
                  </a:lnTo>
                  <a:lnTo>
                    <a:pt x="788" y="2460"/>
                  </a:lnTo>
                  <a:lnTo>
                    <a:pt x="877" y="1952"/>
                  </a:lnTo>
                  <a:cubicBezTo>
                    <a:pt x="887" y="1922"/>
                    <a:pt x="867" y="1882"/>
                    <a:pt x="847" y="1852"/>
                  </a:cubicBezTo>
                  <a:cubicBezTo>
                    <a:pt x="817" y="1823"/>
                    <a:pt x="788" y="1803"/>
                    <a:pt x="748" y="1803"/>
                  </a:cubicBezTo>
                  <a:lnTo>
                    <a:pt x="210" y="1803"/>
                  </a:lnTo>
                  <a:lnTo>
                    <a:pt x="459" y="200"/>
                  </a:lnTo>
                  <a:lnTo>
                    <a:pt x="947" y="200"/>
                  </a:lnTo>
                  <a:lnTo>
                    <a:pt x="877" y="459"/>
                  </a:lnTo>
                  <a:cubicBezTo>
                    <a:pt x="867" y="509"/>
                    <a:pt x="897" y="558"/>
                    <a:pt x="947" y="578"/>
                  </a:cubicBezTo>
                  <a:cubicBezTo>
                    <a:pt x="953" y="579"/>
                    <a:pt x="960" y="580"/>
                    <a:pt x="967" y="580"/>
                  </a:cubicBezTo>
                  <a:cubicBezTo>
                    <a:pt x="1011" y="580"/>
                    <a:pt x="1057" y="552"/>
                    <a:pt x="1066" y="509"/>
                  </a:cubicBezTo>
                  <a:lnTo>
                    <a:pt x="1166" y="170"/>
                  </a:lnTo>
                  <a:cubicBezTo>
                    <a:pt x="1175" y="130"/>
                    <a:pt x="1166" y="91"/>
                    <a:pt x="1136" y="60"/>
                  </a:cubicBezTo>
                  <a:cubicBezTo>
                    <a:pt x="1116" y="21"/>
                    <a:pt x="1076"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0"/>
            <p:cNvSpPr/>
            <p:nvPr/>
          </p:nvSpPr>
          <p:spPr>
            <a:xfrm>
              <a:off x="5971180" y="3411994"/>
              <a:ext cx="243881" cy="429356"/>
            </a:xfrm>
            <a:custGeom>
              <a:avLst/>
              <a:gdLst/>
              <a:ahLst/>
              <a:cxnLst/>
              <a:rect l="l" t="t" r="r" b="b"/>
              <a:pathLst>
                <a:path w="3495" h="6153" extrusionOk="0">
                  <a:moveTo>
                    <a:pt x="2668" y="1"/>
                  </a:moveTo>
                  <a:cubicBezTo>
                    <a:pt x="2309" y="1"/>
                    <a:pt x="1991" y="230"/>
                    <a:pt x="1882" y="568"/>
                  </a:cubicBezTo>
                  <a:cubicBezTo>
                    <a:pt x="1866" y="568"/>
                    <a:pt x="1851" y="568"/>
                    <a:pt x="1835" y="568"/>
                  </a:cubicBezTo>
                  <a:cubicBezTo>
                    <a:pt x="1131" y="568"/>
                    <a:pt x="591" y="1231"/>
                    <a:pt x="757" y="1932"/>
                  </a:cubicBezTo>
                  <a:cubicBezTo>
                    <a:pt x="299" y="2121"/>
                    <a:pt x="0" y="2579"/>
                    <a:pt x="0" y="3077"/>
                  </a:cubicBezTo>
                  <a:cubicBezTo>
                    <a:pt x="0" y="3575"/>
                    <a:pt x="299" y="4032"/>
                    <a:pt x="757" y="4221"/>
                  </a:cubicBezTo>
                  <a:cubicBezTo>
                    <a:pt x="591" y="4923"/>
                    <a:pt x="1131" y="5586"/>
                    <a:pt x="1836" y="5586"/>
                  </a:cubicBezTo>
                  <a:cubicBezTo>
                    <a:pt x="1851" y="5586"/>
                    <a:pt x="1867" y="5586"/>
                    <a:pt x="1882" y="5585"/>
                  </a:cubicBezTo>
                  <a:cubicBezTo>
                    <a:pt x="1991" y="5924"/>
                    <a:pt x="2309" y="6152"/>
                    <a:pt x="2668" y="6152"/>
                  </a:cubicBezTo>
                  <a:cubicBezTo>
                    <a:pt x="3126" y="6152"/>
                    <a:pt x="3494" y="5784"/>
                    <a:pt x="3494" y="5327"/>
                  </a:cubicBezTo>
                  <a:lnTo>
                    <a:pt x="3494" y="3305"/>
                  </a:lnTo>
                  <a:cubicBezTo>
                    <a:pt x="3494" y="3256"/>
                    <a:pt x="3455" y="3206"/>
                    <a:pt x="3395" y="3206"/>
                  </a:cubicBezTo>
                  <a:cubicBezTo>
                    <a:pt x="3345" y="3206"/>
                    <a:pt x="3295" y="3256"/>
                    <a:pt x="3295" y="3305"/>
                  </a:cubicBezTo>
                  <a:lnTo>
                    <a:pt x="3295" y="5327"/>
                  </a:lnTo>
                  <a:cubicBezTo>
                    <a:pt x="3295" y="5675"/>
                    <a:pt x="3017" y="5953"/>
                    <a:pt x="2668" y="5953"/>
                  </a:cubicBezTo>
                  <a:cubicBezTo>
                    <a:pt x="2380" y="5953"/>
                    <a:pt x="2121" y="5745"/>
                    <a:pt x="2061" y="5466"/>
                  </a:cubicBezTo>
                  <a:cubicBezTo>
                    <a:pt x="2051" y="5436"/>
                    <a:pt x="2041" y="5267"/>
                    <a:pt x="2121" y="5108"/>
                  </a:cubicBezTo>
                  <a:cubicBezTo>
                    <a:pt x="2141" y="5057"/>
                    <a:pt x="2121" y="4998"/>
                    <a:pt x="2071" y="4978"/>
                  </a:cubicBezTo>
                  <a:cubicBezTo>
                    <a:pt x="2055" y="4968"/>
                    <a:pt x="2038" y="4964"/>
                    <a:pt x="2022" y="4964"/>
                  </a:cubicBezTo>
                  <a:cubicBezTo>
                    <a:pt x="1987" y="4964"/>
                    <a:pt x="1955" y="4984"/>
                    <a:pt x="1942" y="5018"/>
                  </a:cubicBezTo>
                  <a:cubicBezTo>
                    <a:pt x="1872" y="5157"/>
                    <a:pt x="1852" y="5296"/>
                    <a:pt x="1852" y="5386"/>
                  </a:cubicBezTo>
                  <a:cubicBezTo>
                    <a:pt x="1847" y="5386"/>
                    <a:pt x="1841" y="5386"/>
                    <a:pt x="1836" y="5386"/>
                  </a:cubicBezTo>
                  <a:cubicBezTo>
                    <a:pt x="1266" y="5386"/>
                    <a:pt x="828" y="4853"/>
                    <a:pt x="946" y="4291"/>
                  </a:cubicBezTo>
                  <a:lnTo>
                    <a:pt x="946" y="4291"/>
                  </a:lnTo>
                  <a:cubicBezTo>
                    <a:pt x="1090" y="4336"/>
                    <a:pt x="1235" y="4351"/>
                    <a:pt x="1348" y="4351"/>
                  </a:cubicBezTo>
                  <a:cubicBezTo>
                    <a:pt x="1461" y="4351"/>
                    <a:pt x="1543" y="4336"/>
                    <a:pt x="1563" y="4321"/>
                  </a:cubicBezTo>
                  <a:cubicBezTo>
                    <a:pt x="1692" y="4470"/>
                    <a:pt x="1872" y="4530"/>
                    <a:pt x="1931" y="4530"/>
                  </a:cubicBezTo>
                  <a:cubicBezTo>
                    <a:pt x="1981" y="4530"/>
                    <a:pt x="2021" y="4500"/>
                    <a:pt x="2031" y="4451"/>
                  </a:cubicBezTo>
                  <a:cubicBezTo>
                    <a:pt x="2041" y="4400"/>
                    <a:pt x="2001" y="4351"/>
                    <a:pt x="1951" y="4331"/>
                  </a:cubicBezTo>
                  <a:cubicBezTo>
                    <a:pt x="1951" y="4331"/>
                    <a:pt x="1862" y="4311"/>
                    <a:pt x="1772" y="4241"/>
                  </a:cubicBezTo>
                  <a:cubicBezTo>
                    <a:pt x="1643" y="4142"/>
                    <a:pt x="1593" y="4002"/>
                    <a:pt x="1593" y="3814"/>
                  </a:cubicBezTo>
                  <a:cubicBezTo>
                    <a:pt x="1603" y="3754"/>
                    <a:pt x="1553" y="3704"/>
                    <a:pt x="1504" y="3704"/>
                  </a:cubicBezTo>
                  <a:cubicBezTo>
                    <a:pt x="1444" y="3704"/>
                    <a:pt x="1404" y="3743"/>
                    <a:pt x="1394" y="3803"/>
                  </a:cubicBezTo>
                  <a:cubicBezTo>
                    <a:pt x="1394" y="3943"/>
                    <a:pt x="1414" y="4052"/>
                    <a:pt x="1453" y="4142"/>
                  </a:cubicBezTo>
                  <a:cubicBezTo>
                    <a:pt x="1414" y="4145"/>
                    <a:pt x="1375" y="4147"/>
                    <a:pt x="1336" y="4147"/>
                  </a:cubicBezTo>
                  <a:cubicBezTo>
                    <a:pt x="727" y="4147"/>
                    <a:pt x="199" y="3713"/>
                    <a:pt x="199" y="3077"/>
                  </a:cubicBezTo>
                  <a:cubicBezTo>
                    <a:pt x="199" y="2449"/>
                    <a:pt x="720" y="2006"/>
                    <a:pt x="1337" y="2006"/>
                  </a:cubicBezTo>
                  <a:cubicBezTo>
                    <a:pt x="1375" y="2006"/>
                    <a:pt x="1414" y="2008"/>
                    <a:pt x="1453" y="2011"/>
                  </a:cubicBezTo>
                  <a:cubicBezTo>
                    <a:pt x="1414" y="2101"/>
                    <a:pt x="1394" y="2211"/>
                    <a:pt x="1394" y="2350"/>
                  </a:cubicBezTo>
                  <a:cubicBezTo>
                    <a:pt x="1404" y="2410"/>
                    <a:pt x="1444" y="2449"/>
                    <a:pt x="1493" y="2449"/>
                  </a:cubicBezTo>
                  <a:lnTo>
                    <a:pt x="1504" y="2449"/>
                  </a:lnTo>
                  <a:cubicBezTo>
                    <a:pt x="1553" y="2449"/>
                    <a:pt x="1603" y="2400"/>
                    <a:pt x="1593" y="2350"/>
                  </a:cubicBezTo>
                  <a:cubicBezTo>
                    <a:pt x="1583" y="1902"/>
                    <a:pt x="1931" y="1823"/>
                    <a:pt x="1951" y="1823"/>
                  </a:cubicBezTo>
                  <a:cubicBezTo>
                    <a:pt x="2001" y="1812"/>
                    <a:pt x="2041" y="1753"/>
                    <a:pt x="2031" y="1703"/>
                  </a:cubicBezTo>
                  <a:cubicBezTo>
                    <a:pt x="2022" y="1651"/>
                    <a:pt x="1976" y="1622"/>
                    <a:pt x="1931" y="1622"/>
                  </a:cubicBezTo>
                  <a:cubicBezTo>
                    <a:pt x="1925" y="1622"/>
                    <a:pt x="1918" y="1622"/>
                    <a:pt x="1911" y="1624"/>
                  </a:cubicBezTo>
                  <a:cubicBezTo>
                    <a:pt x="1902" y="1624"/>
                    <a:pt x="1772" y="1653"/>
                    <a:pt x="1643" y="1753"/>
                  </a:cubicBezTo>
                  <a:lnTo>
                    <a:pt x="1563" y="1832"/>
                  </a:lnTo>
                  <a:cubicBezTo>
                    <a:pt x="1544" y="1818"/>
                    <a:pt x="1469" y="1806"/>
                    <a:pt x="1364" y="1806"/>
                  </a:cubicBezTo>
                  <a:cubicBezTo>
                    <a:pt x="1249" y="1806"/>
                    <a:pt x="1097" y="1821"/>
                    <a:pt x="946" y="1863"/>
                  </a:cubicBezTo>
                  <a:cubicBezTo>
                    <a:pt x="828" y="1300"/>
                    <a:pt x="1266" y="767"/>
                    <a:pt x="1835" y="767"/>
                  </a:cubicBezTo>
                  <a:cubicBezTo>
                    <a:pt x="1841" y="767"/>
                    <a:pt x="1846" y="767"/>
                    <a:pt x="1852" y="768"/>
                  </a:cubicBezTo>
                  <a:cubicBezTo>
                    <a:pt x="1852" y="857"/>
                    <a:pt x="1872" y="996"/>
                    <a:pt x="1942" y="1135"/>
                  </a:cubicBezTo>
                  <a:cubicBezTo>
                    <a:pt x="1955" y="1169"/>
                    <a:pt x="1987" y="1190"/>
                    <a:pt x="2021" y="1190"/>
                  </a:cubicBezTo>
                  <a:cubicBezTo>
                    <a:pt x="2038" y="1190"/>
                    <a:pt x="2055" y="1185"/>
                    <a:pt x="2071" y="1175"/>
                  </a:cubicBezTo>
                  <a:cubicBezTo>
                    <a:pt x="2121" y="1155"/>
                    <a:pt x="2141" y="1096"/>
                    <a:pt x="2121" y="1046"/>
                  </a:cubicBezTo>
                  <a:cubicBezTo>
                    <a:pt x="2041" y="887"/>
                    <a:pt x="2051" y="717"/>
                    <a:pt x="2061" y="688"/>
                  </a:cubicBezTo>
                  <a:cubicBezTo>
                    <a:pt x="2121" y="409"/>
                    <a:pt x="2380" y="200"/>
                    <a:pt x="2668" y="200"/>
                  </a:cubicBezTo>
                  <a:cubicBezTo>
                    <a:pt x="3017" y="200"/>
                    <a:pt x="3295" y="479"/>
                    <a:pt x="3295" y="827"/>
                  </a:cubicBezTo>
                  <a:lnTo>
                    <a:pt x="3295" y="2848"/>
                  </a:lnTo>
                  <a:cubicBezTo>
                    <a:pt x="3295" y="2898"/>
                    <a:pt x="3345" y="2947"/>
                    <a:pt x="3395" y="2947"/>
                  </a:cubicBezTo>
                  <a:cubicBezTo>
                    <a:pt x="3455" y="2947"/>
                    <a:pt x="3494" y="2898"/>
                    <a:pt x="3494" y="2848"/>
                  </a:cubicBezTo>
                  <a:lnTo>
                    <a:pt x="3494" y="827"/>
                  </a:lnTo>
                  <a:cubicBezTo>
                    <a:pt x="3494" y="369"/>
                    <a:pt x="3126" y="1"/>
                    <a:pt x="2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 name="Google Shape;667;p50"/>
          <p:cNvGrpSpPr/>
          <p:nvPr/>
        </p:nvGrpSpPr>
        <p:grpSpPr>
          <a:xfrm>
            <a:off x="5955681" y="3391898"/>
            <a:ext cx="475132" cy="469615"/>
            <a:chOff x="6625431" y="3391898"/>
            <a:chExt cx="475132" cy="469615"/>
          </a:xfrm>
        </p:grpSpPr>
        <p:sp>
          <p:nvSpPr>
            <p:cNvPr id="668" name="Google Shape;668;p50"/>
            <p:cNvSpPr/>
            <p:nvPr/>
          </p:nvSpPr>
          <p:spPr>
            <a:xfrm>
              <a:off x="6958209" y="3391898"/>
              <a:ext cx="13956" cy="31261"/>
            </a:xfrm>
            <a:custGeom>
              <a:avLst/>
              <a:gdLst/>
              <a:ahLst/>
              <a:cxnLst/>
              <a:rect l="l" t="t" r="r" b="b"/>
              <a:pathLst>
                <a:path w="200" h="448" extrusionOk="0">
                  <a:moveTo>
                    <a:pt x="100" y="0"/>
                  </a:moveTo>
                  <a:cubicBezTo>
                    <a:pt x="40" y="0"/>
                    <a:pt x="0" y="40"/>
                    <a:pt x="0" y="100"/>
                  </a:cubicBezTo>
                  <a:lnTo>
                    <a:pt x="0" y="348"/>
                  </a:lnTo>
                  <a:cubicBezTo>
                    <a:pt x="0" y="408"/>
                    <a:pt x="40" y="448"/>
                    <a:pt x="100" y="448"/>
                  </a:cubicBezTo>
                  <a:cubicBezTo>
                    <a:pt x="149" y="448"/>
                    <a:pt x="199" y="408"/>
                    <a:pt x="199" y="348"/>
                  </a:cubicBezTo>
                  <a:lnTo>
                    <a:pt x="199" y="100"/>
                  </a:lnTo>
                  <a:cubicBezTo>
                    <a:pt x="199" y="40"/>
                    <a:pt x="149"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0"/>
            <p:cNvSpPr/>
            <p:nvPr/>
          </p:nvSpPr>
          <p:spPr>
            <a:xfrm>
              <a:off x="6897082" y="3407598"/>
              <a:ext cx="25051" cy="29517"/>
            </a:xfrm>
            <a:custGeom>
              <a:avLst/>
              <a:gdLst/>
              <a:ahLst/>
              <a:cxnLst/>
              <a:rect l="l" t="t" r="r" b="b"/>
              <a:pathLst>
                <a:path w="359" h="423" extrusionOk="0">
                  <a:moveTo>
                    <a:pt x="119" y="0"/>
                  </a:moveTo>
                  <a:cubicBezTo>
                    <a:pt x="103" y="0"/>
                    <a:pt x="86" y="5"/>
                    <a:pt x="69" y="14"/>
                  </a:cubicBezTo>
                  <a:cubicBezTo>
                    <a:pt x="20" y="44"/>
                    <a:pt x="0" y="104"/>
                    <a:pt x="30" y="154"/>
                  </a:cubicBezTo>
                  <a:lnTo>
                    <a:pt x="159" y="373"/>
                  </a:lnTo>
                  <a:cubicBezTo>
                    <a:pt x="180" y="407"/>
                    <a:pt x="214" y="422"/>
                    <a:pt x="247" y="422"/>
                  </a:cubicBezTo>
                  <a:cubicBezTo>
                    <a:pt x="261" y="422"/>
                    <a:pt x="276" y="419"/>
                    <a:pt x="288" y="413"/>
                  </a:cubicBezTo>
                  <a:cubicBezTo>
                    <a:pt x="339" y="382"/>
                    <a:pt x="359" y="323"/>
                    <a:pt x="328" y="273"/>
                  </a:cubicBezTo>
                  <a:lnTo>
                    <a:pt x="199" y="54"/>
                  </a:lnTo>
                  <a:cubicBezTo>
                    <a:pt x="186" y="20"/>
                    <a:pt x="154"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0"/>
            <p:cNvSpPr/>
            <p:nvPr/>
          </p:nvSpPr>
          <p:spPr>
            <a:xfrm>
              <a:off x="7060226" y="3511360"/>
              <a:ext cx="31401" cy="13956"/>
            </a:xfrm>
            <a:custGeom>
              <a:avLst/>
              <a:gdLst/>
              <a:ahLst/>
              <a:cxnLst/>
              <a:rect l="l" t="t" r="r" b="b"/>
              <a:pathLst>
                <a:path w="450" h="200" extrusionOk="0">
                  <a:moveTo>
                    <a:pt x="100" y="1"/>
                  </a:moveTo>
                  <a:cubicBezTo>
                    <a:pt x="41" y="1"/>
                    <a:pt x="1" y="50"/>
                    <a:pt x="1" y="100"/>
                  </a:cubicBezTo>
                  <a:cubicBezTo>
                    <a:pt x="1" y="160"/>
                    <a:pt x="41" y="200"/>
                    <a:pt x="100" y="200"/>
                  </a:cubicBezTo>
                  <a:lnTo>
                    <a:pt x="350" y="200"/>
                  </a:lnTo>
                  <a:cubicBezTo>
                    <a:pt x="409" y="200"/>
                    <a:pt x="449" y="160"/>
                    <a:pt x="449" y="100"/>
                  </a:cubicBezTo>
                  <a:cubicBezTo>
                    <a:pt x="449" y="50"/>
                    <a:pt x="409" y="1"/>
                    <a:pt x="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0"/>
            <p:cNvSpPr/>
            <p:nvPr/>
          </p:nvSpPr>
          <p:spPr>
            <a:xfrm>
              <a:off x="7045712" y="3451350"/>
              <a:ext cx="31261" cy="22888"/>
            </a:xfrm>
            <a:custGeom>
              <a:avLst/>
              <a:gdLst/>
              <a:ahLst/>
              <a:cxnLst/>
              <a:rect l="l" t="t" r="r" b="b"/>
              <a:pathLst>
                <a:path w="448" h="328" extrusionOk="0">
                  <a:moveTo>
                    <a:pt x="328" y="0"/>
                  </a:moveTo>
                  <a:cubicBezTo>
                    <a:pt x="312" y="0"/>
                    <a:pt x="295" y="5"/>
                    <a:pt x="279" y="14"/>
                  </a:cubicBezTo>
                  <a:lnTo>
                    <a:pt x="60" y="144"/>
                  </a:lnTo>
                  <a:cubicBezTo>
                    <a:pt x="10" y="173"/>
                    <a:pt x="0" y="233"/>
                    <a:pt x="20" y="283"/>
                  </a:cubicBezTo>
                  <a:cubicBezTo>
                    <a:pt x="40" y="310"/>
                    <a:pt x="73" y="327"/>
                    <a:pt x="107" y="327"/>
                  </a:cubicBezTo>
                  <a:cubicBezTo>
                    <a:pt x="125" y="327"/>
                    <a:pt x="143" y="323"/>
                    <a:pt x="160" y="313"/>
                  </a:cubicBezTo>
                  <a:lnTo>
                    <a:pt x="379" y="193"/>
                  </a:lnTo>
                  <a:cubicBezTo>
                    <a:pt x="428" y="164"/>
                    <a:pt x="448" y="104"/>
                    <a:pt x="418" y="54"/>
                  </a:cubicBezTo>
                  <a:cubicBezTo>
                    <a:pt x="398" y="20"/>
                    <a:pt x="363"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0"/>
            <p:cNvSpPr/>
            <p:nvPr/>
          </p:nvSpPr>
          <p:spPr>
            <a:xfrm>
              <a:off x="7008171" y="3407598"/>
              <a:ext cx="25121" cy="29517"/>
            </a:xfrm>
            <a:custGeom>
              <a:avLst/>
              <a:gdLst/>
              <a:ahLst/>
              <a:cxnLst/>
              <a:rect l="l" t="t" r="r" b="b"/>
              <a:pathLst>
                <a:path w="360" h="423" extrusionOk="0">
                  <a:moveTo>
                    <a:pt x="239" y="0"/>
                  </a:moveTo>
                  <a:cubicBezTo>
                    <a:pt x="204" y="0"/>
                    <a:pt x="170" y="20"/>
                    <a:pt x="150" y="54"/>
                  </a:cubicBezTo>
                  <a:lnTo>
                    <a:pt x="30" y="273"/>
                  </a:lnTo>
                  <a:cubicBezTo>
                    <a:pt x="1" y="323"/>
                    <a:pt x="21" y="382"/>
                    <a:pt x="61" y="413"/>
                  </a:cubicBezTo>
                  <a:cubicBezTo>
                    <a:pt x="76" y="419"/>
                    <a:pt x="93" y="422"/>
                    <a:pt x="109" y="422"/>
                  </a:cubicBezTo>
                  <a:cubicBezTo>
                    <a:pt x="145" y="422"/>
                    <a:pt x="179" y="407"/>
                    <a:pt x="200" y="373"/>
                  </a:cubicBezTo>
                  <a:lnTo>
                    <a:pt x="329" y="154"/>
                  </a:lnTo>
                  <a:cubicBezTo>
                    <a:pt x="359" y="104"/>
                    <a:pt x="339" y="44"/>
                    <a:pt x="289" y="14"/>
                  </a:cubicBezTo>
                  <a:cubicBezTo>
                    <a:pt x="273" y="5"/>
                    <a:pt x="256"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0"/>
            <p:cNvSpPr/>
            <p:nvPr/>
          </p:nvSpPr>
          <p:spPr>
            <a:xfrm>
              <a:off x="6701839" y="3728722"/>
              <a:ext cx="13956" cy="27214"/>
            </a:xfrm>
            <a:custGeom>
              <a:avLst/>
              <a:gdLst/>
              <a:ahLst/>
              <a:cxnLst/>
              <a:rect l="l" t="t" r="r" b="b"/>
              <a:pathLst>
                <a:path w="200" h="390" extrusionOk="0">
                  <a:moveTo>
                    <a:pt x="100" y="1"/>
                  </a:moveTo>
                  <a:cubicBezTo>
                    <a:pt x="51" y="1"/>
                    <a:pt x="1" y="51"/>
                    <a:pt x="1" y="100"/>
                  </a:cubicBezTo>
                  <a:lnTo>
                    <a:pt x="1" y="290"/>
                  </a:lnTo>
                  <a:cubicBezTo>
                    <a:pt x="1" y="350"/>
                    <a:pt x="51" y="389"/>
                    <a:pt x="100" y="389"/>
                  </a:cubicBezTo>
                  <a:cubicBezTo>
                    <a:pt x="160" y="389"/>
                    <a:pt x="200" y="350"/>
                    <a:pt x="200" y="290"/>
                  </a:cubicBezTo>
                  <a:lnTo>
                    <a:pt x="200" y="100"/>
                  </a:lnTo>
                  <a:cubicBezTo>
                    <a:pt x="200" y="51"/>
                    <a:pt x="16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0"/>
            <p:cNvSpPr/>
            <p:nvPr/>
          </p:nvSpPr>
          <p:spPr>
            <a:xfrm>
              <a:off x="6701839" y="3778056"/>
              <a:ext cx="13956" cy="32029"/>
            </a:xfrm>
            <a:custGeom>
              <a:avLst/>
              <a:gdLst/>
              <a:ahLst/>
              <a:cxnLst/>
              <a:rect l="l" t="t" r="r" b="b"/>
              <a:pathLst>
                <a:path w="200" h="459" extrusionOk="0">
                  <a:moveTo>
                    <a:pt x="100" y="1"/>
                  </a:moveTo>
                  <a:cubicBezTo>
                    <a:pt x="51" y="1"/>
                    <a:pt x="1" y="41"/>
                    <a:pt x="1" y="100"/>
                  </a:cubicBezTo>
                  <a:lnTo>
                    <a:pt x="1" y="359"/>
                  </a:lnTo>
                  <a:cubicBezTo>
                    <a:pt x="1" y="419"/>
                    <a:pt x="51" y="459"/>
                    <a:pt x="100" y="459"/>
                  </a:cubicBezTo>
                  <a:cubicBezTo>
                    <a:pt x="160" y="459"/>
                    <a:pt x="200" y="419"/>
                    <a:pt x="200" y="359"/>
                  </a:cubicBezTo>
                  <a:lnTo>
                    <a:pt x="200" y="100"/>
                  </a:lnTo>
                  <a:cubicBezTo>
                    <a:pt x="200" y="41"/>
                    <a:pt x="16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0"/>
            <p:cNvSpPr/>
            <p:nvPr/>
          </p:nvSpPr>
          <p:spPr>
            <a:xfrm>
              <a:off x="6701839" y="3829484"/>
              <a:ext cx="13956" cy="32029"/>
            </a:xfrm>
            <a:custGeom>
              <a:avLst/>
              <a:gdLst/>
              <a:ahLst/>
              <a:cxnLst/>
              <a:rect l="l" t="t" r="r" b="b"/>
              <a:pathLst>
                <a:path w="200" h="459" extrusionOk="0">
                  <a:moveTo>
                    <a:pt x="100" y="0"/>
                  </a:moveTo>
                  <a:cubicBezTo>
                    <a:pt x="51" y="0"/>
                    <a:pt x="1" y="40"/>
                    <a:pt x="1" y="100"/>
                  </a:cubicBezTo>
                  <a:lnTo>
                    <a:pt x="1" y="359"/>
                  </a:lnTo>
                  <a:cubicBezTo>
                    <a:pt x="1" y="419"/>
                    <a:pt x="51" y="458"/>
                    <a:pt x="100" y="458"/>
                  </a:cubicBezTo>
                  <a:cubicBezTo>
                    <a:pt x="160" y="458"/>
                    <a:pt x="200" y="419"/>
                    <a:pt x="200" y="359"/>
                  </a:cubicBezTo>
                  <a:lnTo>
                    <a:pt x="200" y="100"/>
                  </a:lnTo>
                  <a:cubicBezTo>
                    <a:pt x="200" y="40"/>
                    <a:pt x="16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0"/>
            <p:cNvSpPr/>
            <p:nvPr/>
          </p:nvSpPr>
          <p:spPr>
            <a:xfrm>
              <a:off x="6760175" y="3728722"/>
              <a:ext cx="13956" cy="27214"/>
            </a:xfrm>
            <a:custGeom>
              <a:avLst/>
              <a:gdLst/>
              <a:ahLst/>
              <a:cxnLst/>
              <a:rect l="l" t="t" r="r" b="b"/>
              <a:pathLst>
                <a:path w="200" h="390" extrusionOk="0">
                  <a:moveTo>
                    <a:pt x="100" y="1"/>
                  </a:moveTo>
                  <a:cubicBezTo>
                    <a:pt x="51" y="1"/>
                    <a:pt x="1" y="51"/>
                    <a:pt x="1" y="100"/>
                  </a:cubicBezTo>
                  <a:lnTo>
                    <a:pt x="1" y="290"/>
                  </a:lnTo>
                  <a:cubicBezTo>
                    <a:pt x="1" y="350"/>
                    <a:pt x="51" y="389"/>
                    <a:pt x="100" y="389"/>
                  </a:cubicBezTo>
                  <a:cubicBezTo>
                    <a:pt x="160" y="389"/>
                    <a:pt x="200" y="350"/>
                    <a:pt x="200" y="290"/>
                  </a:cubicBezTo>
                  <a:lnTo>
                    <a:pt x="200" y="100"/>
                  </a:lnTo>
                  <a:cubicBezTo>
                    <a:pt x="200" y="51"/>
                    <a:pt x="16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0"/>
            <p:cNvSpPr/>
            <p:nvPr/>
          </p:nvSpPr>
          <p:spPr>
            <a:xfrm>
              <a:off x="6760175" y="3778056"/>
              <a:ext cx="13956" cy="32029"/>
            </a:xfrm>
            <a:custGeom>
              <a:avLst/>
              <a:gdLst/>
              <a:ahLst/>
              <a:cxnLst/>
              <a:rect l="l" t="t" r="r" b="b"/>
              <a:pathLst>
                <a:path w="200" h="459" extrusionOk="0">
                  <a:moveTo>
                    <a:pt x="100" y="1"/>
                  </a:moveTo>
                  <a:cubicBezTo>
                    <a:pt x="51" y="1"/>
                    <a:pt x="1" y="41"/>
                    <a:pt x="1" y="100"/>
                  </a:cubicBezTo>
                  <a:lnTo>
                    <a:pt x="1" y="359"/>
                  </a:lnTo>
                  <a:cubicBezTo>
                    <a:pt x="1" y="419"/>
                    <a:pt x="51" y="459"/>
                    <a:pt x="100" y="459"/>
                  </a:cubicBezTo>
                  <a:cubicBezTo>
                    <a:pt x="160" y="459"/>
                    <a:pt x="200" y="419"/>
                    <a:pt x="200" y="359"/>
                  </a:cubicBezTo>
                  <a:lnTo>
                    <a:pt x="200" y="100"/>
                  </a:lnTo>
                  <a:cubicBezTo>
                    <a:pt x="200" y="41"/>
                    <a:pt x="16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0"/>
            <p:cNvSpPr/>
            <p:nvPr/>
          </p:nvSpPr>
          <p:spPr>
            <a:xfrm>
              <a:off x="6760175" y="3829484"/>
              <a:ext cx="13956" cy="32029"/>
            </a:xfrm>
            <a:custGeom>
              <a:avLst/>
              <a:gdLst/>
              <a:ahLst/>
              <a:cxnLst/>
              <a:rect l="l" t="t" r="r" b="b"/>
              <a:pathLst>
                <a:path w="200" h="459" extrusionOk="0">
                  <a:moveTo>
                    <a:pt x="100" y="0"/>
                  </a:moveTo>
                  <a:cubicBezTo>
                    <a:pt x="51" y="0"/>
                    <a:pt x="1" y="40"/>
                    <a:pt x="1" y="100"/>
                  </a:cubicBezTo>
                  <a:lnTo>
                    <a:pt x="1" y="359"/>
                  </a:lnTo>
                  <a:cubicBezTo>
                    <a:pt x="1" y="419"/>
                    <a:pt x="51" y="458"/>
                    <a:pt x="100" y="458"/>
                  </a:cubicBezTo>
                  <a:cubicBezTo>
                    <a:pt x="160" y="458"/>
                    <a:pt x="200" y="419"/>
                    <a:pt x="200" y="359"/>
                  </a:cubicBezTo>
                  <a:lnTo>
                    <a:pt x="200" y="100"/>
                  </a:lnTo>
                  <a:cubicBezTo>
                    <a:pt x="200" y="40"/>
                    <a:pt x="16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0"/>
            <p:cNvSpPr/>
            <p:nvPr/>
          </p:nvSpPr>
          <p:spPr>
            <a:xfrm>
              <a:off x="6818510" y="3728722"/>
              <a:ext cx="14026" cy="27214"/>
            </a:xfrm>
            <a:custGeom>
              <a:avLst/>
              <a:gdLst/>
              <a:ahLst/>
              <a:cxnLst/>
              <a:rect l="l" t="t" r="r" b="b"/>
              <a:pathLst>
                <a:path w="201" h="390" extrusionOk="0">
                  <a:moveTo>
                    <a:pt x="101" y="1"/>
                  </a:moveTo>
                  <a:cubicBezTo>
                    <a:pt x="51" y="1"/>
                    <a:pt x="1" y="51"/>
                    <a:pt x="1" y="100"/>
                  </a:cubicBezTo>
                  <a:lnTo>
                    <a:pt x="1" y="290"/>
                  </a:lnTo>
                  <a:cubicBezTo>
                    <a:pt x="1" y="350"/>
                    <a:pt x="51" y="389"/>
                    <a:pt x="101" y="389"/>
                  </a:cubicBezTo>
                  <a:cubicBezTo>
                    <a:pt x="160" y="389"/>
                    <a:pt x="200" y="350"/>
                    <a:pt x="200" y="290"/>
                  </a:cubicBezTo>
                  <a:lnTo>
                    <a:pt x="200" y="100"/>
                  </a:lnTo>
                  <a:cubicBezTo>
                    <a:pt x="200" y="51"/>
                    <a:pt x="160"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0"/>
            <p:cNvSpPr/>
            <p:nvPr/>
          </p:nvSpPr>
          <p:spPr>
            <a:xfrm>
              <a:off x="6818510" y="3778056"/>
              <a:ext cx="14026" cy="32029"/>
            </a:xfrm>
            <a:custGeom>
              <a:avLst/>
              <a:gdLst/>
              <a:ahLst/>
              <a:cxnLst/>
              <a:rect l="l" t="t" r="r" b="b"/>
              <a:pathLst>
                <a:path w="201" h="459" extrusionOk="0">
                  <a:moveTo>
                    <a:pt x="101" y="1"/>
                  </a:moveTo>
                  <a:cubicBezTo>
                    <a:pt x="51" y="1"/>
                    <a:pt x="1" y="41"/>
                    <a:pt x="1" y="100"/>
                  </a:cubicBezTo>
                  <a:lnTo>
                    <a:pt x="1" y="359"/>
                  </a:lnTo>
                  <a:cubicBezTo>
                    <a:pt x="1" y="419"/>
                    <a:pt x="51" y="459"/>
                    <a:pt x="101" y="459"/>
                  </a:cubicBezTo>
                  <a:cubicBezTo>
                    <a:pt x="160" y="459"/>
                    <a:pt x="200" y="419"/>
                    <a:pt x="200" y="359"/>
                  </a:cubicBezTo>
                  <a:lnTo>
                    <a:pt x="200" y="100"/>
                  </a:lnTo>
                  <a:cubicBezTo>
                    <a:pt x="200" y="41"/>
                    <a:pt x="160"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0"/>
            <p:cNvSpPr/>
            <p:nvPr/>
          </p:nvSpPr>
          <p:spPr>
            <a:xfrm>
              <a:off x="6818510" y="3829484"/>
              <a:ext cx="14026" cy="32029"/>
            </a:xfrm>
            <a:custGeom>
              <a:avLst/>
              <a:gdLst/>
              <a:ahLst/>
              <a:cxnLst/>
              <a:rect l="l" t="t" r="r" b="b"/>
              <a:pathLst>
                <a:path w="201" h="459" extrusionOk="0">
                  <a:moveTo>
                    <a:pt x="101" y="0"/>
                  </a:moveTo>
                  <a:cubicBezTo>
                    <a:pt x="51" y="0"/>
                    <a:pt x="1" y="40"/>
                    <a:pt x="1" y="100"/>
                  </a:cubicBezTo>
                  <a:lnTo>
                    <a:pt x="1" y="359"/>
                  </a:lnTo>
                  <a:cubicBezTo>
                    <a:pt x="1" y="419"/>
                    <a:pt x="51" y="458"/>
                    <a:pt x="101" y="458"/>
                  </a:cubicBezTo>
                  <a:cubicBezTo>
                    <a:pt x="160" y="458"/>
                    <a:pt x="200" y="419"/>
                    <a:pt x="200" y="359"/>
                  </a:cubicBezTo>
                  <a:lnTo>
                    <a:pt x="200" y="100"/>
                  </a:lnTo>
                  <a:cubicBezTo>
                    <a:pt x="200" y="40"/>
                    <a:pt x="160"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0"/>
            <p:cNvSpPr/>
            <p:nvPr/>
          </p:nvSpPr>
          <p:spPr>
            <a:xfrm>
              <a:off x="6876916" y="3728722"/>
              <a:ext cx="13956" cy="27214"/>
            </a:xfrm>
            <a:custGeom>
              <a:avLst/>
              <a:gdLst/>
              <a:ahLst/>
              <a:cxnLst/>
              <a:rect l="l" t="t" r="r" b="b"/>
              <a:pathLst>
                <a:path w="200" h="390" extrusionOk="0">
                  <a:moveTo>
                    <a:pt x="100" y="1"/>
                  </a:moveTo>
                  <a:cubicBezTo>
                    <a:pt x="50" y="1"/>
                    <a:pt x="0" y="51"/>
                    <a:pt x="0" y="100"/>
                  </a:cubicBezTo>
                  <a:lnTo>
                    <a:pt x="0" y="290"/>
                  </a:lnTo>
                  <a:cubicBezTo>
                    <a:pt x="0" y="350"/>
                    <a:pt x="50" y="389"/>
                    <a:pt x="100" y="389"/>
                  </a:cubicBezTo>
                  <a:cubicBezTo>
                    <a:pt x="159" y="389"/>
                    <a:pt x="199" y="350"/>
                    <a:pt x="199" y="290"/>
                  </a:cubicBezTo>
                  <a:lnTo>
                    <a:pt x="199" y="100"/>
                  </a:lnTo>
                  <a:cubicBezTo>
                    <a:pt x="199" y="51"/>
                    <a:pt x="159"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0"/>
            <p:cNvSpPr/>
            <p:nvPr/>
          </p:nvSpPr>
          <p:spPr>
            <a:xfrm>
              <a:off x="6876916" y="3778056"/>
              <a:ext cx="13956" cy="32029"/>
            </a:xfrm>
            <a:custGeom>
              <a:avLst/>
              <a:gdLst/>
              <a:ahLst/>
              <a:cxnLst/>
              <a:rect l="l" t="t" r="r" b="b"/>
              <a:pathLst>
                <a:path w="200" h="459" extrusionOk="0">
                  <a:moveTo>
                    <a:pt x="100" y="1"/>
                  </a:moveTo>
                  <a:cubicBezTo>
                    <a:pt x="50" y="1"/>
                    <a:pt x="0" y="41"/>
                    <a:pt x="0" y="100"/>
                  </a:cubicBezTo>
                  <a:lnTo>
                    <a:pt x="0" y="359"/>
                  </a:lnTo>
                  <a:cubicBezTo>
                    <a:pt x="0" y="419"/>
                    <a:pt x="50" y="459"/>
                    <a:pt x="100" y="459"/>
                  </a:cubicBezTo>
                  <a:cubicBezTo>
                    <a:pt x="159" y="459"/>
                    <a:pt x="199" y="419"/>
                    <a:pt x="199" y="359"/>
                  </a:cubicBezTo>
                  <a:lnTo>
                    <a:pt x="199" y="100"/>
                  </a:lnTo>
                  <a:cubicBezTo>
                    <a:pt x="199" y="41"/>
                    <a:pt x="159"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0"/>
            <p:cNvSpPr/>
            <p:nvPr/>
          </p:nvSpPr>
          <p:spPr>
            <a:xfrm>
              <a:off x="6876916" y="3829484"/>
              <a:ext cx="13956" cy="32029"/>
            </a:xfrm>
            <a:custGeom>
              <a:avLst/>
              <a:gdLst/>
              <a:ahLst/>
              <a:cxnLst/>
              <a:rect l="l" t="t" r="r" b="b"/>
              <a:pathLst>
                <a:path w="200" h="459" extrusionOk="0">
                  <a:moveTo>
                    <a:pt x="100" y="0"/>
                  </a:moveTo>
                  <a:cubicBezTo>
                    <a:pt x="50" y="0"/>
                    <a:pt x="0" y="40"/>
                    <a:pt x="0" y="100"/>
                  </a:cubicBezTo>
                  <a:lnTo>
                    <a:pt x="0" y="359"/>
                  </a:lnTo>
                  <a:cubicBezTo>
                    <a:pt x="0" y="419"/>
                    <a:pt x="50" y="458"/>
                    <a:pt x="100" y="458"/>
                  </a:cubicBezTo>
                  <a:cubicBezTo>
                    <a:pt x="159" y="458"/>
                    <a:pt x="199" y="419"/>
                    <a:pt x="199" y="359"/>
                  </a:cubicBezTo>
                  <a:lnTo>
                    <a:pt x="199" y="100"/>
                  </a:lnTo>
                  <a:cubicBezTo>
                    <a:pt x="199" y="40"/>
                    <a:pt x="159"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0"/>
            <p:cNvSpPr/>
            <p:nvPr/>
          </p:nvSpPr>
          <p:spPr>
            <a:xfrm>
              <a:off x="6935251" y="3728722"/>
              <a:ext cx="13956" cy="27214"/>
            </a:xfrm>
            <a:custGeom>
              <a:avLst/>
              <a:gdLst/>
              <a:ahLst/>
              <a:cxnLst/>
              <a:rect l="l" t="t" r="r" b="b"/>
              <a:pathLst>
                <a:path w="200" h="390" extrusionOk="0">
                  <a:moveTo>
                    <a:pt x="100" y="1"/>
                  </a:moveTo>
                  <a:cubicBezTo>
                    <a:pt x="40" y="1"/>
                    <a:pt x="0" y="51"/>
                    <a:pt x="0" y="100"/>
                  </a:cubicBezTo>
                  <a:lnTo>
                    <a:pt x="0" y="290"/>
                  </a:lnTo>
                  <a:cubicBezTo>
                    <a:pt x="0" y="350"/>
                    <a:pt x="40" y="389"/>
                    <a:pt x="100" y="389"/>
                  </a:cubicBezTo>
                  <a:cubicBezTo>
                    <a:pt x="159" y="389"/>
                    <a:pt x="199" y="350"/>
                    <a:pt x="199" y="290"/>
                  </a:cubicBezTo>
                  <a:lnTo>
                    <a:pt x="199" y="100"/>
                  </a:lnTo>
                  <a:cubicBezTo>
                    <a:pt x="199" y="51"/>
                    <a:pt x="159"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0"/>
            <p:cNvSpPr/>
            <p:nvPr/>
          </p:nvSpPr>
          <p:spPr>
            <a:xfrm>
              <a:off x="6935251" y="3778056"/>
              <a:ext cx="13956" cy="32029"/>
            </a:xfrm>
            <a:custGeom>
              <a:avLst/>
              <a:gdLst/>
              <a:ahLst/>
              <a:cxnLst/>
              <a:rect l="l" t="t" r="r" b="b"/>
              <a:pathLst>
                <a:path w="200" h="459" extrusionOk="0">
                  <a:moveTo>
                    <a:pt x="100" y="1"/>
                  </a:moveTo>
                  <a:cubicBezTo>
                    <a:pt x="40" y="1"/>
                    <a:pt x="0" y="41"/>
                    <a:pt x="0" y="100"/>
                  </a:cubicBezTo>
                  <a:lnTo>
                    <a:pt x="0" y="359"/>
                  </a:lnTo>
                  <a:cubicBezTo>
                    <a:pt x="0" y="419"/>
                    <a:pt x="40" y="459"/>
                    <a:pt x="100" y="459"/>
                  </a:cubicBezTo>
                  <a:cubicBezTo>
                    <a:pt x="159" y="459"/>
                    <a:pt x="199" y="419"/>
                    <a:pt x="199" y="359"/>
                  </a:cubicBezTo>
                  <a:lnTo>
                    <a:pt x="199" y="100"/>
                  </a:lnTo>
                  <a:cubicBezTo>
                    <a:pt x="199" y="41"/>
                    <a:pt x="159"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0"/>
            <p:cNvSpPr/>
            <p:nvPr/>
          </p:nvSpPr>
          <p:spPr>
            <a:xfrm>
              <a:off x="6935251" y="3829484"/>
              <a:ext cx="13956" cy="32029"/>
            </a:xfrm>
            <a:custGeom>
              <a:avLst/>
              <a:gdLst/>
              <a:ahLst/>
              <a:cxnLst/>
              <a:rect l="l" t="t" r="r" b="b"/>
              <a:pathLst>
                <a:path w="200" h="459" extrusionOk="0">
                  <a:moveTo>
                    <a:pt x="100" y="0"/>
                  </a:moveTo>
                  <a:cubicBezTo>
                    <a:pt x="40" y="0"/>
                    <a:pt x="0" y="40"/>
                    <a:pt x="0" y="100"/>
                  </a:cubicBezTo>
                  <a:lnTo>
                    <a:pt x="0" y="359"/>
                  </a:lnTo>
                  <a:cubicBezTo>
                    <a:pt x="0" y="419"/>
                    <a:pt x="40" y="458"/>
                    <a:pt x="100" y="458"/>
                  </a:cubicBezTo>
                  <a:cubicBezTo>
                    <a:pt x="159" y="458"/>
                    <a:pt x="199" y="419"/>
                    <a:pt x="199" y="359"/>
                  </a:cubicBezTo>
                  <a:lnTo>
                    <a:pt x="199" y="100"/>
                  </a:lnTo>
                  <a:cubicBezTo>
                    <a:pt x="199" y="40"/>
                    <a:pt x="159"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0"/>
            <p:cNvSpPr/>
            <p:nvPr/>
          </p:nvSpPr>
          <p:spPr>
            <a:xfrm>
              <a:off x="6993587" y="3728722"/>
              <a:ext cx="13956" cy="27214"/>
            </a:xfrm>
            <a:custGeom>
              <a:avLst/>
              <a:gdLst/>
              <a:ahLst/>
              <a:cxnLst/>
              <a:rect l="l" t="t" r="r" b="b"/>
              <a:pathLst>
                <a:path w="200" h="390" extrusionOk="0">
                  <a:moveTo>
                    <a:pt x="100" y="1"/>
                  </a:moveTo>
                  <a:cubicBezTo>
                    <a:pt x="40" y="1"/>
                    <a:pt x="0" y="51"/>
                    <a:pt x="0" y="100"/>
                  </a:cubicBezTo>
                  <a:lnTo>
                    <a:pt x="0" y="290"/>
                  </a:lnTo>
                  <a:cubicBezTo>
                    <a:pt x="0" y="350"/>
                    <a:pt x="40" y="389"/>
                    <a:pt x="100" y="389"/>
                  </a:cubicBezTo>
                  <a:cubicBezTo>
                    <a:pt x="150" y="389"/>
                    <a:pt x="199" y="350"/>
                    <a:pt x="199" y="290"/>
                  </a:cubicBezTo>
                  <a:lnTo>
                    <a:pt x="199" y="100"/>
                  </a:lnTo>
                  <a:cubicBezTo>
                    <a:pt x="199" y="51"/>
                    <a:pt x="15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0"/>
            <p:cNvSpPr/>
            <p:nvPr/>
          </p:nvSpPr>
          <p:spPr>
            <a:xfrm>
              <a:off x="6993587" y="3778056"/>
              <a:ext cx="13956" cy="32029"/>
            </a:xfrm>
            <a:custGeom>
              <a:avLst/>
              <a:gdLst/>
              <a:ahLst/>
              <a:cxnLst/>
              <a:rect l="l" t="t" r="r" b="b"/>
              <a:pathLst>
                <a:path w="200" h="459" extrusionOk="0">
                  <a:moveTo>
                    <a:pt x="100" y="1"/>
                  </a:moveTo>
                  <a:cubicBezTo>
                    <a:pt x="40" y="1"/>
                    <a:pt x="0" y="41"/>
                    <a:pt x="0" y="100"/>
                  </a:cubicBezTo>
                  <a:lnTo>
                    <a:pt x="0" y="359"/>
                  </a:lnTo>
                  <a:cubicBezTo>
                    <a:pt x="0" y="419"/>
                    <a:pt x="40" y="459"/>
                    <a:pt x="100" y="459"/>
                  </a:cubicBezTo>
                  <a:cubicBezTo>
                    <a:pt x="150" y="459"/>
                    <a:pt x="199" y="419"/>
                    <a:pt x="199" y="359"/>
                  </a:cubicBezTo>
                  <a:lnTo>
                    <a:pt x="199" y="100"/>
                  </a:lnTo>
                  <a:cubicBezTo>
                    <a:pt x="199" y="41"/>
                    <a:pt x="15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0"/>
            <p:cNvSpPr/>
            <p:nvPr/>
          </p:nvSpPr>
          <p:spPr>
            <a:xfrm>
              <a:off x="6993587" y="3829484"/>
              <a:ext cx="13956" cy="32029"/>
            </a:xfrm>
            <a:custGeom>
              <a:avLst/>
              <a:gdLst/>
              <a:ahLst/>
              <a:cxnLst/>
              <a:rect l="l" t="t" r="r" b="b"/>
              <a:pathLst>
                <a:path w="200" h="459" extrusionOk="0">
                  <a:moveTo>
                    <a:pt x="100" y="0"/>
                  </a:moveTo>
                  <a:cubicBezTo>
                    <a:pt x="40" y="0"/>
                    <a:pt x="0" y="40"/>
                    <a:pt x="0" y="100"/>
                  </a:cubicBezTo>
                  <a:lnTo>
                    <a:pt x="0" y="359"/>
                  </a:lnTo>
                  <a:cubicBezTo>
                    <a:pt x="0" y="419"/>
                    <a:pt x="40" y="458"/>
                    <a:pt x="100" y="458"/>
                  </a:cubicBezTo>
                  <a:cubicBezTo>
                    <a:pt x="150" y="458"/>
                    <a:pt x="199" y="419"/>
                    <a:pt x="199" y="359"/>
                  </a:cubicBezTo>
                  <a:lnTo>
                    <a:pt x="199" y="100"/>
                  </a:lnTo>
                  <a:cubicBezTo>
                    <a:pt x="199" y="40"/>
                    <a:pt x="15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0"/>
            <p:cNvSpPr/>
            <p:nvPr/>
          </p:nvSpPr>
          <p:spPr>
            <a:xfrm>
              <a:off x="6625431" y="3447442"/>
              <a:ext cx="475132" cy="255674"/>
            </a:xfrm>
            <a:custGeom>
              <a:avLst/>
              <a:gdLst/>
              <a:ahLst/>
              <a:cxnLst/>
              <a:rect l="l" t="t" r="r" b="b"/>
              <a:pathLst>
                <a:path w="6809" h="3664" extrusionOk="0">
                  <a:moveTo>
                    <a:pt x="4869" y="1"/>
                  </a:moveTo>
                  <a:cubicBezTo>
                    <a:pt x="4570" y="1"/>
                    <a:pt x="4291" y="130"/>
                    <a:pt x="4102" y="349"/>
                  </a:cubicBezTo>
                  <a:cubicBezTo>
                    <a:pt x="3923" y="160"/>
                    <a:pt x="3674" y="50"/>
                    <a:pt x="3405" y="50"/>
                  </a:cubicBezTo>
                  <a:cubicBezTo>
                    <a:pt x="3017" y="50"/>
                    <a:pt x="2668" y="269"/>
                    <a:pt x="2520" y="618"/>
                  </a:cubicBezTo>
                  <a:cubicBezTo>
                    <a:pt x="2489" y="667"/>
                    <a:pt x="2440" y="698"/>
                    <a:pt x="2380" y="698"/>
                  </a:cubicBezTo>
                  <a:cubicBezTo>
                    <a:pt x="1832" y="707"/>
                    <a:pt x="1355" y="1085"/>
                    <a:pt x="1226" y="1623"/>
                  </a:cubicBezTo>
                  <a:cubicBezTo>
                    <a:pt x="1215" y="1683"/>
                    <a:pt x="1155" y="1722"/>
                    <a:pt x="1096" y="1722"/>
                  </a:cubicBezTo>
                  <a:cubicBezTo>
                    <a:pt x="1057" y="1718"/>
                    <a:pt x="1018" y="1715"/>
                    <a:pt x="979" y="1715"/>
                  </a:cubicBezTo>
                  <a:cubicBezTo>
                    <a:pt x="466" y="1715"/>
                    <a:pt x="1" y="2134"/>
                    <a:pt x="1" y="2698"/>
                  </a:cubicBezTo>
                  <a:cubicBezTo>
                    <a:pt x="11" y="3235"/>
                    <a:pt x="449" y="3664"/>
                    <a:pt x="996" y="3664"/>
                  </a:cubicBezTo>
                  <a:lnTo>
                    <a:pt x="3057" y="3664"/>
                  </a:lnTo>
                  <a:cubicBezTo>
                    <a:pt x="3117" y="3664"/>
                    <a:pt x="3157" y="3624"/>
                    <a:pt x="3157" y="3564"/>
                  </a:cubicBezTo>
                  <a:cubicBezTo>
                    <a:pt x="3157" y="3505"/>
                    <a:pt x="3117" y="3465"/>
                    <a:pt x="3057" y="3465"/>
                  </a:cubicBezTo>
                  <a:lnTo>
                    <a:pt x="996" y="3465"/>
                  </a:lnTo>
                  <a:cubicBezTo>
                    <a:pt x="558" y="3465"/>
                    <a:pt x="210" y="3116"/>
                    <a:pt x="200" y="2698"/>
                  </a:cubicBezTo>
                  <a:cubicBezTo>
                    <a:pt x="200" y="2247"/>
                    <a:pt x="566" y="1915"/>
                    <a:pt x="976" y="1915"/>
                  </a:cubicBezTo>
                  <a:cubicBezTo>
                    <a:pt x="1009" y="1915"/>
                    <a:pt x="1042" y="1917"/>
                    <a:pt x="1076" y="1921"/>
                  </a:cubicBezTo>
                  <a:cubicBezTo>
                    <a:pt x="1088" y="1923"/>
                    <a:pt x="1101" y="1924"/>
                    <a:pt x="1113" y="1924"/>
                  </a:cubicBezTo>
                  <a:cubicBezTo>
                    <a:pt x="1258" y="1924"/>
                    <a:pt x="1388" y="1820"/>
                    <a:pt x="1425" y="1673"/>
                  </a:cubicBezTo>
                  <a:cubicBezTo>
                    <a:pt x="1524" y="1225"/>
                    <a:pt x="1922" y="906"/>
                    <a:pt x="2380" y="897"/>
                  </a:cubicBezTo>
                  <a:cubicBezTo>
                    <a:pt x="2520" y="897"/>
                    <a:pt x="2639" y="817"/>
                    <a:pt x="2699" y="698"/>
                  </a:cubicBezTo>
                  <a:cubicBezTo>
                    <a:pt x="2818" y="428"/>
                    <a:pt x="3097" y="249"/>
                    <a:pt x="3405" y="249"/>
                  </a:cubicBezTo>
                  <a:cubicBezTo>
                    <a:pt x="3704" y="249"/>
                    <a:pt x="3982" y="428"/>
                    <a:pt x="4102" y="698"/>
                  </a:cubicBezTo>
                  <a:cubicBezTo>
                    <a:pt x="4162" y="817"/>
                    <a:pt x="4281" y="897"/>
                    <a:pt x="4420" y="897"/>
                  </a:cubicBezTo>
                  <a:cubicBezTo>
                    <a:pt x="4878" y="906"/>
                    <a:pt x="5276" y="1225"/>
                    <a:pt x="5376" y="1673"/>
                  </a:cubicBezTo>
                  <a:cubicBezTo>
                    <a:pt x="5412" y="1819"/>
                    <a:pt x="5541" y="1914"/>
                    <a:pt x="5692" y="1914"/>
                  </a:cubicBezTo>
                  <a:cubicBezTo>
                    <a:pt x="5706" y="1914"/>
                    <a:pt x="5720" y="1914"/>
                    <a:pt x="5734" y="1912"/>
                  </a:cubicBezTo>
                  <a:cubicBezTo>
                    <a:pt x="5762" y="1909"/>
                    <a:pt x="5790" y="1907"/>
                    <a:pt x="5818" y="1907"/>
                  </a:cubicBezTo>
                  <a:cubicBezTo>
                    <a:pt x="6225" y="1907"/>
                    <a:pt x="6601" y="2242"/>
                    <a:pt x="6601" y="2698"/>
                  </a:cubicBezTo>
                  <a:cubicBezTo>
                    <a:pt x="6590" y="3116"/>
                    <a:pt x="6242" y="3465"/>
                    <a:pt x="5804" y="3465"/>
                  </a:cubicBezTo>
                  <a:lnTo>
                    <a:pt x="3524" y="3465"/>
                  </a:lnTo>
                  <a:cubicBezTo>
                    <a:pt x="3465" y="3465"/>
                    <a:pt x="3425" y="3505"/>
                    <a:pt x="3425" y="3564"/>
                  </a:cubicBezTo>
                  <a:cubicBezTo>
                    <a:pt x="3425" y="3624"/>
                    <a:pt x="3465" y="3664"/>
                    <a:pt x="3524" y="3664"/>
                  </a:cubicBezTo>
                  <a:lnTo>
                    <a:pt x="5804" y="3664"/>
                  </a:lnTo>
                  <a:cubicBezTo>
                    <a:pt x="6351" y="3664"/>
                    <a:pt x="6789" y="3235"/>
                    <a:pt x="6800" y="2698"/>
                  </a:cubicBezTo>
                  <a:cubicBezTo>
                    <a:pt x="6809" y="2134"/>
                    <a:pt x="6344" y="1715"/>
                    <a:pt x="5823" y="1715"/>
                  </a:cubicBezTo>
                  <a:cubicBezTo>
                    <a:pt x="5784" y="1715"/>
                    <a:pt x="5744" y="1718"/>
                    <a:pt x="5705" y="1722"/>
                  </a:cubicBezTo>
                  <a:cubicBezTo>
                    <a:pt x="5675" y="1722"/>
                    <a:pt x="5645" y="1713"/>
                    <a:pt x="5615" y="1693"/>
                  </a:cubicBezTo>
                  <a:cubicBezTo>
                    <a:pt x="5725" y="1574"/>
                    <a:pt x="5804" y="1434"/>
                    <a:pt x="5854" y="1275"/>
                  </a:cubicBezTo>
                  <a:cubicBezTo>
                    <a:pt x="5864" y="1225"/>
                    <a:pt x="5834" y="1165"/>
                    <a:pt x="5774" y="1155"/>
                  </a:cubicBezTo>
                  <a:cubicBezTo>
                    <a:pt x="5765" y="1152"/>
                    <a:pt x="5756" y="1150"/>
                    <a:pt x="5747" y="1150"/>
                  </a:cubicBezTo>
                  <a:cubicBezTo>
                    <a:pt x="5708" y="1150"/>
                    <a:pt x="5671" y="1184"/>
                    <a:pt x="5655" y="1225"/>
                  </a:cubicBezTo>
                  <a:cubicBezTo>
                    <a:pt x="5635" y="1324"/>
                    <a:pt x="5585" y="1414"/>
                    <a:pt x="5535" y="1494"/>
                  </a:cubicBezTo>
                  <a:cubicBezTo>
                    <a:pt x="5406" y="1136"/>
                    <a:pt x="5117" y="857"/>
                    <a:pt x="4729" y="747"/>
                  </a:cubicBezTo>
                  <a:cubicBezTo>
                    <a:pt x="4570" y="698"/>
                    <a:pt x="4391" y="698"/>
                    <a:pt x="4400" y="698"/>
                  </a:cubicBezTo>
                  <a:cubicBezTo>
                    <a:pt x="4351" y="687"/>
                    <a:pt x="4311" y="658"/>
                    <a:pt x="4281" y="618"/>
                  </a:cubicBezTo>
                  <a:cubicBezTo>
                    <a:pt x="4271" y="578"/>
                    <a:pt x="4252" y="538"/>
                    <a:pt x="4232" y="508"/>
                  </a:cubicBezTo>
                  <a:cubicBezTo>
                    <a:pt x="4381" y="319"/>
                    <a:pt x="4619" y="200"/>
                    <a:pt x="4869" y="200"/>
                  </a:cubicBezTo>
                  <a:cubicBezTo>
                    <a:pt x="5237" y="200"/>
                    <a:pt x="5565" y="448"/>
                    <a:pt x="5655" y="807"/>
                  </a:cubicBezTo>
                  <a:cubicBezTo>
                    <a:pt x="5670" y="854"/>
                    <a:pt x="5705" y="883"/>
                    <a:pt x="5744" y="883"/>
                  </a:cubicBezTo>
                  <a:cubicBezTo>
                    <a:pt x="5754" y="883"/>
                    <a:pt x="5764" y="881"/>
                    <a:pt x="5774" y="877"/>
                  </a:cubicBezTo>
                  <a:cubicBezTo>
                    <a:pt x="5834" y="866"/>
                    <a:pt x="5864" y="817"/>
                    <a:pt x="5854" y="757"/>
                  </a:cubicBezTo>
                  <a:cubicBezTo>
                    <a:pt x="5734" y="309"/>
                    <a:pt x="5327" y="1"/>
                    <a:pt x="4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 name="Google Shape;692;p50"/>
          <p:cNvGrpSpPr/>
          <p:nvPr/>
        </p:nvGrpSpPr>
        <p:grpSpPr>
          <a:xfrm>
            <a:off x="6655149" y="3389804"/>
            <a:ext cx="382743" cy="473736"/>
            <a:chOff x="7324899" y="3389804"/>
            <a:chExt cx="382743" cy="473736"/>
          </a:xfrm>
        </p:grpSpPr>
        <p:sp>
          <p:nvSpPr>
            <p:cNvPr id="693" name="Google Shape;693;p50"/>
            <p:cNvSpPr/>
            <p:nvPr/>
          </p:nvSpPr>
          <p:spPr>
            <a:xfrm>
              <a:off x="7464527" y="3683505"/>
              <a:ext cx="46613" cy="46055"/>
            </a:xfrm>
            <a:custGeom>
              <a:avLst/>
              <a:gdLst/>
              <a:ahLst/>
              <a:cxnLst/>
              <a:rect l="l" t="t" r="r" b="b"/>
              <a:pathLst>
                <a:path w="668" h="660" extrusionOk="0">
                  <a:moveTo>
                    <a:pt x="349" y="201"/>
                  </a:moveTo>
                  <a:cubicBezTo>
                    <a:pt x="409" y="201"/>
                    <a:pt x="468" y="261"/>
                    <a:pt x="468" y="330"/>
                  </a:cubicBezTo>
                  <a:cubicBezTo>
                    <a:pt x="468" y="400"/>
                    <a:pt x="409" y="460"/>
                    <a:pt x="329" y="460"/>
                  </a:cubicBezTo>
                  <a:cubicBezTo>
                    <a:pt x="259" y="460"/>
                    <a:pt x="199" y="400"/>
                    <a:pt x="199" y="330"/>
                  </a:cubicBezTo>
                  <a:cubicBezTo>
                    <a:pt x="199" y="290"/>
                    <a:pt x="219" y="261"/>
                    <a:pt x="249" y="231"/>
                  </a:cubicBezTo>
                  <a:cubicBezTo>
                    <a:pt x="269" y="211"/>
                    <a:pt x="299" y="201"/>
                    <a:pt x="329" y="201"/>
                  </a:cubicBezTo>
                  <a:close/>
                  <a:moveTo>
                    <a:pt x="331" y="0"/>
                  </a:moveTo>
                  <a:cubicBezTo>
                    <a:pt x="246" y="0"/>
                    <a:pt x="170" y="30"/>
                    <a:pt x="110" y="82"/>
                  </a:cubicBezTo>
                  <a:cubicBezTo>
                    <a:pt x="40" y="151"/>
                    <a:pt x="0" y="241"/>
                    <a:pt x="0" y="330"/>
                  </a:cubicBezTo>
                  <a:cubicBezTo>
                    <a:pt x="0" y="520"/>
                    <a:pt x="150" y="659"/>
                    <a:pt x="329" y="659"/>
                  </a:cubicBezTo>
                  <a:cubicBezTo>
                    <a:pt x="518" y="659"/>
                    <a:pt x="667" y="520"/>
                    <a:pt x="667" y="330"/>
                  </a:cubicBezTo>
                  <a:cubicBezTo>
                    <a:pt x="667" y="161"/>
                    <a:pt x="538" y="12"/>
                    <a:pt x="369" y="2"/>
                  </a:cubicBezTo>
                  <a:cubicBezTo>
                    <a:pt x="356" y="1"/>
                    <a:pt x="343" y="0"/>
                    <a:pt x="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0"/>
            <p:cNvSpPr/>
            <p:nvPr/>
          </p:nvSpPr>
          <p:spPr>
            <a:xfrm>
              <a:off x="7415891" y="3470958"/>
              <a:ext cx="247300" cy="200199"/>
            </a:xfrm>
            <a:custGeom>
              <a:avLst/>
              <a:gdLst/>
              <a:ahLst/>
              <a:cxnLst/>
              <a:rect l="l" t="t" r="r" b="b"/>
              <a:pathLst>
                <a:path w="3544" h="2869" extrusionOk="0">
                  <a:moveTo>
                    <a:pt x="2653" y="200"/>
                  </a:moveTo>
                  <a:cubicBezTo>
                    <a:pt x="2664" y="200"/>
                    <a:pt x="2676" y="201"/>
                    <a:pt x="2688" y="201"/>
                  </a:cubicBezTo>
                  <a:cubicBezTo>
                    <a:pt x="3026" y="221"/>
                    <a:pt x="3296" y="490"/>
                    <a:pt x="3325" y="828"/>
                  </a:cubicBezTo>
                  <a:cubicBezTo>
                    <a:pt x="3335" y="1117"/>
                    <a:pt x="3176" y="1385"/>
                    <a:pt x="2907" y="1495"/>
                  </a:cubicBezTo>
                  <a:cubicBezTo>
                    <a:pt x="2827" y="1535"/>
                    <a:pt x="2778" y="1615"/>
                    <a:pt x="2778" y="1704"/>
                  </a:cubicBezTo>
                  <a:lnTo>
                    <a:pt x="2778" y="1754"/>
                  </a:lnTo>
                  <a:cubicBezTo>
                    <a:pt x="2778" y="1823"/>
                    <a:pt x="2718" y="1883"/>
                    <a:pt x="2648" y="1883"/>
                  </a:cubicBezTo>
                  <a:cubicBezTo>
                    <a:pt x="2568" y="1883"/>
                    <a:pt x="2509" y="1823"/>
                    <a:pt x="2509" y="1754"/>
                  </a:cubicBezTo>
                  <a:lnTo>
                    <a:pt x="2509" y="1704"/>
                  </a:lnTo>
                  <a:cubicBezTo>
                    <a:pt x="2509" y="1505"/>
                    <a:pt x="2628" y="1326"/>
                    <a:pt x="2807" y="1256"/>
                  </a:cubicBezTo>
                  <a:cubicBezTo>
                    <a:pt x="2967" y="1186"/>
                    <a:pt x="3066" y="1027"/>
                    <a:pt x="3057" y="848"/>
                  </a:cubicBezTo>
                  <a:cubicBezTo>
                    <a:pt x="3043" y="619"/>
                    <a:pt x="2847" y="468"/>
                    <a:pt x="2645" y="468"/>
                  </a:cubicBezTo>
                  <a:cubicBezTo>
                    <a:pt x="2548" y="468"/>
                    <a:pt x="2450" y="502"/>
                    <a:pt x="2369" y="580"/>
                  </a:cubicBezTo>
                  <a:cubicBezTo>
                    <a:pt x="2280" y="659"/>
                    <a:pt x="2240" y="759"/>
                    <a:pt x="2240" y="878"/>
                  </a:cubicBezTo>
                  <a:cubicBezTo>
                    <a:pt x="2240" y="947"/>
                    <a:pt x="2181" y="1007"/>
                    <a:pt x="2101" y="1007"/>
                  </a:cubicBezTo>
                  <a:cubicBezTo>
                    <a:pt x="2031" y="1007"/>
                    <a:pt x="1971" y="947"/>
                    <a:pt x="1971" y="878"/>
                  </a:cubicBezTo>
                  <a:cubicBezTo>
                    <a:pt x="1971" y="511"/>
                    <a:pt x="2271" y="200"/>
                    <a:pt x="2653" y="200"/>
                  </a:cubicBezTo>
                  <a:close/>
                  <a:moveTo>
                    <a:pt x="2639" y="0"/>
                  </a:moveTo>
                  <a:cubicBezTo>
                    <a:pt x="2217" y="0"/>
                    <a:pt x="1868" y="309"/>
                    <a:pt x="1792" y="709"/>
                  </a:cubicBezTo>
                  <a:cubicBezTo>
                    <a:pt x="1653" y="569"/>
                    <a:pt x="1484" y="460"/>
                    <a:pt x="1285" y="410"/>
                  </a:cubicBezTo>
                  <a:cubicBezTo>
                    <a:pt x="1278" y="409"/>
                    <a:pt x="1272" y="408"/>
                    <a:pt x="1265" y="408"/>
                  </a:cubicBezTo>
                  <a:cubicBezTo>
                    <a:pt x="1220" y="408"/>
                    <a:pt x="1174" y="436"/>
                    <a:pt x="1165" y="480"/>
                  </a:cubicBezTo>
                  <a:cubicBezTo>
                    <a:pt x="1155" y="540"/>
                    <a:pt x="1185" y="589"/>
                    <a:pt x="1235" y="599"/>
                  </a:cubicBezTo>
                  <a:cubicBezTo>
                    <a:pt x="1583" y="689"/>
                    <a:pt x="1832" y="998"/>
                    <a:pt x="1862" y="1356"/>
                  </a:cubicBezTo>
                  <a:cubicBezTo>
                    <a:pt x="1882" y="1704"/>
                    <a:pt x="1673" y="2033"/>
                    <a:pt x="1354" y="2172"/>
                  </a:cubicBezTo>
                  <a:cubicBezTo>
                    <a:pt x="1235" y="2222"/>
                    <a:pt x="1165" y="2341"/>
                    <a:pt x="1165" y="2471"/>
                  </a:cubicBezTo>
                  <a:lnTo>
                    <a:pt x="1165" y="2531"/>
                  </a:lnTo>
                  <a:cubicBezTo>
                    <a:pt x="1165" y="2610"/>
                    <a:pt x="1106" y="2670"/>
                    <a:pt x="1026" y="2670"/>
                  </a:cubicBezTo>
                  <a:cubicBezTo>
                    <a:pt x="956" y="2670"/>
                    <a:pt x="896" y="2610"/>
                    <a:pt x="896" y="2531"/>
                  </a:cubicBezTo>
                  <a:lnTo>
                    <a:pt x="896" y="2471"/>
                  </a:lnTo>
                  <a:cubicBezTo>
                    <a:pt x="896" y="2232"/>
                    <a:pt x="1036" y="2022"/>
                    <a:pt x="1245" y="1923"/>
                  </a:cubicBezTo>
                  <a:cubicBezTo>
                    <a:pt x="1474" y="1834"/>
                    <a:pt x="1613" y="1615"/>
                    <a:pt x="1593" y="1376"/>
                  </a:cubicBezTo>
                  <a:cubicBezTo>
                    <a:pt x="1573" y="1097"/>
                    <a:pt x="1345" y="858"/>
                    <a:pt x="1066" y="848"/>
                  </a:cubicBezTo>
                  <a:cubicBezTo>
                    <a:pt x="1054" y="847"/>
                    <a:pt x="1042" y="847"/>
                    <a:pt x="1030" y="847"/>
                  </a:cubicBezTo>
                  <a:cubicBezTo>
                    <a:pt x="718" y="847"/>
                    <a:pt x="469" y="1098"/>
                    <a:pt x="469" y="1405"/>
                  </a:cubicBezTo>
                  <a:cubicBezTo>
                    <a:pt x="469" y="1485"/>
                    <a:pt x="409" y="1545"/>
                    <a:pt x="329" y="1545"/>
                  </a:cubicBezTo>
                  <a:cubicBezTo>
                    <a:pt x="259" y="1545"/>
                    <a:pt x="199" y="1485"/>
                    <a:pt x="199" y="1405"/>
                  </a:cubicBezTo>
                  <a:cubicBezTo>
                    <a:pt x="199" y="1037"/>
                    <a:pt x="458" y="699"/>
                    <a:pt x="827" y="599"/>
                  </a:cubicBezTo>
                  <a:cubicBezTo>
                    <a:pt x="876" y="589"/>
                    <a:pt x="907" y="540"/>
                    <a:pt x="896" y="480"/>
                  </a:cubicBezTo>
                  <a:cubicBezTo>
                    <a:pt x="879" y="436"/>
                    <a:pt x="839" y="408"/>
                    <a:pt x="796" y="408"/>
                  </a:cubicBezTo>
                  <a:cubicBezTo>
                    <a:pt x="789" y="408"/>
                    <a:pt x="783" y="409"/>
                    <a:pt x="777" y="410"/>
                  </a:cubicBezTo>
                  <a:cubicBezTo>
                    <a:pt x="329" y="529"/>
                    <a:pt x="0" y="938"/>
                    <a:pt x="0" y="1405"/>
                  </a:cubicBezTo>
                  <a:cubicBezTo>
                    <a:pt x="0" y="1595"/>
                    <a:pt x="150" y="1744"/>
                    <a:pt x="329" y="1744"/>
                  </a:cubicBezTo>
                  <a:cubicBezTo>
                    <a:pt x="518" y="1744"/>
                    <a:pt x="668" y="1595"/>
                    <a:pt x="668" y="1405"/>
                  </a:cubicBezTo>
                  <a:cubicBezTo>
                    <a:pt x="668" y="1208"/>
                    <a:pt x="819" y="1045"/>
                    <a:pt x="1021" y="1045"/>
                  </a:cubicBezTo>
                  <a:cubicBezTo>
                    <a:pt x="1032" y="1045"/>
                    <a:pt x="1044" y="1046"/>
                    <a:pt x="1055" y="1047"/>
                  </a:cubicBezTo>
                  <a:cubicBezTo>
                    <a:pt x="1235" y="1057"/>
                    <a:pt x="1384" y="1206"/>
                    <a:pt x="1394" y="1385"/>
                  </a:cubicBezTo>
                  <a:cubicBezTo>
                    <a:pt x="1404" y="1535"/>
                    <a:pt x="1314" y="1684"/>
                    <a:pt x="1175" y="1744"/>
                  </a:cubicBezTo>
                  <a:cubicBezTo>
                    <a:pt x="887" y="1863"/>
                    <a:pt x="697" y="2152"/>
                    <a:pt x="697" y="2471"/>
                  </a:cubicBezTo>
                  <a:lnTo>
                    <a:pt x="697" y="2531"/>
                  </a:lnTo>
                  <a:cubicBezTo>
                    <a:pt x="697" y="2719"/>
                    <a:pt x="847" y="2869"/>
                    <a:pt x="1026" y="2869"/>
                  </a:cubicBezTo>
                  <a:cubicBezTo>
                    <a:pt x="1215" y="2869"/>
                    <a:pt x="1364" y="2719"/>
                    <a:pt x="1364" y="2531"/>
                  </a:cubicBezTo>
                  <a:lnTo>
                    <a:pt x="1364" y="2471"/>
                  </a:lnTo>
                  <a:cubicBezTo>
                    <a:pt x="1364" y="2421"/>
                    <a:pt x="1394" y="2371"/>
                    <a:pt x="1434" y="2351"/>
                  </a:cubicBezTo>
                  <a:cubicBezTo>
                    <a:pt x="1832" y="2182"/>
                    <a:pt x="2081" y="1784"/>
                    <a:pt x="2061" y="1346"/>
                  </a:cubicBezTo>
                  <a:cubicBezTo>
                    <a:pt x="2051" y="1296"/>
                    <a:pt x="2051" y="1246"/>
                    <a:pt x="2041" y="1197"/>
                  </a:cubicBezTo>
                  <a:lnTo>
                    <a:pt x="2041" y="1197"/>
                  </a:lnTo>
                  <a:cubicBezTo>
                    <a:pt x="2061" y="1206"/>
                    <a:pt x="2081" y="1206"/>
                    <a:pt x="2101" y="1206"/>
                  </a:cubicBezTo>
                  <a:cubicBezTo>
                    <a:pt x="2290" y="1206"/>
                    <a:pt x="2439" y="1057"/>
                    <a:pt x="2439" y="878"/>
                  </a:cubicBezTo>
                  <a:cubicBezTo>
                    <a:pt x="2439" y="764"/>
                    <a:pt x="2530" y="668"/>
                    <a:pt x="2643" y="668"/>
                  </a:cubicBezTo>
                  <a:cubicBezTo>
                    <a:pt x="2648" y="668"/>
                    <a:pt x="2653" y="668"/>
                    <a:pt x="2658" y="669"/>
                  </a:cubicBezTo>
                  <a:cubicBezTo>
                    <a:pt x="2758" y="669"/>
                    <a:pt x="2847" y="759"/>
                    <a:pt x="2858" y="858"/>
                  </a:cubicBezTo>
                  <a:cubicBezTo>
                    <a:pt x="2858" y="947"/>
                    <a:pt x="2807" y="1037"/>
                    <a:pt x="2728" y="1067"/>
                  </a:cubicBezTo>
                  <a:cubicBezTo>
                    <a:pt x="2479" y="1177"/>
                    <a:pt x="2310" y="1425"/>
                    <a:pt x="2310" y="1704"/>
                  </a:cubicBezTo>
                  <a:lnTo>
                    <a:pt x="2310" y="1754"/>
                  </a:lnTo>
                  <a:cubicBezTo>
                    <a:pt x="2310" y="1933"/>
                    <a:pt x="2459" y="2082"/>
                    <a:pt x="2648" y="2082"/>
                  </a:cubicBezTo>
                  <a:cubicBezTo>
                    <a:pt x="2827" y="2082"/>
                    <a:pt x="2977" y="1933"/>
                    <a:pt x="2977" y="1754"/>
                  </a:cubicBezTo>
                  <a:lnTo>
                    <a:pt x="2977" y="1704"/>
                  </a:lnTo>
                  <a:cubicBezTo>
                    <a:pt x="2977" y="1694"/>
                    <a:pt x="2987" y="1684"/>
                    <a:pt x="2987" y="1684"/>
                  </a:cubicBezTo>
                  <a:cubicBezTo>
                    <a:pt x="3325" y="1535"/>
                    <a:pt x="3544" y="1197"/>
                    <a:pt x="3514" y="818"/>
                  </a:cubicBezTo>
                  <a:cubicBezTo>
                    <a:pt x="3495" y="380"/>
                    <a:pt x="3136" y="32"/>
                    <a:pt x="2698" y="2"/>
                  </a:cubicBezTo>
                  <a:cubicBezTo>
                    <a:pt x="2679" y="1"/>
                    <a:pt x="2659" y="0"/>
                    <a:pt x="2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0"/>
            <p:cNvSpPr/>
            <p:nvPr/>
          </p:nvSpPr>
          <p:spPr>
            <a:xfrm>
              <a:off x="7577012" y="3628729"/>
              <a:ext cx="46613" cy="46613"/>
            </a:xfrm>
            <a:custGeom>
              <a:avLst/>
              <a:gdLst/>
              <a:ahLst/>
              <a:cxnLst/>
              <a:rect l="l" t="t" r="r" b="b"/>
              <a:pathLst>
                <a:path w="668" h="668" extrusionOk="0">
                  <a:moveTo>
                    <a:pt x="349" y="199"/>
                  </a:moveTo>
                  <a:cubicBezTo>
                    <a:pt x="419" y="210"/>
                    <a:pt x="469" y="270"/>
                    <a:pt x="469" y="339"/>
                  </a:cubicBezTo>
                  <a:cubicBezTo>
                    <a:pt x="469" y="409"/>
                    <a:pt x="409" y="469"/>
                    <a:pt x="339" y="469"/>
                  </a:cubicBezTo>
                  <a:cubicBezTo>
                    <a:pt x="259" y="469"/>
                    <a:pt x="200" y="409"/>
                    <a:pt x="200" y="339"/>
                  </a:cubicBezTo>
                  <a:cubicBezTo>
                    <a:pt x="200" y="299"/>
                    <a:pt x="220" y="259"/>
                    <a:pt x="250" y="239"/>
                  </a:cubicBezTo>
                  <a:cubicBezTo>
                    <a:pt x="270" y="210"/>
                    <a:pt x="299" y="199"/>
                    <a:pt x="339" y="199"/>
                  </a:cubicBezTo>
                  <a:close/>
                  <a:moveTo>
                    <a:pt x="369" y="0"/>
                  </a:moveTo>
                  <a:cubicBezTo>
                    <a:pt x="279" y="0"/>
                    <a:pt x="180" y="31"/>
                    <a:pt x="111" y="90"/>
                  </a:cubicBezTo>
                  <a:cubicBezTo>
                    <a:pt x="40" y="150"/>
                    <a:pt x="1" y="239"/>
                    <a:pt x="1" y="339"/>
                  </a:cubicBezTo>
                  <a:cubicBezTo>
                    <a:pt x="1" y="518"/>
                    <a:pt x="150" y="668"/>
                    <a:pt x="339" y="668"/>
                  </a:cubicBezTo>
                  <a:cubicBezTo>
                    <a:pt x="518" y="668"/>
                    <a:pt x="668" y="518"/>
                    <a:pt x="668" y="339"/>
                  </a:cubicBezTo>
                  <a:cubicBezTo>
                    <a:pt x="668" y="170"/>
                    <a:pt x="538" y="2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0"/>
            <p:cNvSpPr/>
            <p:nvPr/>
          </p:nvSpPr>
          <p:spPr>
            <a:xfrm>
              <a:off x="7324899" y="3389804"/>
              <a:ext cx="382743" cy="473736"/>
            </a:xfrm>
            <a:custGeom>
              <a:avLst/>
              <a:gdLst/>
              <a:ahLst/>
              <a:cxnLst/>
              <a:rect l="l" t="t" r="r" b="b"/>
              <a:pathLst>
                <a:path w="5485" h="6789" extrusionOk="0">
                  <a:moveTo>
                    <a:pt x="3136" y="0"/>
                  </a:moveTo>
                  <a:cubicBezTo>
                    <a:pt x="1842" y="0"/>
                    <a:pt x="797" y="1046"/>
                    <a:pt x="797" y="2340"/>
                  </a:cubicBezTo>
                  <a:lnTo>
                    <a:pt x="797" y="2678"/>
                  </a:lnTo>
                  <a:cubicBezTo>
                    <a:pt x="797" y="3017"/>
                    <a:pt x="667" y="3325"/>
                    <a:pt x="428" y="3564"/>
                  </a:cubicBezTo>
                  <a:lnTo>
                    <a:pt x="120" y="3873"/>
                  </a:lnTo>
                  <a:cubicBezTo>
                    <a:pt x="30" y="3962"/>
                    <a:pt x="1" y="4092"/>
                    <a:pt x="50" y="4211"/>
                  </a:cubicBezTo>
                  <a:cubicBezTo>
                    <a:pt x="100" y="4331"/>
                    <a:pt x="209" y="4400"/>
                    <a:pt x="329" y="4400"/>
                  </a:cubicBezTo>
                  <a:lnTo>
                    <a:pt x="777" y="4400"/>
                  </a:lnTo>
                  <a:cubicBezTo>
                    <a:pt x="787" y="4400"/>
                    <a:pt x="797" y="4410"/>
                    <a:pt x="797" y="4420"/>
                  </a:cubicBezTo>
                  <a:lnTo>
                    <a:pt x="797" y="4798"/>
                  </a:lnTo>
                  <a:cubicBezTo>
                    <a:pt x="797" y="5426"/>
                    <a:pt x="1304" y="5933"/>
                    <a:pt x="1932" y="5933"/>
                  </a:cubicBezTo>
                  <a:cubicBezTo>
                    <a:pt x="2101" y="5933"/>
                    <a:pt x="2230" y="6072"/>
                    <a:pt x="2230" y="6242"/>
                  </a:cubicBezTo>
                  <a:lnTo>
                    <a:pt x="2230" y="6570"/>
                  </a:lnTo>
                  <a:cubicBezTo>
                    <a:pt x="2230" y="6689"/>
                    <a:pt x="2330" y="6789"/>
                    <a:pt x="2459" y="6789"/>
                  </a:cubicBezTo>
                  <a:lnTo>
                    <a:pt x="4370" y="6789"/>
                  </a:lnTo>
                  <a:cubicBezTo>
                    <a:pt x="4490" y="6789"/>
                    <a:pt x="4589" y="6689"/>
                    <a:pt x="4589" y="6570"/>
                  </a:cubicBezTo>
                  <a:lnTo>
                    <a:pt x="4589" y="5724"/>
                  </a:lnTo>
                  <a:cubicBezTo>
                    <a:pt x="4589" y="5395"/>
                    <a:pt x="4699" y="5097"/>
                    <a:pt x="4898" y="4878"/>
                  </a:cubicBezTo>
                  <a:cubicBezTo>
                    <a:pt x="5276" y="4450"/>
                    <a:pt x="5485" y="3893"/>
                    <a:pt x="5485" y="3325"/>
                  </a:cubicBezTo>
                  <a:lnTo>
                    <a:pt x="5485" y="3037"/>
                  </a:lnTo>
                  <a:cubicBezTo>
                    <a:pt x="5485" y="2986"/>
                    <a:pt x="5445" y="2937"/>
                    <a:pt x="5385" y="2937"/>
                  </a:cubicBezTo>
                  <a:cubicBezTo>
                    <a:pt x="5336" y="2937"/>
                    <a:pt x="5286" y="2986"/>
                    <a:pt x="5286" y="3037"/>
                  </a:cubicBezTo>
                  <a:lnTo>
                    <a:pt x="5286" y="3325"/>
                  </a:lnTo>
                  <a:cubicBezTo>
                    <a:pt x="5286" y="3842"/>
                    <a:pt x="5097" y="4350"/>
                    <a:pt x="4748" y="4738"/>
                  </a:cubicBezTo>
                  <a:cubicBezTo>
                    <a:pt x="4520" y="5007"/>
                    <a:pt x="4390" y="5346"/>
                    <a:pt x="4390" y="5724"/>
                  </a:cubicBezTo>
                  <a:lnTo>
                    <a:pt x="4390" y="6570"/>
                  </a:lnTo>
                  <a:cubicBezTo>
                    <a:pt x="4390" y="6580"/>
                    <a:pt x="4381" y="6590"/>
                    <a:pt x="4370" y="6590"/>
                  </a:cubicBezTo>
                  <a:lnTo>
                    <a:pt x="2459" y="6590"/>
                  </a:lnTo>
                  <a:cubicBezTo>
                    <a:pt x="2439" y="6590"/>
                    <a:pt x="2430" y="6580"/>
                    <a:pt x="2430" y="6570"/>
                  </a:cubicBezTo>
                  <a:lnTo>
                    <a:pt x="2430" y="6242"/>
                  </a:lnTo>
                  <a:cubicBezTo>
                    <a:pt x="2430" y="5963"/>
                    <a:pt x="2211" y="5734"/>
                    <a:pt x="1932" y="5734"/>
                  </a:cubicBezTo>
                  <a:cubicBezTo>
                    <a:pt x="1414" y="5734"/>
                    <a:pt x="996" y="5316"/>
                    <a:pt x="996" y="4798"/>
                  </a:cubicBezTo>
                  <a:lnTo>
                    <a:pt x="996" y="4420"/>
                  </a:lnTo>
                  <a:cubicBezTo>
                    <a:pt x="996" y="4300"/>
                    <a:pt x="897" y="4201"/>
                    <a:pt x="777" y="4201"/>
                  </a:cubicBezTo>
                  <a:lnTo>
                    <a:pt x="329" y="4201"/>
                  </a:lnTo>
                  <a:cubicBezTo>
                    <a:pt x="269" y="4201"/>
                    <a:pt x="240" y="4151"/>
                    <a:pt x="229" y="4132"/>
                  </a:cubicBezTo>
                  <a:cubicBezTo>
                    <a:pt x="229" y="4121"/>
                    <a:pt x="209" y="4061"/>
                    <a:pt x="260" y="4022"/>
                  </a:cubicBezTo>
                  <a:lnTo>
                    <a:pt x="568" y="3713"/>
                  </a:lnTo>
                  <a:cubicBezTo>
                    <a:pt x="846" y="3435"/>
                    <a:pt x="996" y="3066"/>
                    <a:pt x="996" y="2678"/>
                  </a:cubicBezTo>
                  <a:lnTo>
                    <a:pt x="996" y="2340"/>
                  </a:lnTo>
                  <a:cubicBezTo>
                    <a:pt x="996" y="1155"/>
                    <a:pt x="1961" y="199"/>
                    <a:pt x="3136" y="199"/>
                  </a:cubicBezTo>
                  <a:cubicBezTo>
                    <a:pt x="4321" y="199"/>
                    <a:pt x="5286" y="1155"/>
                    <a:pt x="5286" y="2340"/>
                  </a:cubicBezTo>
                  <a:lnTo>
                    <a:pt x="5286" y="2579"/>
                  </a:lnTo>
                  <a:cubicBezTo>
                    <a:pt x="5286" y="2628"/>
                    <a:pt x="5336" y="2678"/>
                    <a:pt x="5385" y="2678"/>
                  </a:cubicBezTo>
                  <a:cubicBezTo>
                    <a:pt x="5445" y="2678"/>
                    <a:pt x="5485" y="2628"/>
                    <a:pt x="5485" y="2579"/>
                  </a:cubicBezTo>
                  <a:lnTo>
                    <a:pt x="5485" y="2340"/>
                  </a:lnTo>
                  <a:cubicBezTo>
                    <a:pt x="5485" y="1046"/>
                    <a:pt x="4430" y="0"/>
                    <a:pt x="3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50"/>
          <p:cNvGrpSpPr/>
          <p:nvPr/>
        </p:nvGrpSpPr>
        <p:grpSpPr>
          <a:xfrm>
            <a:off x="786639" y="4134350"/>
            <a:ext cx="340457" cy="473806"/>
            <a:chOff x="1456389" y="4134350"/>
            <a:chExt cx="340457" cy="473806"/>
          </a:xfrm>
        </p:grpSpPr>
        <p:sp>
          <p:nvSpPr>
            <p:cNvPr id="698" name="Google Shape;698;p50"/>
            <p:cNvSpPr/>
            <p:nvPr/>
          </p:nvSpPr>
          <p:spPr>
            <a:xfrm>
              <a:off x="1602996" y="4523927"/>
              <a:ext cx="45915" cy="46055"/>
            </a:xfrm>
            <a:custGeom>
              <a:avLst/>
              <a:gdLst/>
              <a:ahLst/>
              <a:cxnLst/>
              <a:rect l="l" t="t" r="r" b="b"/>
              <a:pathLst>
                <a:path w="658" h="660" extrusionOk="0">
                  <a:moveTo>
                    <a:pt x="321" y="200"/>
                  </a:moveTo>
                  <a:cubicBezTo>
                    <a:pt x="327" y="200"/>
                    <a:pt x="333" y="201"/>
                    <a:pt x="339" y="202"/>
                  </a:cubicBezTo>
                  <a:cubicBezTo>
                    <a:pt x="408" y="202"/>
                    <a:pt x="458" y="261"/>
                    <a:pt x="458" y="331"/>
                  </a:cubicBezTo>
                  <a:cubicBezTo>
                    <a:pt x="458" y="401"/>
                    <a:pt x="398" y="460"/>
                    <a:pt x="328" y="460"/>
                  </a:cubicBezTo>
                  <a:cubicBezTo>
                    <a:pt x="259" y="460"/>
                    <a:pt x="199" y="401"/>
                    <a:pt x="199" y="331"/>
                  </a:cubicBezTo>
                  <a:cubicBezTo>
                    <a:pt x="199" y="257"/>
                    <a:pt x="250" y="200"/>
                    <a:pt x="321" y="200"/>
                  </a:cubicBezTo>
                  <a:close/>
                  <a:moveTo>
                    <a:pt x="325" y="1"/>
                  </a:moveTo>
                  <a:cubicBezTo>
                    <a:pt x="149" y="1"/>
                    <a:pt x="0" y="144"/>
                    <a:pt x="0" y="331"/>
                  </a:cubicBezTo>
                  <a:cubicBezTo>
                    <a:pt x="0" y="510"/>
                    <a:pt x="149" y="659"/>
                    <a:pt x="328" y="659"/>
                  </a:cubicBezTo>
                  <a:cubicBezTo>
                    <a:pt x="508" y="659"/>
                    <a:pt x="657" y="510"/>
                    <a:pt x="657" y="331"/>
                  </a:cubicBezTo>
                  <a:cubicBezTo>
                    <a:pt x="657" y="162"/>
                    <a:pt x="538" y="12"/>
                    <a:pt x="359" y="3"/>
                  </a:cubicBezTo>
                  <a:cubicBezTo>
                    <a:pt x="347" y="1"/>
                    <a:pt x="336" y="1"/>
                    <a:pt x="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0"/>
            <p:cNvSpPr/>
            <p:nvPr/>
          </p:nvSpPr>
          <p:spPr>
            <a:xfrm>
              <a:off x="1456389" y="4134350"/>
              <a:ext cx="340457" cy="473806"/>
            </a:xfrm>
            <a:custGeom>
              <a:avLst/>
              <a:gdLst/>
              <a:ahLst/>
              <a:cxnLst/>
              <a:rect l="l" t="t" r="r" b="b"/>
              <a:pathLst>
                <a:path w="4879" h="6790" extrusionOk="0">
                  <a:moveTo>
                    <a:pt x="2440" y="200"/>
                  </a:moveTo>
                  <a:lnTo>
                    <a:pt x="2818" y="698"/>
                  </a:lnTo>
                  <a:lnTo>
                    <a:pt x="2061" y="698"/>
                  </a:lnTo>
                  <a:lnTo>
                    <a:pt x="2440" y="200"/>
                  </a:lnTo>
                  <a:close/>
                  <a:moveTo>
                    <a:pt x="697" y="1255"/>
                  </a:moveTo>
                  <a:lnTo>
                    <a:pt x="708" y="1265"/>
                  </a:lnTo>
                  <a:lnTo>
                    <a:pt x="708" y="2022"/>
                  </a:lnTo>
                  <a:lnTo>
                    <a:pt x="697" y="2022"/>
                  </a:lnTo>
                  <a:lnTo>
                    <a:pt x="200" y="1644"/>
                  </a:lnTo>
                  <a:lnTo>
                    <a:pt x="697" y="1265"/>
                  </a:lnTo>
                  <a:lnTo>
                    <a:pt x="697" y="1255"/>
                  </a:lnTo>
                  <a:close/>
                  <a:moveTo>
                    <a:pt x="4172" y="1255"/>
                  </a:moveTo>
                  <a:lnTo>
                    <a:pt x="4181" y="1265"/>
                  </a:lnTo>
                  <a:lnTo>
                    <a:pt x="4669" y="1644"/>
                  </a:lnTo>
                  <a:lnTo>
                    <a:pt x="4181" y="2022"/>
                  </a:lnTo>
                  <a:lnTo>
                    <a:pt x="4172" y="2022"/>
                  </a:lnTo>
                  <a:lnTo>
                    <a:pt x="4172" y="1265"/>
                  </a:lnTo>
                  <a:lnTo>
                    <a:pt x="4172" y="1255"/>
                  </a:lnTo>
                  <a:close/>
                  <a:moveTo>
                    <a:pt x="2440" y="1"/>
                  </a:moveTo>
                  <a:cubicBezTo>
                    <a:pt x="2370" y="1"/>
                    <a:pt x="2320" y="31"/>
                    <a:pt x="2280" y="81"/>
                  </a:cubicBezTo>
                  <a:lnTo>
                    <a:pt x="1902" y="578"/>
                  </a:lnTo>
                  <a:cubicBezTo>
                    <a:pt x="1852" y="638"/>
                    <a:pt x="1842" y="718"/>
                    <a:pt x="1882" y="788"/>
                  </a:cubicBezTo>
                  <a:cubicBezTo>
                    <a:pt x="1912" y="857"/>
                    <a:pt x="1982" y="897"/>
                    <a:pt x="2061" y="897"/>
                  </a:cubicBezTo>
                  <a:lnTo>
                    <a:pt x="2340" y="897"/>
                  </a:lnTo>
                  <a:lnTo>
                    <a:pt x="2340" y="2768"/>
                  </a:lnTo>
                  <a:cubicBezTo>
                    <a:pt x="2121" y="2778"/>
                    <a:pt x="1912" y="2828"/>
                    <a:pt x="1723" y="2898"/>
                  </a:cubicBezTo>
                  <a:lnTo>
                    <a:pt x="1723" y="1644"/>
                  </a:lnTo>
                  <a:cubicBezTo>
                    <a:pt x="1723" y="1584"/>
                    <a:pt x="1683" y="1544"/>
                    <a:pt x="1623" y="1544"/>
                  </a:cubicBezTo>
                  <a:lnTo>
                    <a:pt x="907" y="1544"/>
                  </a:lnTo>
                  <a:lnTo>
                    <a:pt x="907" y="1265"/>
                  </a:lnTo>
                  <a:cubicBezTo>
                    <a:pt x="907" y="1186"/>
                    <a:pt x="857" y="1116"/>
                    <a:pt x="787" y="1086"/>
                  </a:cubicBezTo>
                  <a:cubicBezTo>
                    <a:pt x="758" y="1070"/>
                    <a:pt x="727" y="1062"/>
                    <a:pt x="696" y="1062"/>
                  </a:cubicBezTo>
                  <a:cubicBezTo>
                    <a:pt x="654" y="1062"/>
                    <a:pt x="613" y="1077"/>
                    <a:pt x="578" y="1106"/>
                  </a:cubicBezTo>
                  <a:lnTo>
                    <a:pt x="80" y="1484"/>
                  </a:lnTo>
                  <a:cubicBezTo>
                    <a:pt x="31" y="1524"/>
                    <a:pt x="1" y="1574"/>
                    <a:pt x="1" y="1644"/>
                  </a:cubicBezTo>
                  <a:cubicBezTo>
                    <a:pt x="1" y="1703"/>
                    <a:pt x="31" y="1763"/>
                    <a:pt x="80" y="1803"/>
                  </a:cubicBezTo>
                  <a:lnTo>
                    <a:pt x="578" y="2181"/>
                  </a:lnTo>
                  <a:cubicBezTo>
                    <a:pt x="612" y="2209"/>
                    <a:pt x="652" y="2221"/>
                    <a:pt x="693" y="2221"/>
                  </a:cubicBezTo>
                  <a:cubicBezTo>
                    <a:pt x="724" y="2221"/>
                    <a:pt x="757" y="2214"/>
                    <a:pt x="787" y="2201"/>
                  </a:cubicBezTo>
                  <a:cubicBezTo>
                    <a:pt x="857" y="2171"/>
                    <a:pt x="907" y="2102"/>
                    <a:pt x="907" y="2022"/>
                  </a:cubicBezTo>
                  <a:lnTo>
                    <a:pt x="907" y="1743"/>
                  </a:lnTo>
                  <a:lnTo>
                    <a:pt x="1524" y="1743"/>
                  </a:lnTo>
                  <a:lnTo>
                    <a:pt x="1524" y="2987"/>
                  </a:lnTo>
                  <a:cubicBezTo>
                    <a:pt x="877" y="3326"/>
                    <a:pt x="429" y="4002"/>
                    <a:pt x="429" y="4779"/>
                  </a:cubicBezTo>
                  <a:cubicBezTo>
                    <a:pt x="429" y="5894"/>
                    <a:pt x="1325" y="6790"/>
                    <a:pt x="2440" y="6790"/>
                  </a:cubicBezTo>
                  <a:cubicBezTo>
                    <a:pt x="3484" y="6790"/>
                    <a:pt x="4351" y="5993"/>
                    <a:pt x="4440" y="4968"/>
                  </a:cubicBezTo>
                  <a:cubicBezTo>
                    <a:pt x="4450" y="4918"/>
                    <a:pt x="4411" y="4869"/>
                    <a:pt x="4351" y="4858"/>
                  </a:cubicBezTo>
                  <a:cubicBezTo>
                    <a:pt x="4301" y="4858"/>
                    <a:pt x="4251" y="4898"/>
                    <a:pt x="4241" y="4948"/>
                  </a:cubicBezTo>
                  <a:cubicBezTo>
                    <a:pt x="4152" y="5884"/>
                    <a:pt x="3375" y="6590"/>
                    <a:pt x="2440" y="6590"/>
                  </a:cubicBezTo>
                  <a:cubicBezTo>
                    <a:pt x="1434" y="6590"/>
                    <a:pt x="628" y="5785"/>
                    <a:pt x="628" y="4779"/>
                  </a:cubicBezTo>
                  <a:cubicBezTo>
                    <a:pt x="628" y="3783"/>
                    <a:pt x="1434" y="2967"/>
                    <a:pt x="2440" y="2967"/>
                  </a:cubicBezTo>
                  <a:cubicBezTo>
                    <a:pt x="3325" y="2967"/>
                    <a:pt x="4102" y="3635"/>
                    <a:pt x="4231" y="4510"/>
                  </a:cubicBezTo>
                  <a:cubicBezTo>
                    <a:pt x="4240" y="4563"/>
                    <a:pt x="4279" y="4592"/>
                    <a:pt x="4322" y="4592"/>
                  </a:cubicBezTo>
                  <a:cubicBezTo>
                    <a:pt x="4328" y="4592"/>
                    <a:pt x="4334" y="4591"/>
                    <a:pt x="4340" y="4590"/>
                  </a:cubicBezTo>
                  <a:cubicBezTo>
                    <a:pt x="4400" y="4590"/>
                    <a:pt x="4440" y="4540"/>
                    <a:pt x="4430" y="4480"/>
                  </a:cubicBezTo>
                  <a:cubicBezTo>
                    <a:pt x="4331" y="3843"/>
                    <a:pt x="3933" y="3286"/>
                    <a:pt x="3355" y="2987"/>
                  </a:cubicBezTo>
                  <a:lnTo>
                    <a:pt x="3355" y="1743"/>
                  </a:lnTo>
                  <a:lnTo>
                    <a:pt x="3973" y="1743"/>
                  </a:lnTo>
                  <a:lnTo>
                    <a:pt x="3973" y="2022"/>
                  </a:lnTo>
                  <a:cubicBezTo>
                    <a:pt x="3973" y="2102"/>
                    <a:pt x="4012" y="2171"/>
                    <a:pt x="4082" y="2201"/>
                  </a:cubicBezTo>
                  <a:cubicBezTo>
                    <a:pt x="4112" y="2214"/>
                    <a:pt x="4145" y="2221"/>
                    <a:pt x="4177" y="2221"/>
                  </a:cubicBezTo>
                  <a:cubicBezTo>
                    <a:pt x="4219" y="2221"/>
                    <a:pt x="4262" y="2209"/>
                    <a:pt x="4301" y="2181"/>
                  </a:cubicBezTo>
                  <a:lnTo>
                    <a:pt x="4798" y="1803"/>
                  </a:lnTo>
                  <a:cubicBezTo>
                    <a:pt x="4849" y="1763"/>
                    <a:pt x="4878" y="1703"/>
                    <a:pt x="4878" y="1644"/>
                  </a:cubicBezTo>
                  <a:cubicBezTo>
                    <a:pt x="4878" y="1574"/>
                    <a:pt x="4849" y="1524"/>
                    <a:pt x="4798" y="1484"/>
                  </a:cubicBezTo>
                  <a:lnTo>
                    <a:pt x="4301" y="1106"/>
                  </a:lnTo>
                  <a:cubicBezTo>
                    <a:pt x="4260" y="1077"/>
                    <a:pt x="4217" y="1062"/>
                    <a:pt x="4173" y="1062"/>
                  </a:cubicBezTo>
                  <a:cubicBezTo>
                    <a:pt x="4142" y="1062"/>
                    <a:pt x="4111" y="1070"/>
                    <a:pt x="4082" y="1086"/>
                  </a:cubicBezTo>
                  <a:cubicBezTo>
                    <a:pt x="4012" y="1116"/>
                    <a:pt x="3973" y="1186"/>
                    <a:pt x="3973" y="1265"/>
                  </a:cubicBezTo>
                  <a:lnTo>
                    <a:pt x="3973" y="1544"/>
                  </a:lnTo>
                  <a:lnTo>
                    <a:pt x="3256" y="1544"/>
                  </a:lnTo>
                  <a:cubicBezTo>
                    <a:pt x="3196" y="1544"/>
                    <a:pt x="3156" y="1584"/>
                    <a:pt x="3156" y="1644"/>
                  </a:cubicBezTo>
                  <a:lnTo>
                    <a:pt x="3156" y="2898"/>
                  </a:lnTo>
                  <a:cubicBezTo>
                    <a:pt x="2957" y="2828"/>
                    <a:pt x="2748" y="2778"/>
                    <a:pt x="2539" y="2768"/>
                  </a:cubicBezTo>
                  <a:lnTo>
                    <a:pt x="2539" y="897"/>
                  </a:lnTo>
                  <a:lnTo>
                    <a:pt x="2818" y="897"/>
                  </a:lnTo>
                  <a:cubicBezTo>
                    <a:pt x="2898" y="897"/>
                    <a:pt x="2967" y="857"/>
                    <a:pt x="2997" y="788"/>
                  </a:cubicBezTo>
                  <a:cubicBezTo>
                    <a:pt x="3037" y="718"/>
                    <a:pt x="3027" y="638"/>
                    <a:pt x="2977" y="578"/>
                  </a:cubicBezTo>
                  <a:lnTo>
                    <a:pt x="2599" y="81"/>
                  </a:lnTo>
                  <a:cubicBezTo>
                    <a:pt x="2559" y="31"/>
                    <a:pt x="2499" y="1"/>
                    <a:pt x="2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0"/>
            <p:cNvSpPr/>
            <p:nvPr/>
          </p:nvSpPr>
          <p:spPr>
            <a:xfrm>
              <a:off x="1565454" y="4368041"/>
              <a:ext cx="123720" cy="142840"/>
            </a:xfrm>
            <a:custGeom>
              <a:avLst/>
              <a:gdLst/>
              <a:ahLst/>
              <a:cxnLst/>
              <a:rect l="l" t="t" r="r" b="b"/>
              <a:pathLst>
                <a:path w="1773" h="2047" extrusionOk="0">
                  <a:moveTo>
                    <a:pt x="1093" y="1"/>
                  </a:moveTo>
                  <a:cubicBezTo>
                    <a:pt x="1053" y="1"/>
                    <a:pt x="1014" y="29"/>
                    <a:pt x="1006" y="76"/>
                  </a:cubicBezTo>
                  <a:cubicBezTo>
                    <a:pt x="986" y="126"/>
                    <a:pt x="1016" y="176"/>
                    <a:pt x="1076" y="196"/>
                  </a:cubicBezTo>
                  <a:cubicBezTo>
                    <a:pt x="1344" y="275"/>
                    <a:pt x="1534" y="524"/>
                    <a:pt x="1554" y="803"/>
                  </a:cubicBezTo>
                  <a:cubicBezTo>
                    <a:pt x="1563" y="1082"/>
                    <a:pt x="1404" y="1350"/>
                    <a:pt x="1135" y="1470"/>
                  </a:cubicBezTo>
                  <a:cubicBezTo>
                    <a:pt x="1056" y="1500"/>
                    <a:pt x="1006" y="1580"/>
                    <a:pt x="1006" y="1669"/>
                  </a:cubicBezTo>
                  <a:lnTo>
                    <a:pt x="1006" y="1719"/>
                  </a:lnTo>
                  <a:cubicBezTo>
                    <a:pt x="1006" y="1788"/>
                    <a:pt x="946" y="1848"/>
                    <a:pt x="877" y="1848"/>
                  </a:cubicBezTo>
                  <a:cubicBezTo>
                    <a:pt x="807" y="1848"/>
                    <a:pt x="747" y="1788"/>
                    <a:pt x="747" y="1719"/>
                  </a:cubicBezTo>
                  <a:lnTo>
                    <a:pt x="747" y="1669"/>
                  </a:lnTo>
                  <a:cubicBezTo>
                    <a:pt x="747" y="1470"/>
                    <a:pt x="857" y="1290"/>
                    <a:pt x="1036" y="1221"/>
                  </a:cubicBezTo>
                  <a:cubicBezTo>
                    <a:pt x="1195" y="1151"/>
                    <a:pt x="1295" y="992"/>
                    <a:pt x="1284" y="813"/>
                  </a:cubicBezTo>
                  <a:cubicBezTo>
                    <a:pt x="1275" y="614"/>
                    <a:pt x="1105" y="445"/>
                    <a:pt x="906" y="434"/>
                  </a:cubicBezTo>
                  <a:cubicBezTo>
                    <a:pt x="895" y="433"/>
                    <a:pt x="883" y="433"/>
                    <a:pt x="872" y="433"/>
                  </a:cubicBezTo>
                  <a:cubicBezTo>
                    <a:pt x="648" y="433"/>
                    <a:pt x="468" y="616"/>
                    <a:pt x="468" y="843"/>
                  </a:cubicBezTo>
                  <a:cubicBezTo>
                    <a:pt x="468" y="912"/>
                    <a:pt x="408" y="972"/>
                    <a:pt x="329" y="972"/>
                  </a:cubicBezTo>
                  <a:cubicBezTo>
                    <a:pt x="260" y="972"/>
                    <a:pt x="200" y="912"/>
                    <a:pt x="200" y="843"/>
                  </a:cubicBezTo>
                  <a:cubicBezTo>
                    <a:pt x="200" y="554"/>
                    <a:pt x="389" y="295"/>
                    <a:pt x="667" y="196"/>
                  </a:cubicBezTo>
                  <a:cubicBezTo>
                    <a:pt x="717" y="186"/>
                    <a:pt x="747" y="126"/>
                    <a:pt x="727" y="76"/>
                  </a:cubicBezTo>
                  <a:cubicBezTo>
                    <a:pt x="719" y="33"/>
                    <a:pt x="673" y="5"/>
                    <a:pt x="628" y="5"/>
                  </a:cubicBezTo>
                  <a:cubicBezTo>
                    <a:pt x="621" y="5"/>
                    <a:pt x="614" y="5"/>
                    <a:pt x="608" y="7"/>
                  </a:cubicBezTo>
                  <a:cubicBezTo>
                    <a:pt x="240" y="126"/>
                    <a:pt x="1" y="465"/>
                    <a:pt x="1" y="843"/>
                  </a:cubicBezTo>
                  <a:cubicBezTo>
                    <a:pt x="1" y="1022"/>
                    <a:pt x="150" y="1171"/>
                    <a:pt x="329" y="1171"/>
                  </a:cubicBezTo>
                  <a:cubicBezTo>
                    <a:pt x="518" y="1171"/>
                    <a:pt x="667" y="1022"/>
                    <a:pt x="667" y="843"/>
                  </a:cubicBezTo>
                  <a:cubicBezTo>
                    <a:pt x="667" y="729"/>
                    <a:pt x="758" y="633"/>
                    <a:pt x="870" y="633"/>
                  </a:cubicBezTo>
                  <a:cubicBezTo>
                    <a:pt x="876" y="633"/>
                    <a:pt x="881" y="633"/>
                    <a:pt x="886" y="634"/>
                  </a:cubicBezTo>
                  <a:cubicBezTo>
                    <a:pt x="996" y="644"/>
                    <a:pt x="1076" y="724"/>
                    <a:pt x="1085" y="833"/>
                  </a:cubicBezTo>
                  <a:cubicBezTo>
                    <a:pt x="1096" y="923"/>
                    <a:pt x="1036" y="1002"/>
                    <a:pt x="956" y="1042"/>
                  </a:cubicBezTo>
                  <a:cubicBezTo>
                    <a:pt x="707" y="1142"/>
                    <a:pt x="548" y="1390"/>
                    <a:pt x="548" y="1669"/>
                  </a:cubicBezTo>
                  <a:lnTo>
                    <a:pt x="548" y="1719"/>
                  </a:lnTo>
                  <a:cubicBezTo>
                    <a:pt x="548" y="1898"/>
                    <a:pt x="698" y="2047"/>
                    <a:pt x="877" y="2047"/>
                  </a:cubicBezTo>
                  <a:cubicBezTo>
                    <a:pt x="1056" y="2047"/>
                    <a:pt x="1205" y="1898"/>
                    <a:pt x="1205" y="1719"/>
                  </a:cubicBezTo>
                  <a:lnTo>
                    <a:pt x="1205" y="1669"/>
                  </a:lnTo>
                  <a:cubicBezTo>
                    <a:pt x="1205" y="1659"/>
                    <a:pt x="1215" y="1649"/>
                    <a:pt x="1215" y="1649"/>
                  </a:cubicBezTo>
                  <a:cubicBezTo>
                    <a:pt x="1554" y="1500"/>
                    <a:pt x="1773" y="1161"/>
                    <a:pt x="1753" y="783"/>
                  </a:cubicBezTo>
                  <a:cubicBezTo>
                    <a:pt x="1722" y="425"/>
                    <a:pt x="1474" y="106"/>
                    <a:pt x="1125" y="7"/>
                  </a:cubicBezTo>
                  <a:cubicBezTo>
                    <a:pt x="1115" y="3"/>
                    <a:pt x="1104"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 name="Google Shape;701;p50"/>
          <p:cNvGrpSpPr/>
          <p:nvPr/>
        </p:nvGrpSpPr>
        <p:grpSpPr>
          <a:xfrm>
            <a:off x="1377042" y="4134350"/>
            <a:ext cx="475900" cy="473806"/>
            <a:chOff x="2046792" y="4134350"/>
            <a:chExt cx="475900" cy="473806"/>
          </a:xfrm>
        </p:grpSpPr>
        <p:sp>
          <p:nvSpPr>
            <p:cNvPr id="702" name="Google Shape;702;p50"/>
            <p:cNvSpPr/>
            <p:nvPr/>
          </p:nvSpPr>
          <p:spPr>
            <a:xfrm>
              <a:off x="2414948" y="4182986"/>
              <a:ext cx="51428" cy="61895"/>
            </a:xfrm>
            <a:custGeom>
              <a:avLst/>
              <a:gdLst/>
              <a:ahLst/>
              <a:cxnLst/>
              <a:rect l="l" t="t" r="r" b="b"/>
              <a:pathLst>
                <a:path w="737" h="887" extrusionOk="0">
                  <a:moveTo>
                    <a:pt x="389" y="1"/>
                  </a:moveTo>
                  <a:cubicBezTo>
                    <a:pt x="289" y="1"/>
                    <a:pt x="190" y="31"/>
                    <a:pt x="119" y="100"/>
                  </a:cubicBezTo>
                  <a:cubicBezTo>
                    <a:pt x="50" y="170"/>
                    <a:pt x="0" y="270"/>
                    <a:pt x="0" y="369"/>
                  </a:cubicBezTo>
                  <a:cubicBezTo>
                    <a:pt x="0" y="419"/>
                    <a:pt x="50" y="469"/>
                    <a:pt x="100" y="469"/>
                  </a:cubicBezTo>
                  <a:cubicBezTo>
                    <a:pt x="159" y="469"/>
                    <a:pt x="199" y="419"/>
                    <a:pt x="199" y="369"/>
                  </a:cubicBezTo>
                  <a:cubicBezTo>
                    <a:pt x="199" y="319"/>
                    <a:pt x="219" y="279"/>
                    <a:pt x="259" y="250"/>
                  </a:cubicBezTo>
                  <a:cubicBezTo>
                    <a:pt x="289" y="220"/>
                    <a:pt x="329" y="200"/>
                    <a:pt x="378" y="200"/>
                  </a:cubicBezTo>
                  <a:cubicBezTo>
                    <a:pt x="458" y="210"/>
                    <a:pt x="528" y="279"/>
                    <a:pt x="528" y="359"/>
                  </a:cubicBezTo>
                  <a:cubicBezTo>
                    <a:pt x="528" y="429"/>
                    <a:pt x="488" y="489"/>
                    <a:pt x="428" y="518"/>
                  </a:cubicBezTo>
                  <a:cubicBezTo>
                    <a:pt x="329" y="558"/>
                    <a:pt x="269" y="658"/>
                    <a:pt x="269" y="768"/>
                  </a:cubicBezTo>
                  <a:lnTo>
                    <a:pt x="269" y="787"/>
                  </a:lnTo>
                  <a:cubicBezTo>
                    <a:pt x="269" y="847"/>
                    <a:pt x="309" y="887"/>
                    <a:pt x="369" y="887"/>
                  </a:cubicBezTo>
                  <a:cubicBezTo>
                    <a:pt x="418" y="887"/>
                    <a:pt x="468" y="847"/>
                    <a:pt x="468" y="787"/>
                  </a:cubicBezTo>
                  <a:lnTo>
                    <a:pt x="468" y="768"/>
                  </a:lnTo>
                  <a:cubicBezTo>
                    <a:pt x="468" y="737"/>
                    <a:pt x="478" y="708"/>
                    <a:pt x="508" y="697"/>
                  </a:cubicBezTo>
                  <a:cubicBezTo>
                    <a:pt x="647" y="638"/>
                    <a:pt x="737" y="498"/>
                    <a:pt x="727" y="339"/>
                  </a:cubicBezTo>
                  <a:cubicBezTo>
                    <a:pt x="717" y="160"/>
                    <a:pt x="568" y="21"/>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0"/>
            <p:cNvSpPr/>
            <p:nvPr/>
          </p:nvSpPr>
          <p:spPr>
            <a:xfrm>
              <a:off x="2433718" y="4251021"/>
              <a:ext cx="13956" cy="14026"/>
            </a:xfrm>
            <a:custGeom>
              <a:avLst/>
              <a:gdLst/>
              <a:ahLst/>
              <a:cxnLst/>
              <a:rect l="l" t="t" r="r" b="b"/>
              <a:pathLst>
                <a:path w="200" h="201" extrusionOk="0">
                  <a:moveTo>
                    <a:pt x="105" y="0"/>
                  </a:moveTo>
                  <a:cubicBezTo>
                    <a:pt x="50" y="0"/>
                    <a:pt x="0" y="46"/>
                    <a:pt x="0" y="101"/>
                  </a:cubicBezTo>
                  <a:cubicBezTo>
                    <a:pt x="0" y="160"/>
                    <a:pt x="40" y="200"/>
                    <a:pt x="100" y="200"/>
                  </a:cubicBezTo>
                  <a:cubicBezTo>
                    <a:pt x="149" y="200"/>
                    <a:pt x="199" y="160"/>
                    <a:pt x="199" y="101"/>
                  </a:cubicBezTo>
                  <a:cubicBezTo>
                    <a:pt x="199" y="61"/>
                    <a:pt x="159" y="12"/>
                    <a:pt x="120" y="1"/>
                  </a:cubicBezTo>
                  <a:cubicBezTo>
                    <a:pt x="115" y="0"/>
                    <a:pt x="110"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0"/>
            <p:cNvSpPr/>
            <p:nvPr/>
          </p:nvSpPr>
          <p:spPr>
            <a:xfrm>
              <a:off x="2207912" y="4185777"/>
              <a:ext cx="27214" cy="79270"/>
            </a:xfrm>
            <a:custGeom>
              <a:avLst/>
              <a:gdLst/>
              <a:ahLst/>
              <a:cxnLst/>
              <a:rect l="l" t="t" r="r" b="b"/>
              <a:pathLst>
                <a:path w="390" h="1136" extrusionOk="0">
                  <a:moveTo>
                    <a:pt x="100" y="1"/>
                  </a:moveTo>
                  <a:cubicBezTo>
                    <a:pt x="51" y="1"/>
                    <a:pt x="1" y="40"/>
                    <a:pt x="1" y="100"/>
                  </a:cubicBezTo>
                  <a:cubicBezTo>
                    <a:pt x="1" y="150"/>
                    <a:pt x="41" y="200"/>
                    <a:pt x="100" y="200"/>
                  </a:cubicBezTo>
                  <a:lnTo>
                    <a:pt x="190" y="200"/>
                  </a:lnTo>
                  <a:lnTo>
                    <a:pt x="180" y="1036"/>
                  </a:lnTo>
                  <a:cubicBezTo>
                    <a:pt x="180" y="1086"/>
                    <a:pt x="230" y="1135"/>
                    <a:pt x="279" y="1135"/>
                  </a:cubicBezTo>
                  <a:cubicBezTo>
                    <a:pt x="339" y="1135"/>
                    <a:pt x="379" y="1086"/>
                    <a:pt x="379" y="1036"/>
                  </a:cubicBezTo>
                  <a:lnTo>
                    <a:pt x="389" y="100"/>
                  </a:lnTo>
                  <a:cubicBezTo>
                    <a:pt x="389" y="40"/>
                    <a:pt x="339"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0"/>
            <p:cNvSpPr/>
            <p:nvPr/>
          </p:nvSpPr>
          <p:spPr>
            <a:xfrm>
              <a:off x="2312093" y="4185637"/>
              <a:ext cx="49404" cy="79410"/>
            </a:xfrm>
            <a:custGeom>
              <a:avLst/>
              <a:gdLst/>
              <a:ahLst/>
              <a:cxnLst/>
              <a:rect l="l" t="t" r="r" b="b"/>
              <a:pathLst>
                <a:path w="708" h="1138" extrusionOk="0">
                  <a:moveTo>
                    <a:pt x="343" y="0"/>
                  </a:moveTo>
                  <a:cubicBezTo>
                    <a:pt x="178" y="0"/>
                    <a:pt x="29" y="125"/>
                    <a:pt x="1" y="292"/>
                  </a:cubicBezTo>
                  <a:cubicBezTo>
                    <a:pt x="1" y="341"/>
                    <a:pt x="31" y="401"/>
                    <a:pt x="91" y="401"/>
                  </a:cubicBezTo>
                  <a:cubicBezTo>
                    <a:pt x="97" y="402"/>
                    <a:pt x="104" y="403"/>
                    <a:pt x="110" y="403"/>
                  </a:cubicBezTo>
                  <a:cubicBezTo>
                    <a:pt x="153" y="403"/>
                    <a:pt x="192" y="373"/>
                    <a:pt x="200" y="321"/>
                  </a:cubicBezTo>
                  <a:cubicBezTo>
                    <a:pt x="210" y="257"/>
                    <a:pt x="270" y="201"/>
                    <a:pt x="342" y="201"/>
                  </a:cubicBezTo>
                  <a:cubicBezTo>
                    <a:pt x="348" y="201"/>
                    <a:pt x="354" y="201"/>
                    <a:pt x="359" y="202"/>
                  </a:cubicBezTo>
                  <a:cubicBezTo>
                    <a:pt x="409" y="212"/>
                    <a:pt x="449" y="241"/>
                    <a:pt x="479" y="292"/>
                  </a:cubicBezTo>
                  <a:cubicBezTo>
                    <a:pt x="499" y="331"/>
                    <a:pt x="489" y="381"/>
                    <a:pt x="459" y="431"/>
                  </a:cubicBezTo>
                  <a:lnTo>
                    <a:pt x="80" y="978"/>
                  </a:lnTo>
                  <a:cubicBezTo>
                    <a:pt x="61" y="1008"/>
                    <a:pt x="51" y="1048"/>
                    <a:pt x="71" y="1088"/>
                  </a:cubicBezTo>
                  <a:cubicBezTo>
                    <a:pt x="91" y="1117"/>
                    <a:pt x="120" y="1137"/>
                    <a:pt x="160" y="1137"/>
                  </a:cubicBezTo>
                  <a:lnTo>
                    <a:pt x="608" y="1137"/>
                  </a:lnTo>
                  <a:cubicBezTo>
                    <a:pt x="668" y="1137"/>
                    <a:pt x="708" y="1097"/>
                    <a:pt x="708" y="1038"/>
                  </a:cubicBezTo>
                  <a:cubicBezTo>
                    <a:pt x="708" y="988"/>
                    <a:pt x="668" y="938"/>
                    <a:pt x="608" y="938"/>
                  </a:cubicBezTo>
                  <a:lnTo>
                    <a:pt x="350" y="938"/>
                  </a:lnTo>
                  <a:lnTo>
                    <a:pt x="628" y="540"/>
                  </a:lnTo>
                  <a:cubicBezTo>
                    <a:pt x="698" y="440"/>
                    <a:pt x="708" y="311"/>
                    <a:pt x="658" y="202"/>
                  </a:cubicBezTo>
                  <a:cubicBezTo>
                    <a:pt x="608" y="92"/>
                    <a:pt x="499" y="13"/>
                    <a:pt x="379" y="3"/>
                  </a:cubicBezTo>
                  <a:cubicBezTo>
                    <a:pt x="367" y="1"/>
                    <a:pt x="355"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0"/>
            <p:cNvSpPr/>
            <p:nvPr/>
          </p:nvSpPr>
          <p:spPr>
            <a:xfrm>
              <a:off x="2246849" y="4195476"/>
              <a:ext cx="59801" cy="59801"/>
            </a:xfrm>
            <a:custGeom>
              <a:avLst/>
              <a:gdLst/>
              <a:ahLst/>
              <a:cxnLst/>
              <a:rect l="l" t="t" r="r" b="b"/>
              <a:pathLst>
                <a:path w="857" h="857" extrusionOk="0">
                  <a:moveTo>
                    <a:pt x="429" y="1"/>
                  </a:moveTo>
                  <a:cubicBezTo>
                    <a:pt x="369" y="1"/>
                    <a:pt x="329" y="41"/>
                    <a:pt x="329" y="100"/>
                  </a:cubicBezTo>
                  <a:lnTo>
                    <a:pt x="329" y="330"/>
                  </a:lnTo>
                  <a:lnTo>
                    <a:pt x="100" y="330"/>
                  </a:lnTo>
                  <a:cubicBezTo>
                    <a:pt x="40" y="330"/>
                    <a:pt x="0" y="370"/>
                    <a:pt x="0" y="429"/>
                  </a:cubicBezTo>
                  <a:cubicBezTo>
                    <a:pt x="0" y="479"/>
                    <a:pt x="40" y="529"/>
                    <a:pt x="100" y="529"/>
                  </a:cubicBezTo>
                  <a:lnTo>
                    <a:pt x="329" y="529"/>
                  </a:lnTo>
                  <a:lnTo>
                    <a:pt x="329" y="757"/>
                  </a:lnTo>
                  <a:cubicBezTo>
                    <a:pt x="329" y="817"/>
                    <a:pt x="369" y="857"/>
                    <a:pt x="429" y="857"/>
                  </a:cubicBezTo>
                  <a:cubicBezTo>
                    <a:pt x="478" y="857"/>
                    <a:pt x="528" y="817"/>
                    <a:pt x="528" y="757"/>
                  </a:cubicBezTo>
                  <a:lnTo>
                    <a:pt x="528" y="529"/>
                  </a:lnTo>
                  <a:lnTo>
                    <a:pt x="757" y="529"/>
                  </a:lnTo>
                  <a:cubicBezTo>
                    <a:pt x="807" y="529"/>
                    <a:pt x="856" y="489"/>
                    <a:pt x="856" y="429"/>
                  </a:cubicBezTo>
                  <a:cubicBezTo>
                    <a:pt x="856" y="370"/>
                    <a:pt x="807" y="330"/>
                    <a:pt x="757" y="330"/>
                  </a:cubicBezTo>
                  <a:lnTo>
                    <a:pt x="528" y="330"/>
                  </a:lnTo>
                  <a:lnTo>
                    <a:pt x="528" y="100"/>
                  </a:lnTo>
                  <a:cubicBezTo>
                    <a:pt x="528" y="41"/>
                    <a:pt x="478" y="1"/>
                    <a:pt x="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0"/>
            <p:cNvSpPr/>
            <p:nvPr/>
          </p:nvSpPr>
          <p:spPr>
            <a:xfrm>
              <a:off x="2371824" y="4205245"/>
              <a:ext cx="32029" cy="13956"/>
            </a:xfrm>
            <a:custGeom>
              <a:avLst/>
              <a:gdLst/>
              <a:ahLst/>
              <a:cxnLst/>
              <a:rect l="l" t="t" r="r" b="b"/>
              <a:pathLst>
                <a:path w="459" h="200" extrusionOk="0">
                  <a:moveTo>
                    <a:pt x="111" y="0"/>
                  </a:moveTo>
                  <a:cubicBezTo>
                    <a:pt x="51" y="0"/>
                    <a:pt x="11" y="50"/>
                    <a:pt x="1" y="100"/>
                  </a:cubicBezTo>
                  <a:cubicBezTo>
                    <a:pt x="1" y="159"/>
                    <a:pt x="51" y="199"/>
                    <a:pt x="100" y="199"/>
                  </a:cubicBezTo>
                  <a:lnTo>
                    <a:pt x="359" y="199"/>
                  </a:lnTo>
                  <a:cubicBezTo>
                    <a:pt x="419" y="199"/>
                    <a:pt x="459" y="159"/>
                    <a:pt x="459" y="100"/>
                  </a:cubicBezTo>
                  <a:cubicBezTo>
                    <a:pt x="459" y="50"/>
                    <a:pt x="419"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0"/>
            <p:cNvSpPr/>
            <p:nvPr/>
          </p:nvSpPr>
          <p:spPr>
            <a:xfrm>
              <a:off x="2371824" y="4231622"/>
              <a:ext cx="32029" cy="13956"/>
            </a:xfrm>
            <a:custGeom>
              <a:avLst/>
              <a:gdLst/>
              <a:ahLst/>
              <a:cxnLst/>
              <a:rect l="l" t="t" r="r" b="b"/>
              <a:pathLst>
                <a:path w="459" h="200" extrusionOk="0">
                  <a:moveTo>
                    <a:pt x="100" y="0"/>
                  </a:moveTo>
                  <a:cubicBezTo>
                    <a:pt x="51" y="0"/>
                    <a:pt x="1" y="40"/>
                    <a:pt x="1" y="100"/>
                  </a:cubicBezTo>
                  <a:cubicBezTo>
                    <a:pt x="1" y="150"/>
                    <a:pt x="51" y="200"/>
                    <a:pt x="100" y="200"/>
                  </a:cubicBezTo>
                  <a:lnTo>
                    <a:pt x="359" y="200"/>
                  </a:lnTo>
                  <a:cubicBezTo>
                    <a:pt x="419" y="200"/>
                    <a:pt x="459" y="160"/>
                    <a:pt x="459" y="100"/>
                  </a:cubicBezTo>
                  <a:cubicBezTo>
                    <a:pt x="459" y="40"/>
                    <a:pt x="419"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0"/>
            <p:cNvSpPr/>
            <p:nvPr/>
          </p:nvSpPr>
          <p:spPr>
            <a:xfrm>
              <a:off x="2046792" y="4134350"/>
              <a:ext cx="475900" cy="473806"/>
            </a:xfrm>
            <a:custGeom>
              <a:avLst/>
              <a:gdLst/>
              <a:ahLst/>
              <a:cxnLst/>
              <a:rect l="l" t="t" r="r" b="b"/>
              <a:pathLst>
                <a:path w="6820" h="6790" extrusionOk="0">
                  <a:moveTo>
                    <a:pt x="2778" y="1"/>
                  </a:moveTo>
                  <a:cubicBezTo>
                    <a:pt x="2071" y="1"/>
                    <a:pt x="1494" y="569"/>
                    <a:pt x="1494" y="1285"/>
                  </a:cubicBezTo>
                  <a:cubicBezTo>
                    <a:pt x="1494" y="1474"/>
                    <a:pt x="1533" y="1653"/>
                    <a:pt x="1603" y="1823"/>
                  </a:cubicBezTo>
                  <a:cubicBezTo>
                    <a:pt x="996" y="2122"/>
                    <a:pt x="598" y="2739"/>
                    <a:pt x="598" y="3425"/>
                  </a:cubicBezTo>
                  <a:lnTo>
                    <a:pt x="598" y="3674"/>
                  </a:lnTo>
                  <a:cubicBezTo>
                    <a:pt x="598" y="3923"/>
                    <a:pt x="508" y="4152"/>
                    <a:pt x="329" y="4331"/>
                  </a:cubicBezTo>
                  <a:lnTo>
                    <a:pt x="100" y="4560"/>
                  </a:lnTo>
                  <a:cubicBezTo>
                    <a:pt x="31" y="4630"/>
                    <a:pt x="0" y="4739"/>
                    <a:pt x="40" y="4839"/>
                  </a:cubicBezTo>
                  <a:cubicBezTo>
                    <a:pt x="80" y="4929"/>
                    <a:pt x="180" y="4998"/>
                    <a:pt x="279" y="4998"/>
                  </a:cubicBezTo>
                  <a:lnTo>
                    <a:pt x="598" y="4998"/>
                  </a:lnTo>
                  <a:lnTo>
                    <a:pt x="598" y="5267"/>
                  </a:lnTo>
                  <a:cubicBezTo>
                    <a:pt x="598" y="5754"/>
                    <a:pt x="996" y="6143"/>
                    <a:pt x="1474" y="6153"/>
                  </a:cubicBezTo>
                  <a:cubicBezTo>
                    <a:pt x="1593" y="6153"/>
                    <a:pt x="1683" y="6242"/>
                    <a:pt x="1683" y="6352"/>
                  </a:cubicBezTo>
                  <a:lnTo>
                    <a:pt x="1683" y="6601"/>
                  </a:lnTo>
                  <a:cubicBezTo>
                    <a:pt x="1683" y="6710"/>
                    <a:pt x="1763" y="6790"/>
                    <a:pt x="1872" y="6790"/>
                  </a:cubicBezTo>
                  <a:lnTo>
                    <a:pt x="2360" y="6790"/>
                  </a:lnTo>
                  <a:cubicBezTo>
                    <a:pt x="2409" y="6790"/>
                    <a:pt x="2459" y="6750"/>
                    <a:pt x="2459" y="6690"/>
                  </a:cubicBezTo>
                  <a:cubicBezTo>
                    <a:pt x="2459" y="6641"/>
                    <a:pt x="2409" y="6590"/>
                    <a:pt x="2360" y="6590"/>
                  </a:cubicBezTo>
                  <a:lnTo>
                    <a:pt x="1882" y="6590"/>
                  </a:lnTo>
                  <a:lnTo>
                    <a:pt x="1882" y="6352"/>
                  </a:lnTo>
                  <a:cubicBezTo>
                    <a:pt x="1882" y="6133"/>
                    <a:pt x="1703" y="5953"/>
                    <a:pt x="1474" y="5953"/>
                  </a:cubicBezTo>
                  <a:cubicBezTo>
                    <a:pt x="1106" y="5944"/>
                    <a:pt x="797" y="5645"/>
                    <a:pt x="797" y="5267"/>
                  </a:cubicBezTo>
                  <a:lnTo>
                    <a:pt x="797" y="4978"/>
                  </a:lnTo>
                  <a:cubicBezTo>
                    <a:pt x="797" y="4878"/>
                    <a:pt x="717" y="4799"/>
                    <a:pt x="618" y="4799"/>
                  </a:cubicBezTo>
                  <a:lnTo>
                    <a:pt x="279" y="4799"/>
                  </a:lnTo>
                  <a:cubicBezTo>
                    <a:pt x="250" y="4799"/>
                    <a:pt x="230" y="4769"/>
                    <a:pt x="230" y="4759"/>
                  </a:cubicBezTo>
                  <a:cubicBezTo>
                    <a:pt x="219" y="4749"/>
                    <a:pt x="219" y="4719"/>
                    <a:pt x="239" y="4699"/>
                  </a:cubicBezTo>
                  <a:lnTo>
                    <a:pt x="469" y="4471"/>
                  </a:lnTo>
                  <a:cubicBezTo>
                    <a:pt x="688" y="4252"/>
                    <a:pt x="797" y="3973"/>
                    <a:pt x="797" y="3674"/>
                  </a:cubicBezTo>
                  <a:lnTo>
                    <a:pt x="797" y="3425"/>
                  </a:lnTo>
                  <a:cubicBezTo>
                    <a:pt x="797" y="2808"/>
                    <a:pt x="1155" y="2261"/>
                    <a:pt x="1703" y="1992"/>
                  </a:cubicBezTo>
                  <a:cubicBezTo>
                    <a:pt x="1942" y="2350"/>
                    <a:pt x="2350" y="2569"/>
                    <a:pt x="2778" y="2569"/>
                  </a:cubicBezTo>
                  <a:lnTo>
                    <a:pt x="3723" y="2569"/>
                  </a:lnTo>
                  <a:cubicBezTo>
                    <a:pt x="3893" y="2828"/>
                    <a:pt x="3972" y="3126"/>
                    <a:pt x="3972" y="3425"/>
                  </a:cubicBezTo>
                  <a:lnTo>
                    <a:pt x="3972" y="4162"/>
                  </a:lnTo>
                  <a:cubicBezTo>
                    <a:pt x="3972" y="4550"/>
                    <a:pt x="3833" y="4929"/>
                    <a:pt x="3574" y="5217"/>
                  </a:cubicBezTo>
                  <a:cubicBezTo>
                    <a:pt x="3395" y="5416"/>
                    <a:pt x="3305" y="5675"/>
                    <a:pt x="3305" y="5964"/>
                  </a:cubicBezTo>
                  <a:lnTo>
                    <a:pt x="3305" y="6590"/>
                  </a:lnTo>
                  <a:lnTo>
                    <a:pt x="2818" y="6590"/>
                  </a:lnTo>
                  <a:cubicBezTo>
                    <a:pt x="2768" y="6590"/>
                    <a:pt x="2718" y="6641"/>
                    <a:pt x="2718" y="6690"/>
                  </a:cubicBezTo>
                  <a:cubicBezTo>
                    <a:pt x="2718" y="6750"/>
                    <a:pt x="2768" y="6790"/>
                    <a:pt x="2818" y="6790"/>
                  </a:cubicBezTo>
                  <a:lnTo>
                    <a:pt x="3305" y="6790"/>
                  </a:lnTo>
                  <a:cubicBezTo>
                    <a:pt x="3415" y="6790"/>
                    <a:pt x="3504" y="6710"/>
                    <a:pt x="3504" y="6601"/>
                  </a:cubicBezTo>
                  <a:lnTo>
                    <a:pt x="3504" y="5964"/>
                  </a:lnTo>
                  <a:cubicBezTo>
                    <a:pt x="3504" y="5725"/>
                    <a:pt x="3584" y="5506"/>
                    <a:pt x="3723" y="5347"/>
                  </a:cubicBezTo>
                  <a:cubicBezTo>
                    <a:pt x="4012" y="5018"/>
                    <a:pt x="4172" y="4600"/>
                    <a:pt x="4172" y="4162"/>
                  </a:cubicBezTo>
                  <a:lnTo>
                    <a:pt x="4172" y="3425"/>
                  </a:lnTo>
                  <a:cubicBezTo>
                    <a:pt x="4172" y="3126"/>
                    <a:pt x="4101" y="2838"/>
                    <a:pt x="3953" y="2569"/>
                  </a:cubicBezTo>
                  <a:lnTo>
                    <a:pt x="4659" y="2569"/>
                  </a:lnTo>
                  <a:cubicBezTo>
                    <a:pt x="4679" y="2569"/>
                    <a:pt x="4689" y="2579"/>
                    <a:pt x="4689" y="2589"/>
                  </a:cubicBezTo>
                  <a:cubicBezTo>
                    <a:pt x="4689" y="2599"/>
                    <a:pt x="4699" y="2609"/>
                    <a:pt x="4689" y="2629"/>
                  </a:cubicBezTo>
                  <a:cubicBezTo>
                    <a:pt x="4609" y="2798"/>
                    <a:pt x="4500" y="2938"/>
                    <a:pt x="4430" y="3017"/>
                  </a:cubicBezTo>
                  <a:cubicBezTo>
                    <a:pt x="4380" y="3067"/>
                    <a:pt x="4371" y="3137"/>
                    <a:pt x="4410" y="3197"/>
                  </a:cubicBezTo>
                  <a:cubicBezTo>
                    <a:pt x="4434" y="3244"/>
                    <a:pt x="4482" y="3272"/>
                    <a:pt x="4531" y="3272"/>
                  </a:cubicBezTo>
                  <a:cubicBezTo>
                    <a:pt x="4544" y="3272"/>
                    <a:pt x="4557" y="3270"/>
                    <a:pt x="4570" y="3266"/>
                  </a:cubicBezTo>
                  <a:lnTo>
                    <a:pt x="4918" y="3177"/>
                  </a:lnTo>
                  <a:cubicBezTo>
                    <a:pt x="5236" y="3107"/>
                    <a:pt x="5515" y="2888"/>
                    <a:pt x="5665" y="2599"/>
                  </a:cubicBezTo>
                  <a:cubicBezTo>
                    <a:pt x="5674" y="2579"/>
                    <a:pt x="5694" y="2559"/>
                    <a:pt x="5714" y="2559"/>
                  </a:cubicBezTo>
                  <a:cubicBezTo>
                    <a:pt x="6351" y="2470"/>
                    <a:pt x="6819" y="1922"/>
                    <a:pt x="6819" y="1285"/>
                  </a:cubicBezTo>
                  <a:cubicBezTo>
                    <a:pt x="6819" y="578"/>
                    <a:pt x="6251" y="1"/>
                    <a:pt x="5535" y="1"/>
                  </a:cubicBezTo>
                  <a:lnTo>
                    <a:pt x="4391" y="1"/>
                  </a:lnTo>
                  <a:cubicBezTo>
                    <a:pt x="4340" y="1"/>
                    <a:pt x="4291" y="41"/>
                    <a:pt x="4291" y="100"/>
                  </a:cubicBezTo>
                  <a:cubicBezTo>
                    <a:pt x="4291" y="151"/>
                    <a:pt x="4340" y="200"/>
                    <a:pt x="4391" y="200"/>
                  </a:cubicBezTo>
                  <a:lnTo>
                    <a:pt x="5535" y="200"/>
                  </a:lnTo>
                  <a:cubicBezTo>
                    <a:pt x="6132" y="200"/>
                    <a:pt x="6620" y="688"/>
                    <a:pt x="6620" y="1285"/>
                  </a:cubicBezTo>
                  <a:cubicBezTo>
                    <a:pt x="6620" y="1823"/>
                    <a:pt x="6222" y="2290"/>
                    <a:pt x="5694" y="2360"/>
                  </a:cubicBezTo>
                  <a:cubicBezTo>
                    <a:pt x="5605" y="2380"/>
                    <a:pt x="5535" y="2430"/>
                    <a:pt x="5495" y="2500"/>
                  </a:cubicBezTo>
                  <a:cubicBezTo>
                    <a:pt x="5366" y="2748"/>
                    <a:pt x="5137" y="2918"/>
                    <a:pt x="4868" y="2987"/>
                  </a:cubicBezTo>
                  <a:lnTo>
                    <a:pt x="4669" y="3037"/>
                  </a:lnTo>
                  <a:cubicBezTo>
                    <a:pt x="4739" y="2947"/>
                    <a:pt x="4818" y="2838"/>
                    <a:pt x="4878" y="2708"/>
                  </a:cubicBezTo>
                  <a:cubicBezTo>
                    <a:pt x="4908" y="2629"/>
                    <a:pt x="4898" y="2549"/>
                    <a:pt x="4858" y="2480"/>
                  </a:cubicBezTo>
                  <a:cubicBezTo>
                    <a:pt x="4809" y="2410"/>
                    <a:pt x="4739" y="2370"/>
                    <a:pt x="4659" y="2370"/>
                  </a:cubicBezTo>
                  <a:lnTo>
                    <a:pt x="2778" y="2370"/>
                  </a:lnTo>
                  <a:cubicBezTo>
                    <a:pt x="2389" y="2370"/>
                    <a:pt x="2021" y="2161"/>
                    <a:pt x="1832" y="1823"/>
                  </a:cubicBezTo>
                  <a:cubicBezTo>
                    <a:pt x="1832" y="1813"/>
                    <a:pt x="1832" y="1813"/>
                    <a:pt x="1822" y="1813"/>
                  </a:cubicBezTo>
                  <a:cubicBezTo>
                    <a:pt x="1743" y="1653"/>
                    <a:pt x="1693" y="1474"/>
                    <a:pt x="1693" y="1285"/>
                  </a:cubicBezTo>
                  <a:cubicBezTo>
                    <a:pt x="1693" y="688"/>
                    <a:pt x="2181" y="200"/>
                    <a:pt x="2778" y="200"/>
                  </a:cubicBezTo>
                  <a:lnTo>
                    <a:pt x="3933" y="200"/>
                  </a:lnTo>
                  <a:cubicBezTo>
                    <a:pt x="3982" y="200"/>
                    <a:pt x="4032" y="151"/>
                    <a:pt x="4032" y="100"/>
                  </a:cubicBezTo>
                  <a:cubicBezTo>
                    <a:pt x="4032" y="41"/>
                    <a:pt x="3982" y="1"/>
                    <a:pt x="39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 name="Google Shape;710;p50"/>
          <p:cNvGrpSpPr/>
          <p:nvPr/>
        </p:nvGrpSpPr>
        <p:grpSpPr>
          <a:xfrm>
            <a:off x="2067438" y="4134070"/>
            <a:ext cx="395233" cy="474084"/>
            <a:chOff x="2737188" y="4134070"/>
            <a:chExt cx="395233" cy="474084"/>
          </a:xfrm>
        </p:grpSpPr>
        <p:sp>
          <p:nvSpPr>
            <p:cNvPr id="711" name="Google Shape;711;p50"/>
            <p:cNvSpPr/>
            <p:nvPr/>
          </p:nvSpPr>
          <p:spPr>
            <a:xfrm>
              <a:off x="2737188" y="4244880"/>
              <a:ext cx="355041" cy="363275"/>
            </a:xfrm>
            <a:custGeom>
              <a:avLst/>
              <a:gdLst/>
              <a:ahLst/>
              <a:cxnLst/>
              <a:rect l="l" t="t" r="r" b="b"/>
              <a:pathLst>
                <a:path w="5088" h="5206" extrusionOk="0">
                  <a:moveTo>
                    <a:pt x="1086" y="199"/>
                  </a:moveTo>
                  <a:cubicBezTo>
                    <a:pt x="1146" y="199"/>
                    <a:pt x="1186" y="259"/>
                    <a:pt x="1175" y="308"/>
                  </a:cubicBezTo>
                  <a:lnTo>
                    <a:pt x="1036" y="896"/>
                  </a:lnTo>
                  <a:lnTo>
                    <a:pt x="728" y="896"/>
                  </a:lnTo>
                  <a:lnTo>
                    <a:pt x="668" y="299"/>
                  </a:lnTo>
                  <a:cubicBezTo>
                    <a:pt x="658" y="248"/>
                    <a:pt x="697" y="199"/>
                    <a:pt x="757" y="199"/>
                  </a:cubicBezTo>
                  <a:close/>
                  <a:moveTo>
                    <a:pt x="4341" y="3544"/>
                  </a:moveTo>
                  <a:cubicBezTo>
                    <a:pt x="4425" y="3550"/>
                    <a:pt x="4519" y="3558"/>
                    <a:pt x="4612" y="3558"/>
                  </a:cubicBezTo>
                  <a:cubicBezTo>
                    <a:pt x="4652" y="3558"/>
                    <a:pt x="4691" y="3556"/>
                    <a:pt x="4729" y="3553"/>
                  </a:cubicBezTo>
                  <a:cubicBezTo>
                    <a:pt x="4779" y="3553"/>
                    <a:pt x="4818" y="3583"/>
                    <a:pt x="4838" y="3623"/>
                  </a:cubicBezTo>
                  <a:cubicBezTo>
                    <a:pt x="4858" y="3683"/>
                    <a:pt x="4838" y="3743"/>
                    <a:pt x="4789" y="3772"/>
                  </a:cubicBezTo>
                  <a:cubicBezTo>
                    <a:pt x="4669" y="3842"/>
                    <a:pt x="4540" y="3902"/>
                    <a:pt x="4400" y="3962"/>
                  </a:cubicBezTo>
                  <a:cubicBezTo>
                    <a:pt x="4321" y="3812"/>
                    <a:pt x="4321" y="3663"/>
                    <a:pt x="4341" y="3544"/>
                  </a:cubicBezTo>
                  <a:close/>
                  <a:moveTo>
                    <a:pt x="1026" y="1095"/>
                  </a:moveTo>
                  <a:cubicBezTo>
                    <a:pt x="1096" y="1712"/>
                    <a:pt x="1305" y="2438"/>
                    <a:pt x="1613" y="3026"/>
                  </a:cubicBezTo>
                  <a:cubicBezTo>
                    <a:pt x="1962" y="3683"/>
                    <a:pt x="2400" y="4170"/>
                    <a:pt x="2918" y="4509"/>
                  </a:cubicBezTo>
                  <a:cubicBezTo>
                    <a:pt x="2847" y="4608"/>
                    <a:pt x="2758" y="4778"/>
                    <a:pt x="2768" y="4987"/>
                  </a:cubicBezTo>
                  <a:cubicBezTo>
                    <a:pt x="2121" y="4917"/>
                    <a:pt x="1245" y="4599"/>
                    <a:pt x="678" y="3533"/>
                  </a:cubicBezTo>
                  <a:cubicBezTo>
                    <a:pt x="279" y="2787"/>
                    <a:pt x="160" y="2120"/>
                    <a:pt x="330" y="1622"/>
                  </a:cubicBezTo>
                  <a:cubicBezTo>
                    <a:pt x="429" y="1304"/>
                    <a:pt x="608" y="1144"/>
                    <a:pt x="668" y="1095"/>
                  </a:cubicBezTo>
                  <a:close/>
                  <a:moveTo>
                    <a:pt x="3086" y="4608"/>
                  </a:moveTo>
                  <a:cubicBezTo>
                    <a:pt x="3186" y="4668"/>
                    <a:pt x="3305" y="4728"/>
                    <a:pt x="3425" y="4778"/>
                  </a:cubicBezTo>
                  <a:cubicBezTo>
                    <a:pt x="3465" y="4798"/>
                    <a:pt x="3485" y="4838"/>
                    <a:pt x="3485" y="4887"/>
                  </a:cubicBezTo>
                  <a:cubicBezTo>
                    <a:pt x="3485" y="4947"/>
                    <a:pt x="3445" y="4997"/>
                    <a:pt x="3385" y="4997"/>
                  </a:cubicBezTo>
                  <a:cubicBezTo>
                    <a:pt x="3294" y="5004"/>
                    <a:pt x="3198" y="5011"/>
                    <a:pt x="3097" y="5011"/>
                  </a:cubicBezTo>
                  <a:cubicBezTo>
                    <a:pt x="3054" y="5011"/>
                    <a:pt x="3011" y="5010"/>
                    <a:pt x="2967" y="5006"/>
                  </a:cubicBezTo>
                  <a:cubicBezTo>
                    <a:pt x="2957" y="4838"/>
                    <a:pt x="3017" y="4698"/>
                    <a:pt x="3086" y="4608"/>
                  </a:cubicBezTo>
                  <a:close/>
                  <a:moveTo>
                    <a:pt x="757" y="0"/>
                  </a:moveTo>
                  <a:cubicBezTo>
                    <a:pt x="578" y="0"/>
                    <a:pt x="449" y="149"/>
                    <a:pt x="469" y="319"/>
                  </a:cubicBezTo>
                  <a:lnTo>
                    <a:pt x="529" y="945"/>
                  </a:lnTo>
                  <a:cubicBezTo>
                    <a:pt x="130" y="1274"/>
                    <a:pt x="1" y="1841"/>
                    <a:pt x="71" y="2379"/>
                  </a:cubicBezTo>
                  <a:cubicBezTo>
                    <a:pt x="120" y="2757"/>
                    <a:pt x="270" y="3175"/>
                    <a:pt x="498" y="3623"/>
                  </a:cubicBezTo>
                  <a:cubicBezTo>
                    <a:pt x="1056" y="4668"/>
                    <a:pt x="2011" y="5206"/>
                    <a:pt x="3137" y="5206"/>
                  </a:cubicBezTo>
                  <a:cubicBezTo>
                    <a:pt x="3216" y="5206"/>
                    <a:pt x="3316" y="5206"/>
                    <a:pt x="3405" y="5196"/>
                  </a:cubicBezTo>
                  <a:cubicBezTo>
                    <a:pt x="3564" y="5186"/>
                    <a:pt x="3684" y="5046"/>
                    <a:pt x="3684" y="4887"/>
                  </a:cubicBezTo>
                  <a:cubicBezTo>
                    <a:pt x="3684" y="4758"/>
                    <a:pt x="3614" y="4648"/>
                    <a:pt x="3504" y="4599"/>
                  </a:cubicBezTo>
                  <a:cubicBezTo>
                    <a:pt x="3345" y="4529"/>
                    <a:pt x="3196" y="4449"/>
                    <a:pt x="3047" y="4350"/>
                  </a:cubicBezTo>
                  <a:lnTo>
                    <a:pt x="3047" y="4350"/>
                  </a:lnTo>
                  <a:cubicBezTo>
                    <a:pt x="3146" y="4360"/>
                    <a:pt x="3246" y="4366"/>
                    <a:pt x="3347" y="4366"/>
                  </a:cubicBezTo>
                  <a:cubicBezTo>
                    <a:pt x="3887" y="4366"/>
                    <a:pt x="4426" y="4210"/>
                    <a:pt x="4888" y="3942"/>
                  </a:cubicBezTo>
                  <a:cubicBezTo>
                    <a:pt x="5028" y="3862"/>
                    <a:pt x="5088" y="3693"/>
                    <a:pt x="5017" y="3544"/>
                  </a:cubicBezTo>
                  <a:cubicBezTo>
                    <a:pt x="4968" y="3424"/>
                    <a:pt x="4849" y="3354"/>
                    <a:pt x="4729" y="3354"/>
                  </a:cubicBezTo>
                  <a:cubicBezTo>
                    <a:pt x="4697" y="3355"/>
                    <a:pt x="4665" y="3356"/>
                    <a:pt x="4633" y="3356"/>
                  </a:cubicBezTo>
                  <a:cubicBezTo>
                    <a:pt x="3988" y="3356"/>
                    <a:pt x="3345" y="3165"/>
                    <a:pt x="2738" y="2767"/>
                  </a:cubicBezTo>
                  <a:cubicBezTo>
                    <a:pt x="2720" y="2756"/>
                    <a:pt x="2699" y="2750"/>
                    <a:pt x="2680" y="2750"/>
                  </a:cubicBezTo>
                  <a:cubicBezTo>
                    <a:pt x="2648" y="2750"/>
                    <a:pt x="2617" y="2766"/>
                    <a:pt x="2599" y="2797"/>
                  </a:cubicBezTo>
                  <a:cubicBezTo>
                    <a:pt x="2569" y="2837"/>
                    <a:pt x="2579" y="2896"/>
                    <a:pt x="2628" y="2926"/>
                  </a:cubicBezTo>
                  <a:cubicBezTo>
                    <a:pt x="3106" y="3245"/>
                    <a:pt x="3624" y="3444"/>
                    <a:pt x="4152" y="3524"/>
                  </a:cubicBezTo>
                  <a:cubicBezTo>
                    <a:pt x="4122" y="3653"/>
                    <a:pt x="4122" y="3842"/>
                    <a:pt x="4212" y="4031"/>
                  </a:cubicBezTo>
                  <a:cubicBezTo>
                    <a:pt x="3971" y="4110"/>
                    <a:pt x="3679" y="4170"/>
                    <a:pt x="3353" y="4170"/>
                  </a:cubicBezTo>
                  <a:cubicBezTo>
                    <a:pt x="3141" y="4170"/>
                    <a:pt x="2915" y="4144"/>
                    <a:pt x="2679" y="4081"/>
                  </a:cubicBezTo>
                  <a:cubicBezTo>
                    <a:pt x="1982" y="3474"/>
                    <a:pt x="1564" y="2618"/>
                    <a:pt x="1345" y="1732"/>
                  </a:cubicBezTo>
                  <a:lnTo>
                    <a:pt x="1345" y="1732"/>
                  </a:lnTo>
                  <a:cubicBezTo>
                    <a:pt x="1553" y="2011"/>
                    <a:pt x="1862" y="2349"/>
                    <a:pt x="2241" y="2648"/>
                  </a:cubicBezTo>
                  <a:cubicBezTo>
                    <a:pt x="2258" y="2665"/>
                    <a:pt x="2281" y="2673"/>
                    <a:pt x="2304" y="2673"/>
                  </a:cubicBezTo>
                  <a:cubicBezTo>
                    <a:pt x="2333" y="2673"/>
                    <a:pt x="2363" y="2660"/>
                    <a:pt x="2380" y="2637"/>
                  </a:cubicBezTo>
                  <a:cubicBezTo>
                    <a:pt x="2420" y="2598"/>
                    <a:pt x="2409" y="2528"/>
                    <a:pt x="2370" y="2498"/>
                  </a:cubicBezTo>
                  <a:cubicBezTo>
                    <a:pt x="1812" y="2051"/>
                    <a:pt x="1434" y="1542"/>
                    <a:pt x="1245" y="1264"/>
                  </a:cubicBezTo>
                  <a:cubicBezTo>
                    <a:pt x="1225" y="1124"/>
                    <a:pt x="1215" y="1035"/>
                    <a:pt x="1215" y="1005"/>
                  </a:cubicBezTo>
                  <a:lnTo>
                    <a:pt x="1365" y="358"/>
                  </a:lnTo>
                  <a:cubicBezTo>
                    <a:pt x="1405" y="179"/>
                    <a:pt x="1275" y="0"/>
                    <a:pt x="1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0"/>
            <p:cNvSpPr/>
            <p:nvPr/>
          </p:nvSpPr>
          <p:spPr>
            <a:xfrm>
              <a:off x="2780242" y="4358760"/>
              <a:ext cx="112625" cy="201176"/>
            </a:xfrm>
            <a:custGeom>
              <a:avLst/>
              <a:gdLst/>
              <a:ahLst/>
              <a:cxnLst/>
              <a:rect l="l" t="t" r="r" b="b"/>
              <a:pathLst>
                <a:path w="1614" h="2883" extrusionOk="0">
                  <a:moveTo>
                    <a:pt x="100" y="0"/>
                  </a:moveTo>
                  <a:cubicBezTo>
                    <a:pt x="51" y="0"/>
                    <a:pt x="1" y="50"/>
                    <a:pt x="1" y="100"/>
                  </a:cubicBezTo>
                  <a:cubicBezTo>
                    <a:pt x="1" y="120"/>
                    <a:pt x="11" y="528"/>
                    <a:pt x="180" y="1065"/>
                  </a:cubicBezTo>
                  <a:cubicBezTo>
                    <a:pt x="350" y="1573"/>
                    <a:pt x="698" y="2290"/>
                    <a:pt x="1434" y="2857"/>
                  </a:cubicBezTo>
                  <a:cubicBezTo>
                    <a:pt x="1456" y="2874"/>
                    <a:pt x="1480" y="2882"/>
                    <a:pt x="1503" y="2882"/>
                  </a:cubicBezTo>
                  <a:cubicBezTo>
                    <a:pt x="1531" y="2882"/>
                    <a:pt x="1557" y="2870"/>
                    <a:pt x="1574" y="2847"/>
                  </a:cubicBezTo>
                  <a:cubicBezTo>
                    <a:pt x="1613" y="2797"/>
                    <a:pt x="1604" y="2737"/>
                    <a:pt x="1564" y="2708"/>
                  </a:cubicBezTo>
                  <a:cubicBezTo>
                    <a:pt x="867" y="2160"/>
                    <a:pt x="529" y="1483"/>
                    <a:pt x="379" y="1016"/>
                  </a:cubicBezTo>
                  <a:cubicBezTo>
                    <a:pt x="210" y="498"/>
                    <a:pt x="200" y="110"/>
                    <a:pt x="200" y="100"/>
                  </a:cubicBezTo>
                  <a:cubicBezTo>
                    <a:pt x="200" y="50"/>
                    <a:pt x="16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0"/>
            <p:cNvSpPr/>
            <p:nvPr/>
          </p:nvSpPr>
          <p:spPr>
            <a:xfrm>
              <a:off x="2861605" y="4134070"/>
              <a:ext cx="270816" cy="298100"/>
            </a:xfrm>
            <a:custGeom>
              <a:avLst/>
              <a:gdLst/>
              <a:ahLst/>
              <a:cxnLst/>
              <a:rect l="l" t="t" r="r" b="b"/>
              <a:pathLst>
                <a:path w="3881" h="4272" extrusionOk="0">
                  <a:moveTo>
                    <a:pt x="2393" y="311"/>
                  </a:moveTo>
                  <a:cubicBezTo>
                    <a:pt x="2427" y="311"/>
                    <a:pt x="2463" y="315"/>
                    <a:pt x="2498" y="323"/>
                  </a:cubicBezTo>
                  <a:cubicBezTo>
                    <a:pt x="2455" y="542"/>
                    <a:pt x="2258" y="691"/>
                    <a:pt x="2043" y="691"/>
                  </a:cubicBezTo>
                  <a:cubicBezTo>
                    <a:pt x="2012" y="691"/>
                    <a:pt x="1982" y="688"/>
                    <a:pt x="1951" y="682"/>
                  </a:cubicBezTo>
                  <a:cubicBezTo>
                    <a:pt x="1993" y="460"/>
                    <a:pt x="2183" y="311"/>
                    <a:pt x="2393" y="311"/>
                  </a:cubicBezTo>
                  <a:close/>
                  <a:moveTo>
                    <a:pt x="1520" y="0"/>
                  </a:moveTo>
                  <a:cubicBezTo>
                    <a:pt x="1499" y="0"/>
                    <a:pt x="1479" y="8"/>
                    <a:pt x="1463" y="25"/>
                  </a:cubicBezTo>
                  <a:cubicBezTo>
                    <a:pt x="1413" y="55"/>
                    <a:pt x="1403" y="115"/>
                    <a:pt x="1433" y="164"/>
                  </a:cubicBezTo>
                  <a:cubicBezTo>
                    <a:pt x="1443" y="164"/>
                    <a:pt x="1741" y="573"/>
                    <a:pt x="1821" y="1110"/>
                  </a:cubicBezTo>
                  <a:cubicBezTo>
                    <a:pt x="1772" y="1100"/>
                    <a:pt x="1732" y="1080"/>
                    <a:pt x="1692" y="1050"/>
                  </a:cubicBezTo>
                  <a:cubicBezTo>
                    <a:pt x="1479" y="911"/>
                    <a:pt x="1257" y="848"/>
                    <a:pt x="1047" y="848"/>
                  </a:cubicBezTo>
                  <a:cubicBezTo>
                    <a:pt x="480" y="848"/>
                    <a:pt x="0" y="1301"/>
                    <a:pt x="29" y="1896"/>
                  </a:cubicBezTo>
                  <a:cubicBezTo>
                    <a:pt x="69" y="2752"/>
                    <a:pt x="467" y="3459"/>
                    <a:pt x="786" y="3897"/>
                  </a:cubicBezTo>
                  <a:cubicBezTo>
                    <a:pt x="968" y="4137"/>
                    <a:pt x="1251" y="4271"/>
                    <a:pt x="1542" y="4271"/>
                  </a:cubicBezTo>
                  <a:cubicBezTo>
                    <a:pt x="1649" y="4271"/>
                    <a:pt x="1757" y="4253"/>
                    <a:pt x="1861" y="4216"/>
                  </a:cubicBezTo>
                  <a:cubicBezTo>
                    <a:pt x="1886" y="4206"/>
                    <a:pt x="1913" y="4201"/>
                    <a:pt x="1941" y="4201"/>
                  </a:cubicBezTo>
                  <a:cubicBezTo>
                    <a:pt x="1968" y="4201"/>
                    <a:pt x="1995" y="4206"/>
                    <a:pt x="2020" y="4216"/>
                  </a:cubicBezTo>
                  <a:cubicBezTo>
                    <a:pt x="2122" y="4253"/>
                    <a:pt x="2228" y="4271"/>
                    <a:pt x="2334" y="4271"/>
                  </a:cubicBezTo>
                  <a:cubicBezTo>
                    <a:pt x="2624" y="4271"/>
                    <a:pt x="2911" y="4137"/>
                    <a:pt x="3086" y="3897"/>
                  </a:cubicBezTo>
                  <a:cubicBezTo>
                    <a:pt x="3175" y="3787"/>
                    <a:pt x="3254" y="3668"/>
                    <a:pt x="3324" y="3549"/>
                  </a:cubicBezTo>
                  <a:cubicBezTo>
                    <a:pt x="3354" y="3499"/>
                    <a:pt x="3334" y="3439"/>
                    <a:pt x="3285" y="3409"/>
                  </a:cubicBezTo>
                  <a:cubicBezTo>
                    <a:pt x="3271" y="3399"/>
                    <a:pt x="3256" y="3395"/>
                    <a:pt x="3240" y="3395"/>
                  </a:cubicBezTo>
                  <a:cubicBezTo>
                    <a:pt x="3208" y="3395"/>
                    <a:pt x="3175" y="3413"/>
                    <a:pt x="3155" y="3439"/>
                  </a:cubicBezTo>
                  <a:cubicBezTo>
                    <a:pt x="3086" y="3559"/>
                    <a:pt x="3006" y="3668"/>
                    <a:pt x="2926" y="3778"/>
                  </a:cubicBezTo>
                  <a:cubicBezTo>
                    <a:pt x="2788" y="3967"/>
                    <a:pt x="2566" y="4071"/>
                    <a:pt x="2340" y="4071"/>
                  </a:cubicBezTo>
                  <a:cubicBezTo>
                    <a:pt x="2256" y="4071"/>
                    <a:pt x="2171" y="4056"/>
                    <a:pt x="2090" y="4026"/>
                  </a:cubicBezTo>
                  <a:cubicBezTo>
                    <a:pt x="2040" y="4006"/>
                    <a:pt x="1988" y="3996"/>
                    <a:pt x="1937" y="3996"/>
                  </a:cubicBezTo>
                  <a:cubicBezTo>
                    <a:pt x="1886" y="3996"/>
                    <a:pt x="1836" y="4006"/>
                    <a:pt x="1792" y="4026"/>
                  </a:cubicBezTo>
                  <a:cubicBezTo>
                    <a:pt x="1708" y="4056"/>
                    <a:pt x="1622" y="4071"/>
                    <a:pt x="1537" y="4071"/>
                  </a:cubicBezTo>
                  <a:cubicBezTo>
                    <a:pt x="1309" y="4071"/>
                    <a:pt x="1090" y="3967"/>
                    <a:pt x="945" y="3778"/>
                  </a:cubicBezTo>
                  <a:cubicBezTo>
                    <a:pt x="637" y="3360"/>
                    <a:pt x="259" y="2693"/>
                    <a:pt x="228" y="1887"/>
                  </a:cubicBezTo>
                  <a:cubicBezTo>
                    <a:pt x="207" y="1417"/>
                    <a:pt x="589" y="1047"/>
                    <a:pt x="1048" y="1047"/>
                  </a:cubicBezTo>
                  <a:cubicBezTo>
                    <a:pt x="1221" y="1047"/>
                    <a:pt x="1405" y="1099"/>
                    <a:pt x="1582" y="1219"/>
                  </a:cubicBezTo>
                  <a:cubicBezTo>
                    <a:pt x="1692" y="1289"/>
                    <a:pt x="1816" y="1324"/>
                    <a:pt x="1939" y="1324"/>
                  </a:cubicBezTo>
                  <a:cubicBezTo>
                    <a:pt x="2062" y="1324"/>
                    <a:pt x="2184" y="1289"/>
                    <a:pt x="2289" y="1219"/>
                  </a:cubicBezTo>
                  <a:cubicBezTo>
                    <a:pt x="2466" y="1104"/>
                    <a:pt x="2649" y="1053"/>
                    <a:pt x="2820" y="1053"/>
                  </a:cubicBezTo>
                  <a:cubicBezTo>
                    <a:pt x="3287" y="1053"/>
                    <a:pt x="3675" y="1429"/>
                    <a:pt x="3652" y="1916"/>
                  </a:cubicBezTo>
                  <a:cubicBezTo>
                    <a:pt x="3633" y="2294"/>
                    <a:pt x="3533" y="2673"/>
                    <a:pt x="3364" y="3041"/>
                  </a:cubicBezTo>
                  <a:cubicBezTo>
                    <a:pt x="3344" y="3091"/>
                    <a:pt x="3364" y="3150"/>
                    <a:pt x="3414" y="3170"/>
                  </a:cubicBezTo>
                  <a:cubicBezTo>
                    <a:pt x="3427" y="3179"/>
                    <a:pt x="3442" y="3182"/>
                    <a:pt x="3456" y="3182"/>
                  </a:cubicBezTo>
                  <a:cubicBezTo>
                    <a:pt x="3494" y="3182"/>
                    <a:pt x="3529" y="3157"/>
                    <a:pt x="3543" y="3121"/>
                  </a:cubicBezTo>
                  <a:cubicBezTo>
                    <a:pt x="3723" y="2732"/>
                    <a:pt x="3822" y="2325"/>
                    <a:pt x="3852" y="1936"/>
                  </a:cubicBezTo>
                  <a:cubicBezTo>
                    <a:pt x="3881" y="1321"/>
                    <a:pt x="3389" y="852"/>
                    <a:pt x="2813" y="852"/>
                  </a:cubicBezTo>
                  <a:cubicBezTo>
                    <a:pt x="2606" y="852"/>
                    <a:pt x="2388" y="913"/>
                    <a:pt x="2179" y="1050"/>
                  </a:cubicBezTo>
                  <a:cubicBezTo>
                    <a:pt x="2130" y="1080"/>
                    <a:pt x="2080" y="1110"/>
                    <a:pt x="2020" y="1120"/>
                  </a:cubicBezTo>
                  <a:cubicBezTo>
                    <a:pt x="2010" y="1040"/>
                    <a:pt x="2000" y="961"/>
                    <a:pt x="1980" y="881"/>
                  </a:cubicBezTo>
                  <a:lnTo>
                    <a:pt x="1980" y="881"/>
                  </a:lnTo>
                  <a:cubicBezTo>
                    <a:pt x="2006" y="884"/>
                    <a:pt x="2031" y="885"/>
                    <a:pt x="2057" y="885"/>
                  </a:cubicBezTo>
                  <a:cubicBezTo>
                    <a:pt x="2366" y="885"/>
                    <a:pt x="2642" y="666"/>
                    <a:pt x="2697" y="354"/>
                  </a:cubicBezTo>
                  <a:cubicBezTo>
                    <a:pt x="2717" y="254"/>
                    <a:pt x="2648" y="164"/>
                    <a:pt x="2548" y="135"/>
                  </a:cubicBezTo>
                  <a:cubicBezTo>
                    <a:pt x="2497" y="121"/>
                    <a:pt x="2445" y="115"/>
                    <a:pt x="2393" y="115"/>
                  </a:cubicBezTo>
                  <a:cubicBezTo>
                    <a:pt x="2169" y="115"/>
                    <a:pt x="1944" y="235"/>
                    <a:pt x="1831" y="453"/>
                  </a:cubicBezTo>
                  <a:cubicBezTo>
                    <a:pt x="1721" y="204"/>
                    <a:pt x="1602" y="55"/>
                    <a:pt x="1602" y="45"/>
                  </a:cubicBezTo>
                  <a:cubicBezTo>
                    <a:pt x="1579" y="16"/>
                    <a:pt x="1549" y="0"/>
                    <a:pt x="1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 name="Google Shape;714;p50"/>
          <p:cNvGrpSpPr/>
          <p:nvPr/>
        </p:nvGrpSpPr>
        <p:grpSpPr>
          <a:xfrm>
            <a:off x="2807169" y="4134350"/>
            <a:ext cx="225808" cy="473806"/>
            <a:chOff x="3476919" y="4134350"/>
            <a:chExt cx="225808" cy="473806"/>
          </a:xfrm>
        </p:grpSpPr>
        <p:sp>
          <p:nvSpPr>
            <p:cNvPr id="715" name="Google Shape;715;p50"/>
            <p:cNvSpPr/>
            <p:nvPr/>
          </p:nvSpPr>
          <p:spPr>
            <a:xfrm>
              <a:off x="3476919" y="4134350"/>
              <a:ext cx="225808" cy="473806"/>
            </a:xfrm>
            <a:custGeom>
              <a:avLst/>
              <a:gdLst/>
              <a:ahLst/>
              <a:cxnLst/>
              <a:rect l="l" t="t" r="r" b="b"/>
              <a:pathLst>
                <a:path w="3236" h="6790" extrusionOk="0">
                  <a:moveTo>
                    <a:pt x="1623" y="200"/>
                  </a:moveTo>
                  <a:cubicBezTo>
                    <a:pt x="2410" y="200"/>
                    <a:pt x="3037" y="837"/>
                    <a:pt x="3037" y="1613"/>
                  </a:cubicBezTo>
                  <a:cubicBezTo>
                    <a:pt x="3037" y="2400"/>
                    <a:pt x="2399" y="3037"/>
                    <a:pt x="1623" y="3037"/>
                  </a:cubicBezTo>
                  <a:cubicBezTo>
                    <a:pt x="837" y="3037"/>
                    <a:pt x="200" y="2400"/>
                    <a:pt x="200" y="1613"/>
                  </a:cubicBezTo>
                  <a:cubicBezTo>
                    <a:pt x="200" y="837"/>
                    <a:pt x="837" y="200"/>
                    <a:pt x="1623" y="200"/>
                  </a:cubicBezTo>
                  <a:close/>
                  <a:moveTo>
                    <a:pt x="2300" y="3087"/>
                  </a:moveTo>
                  <a:lnTo>
                    <a:pt x="2300" y="3256"/>
                  </a:lnTo>
                  <a:cubicBezTo>
                    <a:pt x="2300" y="3296"/>
                    <a:pt x="2270" y="3336"/>
                    <a:pt x="2231" y="3345"/>
                  </a:cubicBezTo>
                  <a:cubicBezTo>
                    <a:pt x="2041" y="3425"/>
                    <a:pt x="1833" y="3455"/>
                    <a:pt x="1623" y="3455"/>
                  </a:cubicBezTo>
                  <a:cubicBezTo>
                    <a:pt x="1414" y="3455"/>
                    <a:pt x="1205" y="3425"/>
                    <a:pt x="1016" y="3345"/>
                  </a:cubicBezTo>
                  <a:cubicBezTo>
                    <a:pt x="976" y="3336"/>
                    <a:pt x="946" y="3296"/>
                    <a:pt x="946" y="3256"/>
                  </a:cubicBezTo>
                  <a:lnTo>
                    <a:pt x="946" y="3087"/>
                  </a:lnTo>
                  <a:cubicBezTo>
                    <a:pt x="1156" y="3186"/>
                    <a:pt x="1384" y="3236"/>
                    <a:pt x="1623" y="3236"/>
                  </a:cubicBezTo>
                  <a:cubicBezTo>
                    <a:pt x="1852" y="3236"/>
                    <a:pt x="2081" y="3186"/>
                    <a:pt x="2300" y="3087"/>
                  </a:cubicBezTo>
                  <a:close/>
                  <a:moveTo>
                    <a:pt x="2032" y="3615"/>
                  </a:moveTo>
                  <a:lnTo>
                    <a:pt x="2032" y="3953"/>
                  </a:lnTo>
                  <a:lnTo>
                    <a:pt x="1981" y="3973"/>
                  </a:lnTo>
                  <a:cubicBezTo>
                    <a:pt x="1912" y="4002"/>
                    <a:pt x="1872" y="4073"/>
                    <a:pt x="1872" y="4142"/>
                  </a:cubicBezTo>
                  <a:lnTo>
                    <a:pt x="1872" y="4580"/>
                  </a:lnTo>
                  <a:cubicBezTo>
                    <a:pt x="1872" y="4630"/>
                    <a:pt x="1892" y="4679"/>
                    <a:pt x="1922" y="4710"/>
                  </a:cubicBezTo>
                  <a:lnTo>
                    <a:pt x="2032" y="4809"/>
                  </a:lnTo>
                  <a:lnTo>
                    <a:pt x="2032" y="5257"/>
                  </a:lnTo>
                  <a:lnTo>
                    <a:pt x="1683" y="5526"/>
                  </a:lnTo>
                  <a:cubicBezTo>
                    <a:pt x="1673" y="5535"/>
                    <a:pt x="1653" y="5546"/>
                    <a:pt x="1643" y="5566"/>
                  </a:cubicBezTo>
                  <a:lnTo>
                    <a:pt x="1643" y="4799"/>
                  </a:lnTo>
                  <a:cubicBezTo>
                    <a:pt x="1643" y="4739"/>
                    <a:pt x="1603" y="4699"/>
                    <a:pt x="1543" y="4699"/>
                  </a:cubicBezTo>
                  <a:cubicBezTo>
                    <a:pt x="1494" y="4699"/>
                    <a:pt x="1444" y="4739"/>
                    <a:pt x="1444" y="4799"/>
                  </a:cubicBezTo>
                  <a:lnTo>
                    <a:pt x="1444" y="6422"/>
                  </a:lnTo>
                  <a:lnTo>
                    <a:pt x="1265" y="6172"/>
                  </a:lnTo>
                  <a:cubicBezTo>
                    <a:pt x="1235" y="6143"/>
                    <a:pt x="1215" y="6093"/>
                    <a:pt x="1215" y="6043"/>
                  </a:cubicBezTo>
                  <a:lnTo>
                    <a:pt x="1215" y="3615"/>
                  </a:lnTo>
                  <a:cubicBezTo>
                    <a:pt x="1295" y="3635"/>
                    <a:pt x="1375" y="3644"/>
                    <a:pt x="1444" y="3654"/>
                  </a:cubicBezTo>
                  <a:lnTo>
                    <a:pt x="1444" y="4331"/>
                  </a:lnTo>
                  <a:cubicBezTo>
                    <a:pt x="1444" y="4391"/>
                    <a:pt x="1494" y="4431"/>
                    <a:pt x="1543" y="4431"/>
                  </a:cubicBezTo>
                  <a:cubicBezTo>
                    <a:pt x="1603" y="4431"/>
                    <a:pt x="1643" y="4391"/>
                    <a:pt x="1643" y="4331"/>
                  </a:cubicBezTo>
                  <a:lnTo>
                    <a:pt x="1643" y="3654"/>
                  </a:lnTo>
                  <a:cubicBezTo>
                    <a:pt x="1773" y="3654"/>
                    <a:pt x="1902" y="3644"/>
                    <a:pt x="2032" y="3615"/>
                  </a:cubicBezTo>
                  <a:close/>
                  <a:moveTo>
                    <a:pt x="1643" y="5774"/>
                  </a:moveTo>
                  <a:cubicBezTo>
                    <a:pt x="1663" y="5785"/>
                    <a:pt x="1673" y="5805"/>
                    <a:pt x="1683" y="5814"/>
                  </a:cubicBezTo>
                  <a:lnTo>
                    <a:pt x="1872" y="5953"/>
                  </a:lnTo>
                  <a:lnTo>
                    <a:pt x="1872" y="6302"/>
                  </a:lnTo>
                  <a:lnTo>
                    <a:pt x="1683" y="6571"/>
                  </a:lnTo>
                  <a:cubicBezTo>
                    <a:pt x="1673" y="6581"/>
                    <a:pt x="1663" y="6581"/>
                    <a:pt x="1643" y="6590"/>
                  </a:cubicBezTo>
                  <a:lnTo>
                    <a:pt x="1643" y="5774"/>
                  </a:lnTo>
                  <a:close/>
                  <a:moveTo>
                    <a:pt x="1623" y="1"/>
                  </a:moveTo>
                  <a:cubicBezTo>
                    <a:pt x="727" y="1"/>
                    <a:pt x="1" y="728"/>
                    <a:pt x="1" y="1613"/>
                  </a:cubicBezTo>
                  <a:cubicBezTo>
                    <a:pt x="1" y="2191"/>
                    <a:pt x="300" y="2689"/>
                    <a:pt x="747" y="2978"/>
                  </a:cubicBezTo>
                  <a:lnTo>
                    <a:pt x="747" y="3256"/>
                  </a:lnTo>
                  <a:cubicBezTo>
                    <a:pt x="747" y="3376"/>
                    <a:pt x="827" y="3495"/>
                    <a:pt x="946" y="3535"/>
                  </a:cubicBezTo>
                  <a:cubicBezTo>
                    <a:pt x="966" y="3545"/>
                    <a:pt x="996" y="3555"/>
                    <a:pt x="1016" y="3564"/>
                  </a:cubicBezTo>
                  <a:lnTo>
                    <a:pt x="1016" y="6043"/>
                  </a:lnTo>
                  <a:cubicBezTo>
                    <a:pt x="1016" y="6133"/>
                    <a:pt x="1056" y="6232"/>
                    <a:pt x="1105" y="6302"/>
                  </a:cubicBezTo>
                  <a:lnTo>
                    <a:pt x="1404" y="6690"/>
                  </a:lnTo>
                  <a:cubicBezTo>
                    <a:pt x="1454" y="6750"/>
                    <a:pt x="1534" y="6790"/>
                    <a:pt x="1623" y="6790"/>
                  </a:cubicBezTo>
                  <a:cubicBezTo>
                    <a:pt x="1703" y="6790"/>
                    <a:pt x="1782" y="6750"/>
                    <a:pt x="1842" y="6690"/>
                  </a:cubicBezTo>
                  <a:lnTo>
                    <a:pt x="1842" y="6680"/>
                  </a:lnTo>
                  <a:lnTo>
                    <a:pt x="2051" y="6391"/>
                  </a:lnTo>
                  <a:cubicBezTo>
                    <a:pt x="2061" y="6371"/>
                    <a:pt x="2071" y="6352"/>
                    <a:pt x="2071" y="6332"/>
                  </a:cubicBezTo>
                  <a:lnTo>
                    <a:pt x="2071" y="5944"/>
                  </a:lnTo>
                  <a:cubicBezTo>
                    <a:pt x="2071" y="5894"/>
                    <a:pt x="2051" y="5844"/>
                    <a:pt x="2012" y="5805"/>
                  </a:cubicBezTo>
                  <a:lnTo>
                    <a:pt x="2001" y="5805"/>
                  </a:lnTo>
                  <a:lnTo>
                    <a:pt x="1822" y="5665"/>
                  </a:lnTo>
                  <a:lnTo>
                    <a:pt x="2161" y="5406"/>
                  </a:lnTo>
                  <a:lnTo>
                    <a:pt x="2171" y="5396"/>
                  </a:lnTo>
                  <a:cubicBezTo>
                    <a:pt x="2211" y="5367"/>
                    <a:pt x="2231" y="5316"/>
                    <a:pt x="2231" y="5257"/>
                  </a:cubicBezTo>
                  <a:lnTo>
                    <a:pt x="2231" y="4809"/>
                  </a:lnTo>
                  <a:cubicBezTo>
                    <a:pt x="2231" y="4759"/>
                    <a:pt x="2211" y="4710"/>
                    <a:pt x="2171" y="4670"/>
                  </a:cubicBezTo>
                  <a:lnTo>
                    <a:pt x="2071" y="4570"/>
                  </a:lnTo>
                  <a:lnTo>
                    <a:pt x="2071" y="4152"/>
                  </a:lnTo>
                  <a:lnTo>
                    <a:pt x="2121" y="4132"/>
                  </a:lnTo>
                  <a:cubicBezTo>
                    <a:pt x="2180" y="4102"/>
                    <a:pt x="2231" y="4033"/>
                    <a:pt x="2231" y="3963"/>
                  </a:cubicBezTo>
                  <a:lnTo>
                    <a:pt x="2231" y="3564"/>
                  </a:lnTo>
                  <a:cubicBezTo>
                    <a:pt x="2251" y="3555"/>
                    <a:pt x="2280" y="3545"/>
                    <a:pt x="2300" y="3535"/>
                  </a:cubicBezTo>
                  <a:cubicBezTo>
                    <a:pt x="2419" y="3495"/>
                    <a:pt x="2499" y="3376"/>
                    <a:pt x="2499" y="3256"/>
                  </a:cubicBezTo>
                  <a:lnTo>
                    <a:pt x="2499" y="2978"/>
                  </a:lnTo>
                  <a:cubicBezTo>
                    <a:pt x="2947" y="2689"/>
                    <a:pt x="3236" y="2191"/>
                    <a:pt x="3236" y="1613"/>
                  </a:cubicBezTo>
                  <a:cubicBezTo>
                    <a:pt x="3236" y="728"/>
                    <a:pt x="2519" y="1"/>
                    <a:pt x="1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0"/>
            <p:cNvSpPr/>
            <p:nvPr/>
          </p:nvSpPr>
          <p:spPr>
            <a:xfrm>
              <a:off x="3540139" y="4170425"/>
              <a:ext cx="98041" cy="155749"/>
            </a:xfrm>
            <a:custGeom>
              <a:avLst/>
              <a:gdLst/>
              <a:ahLst/>
              <a:cxnLst/>
              <a:rect l="l" t="t" r="r" b="b"/>
              <a:pathLst>
                <a:path w="1405" h="2232" extrusionOk="0">
                  <a:moveTo>
                    <a:pt x="717" y="1813"/>
                  </a:moveTo>
                  <a:cubicBezTo>
                    <a:pt x="777" y="1813"/>
                    <a:pt x="827" y="1863"/>
                    <a:pt x="827" y="1923"/>
                  </a:cubicBezTo>
                  <a:cubicBezTo>
                    <a:pt x="827" y="1983"/>
                    <a:pt x="777" y="2032"/>
                    <a:pt x="717" y="2032"/>
                  </a:cubicBezTo>
                  <a:cubicBezTo>
                    <a:pt x="657" y="2032"/>
                    <a:pt x="598" y="1983"/>
                    <a:pt x="608" y="1913"/>
                  </a:cubicBezTo>
                  <a:cubicBezTo>
                    <a:pt x="618" y="1863"/>
                    <a:pt x="657" y="1813"/>
                    <a:pt x="717" y="1813"/>
                  </a:cubicBezTo>
                  <a:close/>
                  <a:moveTo>
                    <a:pt x="722" y="1"/>
                  </a:moveTo>
                  <a:cubicBezTo>
                    <a:pt x="320" y="1"/>
                    <a:pt x="0" y="331"/>
                    <a:pt x="0" y="718"/>
                  </a:cubicBezTo>
                  <a:cubicBezTo>
                    <a:pt x="0" y="888"/>
                    <a:pt x="140" y="1027"/>
                    <a:pt x="309" y="1027"/>
                  </a:cubicBezTo>
                  <a:cubicBezTo>
                    <a:pt x="478" y="1027"/>
                    <a:pt x="608" y="888"/>
                    <a:pt x="608" y="718"/>
                  </a:cubicBezTo>
                  <a:cubicBezTo>
                    <a:pt x="608" y="664"/>
                    <a:pt x="649" y="617"/>
                    <a:pt x="710" y="617"/>
                  </a:cubicBezTo>
                  <a:cubicBezTo>
                    <a:pt x="716" y="617"/>
                    <a:pt x="722" y="618"/>
                    <a:pt x="727" y="619"/>
                  </a:cubicBezTo>
                  <a:cubicBezTo>
                    <a:pt x="777" y="619"/>
                    <a:pt x="817" y="658"/>
                    <a:pt x="817" y="718"/>
                  </a:cubicBezTo>
                  <a:cubicBezTo>
                    <a:pt x="827" y="758"/>
                    <a:pt x="797" y="798"/>
                    <a:pt x="757" y="818"/>
                  </a:cubicBezTo>
                  <a:cubicBezTo>
                    <a:pt x="548" y="908"/>
                    <a:pt x="409" y="1116"/>
                    <a:pt x="409" y="1346"/>
                  </a:cubicBezTo>
                  <a:lnTo>
                    <a:pt x="409" y="1386"/>
                  </a:lnTo>
                  <a:cubicBezTo>
                    <a:pt x="409" y="1505"/>
                    <a:pt x="478" y="1605"/>
                    <a:pt x="568" y="1654"/>
                  </a:cubicBezTo>
                  <a:cubicBezTo>
                    <a:pt x="478" y="1704"/>
                    <a:pt x="418" y="1793"/>
                    <a:pt x="409" y="1893"/>
                  </a:cubicBezTo>
                  <a:cubicBezTo>
                    <a:pt x="389" y="2072"/>
                    <a:pt x="538" y="2231"/>
                    <a:pt x="717" y="2231"/>
                  </a:cubicBezTo>
                  <a:cubicBezTo>
                    <a:pt x="887" y="2231"/>
                    <a:pt x="1026" y="2092"/>
                    <a:pt x="1026" y="1923"/>
                  </a:cubicBezTo>
                  <a:cubicBezTo>
                    <a:pt x="1026" y="1813"/>
                    <a:pt x="956" y="1704"/>
                    <a:pt x="856" y="1654"/>
                  </a:cubicBezTo>
                  <a:cubicBezTo>
                    <a:pt x="956" y="1605"/>
                    <a:pt x="1026" y="1505"/>
                    <a:pt x="1026" y="1386"/>
                  </a:cubicBezTo>
                  <a:lnTo>
                    <a:pt x="1026" y="1366"/>
                  </a:lnTo>
                  <a:cubicBezTo>
                    <a:pt x="1185" y="1296"/>
                    <a:pt x="1314" y="1156"/>
                    <a:pt x="1384" y="997"/>
                  </a:cubicBezTo>
                  <a:cubicBezTo>
                    <a:pt x="1404" y="937"/>
                    <a:pt x="1374" y="888"/>
                    <a:pt x="1325" y="868"/>
                  </a:cubicBezTo>
                  <a:cubicBezTo>
                    <a:pt x="1311" y="860"/>
                    <a:pt x="1296" y="856"/>
                    <a:pt x="1282" y="856"/>
                  </a:cubicBezTo>
                  <a:cubicBezTo>
                    <a:pt x="1245" y="856"/>
                    <a:pt x="1209" y="882"/>
                    <a:pt x="1195" y="917"/>
                  </a:cubicBezTo>
                  <a:cubicBezTo>
                    <a:pt x="1145" y="1047"/>
                    <a:pt x="1046" y="1147"/>
                    <a:pt x="916" y="1196"/>
                  </a:cubicBezTo>
                  <a:cubicBezTo>
                    <a:pt x="856" y="1226"/>
                    <a:pt x="827" y="1286"/>
                    <a:pt x="827" y="1346"/>
                  </a:cubicBezTo>
                  <a:lnTo>
                    <a:pt x="827" y="1386"/>
                  </a:lnTo>
                  <a:cubicBezTo>
                    <a:pt x="827" y="1445"/>
                    <a:pt x="777" y="1495"/>
                    <a:pt x="717" y="1495"/>
                  </a:cubicBezTo>
                  <a:cubicBezTo>
                    <a:pt x="657" y="1495"/>
                    <a:pt x="608" y="1445"/>
                    <a:pt x="608" y="1386"/>
                  </a:cubicBezTo>
                  <a:lnTo>
                    <a:pt x="608" y="1346"/>
                  </a:lnTo>
                  <a:cubicBezTo>
                    <a:pt x="608" y="1196"/>
                    <a:pt x="697" y="1057"/>
                    <a:pt x="837" y="997"/>
                  </a:cubicBezTo>
                  <a:cubicBezTo>
                    <a:pt x="956" y="948"/>
                    <a:pt x="1026" y="828"/>
                    <a:pt x="1016" y="698"/>
                  </a:cubicBezTo>
                  <a:cubicBezTo>
                    <a:pt x="1006" y="549"/>
                    <a:pt x="887" y="430"/>
                    <a:pt x="737" y="420"/>
                  </a:cubicBezTo>
                  <a:cubicBezTo>
                    <a:pt x="731" y="419"/>
                    <a:pt x="725" y="419"/>
                    <a:pt x="720" y="419"/>
                  </a:cubicBezTo>
                  <a:cubicBezTo>
                    <a:pt x="548" y="419"/>
                    <a:pt x="409" y="555"/>
                    <a:pt x="409" y="718"/>
                  </a:cubicBezTo>
                  <a:cubicBezTo>
                    <a:pt x="409" y="778"/>
                    <a:pt x="369" y="828"/>
                    <a:pt x="309" y="828"/>
                  </a:cubicBezTo>
                  <a:cubicBezTo>
                    <a:pt x="250" y="828"/>
                    <a:pt x="199" y="778"/>
                    <a:pt x="199" y="718"/>
                  </a:cubicBezTo>
                  <a:cubicBezTo>
                    <a:pt x="199" y="441"/>
                    <a:pt x="421" y="199"/>
                    <a:pt x="713" y="199"/>
                  </a:cubicBezTo>
                  <a:cubicBezTo>
                    <a:pt x="724" y="199"/>
                    <a:pt x="736" y="200"/>
                    <a:pt x="747" y="201"/>
                  </a:cubicBezTo>
                  <a:cubicBezTo>
                    <a:pt x="946" y="211"/>
                    <a:pt x="1126" y="340"/>
                    <a:pt x="1195" y="529"/>
                  </a:cubicBezTo>
                  <a:cubicBezTo>
                    <a:pt x="1210" y="566"/>
                    <a:pt x="1246" y="586"/>
                    <a:pt x="1285" y="586"/>
                  </a:cubicBezTo>
                  <a:cubicBezTo>
                    <a:pt x="1298" y="586"/>
                    <a:pt x="1312" y="584"/>
                    <a:pt x="1325" y="579"/>
                  </a:cubicBezTo>
                  <a:cubicBezTo>
                    <a:pt x="1374" y="559"/>
                    <a:pt x="1404" y="499"/>
                    <a:pt x="1384" y="450"/>
                  </a:cubicBezTo>
                  <a:cubicBezTo>
                    <a:pt x="1274" y="201"/>
                    <a:pt x="1036" y="21"/>
                    <a:pt x="757" y="2"/>
                  </a:cubicBezTo>
                  <a:cubicBezTo>
                    <a:pt x="745" y="1"/>
                    <a:pt x="733" y="1"/>
                    <a:pt x="7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 name="Google Shape;717;p50"/>
          <p:cNvGrpSpPr/>
          <p:nvPr/>
        </p:nvGrpSpPr>
        <p:grpSpPr>
          <a:xfrm>
            <a:off x="3411458" y="4134001"/>
            <a:ext cx="334175" cy="474500"/>
            <a:chOff x="4081208" y="4134001"/>
            <a:chExt cx="334175" cy="474500"/>
          </a:xfrm>
        </p:grpSpPr>
        <p:sp>
          <p:nvSpPr>
            <p:cNvPr id="718" name="Google Shape;718;p50"/>
            <p:cNvSpPr/>
            <p:nvPr/>
          </p:nvSpPr>
          <p:spPr>
            <a:xfrm>
              <a:off x="4156220" y="4219131"/>
              <a:ext cx="101530" cy="186941"/>
            </a:xfrm>
            <a:custGeom>
              <a:avLst/>
              <a:gdLst/>
              <a:ahLst/>
              <a:cxnLst/>
              <a:rect l="l" t="t" r="r" b="b"/>
              <a:pathLst>
                <a:path w="1455" h="2679" extrusionOk="0">
                  <a:moveTo>
                    <a:pt x="727" y="199"/>
                  </a:moveTo>
                  <a:cubicBezTo>
                    <a:pt x="1016" y="199"/>
                    <a:pt x="1255" y="429"/>
                    <a:pt x="1255" y="727"/>
                  </a:cubicBezTo>
                  <a:lnTo>
                    <a:pt x="1255" y="1016"/>
                  </a:lnTo>
                  <a:lnTo>
                    <a:pt x="957" y="1016"/>
                  </a:lnTo>
                  <a:cubicBezTo>
                    <a:pt x="906" y="1016"/>
                    <a:pt x="857" y="1066"/>
                    <a:pt x="857" y="1115"/>
                  </a:cubicBezTo>
                  <a:cubicBezTo>
                    <a:pt x="857" y="1175"/>
                    <a:pt x="906" y="1215"/>
                    <a:pt x="957" y="1215"/>
                  </a:cubicBezTo>
                  <a:lnTo>
                    <a:pt x="1255" y="1215"/>
                  </a:lnTo>
                  <a:lnTo>
                    <a:pt x="1255" y="1464"/>
                  </a:lnTo>
                  <a:lnTo>
                    <a:pt x="200" y="1464"/>
                  </a:lnTo>
                  <a:lnTo>
                    <a:pt x="200" y="1215"/>
                  </a:lnTo>
                  <a:lnTo>
                    <a:pt x="488" y="1215"/>
                  </a:lnTo>
                  <a:cubicBezTo>
                    <a:pt x="548" y="1215"/>
                    <a:pt x="588" y="1175"/>
                    <a:pt x="588" y="1115"/>
                  </a:cubicBezTo>
                  <a:cubicBezTo>
                    <a:pt x="588" y="1066"/>
                    <a:pt x="548" y="1016"/>
                    <a:pt x="488" y="1016"/>
                  </a:cubicBezTo>
                  <a:lnTo>
                    <a:pt x="200" y="1016"/>
                  </a:lnTo>
                  <a:lnTo>
                    <a:pt x="200" y="727"/>
                  </a:lnTo>
                  <a:cubicBezTo>
                    <a:pt x="200" y="429"/>
                    <a:pt x="439" y="199"/>
                    <a:pt x="727" y="199"/>
                  </a:cubicBezTo>
                  <a:close/>
                  <a:moveTo>
                    <a:pt x="1255" y="1663"/>
                  </a:moveTo>
                  <a:lnTo>
                    <a:pt x="1255" y="1951"/>
                  </a:lnTo>
                  <a:cubicBezTo>
                    <a:pt x="1255" y="2250"/>
                    <a:pt x="1016" y="2479"/>
                    <a:pt x="727" y="2479"/>
                  </a:cubicBezTo>
                  <a:cubicBezTo>
                    <a:pt x="439" y="2479"/>
                    <a:pt x="200" y="2250"/>
                    <a:pt x="200" y="1951"/>
                  </a:cubicBezTo>
                  <a:lnTo>
                    <a:pt x="200" y="1663"/>
                  </a:lnTo>
                  <a:close/>
                  <a:moveTo>
                    <a:pt x="727" y="0"/>
                  </a:moveTo>
                  <a:cubicBezTo>
                    <a:pt x="329" y="0"/>
                    <a:pt x="1" y="319"/>
                    <a:pt x="1" y="727"/>
                  </a:cubicBezTo>
                  <a:lnTo>
                    <a:pt x="1" y="1951"/>
                  </a:lnTo>
                  <a:cubicBezTo>
                    <a:pt x="1" y="2360"/>
                    <a:pt x="329" y="2678"/>
                    <a:pt x="727" y="2678"/>
                  </a:cubicBezTo>
                  <a:cubicBezTo>
                    <a:pt x="1125" y="2678"/>
                    <a:pt x="1454" y="2360"/>
                    <a:pt x="1454" y="1951"/>
                  </a:cubicBezTo>
                  <a:lnTo>
                    <a:pt x="1454" y="727"/>
                  </a:lnTo>
                  <a:cubicBezTo>
                    <a:pt x="1454" y="319"/>
                    <a:pt x="1125" y="0"/>
                    <a:pt x="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0"/>
            <p:cNvSpPr/>
            <p:nvPr/>
          </p:nvSpPr>
          <p:spPr>
            <a:xfrm>
              <a:off x="4256284" y="4302029"/>
              <a:ext cx="159098" cy="175357"/>
            </a:xfrm>
            <a:custGeom>
              <a:avLst/>
              <a:gdLst/>
              <a:ahLst/>
              <a:cxnLst/>
              <a:rect l="l" t="t" r="r" b="b"/>
              <a:pathLst>
                <a:path w="2280" h="2513" extrusionOk="0">
                  <a:moveTo>
                    <a:pt x="1444" y="193"/>
                  </a:moveTo>
                  <a:cubicBezTo>
                    <a:pt x="1535" y="193"/>
                    <a:pt x="1627" y="216"/>
                    <a:pt x="1712" y="266"/>
                  </a:cubicBezTo>
                  <a:cubicBezTo>
                    <a:pt x="1961" y="415"/>
                    <a:pt x="2051" y="734"/>
                    <a:pt x="1901" y="982"/>
                  </a:cubicBezTo>
                  <a:lnTo>
                    <a:pt x="1752" y="1241"/>
                  </a:lnTo>
                  <a:lnTo>
                    <a:pt x="846" y="714"/>
                  </a:lnTo>
                  <a:lnTo>
                    <a:pt x="985" y="455"/>
                  </a:lnTo>
                  <a:cubicBezTo>
                    <a:pt x="1086" y="288"/>
                    <a:pt x="1261" y="193"/>
                    <a:pt x="1444" y="193"/>
                  </a:cubicBezTo>
                  <a:close/>
                  <a:moveTo>
                    <a:pt x="746" y="883"/>
                  </a:moveTo>
                  <a:lnTo>
                    <a:pt x="1653" y="1411"/>
                  </a:lnTo>
                  <a:cubicBezTo>
                    <a:pt x="1593" y="1530"/>
                    <a:pt x="1613" y="1500"/>
                    <a:pt x="1533" y="1630"/>
                  </a:cubicBezTo>
                  <a:lnTo>
                    <a:pt x="617" y="1102"/>
                  </a:lnTo>
                  <a:lnTo>
                    <a:pt x="746" y="883"/>
                  </a:lnTo>
                  <a:close/>
                  <a:moveTo>
                    <a:pt x="518" y="1271"/>
                  </a:moveTo>
                  <a:lnTo>
                    <a:pt x="1434" y="1799"/>
                  </a:lnTo>
                  <a:lnTo>
                    <a:pt x="1284" y="2057"/>
                  </a:lnTo>
                  <a:cubicBezTo>
                    <a:pt x="1191" y="2224"/>
                    <a:pt x="1013" y="2319"/>
                    <a:pt x="831" y="2319"/>
                  </a:cubicBezTo>
                  <a:cubicBezTo>
                    <a:pt x="741" y="2319"/>
                    <a:pt x="650" y="2296"/>
                    <a:pt x="567" y="2247"/>
                  </a:cubicBezTo>
                  <a:cubicBezTo>
                    <a:pt x="319" y="2097"/>
                    <a:pt x="229" y="1779"/>
                    <a:pt x="368" y="1530"/>
                  </a:cubicBezTo>
                  <a:lnTo>
                    <a:pt x="518" y="1271"/>
                  </a:lnTo>
                  <a:close/>
                  <a:moveTo>
                    <a:pt x="1447" y="0"/>
                  </a:moveTo>
                  <a:cubicBezTo>
                    <a:pt x="1195" y="0"/>
                    <a:pt x="950" y="129"/>
                    <a:pt x="817" y="356"/>
                  </a:cubicBezTo>
                  <a:lnTo>
                    <a:pt x="199" y="1431"/>
                  </a:lnTo>
                  <a:cubicBezTo>
                    <a:pt x="0" y="1769"/>
                    <a:pt x="120" y="2217"/>
                    <a:pt x="468" y="2416"/>
                  </a:cubicBezTo>
                  <a:cubicBezTo>
                    <a:pt x="583" y="2481"/>
                    <a:pt x="707" y="2512"/>
                    <a:pt x="830" y="2512"/>
                  </a:cubicBezTo>
                  <a:cubicBezTo>
                    <a:pt x="1080" y="2512"/>
                    <a:pt x="1323" y="2384"/>
                    <a:pt x="1463" y="2157"/>
                  </a:cubicBezTo>
                  <a:cubicBezTo>
                    <a:pt x="1553" y="1998"/>
                    <a:pt x="2021" y="1172"/>
                    <a:pt x="2071" y="1082"/>
                  </a:cubicBezTo>
                  <a:cubicBezTo>
                    <a:pt x="2279" y="743"/>
                    <a:pt x="2160" y="296"/>
                    <a:pt x="1812" y="97"/>
                  </a:cubicBezTo>
                  <a:cubicBezTo>
                    <a:pt x="1697" y="31"/>
                    <a:pt x="1571" y="0"/>
                    <a:pt x="1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0"/>
            <p:cNvSpPr/>
            <p:nvPr/>
          </p:nvSpPr>
          <p:spPr>
            <a:xfrm>
              <a:off x="4081208" y="4413606"/>
              <a:ext cx="118835" cy="118835"/>
            </a:xfrm>
            <a:custGeom>
              <a:avLst/>
              <a:gdLst/>
              <a:ahLst/>
              <a:cxnLst/>
              <a:rect l="l" t="t" r="r" b="b"/>
              <a:pathLst>
                <a:path w="1703" h="1703" extrusionOk="0">
                  <a:moveTo>
                    <a:pt x="857" y="200"/>
                  </a:moveTo>
                  <a:cubicBezTo>
                    <a:pt x="1215" y="200"/>
                    <a:pt x="1504" y="498"/>
                    <a:pt x="1504" y="856"/>
                  </a:cubicBezTo>
                  <a:cubicBezTo>
                    <a:pt x="1504" y="1215"/>
                    <a:pt x="1215" y="1504"/>
                    <a:pt x="857" y="1504"/>
                  </a:cubicBezTo>
                  <a:cubicBezTo>
                    <a:pt x="488" y="1504"/>
                    <a:pt x="200" y="1215"/>
                    <a:pt x="200" y="856"/>
                  </a:cubicBezTo>
                  <a:cubicBezTo>
                    <a:pt x="200" y="498"/>
                    <a:pt x="488" y="200"/>
                    <a:pt x="857" y="200"/>
                  </a:cubicBezTo>
                  <a:close/>
                  <a:moveTo>
                    <a:pt x="857" y="0"/>
                  </a:moveTo>
                  <a:cubicBezTo>
                    <a:pt x="379" y="0"/>
                    <a:pt x="1" y="389"/>
                    <a:pt x="1" y="856"/>
                  </a:cubicBezTo>
                  <a:cubicBezTo>
                    <a:pt x="1" y="1325"/>
                    <a:pt x="379" y="1703"/>
                    <a:pt x="857" y="1703"/>
                  </a:cubicBezTo>
                  <a:cubicBezTo>
                    <a:pt x="1324" y="1703"/>
                    <a:pt x="1703" y="1325"/>
                    <a:pt x="1703" y="856"/>
                  </a:cubicBezTo>
                  <a:cubicBezTo>
                    <a:pt x="1703" y="389"/>
                    <a:pt x="1324"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0"/>
            <p:cNvSpPr/>
            <p:nvPr/>
          </p:nvSpPr>
          <p:spPr>
            <a:xfrm>
              <a:off x="4110375" y="4466360"/>
              <a:ext cx="60499" cy="14026"/>
            </a:xfrm>
            <a:custGeom>
              <a:avLst/>
              <a:gdLst/>
              <a:ahLst/>
              <a:cxnLst/>
              <a:rect l="l" t="t" r="r" b="b"/>
              <a:pathLst>
                <a:path w="867" h="201" extrusionOk="0">
                  <a:moveTo>
                    <a:pt x="101" y="1"/>
                  </a:moveTo>
                  <a:cubicBezTo>
                    <a:pt x="41" y="1"/>
                    <a:pt x="1" y="41"/>
                    <a:pt x="1" y="100"/>
                  </a:cubicBezTo>
                  <a:cubicBezTo>
                    <a:pt x="1" y="151"/>
                    <a:pt x="41" y="200"/>
                    <a:pt x="101" y="200"/>
                  </a:cubicBezTo>
                  <a:lnTo>
                    <a:pt x="767" y="200"/>
                  </a:lnTo>
                  <a:cubicBezTo>
                    <a:pt x="827" y="200"/>
                    <a:pt x="867" y="151"/>
                    <a:pt x="867" y="100"/>
                  </a:cubicBezTo>
                  <a:cubicBezTo>
                    <a:pt x="867" y="41"/>
                    <a:pt x="827" y="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0"/>
            <p:cNvSpPr/>
            <p:nvPr/>
          </p:nvSpPr>
          <p:spPr>
            <a:xfrm>
              <a:off x="4227116" y="4528603"/>
              <a:ext cx="53521" cy="40961"/>
            </a:xfrm>
            <a:custGeom>
              <a:avLst/>
              <a:gdLst/>
              <a:ahLst/>
              <a:cxnLst/>
              <a:rect l="l" t="t" r="r" b="b"/>
              <a:pathLst>
                <a:path w="767" h="587" extrusionOk="0">
                  <a:moveTo>
                    <a:pt x="662" y="0"/>
                  </a:moveTo>
                  <a:cubicBezTo>
                    <a:pt x="640" y="0"/>
                    <a:pt x="618" y="8"/>
                    <a:pt x="597" y="25"/>
                  </a:cubicBezTo>
                  <a:lnTo>
                    <a:pt x="50" y="403"/>
                  </a:lnTo>
                  <a:cubicBezTo>
                    <a:pt x="10" y="433"/>
                    <a:pt x="0" y="493"/>
                    <a:pt x="30" y="542"/>
                  </a:cubicBezTo>
                  <a:cubicBezTo>
                    <a:pt x="47" y="571"/>
                    <a:pt x="75" y="587"/>
                    <a:pt x="105" y="587"/>
                  </a:cubicBezTo>
                  <a:cubicBezTo>
                    <a:pt x="126" y="587"/>
                    <a:pt x="148" y="579"/>
                    <a:pt x="169" y="562"/>
                  </a:cubicBezTo>
                  <a:lnTo>
                    <a:pt x="717" y="184"/>
                  </a:lnTo>
                  <a:cubicBezTo>
                    <a:pt x="757" y="155"/>
                    <a:pt x="766" y="95"/>
                    <a:pt x="737" y="45"/>
                  </a:cubicBezTo>
                  <a:cubicBezTo>
                    <a:pt x="719" y="16"/>
                    <a:pt x="691" y="0"/>
                    <a:pt x="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0"/>
            <p:cNvSpPr/>
            <p:nvPr/>
          </p:nvSpPr>
          <p:spPr>
            <a:xfrm>
              <a:off x="4258308" y="4134001"/>
              <a:ext cx="134815" cy="118905"/>
            </a:xfrm>
            <a:custGeom>
              <a:avLst/>
              <a:gdLst/>
              <a:ahLst/>
              <a:cxnLst/>
              <a:rect l="l" t="t" r="r" b="b"/>
              <a:pathLst>
                <a:path w="1932" h="1704" extrusionOk="0">
                  <a:moveTo>
                    <a:pt x="966" y="202"/>
                  </a:moveTo>
                  <a:cubicBezTo>
                    <a:pt x="1171" y="202"/>
                    <a:pt x="1375" y="296"/>
                    <a:pt x="1504" y="474"/>
                  </a:cubicBezTo>
                  <a:cubicBezTo>
                    <a:pt x="1703" y="773"/>
                    <a:pt x="1633" y="1180"/>
                    <a:pt x="1345" y="1390"/>
                  </a:cubicBezTo>
                  <a:cubicBezTo>
                    <a:pt x="1231" y="1466"/>
                    <a:pt x="1102" y="1503"/>
                    <a:pt x="974" y="1503"/>
                  </a:cubicBezTo>
                  <a:cubicBezTo>
                    <a:pt x="766" y="1503"/>
                    <a:pt x="562" y="1405"/>
                    <a:pt x="439" y="1220"/>
                  </a:cubicBezTo>
                  <a:cubicBezTo>
                    <a:pt x="230" y="932"/>
                    <a:pt x="299" y="524"/>
                    <a:pt x="598" y="315"/>
                  </a:cubicBezTo>
                  <a:cubicBezTo>
                    <a:pt x="709" y="238"/>
                    <a:pt x="838" y="202"/>
                    <a:pt x="966" y="202"/>
                  </a:cubicBezTo>
                  <a:close/>
                  <a:moveTo>
                    <a:pt x="970" y="1"/>
                  </a:moveTo>
                  <a:cubicBezTo>
                    <a:pt x="801" y="1"/>
                    <a:pt x="629" y="51"/>
                    <a:pt x="479" y="156"/>
                  </a:cubicBezTo>
                  <a:cubicBezTo>
                    <a:pt x="100" y="424"/>
                    <a:pt x="1" y="952"/>
                    <a:pt x="270" y="1340"/>
                  </a:cubicBezTo>
                  <a:cubicBezTo>
                    <a:pt x="434" y="1578"/>
                    <a:pt x="700" y="1703"/>
                    <a:pt x="968" y="1703"/>
                  </a:cubicBezTo>
                  <a:cubicBezTo>
                    <a:pt x="1137" y="1703"/>
                    <a:pt x="1307" y="1653"/>
                    <a:pt x="1454" y="1549"/>
                  </a:cubicBezTo>
                  <a:cubicBezTo>
                    <a:pt x="1843" y="1280"/>
                    <a:pt x="1932" y="753"/>
                    <a:pt x="1663" y="364"/>
                  </a:cubicBezTo>
                  <a:cubicBezTo>
                    <a:pt x="1499" y="127"/>
                    <a:pt x="1237" y="1"/>
                    <a:pt x="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0"/>
            <p:cNvSpPr/>
            <p:nvPr/>
          </p:nvSpPr>
          <p:spPr>
            <a:xfrm>
              <a:off x="4298640" y="4172938"/>
              <a:ext cx="54219" cy="41031"/>
            </a:xfrm>
            <a:custGeom>
              <a:avLst/>
              <a:gdLst/>
              <a:ahLst/>
              <a:cxnLst/>
              <a:rect l="l" t="t" r="r" b="b"/>
              <a:pathLst>
                <a:path w="777" h="588" extrusionOk="0">
                  <a:moveTo>
                    <a:pt x="672" y="1"/>
                  </a:moveTo>
                  <a:cubicBezTo>
                    <a:pt x="651" y="1"/>
                    <a:pt x="628" y="9"/>
                    <a:pt x="608" y="25"/>
                  </a:cubicBezTo>
                  <a:lnTo>
                    <a:pt x="60" y="404"/>
                  </a:lnTo>
                  <a:cubicBezTo>
                    <a:pt x="10" y="434"/>
                    <a:pt x="0" y="493"/>
                    <a:pt x="40" y="543"/>
                  </a:cubicBezTo>
                  <a:cubicBezTo>
                    <a:pt x="57" y="572"/>
                    <a:pt x="85" y="587"/>
                    <a:pt x="113" y="587"/>
                  </a:cubicBezTo>
                  <a:cubicBezTo>
                    <a:pt x="133" y="587"/>
                    <a:pt x="153" y="579"/>
                    <a:pt x="170" y="563"/>
                  </a:cubicBezTo>
                  <a:lnTo>
                    <a:pt x="727" y="185"/>
                  </a:lnTo>
                  <a:cubicBezTo>
                    <a:pt x="767" y="155"/>
                    <a:pt x="776" y="85"/>
                    <a:pt x="747" y="45"/>
                  </a:cubicBezTo>
                  <a:cubicBezTo>
                    <a:pt x="729" y="16"/>
                    <a:pt x="702" y="1"/>
                    <a:pt x="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0"/>
            <p:cNvSpPr/>
            <p:nvPr/>
          </p:nvSpPr>
          <p:spPr>
            <a:xfrm>
              <a:off x="4186784" y="4489666"/>
              <a:ext cx="124418" cy="118835"/>
            </a:xfrm>
            <a:custGeom>
              <a:avLst/>
              <a:gdLst/>
              <a:ahLst/>
              <a:cxnLst/>
              <a:rect l="l" t="t" r="r" b="b"/>
              <a:pathLst>
                <a:path w="1783" h="1703" extrusionOk="0">
                  <a:moveTo>
                    <a:pt x="962" y="0"/>
                  </a:moveTo>
                  <a:cubicBezTo>
                    <a:pt x="794" y="0"/>
                    <a:pt x="625" y="51"/>
                    <a:pt x="479" y="155"/>
                  </a:cubicBezTo>
                  <a:cubicBezTo>
                    <a:pt x="90" y="423"/>
                    <a:pt x="1" y="951"/>
                    <a:pt x="269" y="1339"/>
                  </a:cubicBezTo>
                  <a:cubicBezTo>
                    <a:pt x="434" y="1577"/>
                    <a:pt x="696" y="1703"/>
                    <a:pt x="961" y="1703"/>
                  </a:cubicBezTo>
                  <a:cubicBezTo>
                    <a:pt x="1128" y="1703"/>
                    <a:pt x="1297" y="1653"/>
                    <a:pt x="1444" y="1549"/>
                  </a:cubicBezTo>
                  <a:cubicBezTo>
                    <a:pt x="1603" y="1439"/>
                    <a:pt x="1713" y="1290"/>
                    <a:pt x="1773" y="1111"/>
                  </a:cubicBezTo>
                  <a:cubicBezTo>
                    <a:pt x="1782" y="1061"/>
                    <a:pt x="1762" y="1011"/>
                    <a:pt x="1703" y="991"/>
                  </a:cubicBezTo>
                  <a:cubicBezTo>
                    <a:pt x="1692" y="987"/>
                    <a:pt x="1681" y="985"/>
                    <a:pt x="1670" y="985"/>
                  </a:cubicBezTo>
                  <a:cubicBezTo>
                    <a:pt x="1630" y="985"/>
                    <a:pt x="1591" y="1012"/>
                    <a:pt x="1583" y="1051"/>
                  </a:cubicBezTo>
                  <a:cubicBezTo>
                    <a:pt x="1534" y="1190"/>
                    <a:pt x="1454" y="1299"/>
                    <a:pt x="1335" y="1389"/>
                  </a:cubicBezTo>
                  <a:cubicBezTo>
                    <a:pt x="1221" y="1465"/>
                    <a:pt x="1093" y="1502"/>
                    <a:pt x="966" y="1502"/>
                  </a:cubicBezTo>
                  <a:cubicBezTo>
                    <a:pt x="760" y="1502"/>
                    <a:pt x="558" y="1405"/>
                    <a:pt x="429" y="1220"/>
                  </a:cubicBezTo>
                  <a:cubicBezTo>
                    <a:pt x="220" y="932"/>
                    <a:pt x="289" y="523"/>
                    <a:pt x="588" y="314"/>
                  </a:cubicBezTo>
                  <a:cubicBezTo>
                    <a:pt x="702" y="238"/>
                    <a:pt x="830" y="202"/>
                    <a:pt x="957" y="202"/>
                  </a:cubicBezTo>
                  <a:cubicBezTo>
                    <a:pt x="1163" y="202"/>
                    <a:pt x="1364" y="298"/>
                    <a:pt x="1494" y="483"/>
                  </a:cubicBezTo>
                  <a:cubicBezTo>
                    <a:pt x="1534" y="533"/>
                    <a:pt x="1563" y="593"/>
                    <a:pt x="1583" y="653"/>
                  </a:cubicBezTo>
                  <a:cubicBezTo>
                    <a:pt x="1591" y="692"/>
                    <a:pt x="1630" y="719"/>
                    <a:pt x="1670" y="719"/>
                  </a:cubicBezTo>
                  <a:cubicBezTo>
                    <a:pt x="1681" y="719"/>
                    <a:pt x="1692" y="717"/>
                    <a:pt x="1703" y="713"/>
                  </a:cubicBezTo>
                  <a:cubicBezTo>
                    <a:pt x="1762" y="693"/>
                    <a:pt x="1782" y="642"/>
                    <a:pt x="1773" y="593"/>
                  </a:cubicBezTo>
                  <a:cubicBezTo>
                    <a:pt x="1742" y="513"/>
                    <a:pt x="1703" y="434"/>
                    <a:pt x="1653" y="364"/>
                  </a:cubicBezTo>
                  <a:cubicBezTo>
                    <a:pt x="1488" y="126"/>
                    <a:pt x="1227" y="0"/>
                    <a:pt x="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 name="Google Shape;726;p50"/>
          <p:cNvGrpSpPr/>
          <p:nvPr/>
        </p:nvGrpSpPr>
        <p:grpSpPr>
          <a:xfrm>
            <a:off x="6615584" y="4134140"/>
            <a:ext cx="464035" cy="474085"/>
            <a:chOff x="7285334" y="4134140"/>
            <a:chExt cx="464035" cy="474085"/>
          </a:xfrm>
        </p:grpSpPr>
        <p:sp>
          <p:nvSpPr>
            <p:cNvPr id="727" name="Google Shape;727;p50"/>
            <p:cNvSpPr/>
            <p:nvPr/>
          </p:nvSpPr>
          <p:spPr>
            <a:xfrm>
              <a:off x="7285334" y="4205176"/>
              <a:ext cx="403608" cy="403049"/>
            </a:xfrm>
            <a:custGeom>
              <a:avLst/>
              <a:gdLst/>
              <a:ahLst/>
              <a:cxnLst/>
              <a:rect l="l" t="t" r="r" b="b"/>
              <a:pathLst>
                <a:path w="5784" h="5776" extrusionOk="0">
                  <a:moveTo>
                    <a:pt x="1766" y="200"/>
                  </a:moveTo>
                  <a:cubicBezTo>
                    <a:pt x="1771" y="200"/>
                    <a:pt x="1777" y="200"/>
                    <a:pt x="1782" y="200"/>
                  </a:cubicBezTo>
                  <a:cubicBezTo>
                    <a:pt x="1862" y="200"/>
                    <a:pt x="1941" y="280"/>
                    <a:pt x="1941" y="370"/>
                  </a:cubicBezTo>
                  <a:lnTo>
                    <a:pt x="1941" y="549"/>
                  </a:lnTo>
                  <a:cubicBezTo>
                    <a:pt x="1941" y="658"/>
                    <a:pt x="2021" y="748"/>
                    <a:pt x="2130" y="748"/>
                  </a:cubicBezTo>
                  <a:lnTo>
                    <a:pt x="2797" y="748"/>
                  </a:lnTo>
                  <a:lnTo>
                    <a:pt x="2797" y="1405"/>
                  </a:lnTo>
                  <a:cubicBezTo>
                    <a:pt x="2797" y="1514"/>
                    <a:pt x="2887" y="1604"/>
                    <a:pt x="2997" y="1604"/>
                  </a:cubicBezTo>
                  <a:lnTo>
                    <a:pt x="3176" y="1604"/>
                  </a:lnTo>
                  <a:cubicBezTo>
                    <a:pt x="3265" y="1604"/>
                    <a:pt x="3345" y="1674"/>
                    <a:pt x="3345" y="1763"/>
                  </a:cubicBezTo>
                  <a:cubicBezTo>
                    <a:pt x="3345" y="1853"/>
                    <a:pt x="3275" y="1932"/>
                    <a:pt x="3176" y="1932"/>
                  </a:cubicBezTo>
                  <a:lnTo>
                    <a:pt x="2997" y="1932"/>
                  </a:lnTo>
                  <a:cubicBezTo>
                    <a:pt x="2887" y="1932"/>
                    <a:pt x="2797" y="2022"/>
                    <a:pt x="2797" y="2131"/>
                  </a:cubicBezTo>
                  <a:lnTo>
                    <a:pt x="2797" y="2788"/>
                  </a:lnTo>
                  <a:lnTo>
                    <a:pt x="2141" y="2788"/>
                  </a:lnTo>
                  <a:lnTo>
                    <a:pt x="2141" y="2609"/>
                  </a:lnTo>
                  <a:lnTo>
                    <a:pt x="2141" y="2600"/>
                  </a:lnTo>
                  <a:cubicBezTo>
                    <a:pt x="2141" y="2401"/>
                    <a:pt x="1971" y="2241"/>
                    <a:pt x="1772" y="2241"/>
                  </a:cubicBezTo>
                  <a:cubicBezTo>
                    <a:pt x="1583" y="2241"/>
                    <a:pt x="1413" y="2390"/>
                    <a:pt x="1413" y="2609"/>
                  </a:cubicBezTo>
                  <a:lnTo>
                    <a:pt x="1413" y="2788"/>
                  </a:lnTo>
                  <a:lnTo>
                    <a:pt x="757" y="2788"/>
                  </a:lnTo>
                  <a:lnTo>
                    <a:pt x="757" y="2131"/>
                  </a:lnTo>
                  <a:cubicBezTo>
                    <a:pt x="757" y="2022"/>
                    <a:pt x="667" y="1932"/>
                    <a:pt x="557" y="1932"/>
                  </a:cubicBezTo>
                  <a:lnTo>
                    <a:pt x="369" y="1932"/>
                  </a:lnTo>
                  <a:cubicBezTo>
                    <a:pt x="269" y="1932"/>
                    <a:pt x="199" y="1853"/>
                    <a:pt x="199" y="1763"/>
                  </a:cubicBezTo>
                  <a:cubicBezTo>
                    <a:pt x="209" y="1674"/>
                    <a:pt x="279" y="1604"/>
                    <a:pt x="369" y="1604"/>
                  </a:cubicBezTo>
                  <a:lnTo>
                    <a:pt x="557" y="1604"/>
                  </a:lnTo>
                  <a:cubicBezTo>
                    <a:pt x="667" y="1604"/>
                    <a:pt x="757" y="1514"/>
                    <a:pt x="757" y="1405"/>
                  </a:cubicBezTo>
                  <a:lnTo>
                    <a:pt x="757" y="748"/>
                  </a:lnTo>
                  <a:lnTo>
                    <a:pt x="1413" y="748"/>
                  </a:lnTo>
                  <a:cubicBezTo>
                    <a:pt x="1523" y="748"/>
                    <a:pt x="1613" y="658"/>
                    <a:pt x="1613" y="549"/>
                  </a:cubicBezTo>
                  <a:lnTo>
                    <a:pt x="1613" y="360"/>
                  </a:lnTo>
                  <a:cubicBezTo>
                    <a:pt x="1613" y="275"/>
                    <a:pt x="1675" y="200"/>
                    <a:pt x="1766" y="200"/>
                  </a:cubicBezTo>
                  <a:close/>
                  <a:moveTo>
                    <a:pt x="1772" y="2440"/>
                  </a:moveTo>
                  <a:cubicBezTo>
                    <a:pt x="1862" y="2440"/>
                    <a:pt x="1941" y="2520"/>
                    <a:pt x="1941" y="2609"/>
                  </a:cubicBezTo>
                  <a:lnTo>
                    <a:pt x="1941" y="2788"/>
                  </a:lnTo>
                  <a:cubicBezTo>
                    <a:pt x="1941" y="2898"/>
                    <a:pt x="2021" y="2987"/>
                    <a:pt x="2130" y="2987"/>
                  </a:cubicBezTo>
                  <a:lnTo>
                    <a:pt x="2797" y="2987"/>
                  </a:lnTo>
                  <a:lnTo>
                    <a:pt x="2797" y="3644"/>
                  </a:lnTo>
                  <a:lnTo>
                    <a:pt x="2608" y="3644"/>
                  </a:lnTo>
                  <a:cubicBezTo>
                    <a:pt x="2409" y="3644"/>
                    <a:pt x="2250" y="3794"/>
                    <a:pt x="2240" y="3993"/>
                  </a:cubicBezTo>
                  <a:cubicBezTo>
                    <a:pt x="2240" y="4202"/>
                    <a:pt x="2399" y="4371"/>
                    <a:pt x="2608" y="4371"/>
                  </a:cubicBezTo>
                  <a:lnTo>
                    <a:pt x="2797" y="4371"/>
                  </a:lnTo>
                  <a:lnTo>
                    <a:pt x="2797" y="5028"/>
                  </a:lnTo>
                  <a:lnTo>
                    <a:pt x="2130" y="5028"/>
                  </a:lnTo>
                  <a:cubicBezTo>
                    <a:pt x="2021" y="5028"/>
                    <a:pt x="1941" y="5118"/>
                    <a:pt x="1941" y="5227"/>
                  </a:cubicBezTo>
                  <a:lnTo>
                    <a:pt x="1941" y="5416"/>
                  </a:lnTo>
                  <a:cubicBezTo>
                    <a:pt x="1941" y="5501"/>
                    <a:pt x="1871" y="5576"/>
                    <a:pt x="1780" y="5576"/>
                  </a:cubicBezTo>
                  <a:cubicBezTo>
                    <a:pt x="1774" y="5576"/>
                    <a:pt x="1768" y="5576"/>
                    <a:pt x="1762" y="5575"/>
                  </a:cubicBezTo>
                  <a:cubicBezTo>
                    <a:pt x="1683" y="5575"/>
                    <a:pt x="1613" y="5496"/>
                    <a:pt x="1613" y="5407"/>
                  </a:cubicBezTo>
                  <a:lnTo>
                    <a:pt x="1613" y="5227"/>
                  </a:lnTo>
                  <a:cubicBezTo>
                    <a:pt x="1613" y="5118"/>
                    <a:pt x="1523" y="5028"/>
                    <a:pt x="1413" y="5028"/>
                  </a:cubicBezTo>
                  <a:lnTo>
                    <a:pt x="757" y="5028"/>
                  </a:lnTo>
                  <a:lnTo>
                    <a:pt x="757" y="4371"/>
                  </a:lnTo>
                  <a:lnTo>
                    <a:pt x="936" y="4371"/>
                  </a:lnTo>
                  <a:cubicBezTo>
                    <a:pt x="1035" y="4371"/>
                    <a:pt x="1135" y="4332"/>
                    <a:pt x="1205" y="4262"/>
                  </a:cubicBezTo>
                  <a:cubicBezTo>
                    <a:pt x="1265" y="4192"/>
                    <a:pt x="1304" y="4093"/>
                    <a:pt x="1304" y="3993"/>
                  </a:cubicBezTo>
                  <a:cubicBezTo>
                    <a:pt x="1294" y="3794"/>
                    <a:pt x="1135" y="3644"/>
                    <a:pt x="936" y="3644"/>
                  </a:cubicBezTo>
                  <a:lnTo>
                    <a:pt x="757" y="3644"/>
                  </a:lnTo>
                  <a:lnTo>
                    <a:pt x="757" y="2987"/>
                  </a:lnTo>
                  <a:lnTo>
                    <a:pt x="1413" y="2987"/>
                  </a:lnTo>
                  <a:cubicBezTo>
                    <a:pt x="1523" y="2987"/>
                    <a:pt x="1613" y="2898"/>
                    <a:pt x="1613" y="2788"/>
                  </a:cubicBezTo>
                  <a:lnTo>
                    <a:pt x="1613" y="2609"/>
                  </a:lnTo>
                  <a:cubicBezTo>
                    <a:pt x="1613" y="2520"/>
                    <a:pt x="1683" y="2440"/>
                    <a:pt x="1772" y="2440"/>
                  </a:cubicBezTo>
                  <a:close/>
                  <a:moveTo>
                    <a:pt x="1765" y="1"/>
                  </a:moveTo>
                  <a:cubicBezTo>
                    <a:pt x="1574" y="1"/>
                    <a:pt x="1413" y="157"/>
                    <a:pt x="1413" y="360"/>
                  </a:cubicBezTo>
                  <a:lnTo>
                    <a:pt x="1413" y="549"/>
                  </a:lnTo>
                  <a:lnTo>
                    <a:pt x="747" y="549"/>
                  </a:lnTo>
                  <a:cubicBezTo>
                    <a:pt x="637" y="549"/>
                    <a:pt x="557" y="638"/>
                    <a:pt x="557" y="738"/>
                  </a:cubicBezTo>
                  <a:lnTo>
                    <a:pt x="557" y="1405"/>
                  </a:lnTo>
                  <a:lnTo>
                    <a:pt x="369" y="1405"/>
                  </a:lnTo>
                  <a:cubicBezTo>
                    <a:pt x="179" y="1405"/>
                    <a:pt x="10" y="1564"/>
                    <a:pt x="0" y="1753"/>
                  </a:cubicBezTo>
                  <a:cubicBezTo>
                    <a:pt x="0" y="1963"/>
                    <a:pt x="159" y="2131"/>
                    <a:pt x="369" y="2131"/>
                  </a:cubicBezTo>
                  <a:lnTo>
                    <a:pt x="557" y="2131"/>
                  </a:lnTo>
                  <a:lnTo>
                    <a:pt x="557" y="3644"/>
                  </a:lnTo>
                  <a:cubicBezTo>
                    <a:pt x="557" y="3754"/>
                    <a:pt x="637" y="3843"/>
                    <a:pt x="747" y="3843"/>
                  </a:cubicBezTo>
                  <a:lnTo>
                    <a:pt x="936" y="3843"/>
                  </a:lnTo>
                  <a:cubicBezTo>
                    <a:pt x="1026" y="3843"/>
                    <a:pt x="1095" y="3914"/>
                    <a:pt x="1105" y="4003"/>
                  </a:cubicBezTo>
                  <a:cubicBezTo>
                    <a:pt x="1105" y="4043"/>
                    <a:pt x="1085" y="4093"/>
                    <a:pt x="1055" y="4122"/>
                  </a:cubicBezTo>
                  <a:cubicBezTo>
                    <a:pt x="1026" y="4152"/>
                    <a:pt x="986" y="4172"/>
                    <a:pt x="936" y="4172"/>
                  </a:cubicBezTo>
                  <a:lnTo>
                    <a:pt x="747" y="4172"/>
                  </a:lnTo>
                  <a:cubicBezTo>
                    <a:pt x="637" y="4172"/>
                    <a:pt x="557" y="4262"/>
                    <a:pt x="557" y="4371"/>
                  </a:cubicBezTo>
                  <a:lnTo>
                    <a:pt x="557" y="5038"/>
                  </a:lnTo>
                  <a:cubicBezTo>
                    <a:pt x="557" y="5138"/>
                    <a:pt x="637" y="5227"/>
                    <a:pt x="747" y="5227"/>
                  </a:cubicBezTo>
                  <a:lnTo>
                    <a:pt x="1413" y="5227"/>
                  </a:lnTo>
                  <a:lnTo>
                    <a:pt x="1413" y="5407"/>
                  </a:lnTo>
                  <a:cubicBezTo>
                    <a:pt x="1413" y="5606"/>
                    <a:pt x="1563" y="5775"/>
                    <a:pt x="1762" y="5775"/>
                  </a:cubicBezTo>
                  <a:cubicBezTo>
                    <a:pt x="1768" y="5775"/>
                    <a:pt x="1775" y="5775"/>
                    <a:pt x="1781" y="5775"/>
                  </a:cubicBezTo>
                  <a:cubicBezTo>
                    <a:pt x="1972" y="5775"/>
                    <a:pt x="2141" y="5619"/>
                    <a:pt x="2141" y="5416"/>
                  </a:cubicBezTo>
                  <a:lnTo>
                    <a:pt x="2141" y="5227"/>
                  </a:lnTo>
                  <a:lnTo>
                    <a:pt x="3654" y="5227"/>
                  </a:lnTo>
                  <a:lnTo>
                    <a:pt x="3654" y="5407"/>
                  </a:lnTo>
                  <a:cubicBezTo>
                    <a:pt x="3654" y="5606"/>
                    <a:pt x="3802" y="5775"/>
                    <a:pt x="4001" y="5775"/>
                  </a:cubicBezTo>
                  <a:cubicBezTo>
                    <a:pt x="4008" y="5775"/>
                    <a:pt x="4014" y="5775"/>
                    <a:pt x="4020" y="5775"/>
                  </a:cubicBezTo>
                  <a:cubicBezTo>
                    <a:pt x="4211" y="5775"/>
                    <a:pt x="4380" y="5619"/>
                    <a:pt x="4380" y="5416"/>
                  </a:cubicBezTo>
                  <a:lnTo>
                    <a:pt x="4380" y="5227"/>
                  </a:lnTo>
                  <a:lnTo>
                    <a:pt x="5037" y="5227"/>
                  </a:lnTo>
                  <a:cubicBezTo>
                    <a:pt x="5147" y="5227"/>
                    <a:pt x="5236" y="5138"/>
                    <a:pt x="5236" y="5038"/>
                  </a:cubicBezTo>
                  <a:lnTo>
                    <a:pt x="5236" y="4371"/>
                  </a:lnTo>
                  <a:lnTo>
                    <a:pt x="5425" y="4371"/>
                  </a:lnTo>
                  <a:cubicBezTo>
                    <a:pt x="5525" y="4371"/>
                    <a:pt x="5614" y="4332"/>
                    <a:pt x="5684" y="4262"/>
                  </a:cubicBezTo>
                  <a:cubicBezTo>
                    <a:pt x="5753" y="4192"/>
                    <a:pt x="5784" y="4093"/>
                    <a:pt x="5784" y="3993"/>
                  </a:cubicBezTo>
                  <a:cubicBezTo>
                    <a:pt x="5773" y="3804"/>
                    <a:pt x="5614" y="3644"/>
                    <a:pt x="5415" y="3644"/>
                  </a:cubicBezTo>
                  <a:lnTo>
                    <a:pt x="5236" y="3644"/>
                  </a:lnTo>
                  <a:lnTo>
                    <a:pt x="5236" y="2978"/>
                  </a:lnTo>
                  <a:cubicBezTo>
                    <a:pt x="5236" y="2878"/>
                    <a:pt x="5147" y="2788"/>
                    <a:pt x="5037" y="2788"/>
                  </a:cubicBezTo>
                  <a:lnTo>
                    <a:pt x="4937" y="2788"/>
                  </a:lnTo>
                  <a:cubicBezTo>
                    <a:pt x="4888" y="2788"/>
                    <a:pt x="4838" y="2828"/>
                    <a:pt x="4838" y="2888"/>
                  </a:cubicBezTo>
                  <a:cubicBezTo>
                    <a:pt x="4838" y="2938"/>
                    <a:pt x="4888" y="2987"/>
                    <a:pt x="4937" y="2987"/>
                  </a:cubicBezTo>
                  <a:lnTo>
                    <a:pt x="5037" y="2987"/>
                  </a:lnTo>
                  <a:lnTo>
                    <a:pt x="5037" y="3644"/>
                  </a:lnTo>
                  <a:cubicBezTo>
                    <a:pt x="5037" y="3754"/>
                    <a:pt x="5127" y="3843"/>
                    <a:pt x="5236" y="3843"/>
                  </a:cubicBezTo>
                  <a:lnTo>
                    <a:pt x="5415" y="3843"/>
                  </a:lnTo>
                  <a:cubicBezTo>
                    <a:pt x="5505" y="3843"/>
                    <a:pt x="5585" y="3914"/>
                    <a:pt x="5585" y="4003"/>
                  </a:cubicBezTo>
                  <a:cubicBezTo>
                    <a:pt x="5585" y="4043"/>
                    <a:pt x="5565" y="4093"/>
                    <a:pt x="5534" y="4122"/>
                  </a:cubicBezTo>
                  <a:cubicBezTo>
                    <a:pt x="5505" y="4152"/>
                    <a:pt x="5465" y="4172"/>
                    <a:pt x="5425" y="4172"/>
                  </a:cubicBezTo>
                  <a:lnTo>
                    <a:pt x="5236" y="4172"/>
                  </a:lnTo>
                  <a:cubicBezTo>
                    <a:pt x="5127" y="4172"/>
                    <a:pt x="5037" y="4262"/>
                    <a:pt x="5037" y="4371"/>
                  </a:cubicBezTo>
                  <a:lnTo>
                    <a:pt x="5037" y="5028"/>
                  </a:lnTo>
                  <a:lnTo>
                    <a:pt x="4380" y="5028"/>
                  </a:lnTo>
                  <a:cubicBezTo>
                    <a:pt x="4271" y="5028"/>
                    <a:pt x="4181" y="5118"/>
                    <a:pt x="4181" y="5227"/>
                  </a:cubicBezTo>
                  <a:lnTo>
                    <a:pt x="4181" y="5416"/>
                  </a:lnTo>
                  <a:cubicBezTo>
                    <a:pt x="4181" y="5501"/>
                    <a:pt x="4110" y="5576"/>
                    <a:pt x="4028" y="5576"/>
                  </a:cubicBezTo>
                  <a:cubicBezTo>
                    <a:pt x="4022" y="5576"/>
                    <a:pt x="4017" y="5576"/>
                    <a:pt x="4012" y="5575"/>
                  </a:cubicBezTo>
                  <a:cubicBezTo>
                    <a:pt x="3922" y="5575"/>
                    <a:pt x="3853" y="5496"/>
                    <a:pt x="3853" y="5407"/>
                  </a:cubicBezTo>
                  <a:lnTo>
                    <a:pt x="3853" y="5227"/>
                  </a:lnTo>
                  <a:cubicBezTo>
                    <a:pt x="3853" y="5118"/>
                    <a:pt x="3763" y="5028"/>
                    <a:pt x="3654" y="5028"/>
                  </a:cubicBezTo>
                  <a:lnTo>
                    <a:pt x="2997" y="5028"/>
                  </a:lnTo>
                  <a:lnTo>
                    <a:pt x="2997" y="4371"/>
                  </a:lnTo>
                  <a:cubicBezTo>
                    <a:pt x="2997" y="4262"/>
                    <a:pt x="2907" y="4172"/>
                    <a:pt x="2797" y="4172"/>
                  </a:cubicBezTo>
                  <a:lnTo>
                    <a:pt x="2608" y="4172"/>
                  </a:lnTo>
                  <a:cubicBezTo>
                    <a:pt x="2519" y="4172"/>
                    <a:pt x="2439" y="4093"/>
                    <a:pt x="2439" y="4003"/>
                  </a:cubicBezTo>
                  <a:cubicBezTo>
                    <a:pt x="2449" y="3914"/>
                    <a:pt x="2519" y="3843"/>
                    <a:pt x="2608" y="3843"/>
                  </a:cubicBezTo>
                  <a:lnTo>
                    <a:pt x="2797" y="3843"/>
                  </a:lnTo>
                  <a:cubicBezTo>
                    <a:pt x="2907" y="3843"/>
                    <a:pt x="2997" y="3754"/>
                    <a:pt x="2997" y="3644"/>
                  </a:cubicBezTo>
                  <a:lnTo>
                    <a:pt x="2997" y="2987"/>
                  </a:lnTo>
                  <a:lnTo>
                    <a:pt x="3654" y="2987"/>
                  </a:lnTo>
                  <a:lnTo>
                    <a:pt x="3654" y="3177"/>
                  </a:lnTo>
                  <a:cubicBezTo>
                    <a:pt x="3654" y="3371"/>
                    <a:pt x="3813" y="3536"/>
                    <a:pt x="4005" y="3536"/>
                  </a:cubicBezTo>
                  <a:cubicBezTo>
                    <a:pt x="4011" y="3536"/>
                    <a:pt x="4016" y="3536"/>
                    <a:pt x="4021" y="3535"/>
                  </a:cubicBezTo>
                  <a:cubicBezTo>
                    <a:pt x="4220" y="3535"/>
                    <a:pt x="4380" y="3366"/>
                    <a:pt x="4380" y="3167"/>
                  </a:cubicBezTo>
                  <a:lnTo>
                    <a:pt x="4380" y="2987"/>
                  </a:lnTo>
                  <a:lnTo>
                    <a:pt x="4470" y="2987"/>
                  </a:lnTo>
                  <a:cubicBezTo>
                    <a:pt x="4529" y="2987"/>
                    <a:pt x="4569" y="2938"/>
                    <a:pt x="4569" y="2888"/>
                  </a:cubicBezTo>
                  <a:cubicBezTo>
                    <a:pt x="4569" y="2828"/>
                    <a:pt x="4529" y="2788"/>
                    <a:pt x="4470" y="2788"/>
                  </a:cubicBezTo>
                  <a:lnTo>
                    <a:pt x="4380" y="2788"/>
                  </a:lnTo>
                  <a:cubicBezTo>
                    <a:pt x="4271" y="2788"/>
                    <a:pt x="4181" y="2878"/>
                    <a:pt x="4181" y="2987"/>
                  </a:cubicBezTo>
                  <a:lnTo>
                    <a:pt x="4181" y="3167"/>
                  </a:lnTo>
                  <a:cubicBezTo>
                    <a:pt x="4181" y="3257"/>
                    <a:pt x="4111" y="3336"/>
                    <a:pt x="4021" y="3336"/>
                  </a:cubicBezTo>
                  <a:cubicBezTo>
                    <a:pt x="4017" y="3337"/>
                    <a:pt x="4012" y="3337"/>
                    <a:pt x="4007" y="3337"/>
                  </a:cubicBezTo>
                  <a:cubicBezTo>
                    <a:pt x="3924" y="3337"/>
                    <a:pt x="3853" y="3261"/>
                    <a:pt x="3853" y="3177"/>
                  </a:cubicBezTo>
                  <a:lnTo>
                    <a:pt x="3853" y="2987"/>
                  </a:lnTo>
                  <a:cubicBezTo>
                    <a:pt x="3853" y="2878"/>
                    <a:pt x="3763" y="2788"/>
                    <a:pt x="3654" y="2788"/>
                  </a:cubicBezTo>
                  <a:lnTo>
                    <a:pt x="2997" y="2788"/>
                  </a:lnTo>
                  <a:lnTo>
                    <a:pt x="2997" y="2131"/>
                  </a:lnTo>
                  <a:lnTo>
                    <a:pt x="3176" y="2131"/>
                  </a:lnTo>
                  <a:cubicBezTo>
                    <a:pt x="3384" y="2131"/>
                    <a:pt x="3554" y="1963"/>
                    <a:pt x="3544" y="1753"/>
                  </a:cubicBezTo>
                  <a:cubicBezTo>
                    <a:pt x="3534" y="1564"/>
                    <a:pt x="3375" y="1405"/>
                    <a:pt x="3176" y="1405"/>
                  </a:cubicBezTo>
                  <a:lnTo>
                    <a:pt x="2997" y="1405"/>
                  </a:lnTo>
                  <a:lnTo>
                    <a:pt x="2997" y="738"/>
                  </a:lnTo>
                  <a:cubicBezTo>
                    <a:pt x="2997" y="638"/>
                    <a:pt x="2907" y="549"/>
                    <a:pt x="2797" y="549"/>
                  </a:cubicBezTo>
                  <a:lnTo>
                    <a:pt x="2141" y="549"/>
                  </a:lnTo>
                  <a:lnTo>
                    <a:pt x="2141" y="370"/>
                  </a:lnTo>
                  <a:cubicBezTo>
                    <a:pt x="2141" y="171"/>
                    <a:pt x="1981" y="1"/>
                    <a:pt x="1782" y="1"/>
                  </a:cubicBezTo>
                  <a:cubicBezTo>
                    <a:pt x="1776" y="1"/>
                    <a:pt x="1771"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0"/>
            <p:cNvSpPr/>
            <p:nvPr/>
          </p:nvSpPr>
          <p:spPr>
            <a:xfrm>
              <a:off x="7537447" y="4134140"/>
              <a:ext cx="211922" cy="235368"/>
            </a:xfrm>
            <a:custGeom>
              <a:avLst/>
              <a:gdLst/>
              <a:ahLst/>
              <a:cxnLst/>
              <a:rect l="l" t="t" r="r" b="b"/>
              <a:pathLst>
                <a:path w="3037" h="3373" extrusionOk="0">
                  <a:moveTo>
                    <a:pt x="2010" y="1"/>
                  </a:moveTo>
                  <a:cubicBezTo>
                    <a:pt x="1860" y="1"/>
                    <a:pt x="1717" y="89"/>
                    <a:pt x="1663" y="243"/>
                  </a:cubicBezTo>
                  <a:lnTo>
                    <a:pt x="1593" y="412"/>
                  </a:lnTo>
                  <a:lnTo>
                    <a:pt x="976" y="183"/>
                  </a:lnTo>
                  <a:cubicBezTo>
                    <a:pt x="956" y="179"/>
                    <a:pt x="935" y="177"/>
                    <a:pt x="915" y="177"/>
                  </a:cubicBezTo>
                  <a:cubicBezTo>
                    <a:pt x="885" y="177"/>
                    <a:pt x="856" y="182"/>
                    <a:pt x="826" y="193"/>
                  </a:cubicBezTo>
                  <a:cubicBezTo>
                    <a:pt x="777" y="213"/>
                    <a:pt x="747" y="253"/>
                    <a:pt x="727" y="303"/>
                  </a:cubicBezTo>
                  <a:lnTo>
                    <a:pt x="498" y="930"/>
                  </a:lnTo>
                  <a:cubicBezTo>
                    <a:pt x="478" y="979"/>
                    <a:pt x="478" y="1030"/>
                    <a:pt x="508" y="1079"/>
                  </a:cubicBezTo>
                  <a:cubicBezTo>
                    <a:pt x="528" y="1129"/>
                    <a:pt x="568" y="1169"/>
                    <a:pt x="618" y="1178"/>
                  </a:cubicBezTo>
                  <a:lnTo>
                    <a:pt x="787" y="1249"/>
                  </a:lnTo>
                  <a:cubicBezTo>
                    <a:pt x="877" y="1278"/>
                    <a:pt x="916" y="1368"/>
                    <a:pt x="897" y="1448"/>
                  </a:cubicBezTo>
                  <a:cubicBezTo>
                    <a:pt x="872" y="1519"/>
                    <a:pt x="803" y="1566"/>
                    <a:pt x="731" y="1566"/>
                  </a:cubicBezTo>
                  <a:cubicBezTo>
                    <a:pt x="713" y="1566"/>
                    <a:pt x="695" y="1563"/>
                    <a:pt x="678" y="1557"/>
                  </a:cubicBezTo>
                  <a:lnTo>
                    <a:pt x="508" y="1487"/>
                  </a:lnTo>
                  <a:cubicBezTo>
                    <a:pt x="487" y="1482"/>
                    <a:pt x="465" y="1479"/>
                    <a:pt x="444" y="1479"/>
                  </a:cubicBezTo>
                  <a:cubicBezTo>
                    <a:pt x="359" y="1479"/>
                    <a:pt x="281" y="1527"/>
                    <a:pt x="249" y="1607"/>
                  </a:cubicBezTo>
                  <a:lnTo>
                    <a:pt x="21" y="2234"/>
                  </a:lnTo>
                  <a:cubicBezTo>
                    <a:pt x="1" y="2284"/>
                    <a:pt x="10" y="2333"/>
                    <a:pt x="30" y="2383"/>
                  </a:cubicBezTo>
                  <a:cubicBezTo>
                    <a:pt x="50" y="2423"/>
                    <a:pt x="90" y="2463"/>
                    <a:pt x="140" y="2483"/>
                  </a:cubicBezTo>
                  <a:lnTo>
                    <a:pt x="767" y="2711"/>
                  </a:lnTo>
                  <a:lnTo>
                    <a:pt x="697" y="2881"/>
                  </a:lnTo>
                  <a:cubicBezTo>
                    <a:pt x="627" y="3070"/>
                    <a:pt x="717" y="3269"/>
                    <a:pt x="906" y="3348"/>
                  </a:cubicBezTo>
                  <a:cubicBezTo>
                    <a:pt x="949" y="3364"/>
                    <a:pt x="994" y="3372"/>
                    <a:pt x="1038" y="3372"/>
                  </a:cubicBezTo>
                  <a:cubicBezTo>
                    <a:pt x="1187" y="3372"/>
                    <a:pt x="1330" y="3283"/>
                    <a:pt x="1384" y="3129"/>
                  </a:cubicBezTo>
                  <a:lnTo>
                    <a:pt x="1444" y="2961"/>
                  </a:lnTo>
                  <a:lnTo>
                    <a:pt x="2071" y="3180"/>
                  </a:lnTo>
                  <a:cubicBezTo>
                    <a:pt x="2096" y="3190"/>
                    <a:pt x="2121" y="3195"/>
                    <a:pt x="2146" y="3195"/>
                  </a:cubicBezTo>
                  <a:cubicBezTo>
                    <a:pt x="2170" y="3195"/>
                    <a:pt x="2195" y="3190"/>
                    <a:pt x="2220" y="3180"/>
                  </a:cubicBezTo>
                  <a:cubicBezTo>
                    <a:pt x="2260" y="3160"/>
                    <a:pt x="2300" y="3120"/>
                    <a:pt x="2320" y="3070"/>
                  </a:cubicBezTo>
                  <a:lnTo>
                    <a:pt x="2539" y="2443"/>
                  </a:lnTo>
                  <a:cubicBezTo>
                    <a:pt x="2558" y="2393"/>
                    <a:pt x="2558" y="2344"/>
                    <a:pt x="2539" y="2293"/>
                  </a:cubicBezTo>
                  <a:cubicBezTo>
                    <a:pt x="2519" y="2244"/>
                    <a:pt x="2479" y="2204"/>
                    <a:pt x="2429" y="2184"/>
                  </a:cubicBezTo>
                  <a:lnTo>
                    <a:pt x="2250" y="2125"/>
                  </a:lnTo>
                  <a:cubicBezTo>
                    <a:pt x="2160" y="2094"/>
                    <a:pt x="2120" y="1995"/>
                    <a:pt x="2151" y="1906"/>
                  </a:cubicBezTo>
                  <a:cubicBezTo>
                    <a:pt x="2174" y="1844"/>
                    <a:pt x="2239" y="1806"/>
                    <a:pt x="2309" y="1806"/>
                  </a:cubicBezTo>
                  <a:cubicBezTo>
                    <a:pt x="2329" y="1806"/>
                    <a:pt x="2350" y="1809"/>
                    <a:pt x="2370" y="1816"/>
                  </a:cubicBezTo>
                  <a:lnTo>
                    <a:pt x="2539" y="1886"/>
                  </a:lnTo>
                  <a:cubicBezTo>
                    <a:pt x="2558" y="1891"/>
                    <a:pt x="2578" y="1894"/>
                    <a:pt x="2598" y="1894"/>
                  </a:cubicBezTo>
                  <a:cubicBezTo>
                    <a:pt x="2681" y="1894"/>
                    <a:pt x="2763" y="1846"/>
                    <a:pt x="2788" y="1766"/>
                  </a:cubicBezTo>
                  <a:lnTo>
                    <a:pt x="2828" y="1676"/>
                  </a:lnTo>
                  <a:cubicBezTo>
                    <a:pt x="2837" y="1627"/>
                    <a:pt x="2817" y="1567"/>
                    <a:pt x="2768" y="1547"/>
                  </a:cubicBezTo>
                  <a:cubicBezTo>
                    <a:pt x="2755" y="1543"/>
                    <a:pt x="2743" y="1541"/>
                    <a:pt x="2731" y="1541"/>
                  </a:cubicBezTo>
                  <a:cubicBezTo>
                    <a:pt x="2688" y="1541"/>
                    <a:pt x="2654" y="1568"/>
                    <a:pt x="2638" y="1607"/>
                  </a:cubicBezTo>
                  <a:lnTo>
                    <a:pt x="2609" y="1696"/>
                  </a:lnTo>
                  <a:lnTo>
                    <a:pt x="2429" y="1636"/>
                  </a:lnTo>
                  <a:cubicBezTo>
                    <a:pt x="2388" y="1620"/>
                    <a:pt x="2345" y="1613"/>
                    <a:pt x="2303" y="1613"/>
                  </a:cubicBezTo>
                  <a:cubicBezTo>
                    <a:pt x="2161" y="1613"/>
                    <a:pt x="2025" y="1697"/>
                    <a:pt x="1972" y="1835"/>
                  </a:cubicBezTo>
                  <a:cubicBezTo>
                    <a:pt x="1892" y="2025"/>
                    <a:pt x="1991" y="2244"/>
                    <a:pt x="2180" y="2313"/>
                  </a:cubicBezTo>
                  <a:lnTo>
                    <a:pt x="2359" y="2373"/>
                  </a:lnTo>
                  <a:lnTo>
                    <a:pt x="2131" y="2990"/>
                  </a:lnTo>
                  <a:lnTo>
                    <a:pt x="1514" y="2771"/>
                  </a:lnTo>
                  <a:cubicBezTo>
                    <a:pt x="1488" y="2762"/>
                    <a:pt x="1463" y="2758"/>
                    <a:pt x="1439" y="2758"/>
                  </a:cubicBezTo>
                  <a:cubicBezTo>
                    <a:pt x="1357" y="2758"/>
                    <a:pt x="1286" y="2807"/>
                    <a:pt x="1255" y="2891"/>
                  </a:cubicBezTo>
                  <a:lnTo>
                    <a:pt x="1195" y="3060"/>
                  </a:lnTo>
                  <a:cubicBezTo>
                    <a:pt x="1172" y="3128"/>
                    <a:pt x="1109" y="3174"/>
                    <a:pt x="1040" y="3174"/>
                  </a:cubicBezTo>
                  <a:cubicBezTo>
                    <a:pt x="1019" y="3174"/>
                    <a:pt x="997" y="3169"/>
                    <a:pt x="976" y="3160"/>
                  </a:cubicBezTo>
                  <a:cubicBezTo>
                    <a:pt x="897" y="3129"/>
                    <a:pt x="857" y="3030"/>
                    <a:pt x="886" y="2950"/>
                  </a:cubicBezTo>
                  <a:lnTo>
                    <a:pt x="946" y="2771"/>
                  </a:lnTo>
                  <a:cubicBezTo>
                    <a:pt x="986" y="2672"/>
                    <a:pt x="936" y="2562"/>
                    <a:pt x="826" y="2523"/>
                  </a:cubicBezTo>
                  <a:lnTo>
                    <a:pt x="209" y="2293"/>
                  </a:lnTo>
                  <a:lnTo>
                    <a:pt x="439" y="1676"/>
                  </a:lnTo>
                  <a:lnTo>
                    <a:pt x="618" y="1746"/>
                  </a:lnTo>
                  <a:cubicBezTo>
                    <a:pt x="657" y="1761"/>
                    <a:pt x="696" y="1767"/>
                    <a:pt x="736" y="1767"/>
                  </a:cubicBezTo>
                  <a:cubicBezTo>
                    <a:pt x="887" y="1767"/>
                    <a:pt x="1030" y="1667"/>
                    <a:pt x="1085" y="1517"/>
                  </a:cubicBezTo>
                  <a:cubicBezTo>
                    <a:pt x="1145" y="1328"/>
                    <a:pt x="1045" y="1129"/>
                    <a:pt x="857" y="1059"/>
                  </a:cubicBezTo>
                  <a:lnTo>
                    <a:pt x="687" y="999"/>
                  </a:lnTo>
                  <a:lnTo>
                    <a:pt x="906" y="382"/>
                  </a:lnTo>
                  <a:lnTo>
                    <a:pt x="1534" y="601"/>
                  </a:lnTo>
                  <a:cubicBezTo>
                    <a:pt x="1557" y="610"/>
                    <a:pt x="1580" y="615"/>
                    <a:pt x="1603" y="615"/>
                  </a:cubicBezTo>
                  <a:cubicBezTo>
                    <a:pt x="1680" y="615"/>
                    <a:pt x="1751" y="566"/>
                    <a:pt x="1782" y="482"/>
                  </a:cubicBezTo>
                  <a:lnTo>
                    <a:pt x="1852" y="303"/>
                  </a:lnTo>
                  <a:cubicBezTo>
                    <a:pt x="1874" y="242"/>
                    <a:pt x="1937" y="199"/>
                    <a:pt x="2001" y="199"/>
                  </a:cubicBezTo>
                  <a:cubicBezTo>
                    <a:pt x="2021" y="199"/>
                    <a:pt x="2041" y="204"/>
                    <a:pt x="2061" y="213"/>
                  </a:cubicBezTo>
                  <a:cubicBezTo>
                    <a:pt x="2140" y="243"/>
                    <a:pt x="2180" y="342"/>
                    <a:pt x="2151" y="422"/>
                  </a:cubicBezTo>
                  <a:lnTo>
                    <a:pt x="2091" y="601"/>
                  </a:lnTo>
                  <a:cubicBezTo>
                    <a:pt x="2071" y="641"/>
                    <a:pt x="2071" y="701"/>
                    <a:pt x="2101" y="751"/>
                  </a:cubicBezTo>
                  <a:cubicBezTo>
                    <a:pt x="2120" y="800"/>
                    <a:pt x="2160" y="830"/>
                    <a:pt x="2210" y="850"/>
                  </a:cubicBezTo>
                  <a:lnTo>
                    <a:pt x="2828" y="1079"/>
                  </a:lnTo>
                  <a:lnTo>
                    <a:pt x="2797" y="1169"/>
                  </a:lnTo>
                  <a:cubicBezTo>
                    <a:pt x="2777" y="1218"/>
                    <a:pt x="2797" y="1278"/>
                    <a:pt x="2857" y="1298"/>
                  </a:cubicBezTo>
                  <a:cubicBezTo>
                    <a:pt x="2868" y="1302"/>
                    <a:pt x="2879" y="1304"/>
                    <a:pt x="2890" y="1304"/>
                  </a:cubicBezTo>
                  <a:cubicBezTo>
                    <a:pt x="2931" y="1304"/>
                    <a:pt x="2969" y="1278"/>
                    <a:pt x="2977" y="1238"/>
                  </a:cubicBezTo>
                  <a:lnTo>
                    <a:pt x="3016" y="1139"/>
                  </a:lnTo>
                  <a:cubicBezTo>
                    <a:pt x="3036" y="1089"/>
                    <a:pt x="3036" y="1039"/>
                    <a:pt x="3016" y="990"/>
                  </a:cubicBezTo>
                  <a:cubicBezTo>
                    <a:pt x="2987" y="940"/>
                    <a:pt x="2957" y="910"/>
                    <a:pt x="2907" y="890"/>
                  </a:cubicBezTo>
                  <a:lnTo>
                    <a:pt x="2280" y="661"/>
                  </a:lnTo>
                  <a:lnTo>
                    <a:pt x="2339" y="492"/>
                  </a:lnTo>
                  <a:cubicBezTo>
                    <a:pt x="2410" y="303"/>
                    <a:pt x="2320" y="103"/>
                    <a:pt x="2140" y="24"/>
                  </a:cubicBezTo>
                  <a:cubicBezTo>
                    <a:pt x="2098" y="8"/>
                    <a:pt x="2053" y="1"/>
                    <a:pt x="2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 name="Google Shape;729;p50"/>
          <p:cNvGrpSpPr/>
          <p:nvPr/>
        </p:nvGrpSpPr>
        <p:grpSpPr>
          <a:xfrm>
            <a:off x="4005349" y="4134350"/>
            <a:ext cx="448057" cy="473806"/>
            <a:chOff x="4675099" y="4134350"/>
            <a:chExt cx="448057" cy="473806"/>
          </a:xfrm>
        </p:grpSpPr>
        <p:sp>
          <p:nvSpPr>
            <p:cNvPr id="730" name="Google Shape;730;p50"/>
            <p:cNvSpPr/>
            <p:nvPr/>
          </p:nvSpPr>
          <p:spPr>
            <a:xfrm>
              <a:off x="4838313" y="4332942"/>
              <a:ext cx="123720" cy="145352"/>
            </a:xfrm>
            <a:custGeom>
              <a:avLst/>
              <a:gdLst/>
              <a:ahLst/>
              <a:cxnLst/>
              <a:rect l="l" t="t" r="r" b="b"/>
              <a:pathLst>
                <a:path w="1773" h="2083" extrusionOk="0">
                  <a:moveTo>
                    <a:pt x="881" y="200"/>
                  </a:moveTo>
                  <a:cubicBezTo>
                    <a:pt x="893" y="200"/>
                    <a:pt x="905" y="200"/>
                    <a:pt x="916" y="201"/>
                  </a:cubicBezTo>
                  <a:cubicBezTo>
                    <a:pt x="1255" y="221"/>
                    <a:pt x="1523" y="499"/>
                    <a:pt x="1543" y="838"/>
                  </a:cubicBezTo>
                  <a:cubicBezTo>
                    <a:pt x="1563" y="1117"/>
                    <a:pt x="1394" y="1386"/>
                    <a:pt x="1135" y="1495"/>
                  </a:cubicBezTo>
                  <a:cubicBezTo>
                    <a:pt x="1056" y="1535"/>
                    <a:pt x="1006" y="1614"/>
                    <a:pt x="1006" y="1704"/>
                  </a:cubicBezTo>
                  <a:lnTo>
                    <a:pt x="1006" y="1754"/>
                  </a:lnTo>
                  <a:cubicBezTo>
                    <a:pt x="1006" y="1824"/>
                    <a:pt x="946" y="1883"/>
                    <a:pt x="877" y="1883"/>
                  </a:cubicBezTo>
                  <a:cubicBezTo>
                    <a:pt x="797" y="1883"/>
                    <a:pt x="737" y="1824"/>
                    <a:pt x="737" y="1754"/>
                  </a:cubicBezTo>
                  <a:lnTo>
                    <a:pt x="737" y="1704"/>
                  </a:lnTo>
                  <a:cubicBezTo>
                    <a:pt x="737" y="1505"/>
                    <a:pt x="857" y="1326"/>
                    <a:pt x="1026" y="1256"/>
                  </a:cubicBezTo>
                  <a:cubicBezTo>
                    <a:pt x="1195" y="1187"/>
                    <a:pt x="1295" y="1027"/>
                    <a:pt x="1284" y="848"/>
                  </a:cubicBezTo>
                  <a:cubicBezTo>
                    <a:pt x="1264" y="649"/>
                    <a:pt x="1096" y="480"/>
                    <a:pt x="897" y="470"/>
                  </a:cubicBezTo>
                  <a:cubicBezTo>
                    <a:pt x="885" y="469"/>
                    <a:pt x="873" y="469"/>
                    <a:pt x="862" y="469"/>
                  </a:cubicBezTo>
                  <a:cubicBezTo>
                    <a:pt x="639" y="469"/>
                    <a:pt x="459" y="650"/>
                    <a:pt x="459" y="878"/>
                  </a:cubicBezTo>
                  <a:cubicBezTo>
                    <a:pt x="459" y="948"/>
                    <a:pt x="399" y="1008"/>
                    <a:pt x="329" y="1008"/>
                  </a:cubicBezTo>
                  <a:cubicBezTo>
                    <a:pt x="260" y="1008"/>
                    <a:pt x="200" y="948"/>
                    <a:pt x="200" y="878"/>
                  </a:cubicBezTo>
                  <a:cubicBezTo>
                    <a:pt x="200" y="511"/>
                    <a:pt x="500" y="200"/>
                    <a:pt x="881" y="200"/>
                  </a:cubicBezTo>
                  <a:close/>
                  <a:moveTo>
                    <a:pt x="873" y="0"/>
                  </a:moveTo>
                  <a:cubicBezTo>
                    <a:pt x="381" y="0"/>
                    <a:pt x="1" y="397"/>
                    <a:pt x="1" y="878"/>
                  </a:cubicBezTo>
                  <a:cubicBezTo>
                    <a:pt x="1" y="1057"/>
                    <a:pt x="150" y="1207"/>
                    <a:pt x="329" y="1207"/>
                  </a:cubicBezTo>
                  <a:cubicBezTo>
                    <a:pt x="508" y="1207"/>
                    <a:pt x="658" y="1057"/>
                    <a:pt x="658" y="878"/>
                  </a:cubicBezTo>
                  <a:cubicBezTo>
                    <a:pt x="658" y="764"/>
                    <a:pt x="748" y="668"/>
                    <a:pt x="868" y="668"/>
                  </a:cubicBezTo>
                  <a:cubicBezTo>
                    <a:pt x="874" y="668"/>
                    <a:pt x="880" y="669"/>
                    <a:pt x="886" y="669"/>
                  </a:cubicBezTo>
                  <a:cubicBezTo>
                    <a:pt x="986" y="669"/>
                    <a:pt x="1076" y="758"/>
                    <a:pt x="1085" y="858"/>
                  </a:cubicBezTo>
                  <a:cubicBezTo>
                    <a:pt x="1085" y="957"/>
                    <a:pt x="1036" y="1037"/>
                    <a:pt x="956" y="1067"/>
                  </a:cubicBezTo>
                  <a:cubicBezTo>
                    <a:pt x="697" y="1176"/>
                    <a:pt x="538" y="1426"/>
                    <a:pt x="538" y="1704"/>
                  </a:cubicBezTo>
                  <a:lnTo>
                    <a:pt x="538" y="1754"/>
                  </a:lnTo>
                  <a:cubicBezTo>
                    <a:pt x="538" y="1933"/>
                    <a:pt x="687" y="2083"/>
                    <a:pt x="877" y="2083"/>
                  </a:cubicBezTo>
                  <a:cubicBezTo>
                    <a:pt x="1056" y="2083"/>
                    <a:pt x="1205" y="1933"/>
                    <a:pt x="1205" y="1754"/>
                  </a:cubicBezTo>
                  <a:lnTo>
                    <a:pt x="1205" y="1704"/>
                  </a:lnTo>
                  <a:cubicBezTo>
                    <a:pt x="1205" y="1694"/>
                    <a:pt x="1205" y="1684"/>
                    <a:pt x="1215" y="1684"/>
                  </a:cubicBezTo>
                  <a:cubicBezTo>
                    <a:pt x="1554" y="1535"/>
                    <a:pt x="1772" y="1196"/>
                    <a:pt x="1742" y="818"/>
                  </a:cubicBezTo>
                  <a:cubicBezTo>
                    <a:pt x="1713" y="380"/>
                    <a:pt x="1364" y="32"/>
                    <a:pt x="926" y="2"/>
                  </a:cubicBezTo>
                  <a:cubicBezTo>
                    <a:pt x="908" y="1"/>
                    <a:pt x="891" y="0"/>
                    <a:pt x="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50"/>
            <p:cNvSpPr/>
            <p:nvPr/>
          </p:nvSpPr>
          <p:spPr>
            <a:xfrm>
              <a:off x="4875855" y="4491271"/>
              <a:ext cx="46543" cy="46055"/>
            </a:xfrm>
            <a:custGeom>
              <a:avLst/>
              <a:gdLst/>
              <a:ahLst/>
              <a:cxnLst/>
              <a:rect l="l" t="t" r="r" b="b"/>
              <a:pathLst>
                <a:path w="667" h="660" extrusionOk="0">
                  <a:moveTo>
                    <a:pt x="348" y="192"/>
                  </a:moveTo>
                  <a:cubicBezTo>
                    <a:pt x="418" y="201"/>
                    <a:pt x="468" y="261"/>
                    <a:pt x="468" y="331"/>
                  </a:cubicBezTo>
                  <a:cubicBezTo>
                    <a:pt x="468" y="400"/>
                    <a:pt x="408" y="460"/>
                    <a:pt x="339" y="460"/>
                  </a:cubicBezTo>
                  <a:cubicBezTo>
                    <a:pt x="259" y="460"/>
                    <a:pt x="199" y="400"/>
                    <a:pt x="199" y="331"/>
                  </a:cubicBezTo>
                  <a:cubicBezTo>
                    <a:pt x="199" y="291"/>
                    <a:pt x="219" y="252"/>
                    <a:pt x="249" y="232"/>
                  </a:cubicBezTo>
                  <a:cubicBezTo>
                    <a:pt x="269" y="212"/>
                    <a:pt x="299" y="192"/>
                    <a:pt x="328" y="192"/>
                  </a:cubicBezTo>
                  <a:close/>
                  <a:moveTo>
                    <a:pt x="332" y="1"/>
                  </a:moveTo>
                  <a:cubicBezTo>
                    <a:pt x="247" y="1"/>
                    <a:pt x="171" y="30"/>
                    <a:pt x="109" y="82"/>
                  </a:cubicBezTo>
                  <a:cubicBezTo>
                    <a:pt x="40" y="142"/>
                    <a:pt x="0" y="232"/>
                    <a:pt x="0" y="331"/>
                  </a:cubicBezTo>
                  <a:cubicBezTo>
                    <a:pt x="0" y="510"/>
                    <a:pt x="149" y="659"/>
                    <a:pt x="339" y="659"/>
                  </a:cubicBezTo>
                  <a:cubicBezTo>
                    <a:pt x="518" y="659"/>
                    <a:pt x="667" y="510"/>
                    <a:pt x="667" y="331"/>
                  </a:cubicBezTo>
                  <a:cubicBezTo>
                    <a:pt x="667" y="162"/>
                    <a:pt x="538" y="13"/>
                    <a:pt x="368" y="2"/>
                  </a:cubicBezTo>
                  <a:cubicBezTo>
                    <a:pt x="356" y="1"/>
                    <a:pt x="344"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0"/>
            <p:cNvSpPr/>
            <p:nvPr/>
          </p:nvSpPr>
          <p:spPr>
            <a:xfrm>
              <a:off x="4832033" y="4209362"/>
              <a:ext cx="134187" cy="41798"/>
            </a:xfrm>
            <a:custGeom>
              <a:avLst/>
              <a:gdLst/>
              <a:ahLst/>
              <a:cxnLst/>
              <a:rect l="l" t="t" r="r" b="b"/>
              <a:pathLst>
                <a:path w="1923" h="599" extrusionOk="0">
                  <a:moveTo>
                    <a:pt x="190" y="1"/>
                  </a:moveTo>
                  <a:cubicBezTo>
                    <a:pt x="80" y="1"/>
                    <a:pt x="1" y="91"/>
                    <a:pt x="1" y="200"/>
                  </a:cubicBezTo>
                  <a:lnTo>
                    <a:pt x="1" y="399"/>
                  </a:lnTo>
                  <a:cubicBezTo>
                    <a:pt x="1" y="509"/>
                    <a:pt x="80" y="598"/>
                    <a:pt x="190" y="598"/>
                  </a:cubicBezTo>
                  <a:lnTo>
                    <a:pt x="728" y="598"/>
                  </a:lnTo>
                  <a:cubicBezTo>
                    <a:pt x="787" y="598"/>
                    <a:pt x="827" y="549"/>
                    <a:pt x="827" y="499"/>
                  </a:cubicBezTo>
                  <a:cubicBezTo>
                    <a:pt x="827" y="439"/>
                    <a:pt x="787" y="399"/>
                    <a:pt x="728" y="399"/>
                  </a:cubicBezTo>
                  <a:lnTo>
                    <a:pt x="200" y="399"/>
                  </a:lnTo>
                  <a:lnTo>
                    <a:pt x="200" y="200"/>
                  </a:lnTo>
                  <a:lnTo>
                    <a:pt x="1723" y="200"/>
                  </a:lnTo>
                  <a:lnTo>
                    <a:pt x="1723" y="399"/>
                  </a:lnTo>
                  <a:lnTo>
                    <a:pt x="1195" y="399"/>
                  </a:lnTo>
                  <a:cubicBezTo>
                    <a:pt x="1135" y="399"/>
                    <a:pt x="1096" y="439"/>
                    <a:pt x="1096" y="499"/>
                  </a:cubicBezTo>
                  <a:cubicBezTo>
                    <a:pt x="1096" y="549"/>
                    <a:pt x="1135" y="598"/>
                    <a:pt x="1195" y="598"/>
                  </a:cubicBezTo>
                  <a:lnTo>
                    <a:pt x="1733" y="598"/>
                  </a:lnTo>
                  <a:cubicBezTo>
                    <a:pt x="1843" y="598"/>
                    <a:pt x="1922" y="509"/>
                    <a:pt x="1922" y="399"/>
                  </a:cubicBezTo>
                  <a:lnTo>
                    <a:pt x="1922" y="200"/>
                  </a:lnTo>
                  <a:cubicBezTo>
                    <a:pt x="1922" y="91"/>
                    <a:pt x="1843" y="1"/>
                    <a:pt x="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0"/>
            <p:cNvSpPr/>
            <p:nvPr/>
          </p:nvSpPr>
          <p:spPr>
            <a:xfrm>
              <a:off x="4675099" y="4134350"/>
              <a:ext cx="448057" cy="473806"/>
            </a:xfrm>
            <a:custGeom>
              <a:avLst/>
              <a:gdLst/>
              <a:ahLst/>
              <a:cxnLst/>
              <a:rect l="l" t="t" r="r" b="b"/>
              <a:pathLst>
                <a:path w="6421" h="6790" extrusionOk="0">
                  <a:moveTo>
                    <a:pt x="6112" y="757"/>
                  </a:moveTo>
                  <a:cubicBezTo>
                    <a:pt x="6172" y="757"/>
                    <a:pt x="6222" y="808"/>
                    <a:pt x="6222" y="857"/>
                  </a:cubicBezTo>
                  <a:lnTo>
                    <a:pt x="6222" y="1883"/>
                  </a:lnTo>
                  <a:cubicBezTo>
                    <a:pt x="6222" y="1942"/>
                    <a:pt x="6172" y="1992"/>
                    <a:pt x="6112" y="1992"/>
                  </a:cubicBezTo>
                  <a:lnTo>
                    <a:pt x="309" y="1992"/>
                  </a:lnTo>
                  <a:cubicBezTo>
                    <a:pt x="249" y="1992"/>
                    <a:pt x="199" y="1942"/>
                    <a:pt x="199" y="1883"/>
                  </a:cubicBezTo>
                  <a:lnTo>
                    <a:pt x="199" y="857"/>
                  </a:lnTo>
                  <a:cubicBezTo>
                    <a:pt x="199" y="808"/>
                    <a:pt x="249" y="757"/>
                    <a:pt x="309" y="757"/>
                  </a:cubicBezTo>
                  <a:lnTo>
                    <a:pt x="657" y="757"/>
                  </a:lnTo>
                  <a:lnTo>
                    <a:pt x="657" y="967"/>
                  </a:lnTo>
                  <a:cubicBezTo>
                    <a:pt x="657" y="1027"/>
                    <a:pt x="697" y="1066"/>
                    <a:pt x="757" y="1066"/>
                  </a:cubicBezTo>
                  <a:cubicBezTo>
                    <a:pt x="807" y="1066"/>
                    <a:pt x="856" y="1027"/>
                    <a:pt x="856" y="967"/>
                  </a:cubicBezTo>
                  <a:lnTo>
                    <a:pt x="856" y="757"/>
                  </a:lnTo>
                  <a:lnTo>
                    <a:pt x="1274" y="757"/>
                  </a:lnTo>
                  <a:lnTo>
                    <a:pt x="1274" y="967"/>
                  </a:lnTo>
                  <a:cubicBezTo>
                    <a:pt x="1274" y="1027"/>
                    <a:pt x="1314" y="1066"/>
                    <a:pt x="1374" y="1066"/>
                  </a:cubicBezTo>
                  <a:cubicBezTo>
                    <a:pt x="1424" y="1066"/>
                    <a:pt x="1473" y="1027"/>
                    <a:pt x="1473" y="967"/>
                  </a:cubicBezTo>
                  <a:lnTo>
                    <a:pt x="1473" y="757"/>
                  </a:lnTo>
                  <a:lnTo>
                    <a:pt x="1882" y="757"/>
                  </a:lnTo>
                  <a:lnTo>
                    <a:pt x="1882" y="967"/>
                  </a:lnTo>
                  <a:cubicBezTo>
                    <a:pt x="1882" y="1027"/>
                    <a:pt x="1931" y="1066"/>
                    <a:pt x="1981" y="1066"/>
                  </a:cubicBezTo>
                  <a:cubicBezTo>
                    <a:pt x="2041" y="1066"/>
                    <a:pt x="2081" y="1027"/>
                    <a:pt x="2081" y="967"/>
                  </a:cubicBezTo>
                  <a:lnTo>
                    <a:pt x="2081" y="757"/>
                  </a:lnTo>
                  <a:lnTo>
                    <a:pt x="4340" y="757"/>
                  </a:lnTo>
                  <a:lnTo>
                    <a:pt x="4340" y="967"/>
                  </a:lnTo>
                  <a:cubicBezTo>
                    <a:pt x="4340" y="1027"/>
                    <a:pt x="4380" y="1066"/>
                    <a:pt x="4440" y="1066"/>
                  </a:cubicBezTo>
                  <a:cubicBezTo>
                    <a:pt x="4490" y="1066"/>
                    <a:pt x="4539" y="1027"/>
                    <a:pt x="4539" y="967"/>
                  </a:cubicBezTo>
                  <a:lnTo>
                    <a:pt x="4539" y="757"/>
                  </a:lnTo>
                  <a:lnTo>
                    <a:pt x="4957" y="757"/>
                  </a:lnTo>
                  <a:lnTo>
                    <a:pt x="4957" y="967"/>
                  </a:lnTo>
                  <a:cubicBezTo>
                    <a:pt x="4957" y="1027"/>
                    <a:pt x="4997" y="1066"/>
                    <a:pt x="5057" y="1066"/>
                  </a:cubicBezTo>
                  <a:cubicBezTo>
                    <a:pt x="5107" y="1066"/>
                    <a:pt x="5156" y="1027"/>
                    <a:pt x="5156" y="967"/>
                  </a:cubicBezTo>
                  <a:lnTo>
                    <a:pt x="5156" y="757"/>
                  </a:lnTo>
                  <a:lnTo>
                    <a:pt x="5565" y="757"/>
                  </a:lnTo>
                  <a:lnTo>
                    <a:pt x="5565" y="967"/>
                  </a:lnTo>
                  <a:cubicBezTo>
                    <a:pt x="5565" y="1027"/>
                    <a:pt x="5614" y="1066"/>
                    <a:pt x="5664" y="1066"/>
                  </a:cubicBezTo>
                  <a:cubicBezTo>
                    <a:pt x="5724" y="1066"/>
                    <a:pt x="5764" y="1027"/>
                    <a:pt x="5764" y="967"/>
                  </a:cubicBezTo>
                  <a:lnTo>
                    <a:pt x="5764" y="757"/>
                  </a:lnTo>
                  <a:close/>
                  <a:moveTo>
                    <a:pt x="757" y="1"/>
                  </a:moveTo>
                  <a:cubicBezTo>
                    <a:pt x="697" y="1"/>
                    <a:pt x="657" y="41"/>
                    <a:pt x="657" y="100"/>
                  </a:cubicBezTo>
                  <a:lnTo>
                    <a:pt x="657" y="558"/>
                  </a:lnTo>
                  <a:lnTo>
                    <a:pt x="309" y="558"/>
                  </a:lnTo>
                  <a:cubicBezTo>
                    <a:pt x="139" y="558"/>
                    <a:pt x="0" y="698"/>
                    <a:pt x="0" y="857"/>
                  </a:cubicBezTo>
                  <a:lnTo>
                    <a:pt x="0" y="1883"/>
                  </a:lnTo>
                  <a:cubicBezTo>
                    <a:pt x="0" y="2022"/>
                    <a:pt x="90" y="2131"/>
                    <a:pt x="210" y="2171"/>
                  </a:cubicBezTo>
                  <a:lnTo>
                    <a:pt x="210" y="6491"/>
                  </a:lnTo>
                  <a:cubicBezTo>
                    <a:pt x="210" y="6661"/>
                    <a:pt x="349" y="6790"/>
                    <a:pt x="508" y="6790"/>
                  </a:cubicBezTo>
                  <a:lnTo>
                    <a:pt x="5913" y="6790"/>
                  </a:lnTo>
                  <a:cubicBezTo>
                    <a:pt x="6072" y="6790"/>
                    <a:pt x="6211" y="6661"/>
                    <a:pt x="6211" y="6491"/>
                  </a:cubicBezTo>
                  <a:lnTo>
                    <a:pt x="6211" y="4580"/>
                  </a:lnTo>
                  <a:cubicBezTo>
                    <a:pt x="6211" y="4520"/>
                    <a:pt x="6172" y="4480"/>
                    <a:pt x="6112" y="4480"/>
                  </a:cubicBezTo>
                  <a:cubicBezTo>
                    <a:pt x="6062" y="4480"/>
                    <a:pt x="6012" y="4520"/>
                    <a:pt x="6012" y="4580"/>
                  </a:cubicBezTo>
                  <a:lnTo>
                    <a:pt x="6012" y="6491"/>
                  </a:lnTo>
                  <a:cubicBezTo>
                    <a:pt x="6012" y="6551"/>
                    <a:pt x="5963" y="6590"/>
                    <a:pt x="5913" y="6590"/>
                  </a:cubicBezTo>
                  <a:lnTo>
                    <a:pt x="508" y="6590"/>
                  </a:lnTo>
                  <a:cubicBezTo>
                    <a:pt x="458" y="6590"/>
                    <a:pt x="409" y="6551"/>
                    <a:pt x="409" y="6491"/>
                  </a:cubicBezTo>
                  <a:lnTo>
                    <a:pt x="409" y="2191"/>
                  </a:lnTo>
                  <a:lnTo>
                    <a:pt x="6012" y="2191"/>
                  </a:lnTo>
                  <a:lnTo>
                    <a:pt x="6012" y="4112"/>
                  </a:lnTo>
                  <a:cubicBezTo>
                    <a:pt x="6012" y="4172"/>
                    <a:pt x="6062" y="4212"/>
                    <a:pt x="6112" y="4212"/>
                  </a:cubicBezTo>
                  <a:cubicBezTo>
                    <a:pt x="6172" y="4212"/>
                    <a:pt x="6211" y="4172"/>
                    <a:pt x="6211" y="4112"/>
                  </a:cubicBezTo>
                  <a:lnTo>
                    <a:pt x="6211" y="2171"/>
                  </a:lnTo>
                  <a:cubicBezTo>
                    <a:pt x="6331" y="2131"/>
                    <a:pt x="6421" y="2022"/>
                    <a:pt x="6421" y="1883"/>
                  </a:cubicBezTo>
                  <a:lnTo>
                    <a:pt x="6421" y="857"/>
                  </a:lnTo>
                  <a:cubicBezTo>
                    <a:pt x="6421" y="698"/>
                    <a:pt x="6281" y="558"/>
                    <a:pt x="6112" y="558"/>
                  </a:cubicBezTo>
                  <a:lnTo>
                    <a:pt x="5764" y="558"/>
                  </a:lnTo>
                  <a:lnTo>
                    <a:pt x="5764" y="100"/>
                  </a:lnTo>
                  <a:cubicBezTo>
                    <a:pt x="5764" y="41"/>
                    <a:pt x="5724" y="1"/>
                    <a:pt x="5664" y="1"/>
                  </a:cubicBezTo>
                  <a:cubicBezTo>
                    <a:pt x="5614" y="1"/>
                    <a:pt x="5565" y="41"/>
                    <a:pt x="5565" y="100"/>
                  </a:cubicBezTo>
                  <a:lnTo>
                    <a:pt x="5565" y="558"/>
                  </a:lnTo>
                  <a:lnTo>
                    <a:pt x="5156" y="558"/>
                  </a:lnTo>
                  <a:lnTo>
                    <a:pt x="5156" y="100"/>
                  </a:lnTo>
                  <a:cubicBezTo>
                    <a:pt x="5156" y="41"/>
                    <a:pt x="5107" y="1"/>
                    <a:pt x="5057" y="1"/>
                  </a:cubicBezTo>
                  <a:cubicBezTo>
                    <a:pt x="4997" y="1"/>
                    <a:pt x="4957" y="41"/>
                    <a:pt x="4957" y="100"/>
                  </a:cubicBezTo>
                  <a:lnTo>
                    <a:pt x="4957" y="558"/>
                  </a:lnTo>
                  <a:lnTo>
                    <a:pt x="4539" y="558"/>
                  </a:lnTo>
                  <a:lnTo>
                    <a:pt x="4539" y="100"/>
                  </a:lnTo>
                  <a:cubicBezTo>
                    <a:pt x="4539" y="41"/>
                    <a:pt x="4490" y="1"/>
                    <a:pt x="4440" y="1"/>
                  </a:cubicBezTo>
                  <a:cubicBezTo>
                    <a:pt x="4380" y="1"/>
                    <a:pt x="4340" y="41"/>
                    <a:pt x="4340" y="100"/>
                  </a:cubicBezTo>
                  <a:lnTo>
                    <a:pt x="4340" y="558"/>
                  </a:lnTo>
                  <a:lnTo>
                    <a:pt x="2081" y="558"/>
                  </a:lnTo>
                  <a:lnTo>
                    <a:pt x="2081" y="100"/>
                  </a:lnTo>
                  <a:cubicBezTo>
                    <a:pt x="2081" y="41"/>
                    <a:pt x="2041" y="1"/>
                    <a:pt x="1981" y="1"/>
                  </a:cubicBezTo>
                  <a:cubicBezTo>
                    <a:pt x="1931" y="1"/>
                    <a:pt x="1882" y="41"/>
                    <a:pt x="1882" y="100"/>
                  </a:cubicBezTo>
                  <a:lnTo>
                    <a:pt x="1882" y="558"/>
                  </a:lnTo>
                  <a:lnTo>
                    <a:pt x="1473" y="558"/>
                  </a:lnTo>
                  <a:lnTo>
                    <a:pt x="1473" y="100"/>
                  </a:lnTo>
                  <a:cubicBezTo>
                    <a:pt x="1473" y="41"/>
                    <a:pt x="1424" y="1"/>
                    <a:pt x="1374" y="1"/>
                  </a:cubicBezTo>
                  <a:cubicBezTo>
                    <a:pt x="1314" y="1"/>
                    <a:pt x="1274" y="41"/>
                    <a:pt x="1274" y="100"/>
                  </a:cubicBezTo>
                  <a:lnTo>
                    <a:pt x="1274" y="558"/>
                  </a:lnTo>
                  <a:lnTo>
                    <a:pt x="856" y="558"/>
                  </a:lnTo>
                  <a:lnTo>
                    <a:pt x="856" y="100"/>
                  </a:lnTo>
                  <a:cubicBezTo>
                    <a:pt x="856" y="41"/>
                    <a:pt x="807" y="1"/>
                    <a:pt x="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4" name="Google Shape;734;p50"/>
          <p:cNvSpPr/>
          <p:nvPr/>
        </p:nvSpPr>
        <p:spPr>
          <a:xfrm>
            <a:off x="4754779" y="4134350"/>
            <a:ext cx="253581" cy="473806"/>
          </a:xfrm>
          <a:custGeom>
            <a:avLst/>
            <a:gdLst/>
            <a:ahLst/>
            <a:cxnLst/>
            <a:rect l="l" t="t" r="r" b="b"/>
            <a:pathLst>
              <a:path w="3634" h="6790" extrusionOk="0">
                <a:moveTo>
                  <a:pt x="3425" y="280"/>
                </a:moveTo>
                <a:cubicBezTo>
                  <a:pt x="3425" y="290"/>
                  <a:pt x="3415" y="350"/>
                  <a:pt x="3385" y="439"/>
                </a:cubicBezTo>
                <a:lnTo>
                  <a:pt x="2081" y="439"/>
                </a:lnTo>
                <a:cubicBezTo>
                  <a:pt x="2031" y="439"/>
                  <a:pt x="1981" y="479"/>
                  <a:pt x="1981" y="538"/>
                </a:cubicBezTo>
                <a:cubicBezTo>
                  <a:pt x="1981" y="589"/>
                  <a:pt x="2031" y="638"/>
                  <a:pt x="2081" y="638"/>
                </a:cubicBezTo>
                <a:lnTo>
                  <a:pt x="3286" y="638"/>
                </a:lnTo>
                <a:cubicBezTo>
                  <a:pt x="3246" y="708"/>
                  <a:pt x="3186" y="768"/>
                  <a:pt x="3126" y="827"/>
                </a:cubicBezTo>
                <a:lnTo>
                  <a:pt x="568" y="827"/>
                </a:lnTo>
                <a:cubicBezTo>
                  <a:pt x="508" y="768"/>
                  <a:pt x="459" y="708"/>
                  <a:pt x="419" y="638"/>
                </a:cubicBezTo>
                <a:lnTo>
                  <a:pt x="1623" y="638"/>
                </a:lnTo>
                <a:cubicBezTo>
                  <a:pt x="1673" y="638"/>
                  <a:pt x="1722" y="589"/>
                  <a:pt x="1722" y="538"/>
                </a:cubicBezTo>
                <a:cubicBezTo>
                  <a:pt x="1722" y="479"/>
                  <a:pt x="1673" y="439"/>
                  <a:pt x="1623" y="439"/>
                </a:cubicBezTo>
                <a:lnTo>
                  <a:pt x="319" y="439"/>
                </a:lnTo>
                <a:cubicBezTo>
                  <a:pt x="289" y="350"/>
                  <a:pt x="280" y="290"/>
                  <a:pt x="280" y="280"/>
                </a:cubicBezTo>
                <a:close/>
                <a:moveTo>
                  <a:pt x="2907" y="1027"/>
                </a:moveTo>
                <a:cubicBezTo>
                  <a:pt x="2837" y="1086"/>
                  <a:pt x="2768" y="1136"/>
                  <a:pt x="2678" y="1186"/>
                </a:cubicBezTo>
                <a:lnTo>
                  <a:pt x="1016" y="1186"/>
                </a:lnTo>
                <a:cubicBezTo>
                  <a:pt x="936" y="1136"/>
                  <a:pt x="857" y="1086"/>
                  <a:pt x="797" y="1027"/>
                </a:cubicBezTo>
                <a:close/>
                <a:moveTo>
                  <a:pt x="2340" y="1385"/>
                </a:moveTo>
                <a:cubicBezTo>
                  <a:pt x="2180" y="1474"/>
                  <a:pt x="2021" y="1554"/>
                  <a:pt x="1852" y="1633"/>
                </a:cubicBezTo>
                <a:cubicBezTo>
                  <a:pt x="1683" y="1554"/>
                  <a:pt x="1523" y="1474"/>
                  <a:pt x="1364" y="1385"/>
                </a:cubicBezTo>
                <a:close/>
                <a:moveTo>
                  <a:pt x="1852" y="1852"/>
                </a:moveTo>
                <a:cubicBezTo>
                  <a:pt x="2171" y="2012"/>
                  <a:pt x="2479" y="2161"/>
                  <a:pt x="2738" y="2341"/>
                </a:cubicBezTo>
                <a:lnTo>
                  <a:pt x="966" y="2341"/>
                </a:lnTo>
                <a:cubicBezTo>
                  <a:pt x="1225" y="2161"/>
                  <a:pt x="1534" y="2012"/>
                  <a:pt x="1852" y="1852"/>
                </a:cubicBezTo>
                <a:close/>
                <a:moveTo>
                  <a:pt x="2997" y="2540"/>
                </a:moveTo>
                <a:cubicBezTo>
                  <a:pt x="3056" y="2589"/>
                  <a:pt x="3116" y="2639"/>
                  <a:pt x="3156" y="2699"/>
                </a:cubicBezTo>
                <a:lnTo>
                  <a:pt x="538" y="2699"/>
                </a:lnTo>
                <a:cubicBezTo>
                  <a:pt x="588" y="2639"/>
                  <a:pt x="647" y="2589"/>
                  <a:pt x="707" y="2540"/>
                </a:cubicBezTo>
                <a:close/>
                <a:moveTo>
                  <a:pt x="3306" y="2898"/>
                </a:moveTo>
                <a:cubicBezTo>
                  <a:pt x="3345" y="2967"/>
                  <a:pt x="3375" y="3037"/>
                  <a:pt x="3405" y="3117"/>
                </a:cubicBezTo>
                <a:lnTo>
                  <a:pt x="299" y="3117"/>
                </a:lnTo>
                <a:cubicBezTo>
                  <a:pt x="319" y="3037"/>
                  <a:pt x="359" y="2967"/>
                  <a:pt x="399" y="2898"/>
                </a:cubicBezTo>
                <a:close/>
                <a:moveTo>
                  <a:pt x="3435" y="3316"/>
                </a:moveTo>
                <a:cubicBezTo>
                  <a:pt x="3445" y="3365"/>
                  <a:pt x="3445" y="3416"/>
                  <a:pt x="3435" y="3475"/>
                </a:cubicBezTo>
                <a:lnTo>
                  <a:pt x="269" y="3475"/>
                </a:lnTo>
                <a:cubicBezTo>
                  <a:pt x="260" y="3416"/>
                  <a:pt x="260" y="3365"/>
                  <a:pt x="269" y="3316"/>
                </a:cubicBezTo>
                <a:close/>
                <a:moveTo>
                  <a:pt x="3405" y="3674"/>
                </a:moveTo>
                <a:cubicBezTo>
                  <a:pt x="3375" y="3754"/>
                  <a:pt x="3345" y="3823"/>
                  <a:pt x="3306" y="3893"/>
                </a:cubicBezTo>
                <a:lnTo>
                  <a:pt x="2081" y="3893"/>
                </a:lnTo>
                <a:cubicBezTo>
                  <a:pt x="2031" y="3893"/>
                  <a:pt x="1981" y="3943"/>
                  <a:pt x="1981" y="3993"/>
                </a:cubicBezTo>
                <a:cubicBezTo>
                  <a:pt x="1981" y="4053"/>
                  <a:pt x="2031" y="4092"/>
                  <a:pt x="2081" y="4092"/>
                </a:cubicBezTo>
                <a:lnTo>
                  <a:pt x="3156" y="4092"/>
                </a:lnTo>
                <a:cubicBezTo>
                  <a:pt x="3116" y="4152"/>
                  <a:pt x="3056" y="4202"/>
                  <a:pt x="2997" y="4252"/>
                </a:cubicBezTo>
                <a:lnTo>
                  <a:pt x="707" y="4252"/>
                </a:lnTo>
                <a:cubicBezTo>
                  <a:pt x="647" y="4202"/>
                  <a:pt x="588" y="4152"/>
                  <a:pt x="538" y="4092"/>
                </a:cubicBezTo>
                <a:lnTo>
                  <a:pt x="1623" y="4092"/>
                </a:lnTo>
                <a:cubicBezTo>
                  <a:pt x="1673" y="4092"/>
                  <a:pt x="1722" y="4053"/>
                  <a:pt x="1722" y="3993"/>
                </a:cubicBezTo>
                <a:cubicBezTo>
                  <a:pt x="1722" y="3943"/>
                  <a:pt x="1673" y="3893"/>
                  <a:pt x="1623" y="3893"/>
                </a:cubicBezTo>
                <a:lnTo>
                  <a:pt x="399" y="3893"/>
                </a:lnTo>
                <a:cubicBezTo>
                  <a:pt x="359" y="3823"/>
                  <a:pt x="319" y="3754"/>
                  <a:pt x="299" y="3674"/>
                </a:cubicBezTo>
                <a:close/>
                <a:moveTo>
                  <a:pt x="2738" y="4451"/>
                </a:moveTo>
                <a:cubicBezTo>
                  <a:pt x="2479" y="4630"/>
                  <a:pt x="2171" y="4779"/>
                  <a:pt x="1852" y="4938"/>
                </a:cubicBezTo>
                <a:cubicBezTo>
                  <a:pt x="1534" y="4779"/>
                  <a:pt x="1225" y="4630"/>
                  <a:pt x="966" y="4451"/>
                </a:cubicBezTo>
                <a:close/>
                <a:moveTo>
                  <a:pt x="1852" y="5157"/>
                </a:moveTo>
                <a:cubicBezTo>
                  <a:pt x="2021" y="5237"/>
                  <a:pt x="2180" y="5316"/>
                  <a:pt x="2340" y="5396"/>
                </a:cubicBezTo>
                <a:lnTo>
                  <a:pt x="1364" y="5396"/>
                </a:lnTo>
                <a:cubicBezTo>
                  <a:pt x="1523" y="5316"/>
                  <a:pt x="1683" y="5237"/>
                  <a:pt x="1852" y="5157"/>
                </a:cubicBezTo>
                <a:close/>
                <a:moveTo>
                  <a:pt x="2678" y="5595"/>
                </a:moveTo>
                <a:cubicBezTo>
                  <a:pt x="2768" y="5655"/>
                  <a:pt x="2837" y="5705"/>
                  <a:pt x="2907" y="5754"/>
                </a:cubicBezTo>
                <a:lnTo>
                  <a:pt x="797" y="5754"/>
                </a:lnTo>
                <a:cubicBezTo>
                  <a:pt x="857" y="5705"/>
                  <a:pt x="936" y="5655"/>
                  <a:pt x="1016" y="5595"/>
                </a:cubicBezTo>
                <a:close/>
                <a:moveTo>
                  <a:pt x="3126" y="5953"/>
                </a:moveTo>
                <a:cubicBezTo>
                  <a:pt x="3186" y="6024"/>
                  <a:pt x="3246" y="6083"/>
                  <a:pt x="3286" y="6153"/>
                </a:cubicBezTo>
                <a:lnTo>
                  <a:pt x="419" y="6153"/>
                </a:lnTo>
                <a:cubicBezTo>
                  <a:pt x="459" y="6083"/>
                  <a:pt x="508" y="6024"/>
                  <a:pt x="568" y="5953"/>
                </a:cubicBezTo>
                <a:close/>
                <a:moveTo>
                  <a:pt x="3385" y="6352"/>
                </a:moveTo>
                <a:cubicBezTo>
                  <a:pt x="3415" y="6442"/>
                  <a:pt x="3425" y="6501"/>
                  <a:pt x="3425" y="6511"/>
                </a:cubicBezTo>
                <a:lnTo>
                  <a:pt x="280" y="6511"/>
                </a:lnTo>
                <a:cubicBezTo>
                  <a:pt x="289" y="6461"/>
                  <a:pt x="299" y="6411"/>
                  <a:pt x="319" y="6352"/>
                </a:cubicBezTo>
                <a:close/>
                <a:moveTo>
                  <a:pt x="160" y="1"/>
                </a:moveTo>
                <a:cubicBezTo>
                  <a:pt x="110" y="1"/>
                  <a:pt x="61" y="41"/>
                  <a:pt x="61" y="100"/>
                </a:cubicBezTo>
                <a:cubicBezTo>
                  <a:pt x="61" y="678"/>
                  <a:pt x="448" y="1066"/>
                  <a:pt x="936" y="1375"/>
                </a:cubicBezTo>
                <a:lnTo>
                  <a:pt x="946" y="1375"/>
                </a:lnTo>
                <a:cubicBezTo>
                  <a:pt x="1155" y="1504"/>
                  <a:pt x="1384" y="1633"/>
                  <a:pt x="1623" y="1743"/>
                </a:cubicBezTo>
                <a:cubicBezTo>
                  <a:pt x="917" y="2091"/>
                  <a:pt x="130" y="2509"/>
                  <a:pt x="70" y="3296"/>
                </a:cubicBezTo>
                <a:cubicBezTo>
                  <a:pt x="1" y="4192"/>
                  <a:pt x="827" y="4650"/>
                  <a:pt x="1623" y="5048"/>
                </a:cubicBezTo>
                <a:cubicBezTo>
                  <a:pt x="847" y="5426"/>
                  <a:pt x="61" y="5864"/>
                  <a:pt x="61" y="6690"/>
                </a:cubicBezTo>
                <a:cubicBezTo>
                  <a:pt x="61" y="6750"/>
                  <a:pt x="110" y="6790"/>
                  <a:pt x="160" y="6790"/>
                </a:cubicBezTo>
                <a:cubicBezTo>
                  <a:pt x="209" y="6790"/>
                  <a:pt x="249" y="6760"/>
                  <a:pt x="260" y="6710"/>
                </a:cubicBezTo>
                <a:lnTo>
                  <a:pt x="3445" y="6710"/>
                </a:lnTo>
                <a:cubicBezTo>
                  <a:pt x="3454" y="6760"/>
                  <a:pt x="3494" y="6790"/>
                  <a:pt x="3534" y="6790"/>
                </a:cubicBezTo>
                <a:cubicBezTo>
                  <a:pt x="3594" y="6790"/>
                  <a:pt x="3634" y="6750"/>
                  <a:pt x="3634" y="6690"/>
                </a:cubicBezTo>
                <a:cubicBezTo>
                  <a:pt x="3634" y="5854"/>
                  <a:pt x="2828" y="5416"/>
                  <a:pt x="2081" y="5048"/>
                </a:cubicBezTo>
                <a:cubicBezTo>
                  <a:pt x="2828" y="4670"/>
                  <a:pt x="3634" y="4232"/>
                  <a:pt x="3634" y="3396"/>
                </a:cubicBezTo>
                <a:cubicBezTo>
                  <a:pt x="3634" y="2549"/>
                  <a:pt x="2828" y="2122"/>
                  <a:pt x="2081" y="1743"/>
                </a:cubicBezTo>
                <a:cubicBezTo>
                  <a:pt x="2857" y="1365"/>
                  <a:pt x="3634" y="927"/>
                  <a:pt x="3634" y="100"/>
                </a:cubicBezTo>
                <a:cubicBezTo>
                  <a:pt x="3634" y="41"/>
                  <a:pt x="3594" y="1"/>
                  <a:pt x="3534" y="1"/>
                </a:cubicBezTo>
                <a:cubicBezTo>
                  <a:pt x="3494" y="1"/>
                  <a:pt x="3454" y="31"/>
                  <a:pt x="3445" y="81"/>
                </a:cubicBezTo>
                <a:lnTo>
                  <a:pt x="260" y="81"/>
                </a:lnTo>
                <a:cubicBezTo>
                  <a:pt x="249" y="31"/>
                  <a:pt x="209"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 name="Google Shape;735;p50"/>
          <p:cNvGrpSpPr/>
          <p:nvPr/>
        </p:nvGrpSpPr>
        <p:grpSpPr>
          <a:xfrm>
            <a:off x="5297941" y="4134350"/>
            <a:ext cx="477993" cy="474016"/>
            <a:chOff x="5967691" y="4134350"/>
            <a:chExt cx="477993" cy="474016"/>
          </a:xfrm>
        </p:grpSpPr>
        <p:sp>
          <p:nvSpPr>
            <p:cNvPr id="736" name="Google Shape;736;p50"/>
            <p:cNvSpPr/>
            <p:nvPr/>
          </p:nvSpPr>
          <p:spPr>
            <a:xfrm>
              <a:off x="6135790" y="4169100"/>
              <a:ext cx="274445" cy="274445"/>
            </a:xfrm>
            <a:custGeom>
              <a:avLst/>
              <a:gdLst/>
              <a:ahLst/>
              <a:cxnLst/>
              <a:rect l="l" t="t" r="r" b="b"/>
              <a:pathLst>
                <a:path w="3933" h="3933" extrusionOk="0">
                  <a:moveTo>
                    <a:pt x="1972" y="200"/>
                  </a:moveTo>
                  <a:cubicBezTo>
                    <a:pt x="2947" y="200"/>
                    <a:pt x="3733" y="996"/>
                    <a:pt x="3733" y="1972"/>
                  </a:cubicBezTo>
                  <a:cubicBezTo>
                    <a:pt x="3733" y="2947"/>
                    <a:pt x="2947" y="3734"/>
                    <a:pt x="1972" y="3734"/>
                  </a:cubicBezTo>
                  <a:cubicBezTo>
                    <a:pt x="996" y="3734"/>
                    <a:pt x="200" y="2947"/>
                    <a:pt x="200" y="1972"/>
                  </a:cubicBezTo>
                  <a:cubicBezTo>
                    <a:pt x="200" y="996"/>
                    <a:pt x="996" y="200"/>
                    <a:pt x="1972" y="200"/>
                  </a:cubicBezTo>
                  <a:close/>
                  <a:moveTo>
                    <a:pt x="1972" y="1"/>
                  </a:moveTo>
                  <a:cubicBezTo>
                    <a:pt x="886" y="1"/>
                    <a:pt x="1" y="877"/>
                    <a:pt x="1" y="1972"/>
                  </a:cubicBezTo>
                  <a:cubicBezTo>
                    <a:pt x="1" y="3057"/>
                    <a:pt x="886" y="3933"/>
                    <a:pt x="1972" y="3933"/>
                  </a:cubicBezTo>
                  <a:cubicBezTo>
                    <a:pt x="3056" y="3933"/>
                    <a:pt x="3932" y="3057"/>
                    <a:pt x="3932" y="1972"/>
                  </a:cubicBezTo>
                  <a:cubicBezTo>
                    <a:pt x="3932" y="877"/>
                    <a:pt x="3056" y="1"/>
                    <a:pt x="19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0"/>
            <p:cNvSpPr/>
            <p:nvPr/>
          </p:nvSpPr>
          <p:spPr>
            <a:xfrm>
              <a:off x="6037820" y="4216619"/>
              <a:ext cx="40403" cy="21771"/>
            </a:xfrm>
            <a:custGeom>
              <a:avLst/>
              <a:gdLst/>
              <a:ahLst/>
              <a:cxnLst/>
              <a:rect l="l" t="t" r="r" b="b"/>
              <a:pathLst>
                <a:path w="579" h="312" extrusionOk="0">
                  <a:moveTo>
                    <a:pt x="103" y="1"/>
                  </a:moveTo>
                  <a:cubicBezTo>
                    <a:pt x="61" y="1"/>
                    <a:pt x="27" y="27"/>
                    <a:pt x="11" y="67"/>
                  </a:cubicBezTo>
                  <a:cubicBezTo>
                    <a:pt x="1" y="126"/>
                    <a:pt x="21" y="176"/>
                    <a:pt x="80" y="196"/>
                  </a:cubicBezTo>
                  <a:lnTo>
                    <a:pt x="429" y="305"/>
                  </a:lnTo>
                  <a:cubicBezTo>
                    <a:pt x="442" y="310"/>
                    <a:pt x="453" y="312"/>
                    <a:pt x="465" y="312"/>
                  </a:cubicBezTo>
                  <a:cubicBezTo>
                    <a:pt x="508" y="312"/>
                    <a:pt x="542" y="283"/>
                    <a:pt x="558" y="235"/>
                  </a:cubicBezTo>
                  <a:cubicBezTo>
                    <a:pt x="578" y="186"/>
                    <a:pt x="549" y="136"/>
                    <a:pt x="489" y="116"/>
                  </a:cubicBezTo>
                  <a:lnTo>
                    <a:pt x="140" y="7"/>
                  </a:lnTo>
                  <a:cubicBezTo>
                    <a:pt x="127" y="3"/>
                    <a:pt x="115"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0"/>
            <p:cNvSpPr/>
            <p:nvPr/>
          </p:nvSpPr>
          <p:spPr>
            <a:xfrm>
              <a:off x="6037820" y="4264767"/>
              <a:ext cx="40403" cy="21981"/>
            </a:xfrm>
            <a:custGeom>
              <a:avLst/>
              <a:gdLst/>
              <a:ahLst/>
              <a:cxnLst/>
              <a:rect l="l" t="t" r="r" b="b"/>
              <a:pathLst>
                <a:path w="579" h="315" extrusionOk="0">
                  <a:moveTo>
                    <a:pt x="462" y="1"/>
                  </a:moveTo>
                  <a:cubicBezTo>
                    <a:pt x="455" y="1"/>
                    <a:pt x="447" y="2"/>
                    <a:pt x="439" y="3"/>
                  </a:cubicBezTo>
                  <a:lnTo>
                    <a:pt x="80" y="123"/>
                  </a:lnTo>
                  <a:cubicBezTo>
                    <a:pt x="31" y="133"/>
                    <a:pt x="1" y="193"/>
                    <a:pt x="11" y="242"/>
                  </a:cubicBezTo>
                  <a:cubicBezTo>
                    <a:pt x="28" y="286"/>
                    <a:pt x="76" y="314"/>
                    <a:pt x="121" y="314"/>
                  </a:cubicBezTo>
                  <a:cubicBezTo>
                    <a:pt x="127" y="314"/>
                    <a:pt x="134" y="313"/>
                    <a:pt x="140" y="312"/>
                  </a:cubicBezTo>
                  <a:lnTo>
                    <a:pt x="498" y="193"/>
                  </a:lnTo>
                  <a:cubicBezTo>
                    <a:pt x="549" y="182"/>
                    <a:pt x="578" y="123"/>
                    <a:pt x="558" y="73"/>
                  </a:cubicBezTo>
                  <a:cubicBezTo>
                    <a:pt x="541" y="23"/>
                    <a:pt x="504" y="1"/>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0"/>
            <p:cNvSpPr/>
            <p:nvPr/>
          </p:nvSpPr>
          <p:spPr>
            <a:xfrm>
              <a:off x="6069778" y="4170705"/>
              <a:ext cx="31331" cy="34402"/>
            </a:xfrm>
            <a:custGeom>
              <a:avLst/>
              <a:gdLst/>
              <a:ahLst/>
              <a:cxnLst/>
              <a:rect l="l" t="t" r="r" b="b"/>
              <a:pathLst>
                <a:path w="449" h="493" extrusionOk="0">
                  <a:moveTo>
                    <a:pt x="105" y="0"/>
                  </a:moveTo>
                  <a:cubicBezTo>
                    <a:pt x="85" y="0"/>
                    <a:pt x="67" y="6"/>
                    <a:pt x="51" y="17"/>
                  </a:cubicBezTo>
                  <a:cubicBezTo>
                    <a:pt x="1" y="57"/>
                    <a:pt x="1" y="117"/>
                    <a:pt x="31" y="157"/>
                  </a:cubicBezTo>
                  <a:lnTo>
                    <a:pt x="259" y="455"/>
                  </a:lnTo>
                  <a:cubicBezTo>
                    <a:pt x="278" y="480"/>
                    <a:pt x="307" y="493"/>
                    <a:pt x="338" y="493"/>
                  </a:cubicBezTo>
                  <a:cubicBezTo>
                    <a:pt x="358" y="493"/>
                    <a:pt x="379" y="487"/>
                    <a:pt x="399" y="475"/>
                  </a:cubicBezTo>
                  <a:cubicBezTo>
                    <a:pt x="439" y="436"/>
                    <a:pt x="449" y="376"/>
                    <a:pt x="419" y="336"/>
                  </a:cubicBezTo>
                  <a:lnTo>
                    <a:pt x="190" y="37"/>
                  </a:lnTo>
                  <a:cubicBezTo>
                    <a:pt x="166" y="13"/>
                    <a:pt x="135"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0"/>
            <p:cNvSpPr/>
            <p:nvPr/>
          </p:nvSpPr>
          <p:spPr>
            <a:xfrm>
              <a:off x="6249739" y="4362807"/>
              <a:ext cx="46543" cy="46683"/>
            </a:xfrm>
            <a:custGeom>
              <a:avLst/>
              <a:gdLst/>
              <a:ahLst/>
              <a:cxnLst/>
              <a:rect l="l" t="t" r="r" b="b"/>
              <a:pathLst>
                <a:path w="667" h="669" extrusionOk="0">
                  <a:moveTo>
                    <a:pt x="348" y="201"/>
                  </a:moveTo>
                  <a:cubicBezTo>
                    <a:pt x="418" y="211"/>
                    <a:pt x="468" y="271"/>
                    <a:pt x="468" y="341"/>
                  </a:cubicBezTo>
                  <a:cubicBezTo>
                    <a:pt x="468" y="410"/>
                    <a:pt x="408" y="470"/>
                    <a:pt x="339" y="470"/>
                  </a:cubicBezTo>
                  <a:cubicBezTo>
                    <a:pt x="259" y="470"/>
                    <a:pt x="199" y="410"/>
                    <a:pt x="199" y="341"/>
                  </a:cubicBezTo>
                  <a:cubicBezTo>
                    <a:pt x="199" y="301"/>
                    <a:pt x="219" y="261"/>
                    <a:pt x="249" y="241"/>
                  </a:cubicBezTo>
                  <a:cubicBezTo>
                    <a:pt x="268" y="211"/>
                    <a:pt x="299" y="201"/>
                    <a:pt x="339" y="201"/>
                  </a:cubicBezTo>
                  <a:close/>
                  <a:moveTo>
                    <a:pt x="339" y="1"/>
                  </a:moveTo>
                  <a:cubicBezTo>
                    <a:pt x="258" y="1"/>
                    <a:pt x="172" y="38"/>
                    <a:pt x="109" y="91"/>
                  </a:cubicBezTo>
                  <a:cubicBezTo>
                    <a:pt x="40" y="151"/>
                    <a:pt x="0" y="241"/>
                    <a:pt x="0" y="341"/>
                  </a:cubicBezTo>
                  <a:cubicBezTo>
                    <a:pt x="0" y="520"/>
                    <a:pt x="149" y="669"/>
                    <a:pt x="339" y="669"/>
                  </a:cubicBezTo>
                  <a:cubicBezTo>
                    <a:pt x="518" y="669"/>
                    <a:pt x="667" y="520"/>
                    <a:pt x="667" y="341"/>
                  </a:cubicBezTo>
                  <a:cubicBezTo>
                    <a:pt x="667" y="161"/>
                    <a:pt x="538" y="22"/>
                    <a:pt x="368" y="2"/>
                  </a:cubicBezTo>
                  <a:cubicBezTo>
                    <a:pt x="358" y="1"/>
                    <a:pt x="349" y="1"/>
                    <a:pt x="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0"/>
            <p:cNvSpPr/>
            <p:nvPr/>
          </p:nvSpPr>
          <p:spPr>
            <a:xfrm>
              <a:off x="5967691" y="4134350"/>
              <a:ext cx="477993" cy="474016"/>
            </a:xfrm>
            <a:custGeom>
              <a:avLst/>
              <a:gdLst/>
              <a:ahLst/>
              <a:cxnLst/>
              <a:rect l="l" t="t" r="r" b="b"/>
              <a:pathLst>
                <a:path w="6850" h="6793" extrusionOk="0">
                  <a:moveTo>
                    <a:pt x="2539" y="4102"/>
                  </a:moveTo>
                  <a:cubicBezTo>
                    <a:pt x="2598" y="4182"/>
                    <a:pt x="2668" y="4241"/>
                    <a:pt x="2738" y="4311"/>
                  </a:cubicBezTo>
                  <a:lnTo>
                    <a:pt x="2370" y="4679"/>
                  </a:lnTo>
                  <a:cubicBezTo>
                    <a:pt x="2340" y="4630"/>
                    <a:pt x="2300" y="4590"/>
                    <a:pt x="2270" y="4550"/>
                  </a:cubicBezTo>
                  <a:cubicBezTo>
                    <a:pt x="2240" y="4520"/>
                    <a:pt x="2200" y="4500"/>
                    <a:pt x="2160" y="4480"/>
                  </a:cubicBezTo>
                  <a:lnTo>
                    <a:pt x="2539" y="4102"/>
                  </a:lnTo>
                  <a:close/>
                  <a:moveTo>
                    <a:pt x="1939" y="4621"/>
                  </a:moveTo>
                  <a:cubicBezTo>
                    <a:pt x="2007" y="4621"/>
                    <a:pt x="2075" y="4643"/>
                    <a:pt x="2131" y="4690"/>
                  </a:cubicBezTo>
                  <a:cubicBezTo>
                    <a:pt x="2250" y="4799"/>
                    <a:pt x="2260" y="4998"/>
                    <a:pt x="2140" y="5117"/>
                  </a:cubicBezTo>
                  <a:cubicBezTo>
                    <a:pt x="2041" y="5217"/>
                    <a:pt x="2061" y="5187"/>
                    <a:pt x="1961" y="5287"/>
                  </a:cubicBezTo>
                  <a:lnTo>
                    <a:pt x="1554" y="4878"/>
                  </a:lnTo>
                  <a:lnTo>
                    <a:pt x="1722" y="4710"/>
                  </a:lnTo>
                  <a:cubicBezTo>
                    <a:pt x="1781" y="4651"/>
                    <a:pt x="1860" y="4621"/>
                    <a:pt x="1939" y="4621"/>
                  </a:cubicBezTo>
                  <a:close/>
                  <a:moveTo>
                    <a:pt x="1414" y="5018"/>
                  </a:moveTo>
                  <a:lnTo>
                    <a:pt x="1822" y="5426"/>
                  </a:lnTo>
                  <a:lnTo>
                    <a:pt x="737" y="6511"/>
                  </a:lnTo>
                  <a:cubicBezTo>
                    <a:pt x="682" y="6566"/>
                    <a:pt x="610" y="6593"/>
                    <a:pt x="538" y="6593"/>
                  </a:cubicBezTo>
                  <a:cubicBezTo>
                    <a:pt x="466" y="6593"/>
                    <a:pt x="394" y="6566"/>
                    <a:pt x="339" y="6511"/>
                  </a:cubicBezTo>
                  <a:cubicBezTo>
                    <a:pt x="220" y="6402"/>
                    <a:pt x="220" y="6212"/>
                    <a:pt x="329" y="6103"/>
                  </a:cubicBezTo>
                  <a:lnTo>
                    <a:pt x="1414" y="5018"/>
                  </a:lnTo>
                  <a:close/>
                  <a:moveTo>
                    <a:pt x="4381" y="1"/>
                  </a:moveTo>
                  <a:cubicBezTo>
                    <a:pt x="3016" y="1"/>
                    <a:pt x="1912" y="1106"/>
                    <a:pt x="1912" y="2470"/>
                  </a:cubicBezTo>
                  <a:cubicBezTo>
                    <a:pt x="1912" y="3007"/>
                    <a:pt x="2081" y="3525"/>
                    <a:pt x="2410" y="3953"/>
                  </a:cubicBezTo>
                  <a:lnTo>
                    <a:pt x="1932" y="4421"/>
                  </a:lnTo>
                  <a:cubicBezTo>
                    <a:pt x="1802" y="4421"/>
                    <a:pt x="1683" y="4471"/>
                    <a:pt x="1583" y="4570"/>
                  </a:cubicBezTo>
                  <a:lnTo>
                    <a:pt x="190" y="5964"/>
                  </a:lnTo>
                  <a:cubicBezTo>
                    <a:pt x="1" y="6153"/>
                    <a:pt x="1" y="6461"/>
                    <a:pt x="200" y="6650"/>
                  </a:cubicBezTo>
                  <a:cubicBezTo>
                    <a:pt x="294" y="6745"/>
                    <a:pt x="419" y="6792"/>
                    <a:pt x="543" y="6792"/>
                  </a:cubicBezTo>
                  <a:cubicBezTo>
                    <a:pt x="668" y="6792"/>
                    <a:pt x="792" y="6745"/>
                    <a:pt x="886" y="6650"/>
                  </a:cubicBezTo>
                  <a:lnTo>
                    <a:pt x="2280" y="5257"/>
                  </a:lnTo>
                  <a:cubicBezTo>
                    <a:pt x="2370" y="5167"/>
                    <a:pt x="2419" y="5038"/>
                    <a:pt x="2419" y="4909"/>
                  </a:cubicBezTo>
                  <a:lnTo>
                    <a:pt x="2887" y="4431"/>
                  </a:lnTo>
                  <a:cubicBezTo>
                    <a:pt x="3255" y="4710"/>
                    <a:pt x="3684" y="4878"/>
                    <a:pt x="4131" y="4918"/>
                  </a:cubicBezTo>
                  <a:cubicBezTo>
                    <a:pt x="4138" y="4919"/>
                    <a:pt x="4144" y="4920"/>
                    <a:pt x="4150" y="4920"/>
                  </a:cubicBezTo>
                  <a:cubicBezTo>
                    <a:pt x="4201" y="4920"/>
                    <a:pt x="4241" y="4882"/>
                    <a:pt x="4241" y="4829"/>
                  </a:cubicBezTo>
                  <a:cubicBezTo>
                    <a:pt x="4251" y="4779"/>
                    <a:pt x="4211" y="4729"/>
                    <a:pt x="4151" y="4719"/>
                  </a:cubicBezTo>
                  <a:cubicBezTo>
                    <a:pt x="2997" y="4610"/>
                    <a:pt x="2111" y="3644"/>
                    <a:pt x="2111" y="2470"/>
                  </a:cubicBezTo>
                  <a:cubicBezTo>
                    <a:pt x="2111" y="1215"/>
                    <a:pt x="3126" y="200"/>
                    <a:pt x="4381" y="200"/>
                  </a:cubicBezTo>
                  <a:cubicBezTo>
                    <a:pt x="5624" y="200"/>
                    <a:pt x="6650" y="1215"/>
                    <a:pt x="6650" y="2470"/>
                  </a:cubicBezTo>
                  <a:cubicBezTo>
                    <a:pt x="6650" y="3635"/>
                    <a:pt x="5764" y="4610"/>
                    <a:pt x="4600" y="4719"/>
                  </a:cubicBezTo>
                  <a:cubicBezTo>
                    <a:pt x="4549" y="4729"/>
                    <a:pt x="4510" y="4779"/>
                    <a:pt x="4510" y="4829"/>
                  </a:cubicBezTo>
                  <a:cubicBezTo>
                    <a:pt x="4520" y="4878"/>
                    <a:pt x="4560" y="4918"/>
                    <a:pt x="4609" y="4918"/>
                  </a:cubicBezTo>
                  <a:lnTo>
                    <a:pt x="4619" y="4918"/>
                  </a:lnTo>
                  <a:cubicBezTo>
                    <a:pt x="5226" y="4858"/>
                    <a:pt x="5784" y="4580"/>
                    <a:pt x="6202" y="4132"/>
                  </a:cubicBezTo>
                  <a:cubicBezTo>
                    <a:pt x="6620" y="3674"/>
                    <a:pt x="6849" y="3077"/>
                    <a:pt x="6849" y="2470"/>
                  </a:cubicBezTo>
                  <a:cubicBezTo>
                    <a:pt x="6849" y="1106"/>
                    <a:pt x="5734" y="1"/>
                    <a:pt x="4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0"/>
            <p:cNvSpPr/>
            <p:nvPr/>
          </p:nvSpPr>
          <p:spPr>
            <a:xfrm>
              <a:off x="6212198" y="4205176"/>
              <a:ext cx="120929" cy="145352"/>
            </a:xfrm>
            <a:custGeom>
              <a:avLst/>
              <a:gdLst/>
              <a:ahLst/>
              <a:cxnLst/>
              <a:rect l="l" t="t" r="r" b="b"/>
              <a:pathLst>
                <a:path w="1733" h="2083" extrusionOk="0">
                  <a:moveTo>
                    <a:pt x="888" y="0"/>
                  </a:moveTo>
                  <a:cubicBezTo>
                    <a:pt x="662" y="0"/>
                    <a:pt x="439" y="80"/>
                    <a:pt x="279" y="240"/>
                  </a:cubicBezTo>
                  <a:cubicBezTo>
                    <a:pt x="100" y="399"/>
                    <a:pt x="1" y="638"/>
                    <a:pt x="1" y="877"/>
                  </a:cubicBezTo>
                  <a:cubicBezTo>
                    <a:pt x="1" y="1056"/>
                    <a:pt x="149" y="1206"/>
                    <a:pt x="329" y="1206"/>
                  </a:cubicBezTo>
                  <a:cubicBezTo>
                    <a:pt x="518" y="1206"/>
                    <a:pt x="658" y="1056"/>
                    <a:pt x="658" y="877"/>
                  </a:cubicBezTo>
                  <a:cubicBezTo>
                    <a:pt x="658" y="817"/>
                    <a:pt x="687" y="758"/>
                    <a:pt x="727" y="718"/>
                  </a:cubicBezTo>
                  <a:cubicBezTo>
                    <a:pt x="760" y="685"/>
                    <a:pt x="806" y="666"/>
                    <a:pt x="855" y="666"/>
                  </a:cubicBezTo>
                  <a:cubicBezTo>
                    <a:pt x="865" y="666"/>
                    <a:pt x="876" y="667"/>
                    <a:pt x="886" y="669"/>
                  </a:cubicBezTo>
                  <a:cubicBezTo>
                    <a:pt x="986" y="669"/>
                    <a:pt x="1076" y="758"/>
                    <a:pt x="1085" y="857"/>
                  </a:cubicBezTo>
                  <a:cubicBezTo>
                    <a:pt x="1085" y="947"/>
                    <a:pt x="1036" y="1036"/>
                    <a:pt x="956" y="1067"/>
                  </a:cubicBezTo>
                  <a:cubicBezTo>
                    <a:pt x="707" y="1176"/>
                    <a:pt x="538" y="1425"/>
                    <a:pt x="538" y="1704"/>
                  </a:cubicBezTo>
                  <a:lnTo>
                    <a:pt x="538" y="1753"/>
                  </a:lnTo>
                  <a:cubicBezTo>
                    <a:pt x="538" y="1932"/>
                    <a:pt x="687" y="2082"/>
                    <a:pt x="877" y="2082"/>
                  </a:cubicBezTo>
                  <a:cubicBezTo>
                    <a:pt x="1056" y="2082"/>
                    <a:pt x="1205" y="1932"/>
                    <a:pt x="1205" y="1753"/>
                  </a:cubicBezTo>
                  <a:lnTo>
                    <a:pt x="1205" y="1704"/>
                  </a:lnTo>
                  <a:cubicBezTo>
                    <a:pt x="1205" y="1693"/>
                    <a:pt x="1215" y="1684"/>
                    <a:pt x="1215" y="1684"/>
                  </a:cubicBezTo>
                  <a:cubicBezTo>
                    <a:pt x="1463" y="1574"/>
                    <a:pt x="1653" y="1355"/>
                    <a:pt x="1722" y="1096"/>
                  </a:cubicBezTo>
                  <a:cubicBezTo>
                    <a:pt x="1733" y="1036"/>
                    <a:pt x="1702" y="987"/>
                    <a:pt x="1653" y="967"/>
                  </a:cubicBezTo>
                  <a:cubicBezTo>
                    <a:pt x="1645" y="966"/>
                    <a:pt x="1638" y="965"/>
                    <a:pt x="1630" y="965"/>
                  </a:cubicBezTo>
                  <a:cubicBezTo>
                    <a:pt x="1581" y="965"/>
                    <a:pt x="1540" y="995"/>
                    <a:pt x="1523" y="1047"/>
                  </a:cubicBezTo>
                  <a:cubicBezTo>
                    <a:pt x="1474" y="1246"/>
                    <a:pt x="1324" y="1415"/>
                    <a:pt x="1135" y="1494"/>
                  </a:cubicBezTo>
                  <a:cubicBezTo>
                    <a:pt x="1056" y="1534"/>
                    <a:pt x="1006" y="1614"/>
                    <a:pt x="1006" y="1704"/>
                  </a:cubicBezTo>
                  <a:lnTo>
                    <a:pt x="1006" y="1753"/>
                  </a:lnTo>
                  <a:cubicBezTo>
                    <a:pt x="1006" y="1823"/>
                    <a:pt x="946" y="1883"/>
                    <a:pt x="877" y="1883"/>
                  </a:cubicBezTo>
                  <a:cubicBezTo>
                    <a:pt x="797" y="1883"/>
                    <a:pt x="737" y="1823"/>
                    <a:pt x="737" y="1753"/>
                  </a:cubicBezTo>
                  <a:lnTo>
                    <a:pt x="737" y="1704"/>
                  </a:lnTo>
                  <a:cubicBezTo>
                    <a:pt x="737" y="1505"/>
                    <a:pt x="857" y="1326"/>
                    <a:pt x="1036" y="1255"/>
                  </a:cubicBezTo>
                  <a:cubicBezTo>
                    <a:pt x="1195" y="1186"/>
                    <a:pt x="1295" y="1027"/>
                    <a:pt x="1284" y="848"/>
                  </a:cubicBezTo>
                  <a:cubicBezTo>
                    <a:pt x="1275" y="649"/>
                    <a:pt x="1105" y="479"/>
                    <a:pt x="896" y="469"/>
                  </a:cubicBezTo>
                  <a:cubicBezTo>
                    <a:pt x="885" y="468"/>
                    <a:pt x="874" y="468"/>
                    <a:pt x="862" y="468"/>
                  </a:cubicBezTo>
                  <a:cubicBezTo>
                    <a:pt x="764" y="468"/>
                    <a:pt x="668" y="507"/>
                    <a:pt x="587" y="579"/>
                  </a:cubicBezTo>
                  <a:cubicBezTo>
                    <a:pt x="508" y="658"/>
                    <a:pt x="458" y="758"/>
                    <a:pt x="458" y="877"/>
                  </a:cubicBezTo>
                  <a:cubicBezTo>
                    <a:pt x="458" y="947"/>
                    <a:pt x="408" y="1007"/>
                    <a:pt x="329" y="1007"/>
                  </a:cubicBezTo>
                  <a:cubicBezTo>
                    <a:pt x="259" y="1007"/>
                    <a:pt x="200" y="947"/>
                    <a:pt x="200" y="877"/>
                  </a:cubicBezTo>
                  <a:cubicBezTo>
                    <a:pt x="200" y="688"/>
                    <a:pt x="279" y="509"/>
                    <a:pt x="408" y="379"/>
                  </a:cubicBezTo>
                  <a:cubicBezTo>
                    <a:pt x="538" y="259"/>
                    <a:pt x="702" y="199"/>
                    <a:pt x="877" y="199"/>
                  </a:cubicBezTo>
                  <a:cubicBezTo>
                    <a:pt x="890" y="199"/>
                    <a:pt x="903" y="200"/>
                    <a:pt x="916" y="200"/>
                  </a:cubicBezTo>
                  <a:cubicBezTo>
                    <a:pt x="1185" y="220"/>
                    <a:pt x="1414" y="390"/>
                    <a:pt x="1503" y="638"/>
                  </a:cubicBezTo>
                  <a:cubicBezTo>
                    <a:pt x="1519" y="678"/>
                    <a:pt x="1559" y="704"/>
                    <a:pt x="1600" y="704"/>
                  </a:cubicBezTo>
                  <a:cubicBezTo>
                    <a:pt x="1611" y="704"/>
                    <a:pt x="1622" y="702"/>
                    <a:pt x="1633" y="698"/>
                  </a:cubicBezTo>
                  <a:cubicBezTo>
                    <a:pt x="1682" y="678"/>
                    <a:pt x="1713" y="618"/>
                    <a:pt x="1693" y="569"/>
                  </a:cubicBezTo>
                  <a:cubicBezTo>
                    <a:pt x="1573" y="250"/>
                    <a:pt x="1275" y="21"/>
                    <a:pt x="926" y="1"/>
                  </a:cubicBezTo>
                  <a:cubicBezTo>
                    <a:pt x="913" y="1"/>
                    <a:pt x="900" y="0"/>
                    <a:pt x="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 name="Google Shape;743;p50"/>
          <p:cNvGrpSpPr/>
          <p:nvPr/>
        </p:nvGrpSpPr>
        <p:grpSpPr>
          <a:xfrm>
            <a:off x="6025181" y="4134350"/>
            <a:ext cx="335572" cy="473806"/>
            <a:chOff x="6694931" y="4134350"/>
            <a:chExt cx="335572" cy="473806"/>
          </a:xfrm>
        </p:grpSpPr>
        <p:sp>
          <p:nvSpPr>
            <p:cNvPr id="744" name="Google Shape;744;p50"/>
            <p:cNvSpPr/>
            <p:nvPr/>
          </p:nvSpPr>
          <p:spPr>
            <a:xfrm>
              <a:off x="6824791" y="4237135"/>
              <a:ext cx="77177" cy="95319"/>
            </a:xfrm>
            <a:custGeom>
              <a:avLst/>
              <a:gdLst/>
              <a:ahLst/>
              <a:cxnLst/>
              <a:rect l="l" t="t" r="r" b="b"/>
              <a:pathLst>
                <a:path w="1106" h="1366" extrusionOk="0">
                  <a:moveTo>
                    <a:pt x="547" y="0"/>
                  </a:moveTo>
                  <a:cubicBezTo>
                    <a:pt x="408" y="0"/>
                    <a:pt x="272" y="58"/>
                    <a:pt x="170" y="151"/>
                  </a:cubicBezTo>
                  <a:cubicBezTo>
                    <a:pt x="61" y="250"/>
                    <a:pt x="1" y="399"/>
                    <a:pt x="1" y="549"/>
                  </a:cubicBezTo>
                  <a:cubicBezTo>
                    <a:pt x="1" y="598"/>
                    <a:pt x="41" y="649"/>
                    <a:pt x="100" y="649"/>
                  </a:cubicBezTo>
                  <a:cubicBezTo>
                    <a:pt x="150" y="649"/>
                    <a:pt x="200" y="598"/>
                    <a:pt x="200" y="549"/>
                  </a:cubicBezTo>
                  <a:cubicBezTo>
                    <a:pt x="200" y="449"/>
                    <a:pt x="240" y="359"/>
                    <a:pt x="309" y="300"/>
                  </a:cubicBezTo>
                  <a:cubicBezTo>
                    <a:pt x="379" y="230"/>
                    <a:pt x="468" y="200"/>
                    <a:pt x="568" y="200"/>
                  </a:cubicBezTo>
                  <a:cubicBezTo>
                    <a:pt x="738" y="211"/>
                    <a:pt x="877" y="359"/>
                    <a:pt x="886" y="529"/>
                  </a:cubicBezTo>
                  <a:cubicBezTo>
                    <a:pt x="897" y="668"/>
                    <a:pt x="817" y="808"/>
                    <a:pt x="678" y="868"/>
                  </a:cubicBezTo>
                  <a:cubicBezTo>
                    <a:pt x="538" y="927"/>
                    <a:pt x="448" y="1067"/>
                    <a:pt x="448" y="1226"/>
                  </a:cubicBezTo>
                  <a:lnTo>
                    <a:pt x="448" y="1266"/>
                  </a:lnTo>
                  <a:cubicBezTo>
                    <a:pt x="448" y="1325"/>
                    <a:pt x="488" y="1365"/>
                    <a:pt x="548" y="1365"/>
                  </a:cubicBezTo>
                  <a:cubicBezTo>
                    <a:pt x="598" y="1365"/>
                    <a:pt x="648" y="1325"/>
                    <a:pt x="648" y="1266"/>
                  </a:cubicBezTo>
                  <a:lnTo>
                    <a:pt x="648" y="1226"/>
                  </a:lnTo>
                  <a:cubicBezTo>
                    <a:pt x="648" y="1146"/>
                    <a:pt x="687" y="1076"/>
                    <a:pt x="757" y="1047"/>
                  </a:cubicBezTo>
                  <a:cubicBezTo>
                    <a:pt x="966" y="957"/>
                    <a:pt x="1105" y="748"/>
                    <a:pt x="1086" y="509"/>
                  </a:cubicBezTo>
                  <a:cubicBezTo>
                    <a:pt x="1066" y="240"/>
                    <a:pt x="847" y="21"/>
                    <a:pt x="578" y="1"/>
                  </a:cubicBezTo>
                  <a:cubicBezTo>
                    <a:pt x="568" y="0"/>
                    <a:pt x="557" y="0"/>
                    <a:pt x="5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0"/>
            <p:cNvSpPr/>
            <p:nvPr/>
          </p:nvSpPr>
          <p:spPr>
            <a:xfrm>
              <a:off x="6856052" y="4348014"/>
              <a:ext cx="13956" cy="13607"/>
            </a:xfrm>
            <a:custGeom>
              <a:avLst/>
              <a:gdLst/>
              <a:ahLst/>
              <a:cxnLst/>
              <a:rect l="l" t="t" r="r" b="b"/>
              <a:pathLst>
                <a:path w="200" h="195" extrusionOk="0">
                  <a:moveTo>
                    <a:pt x="107" y="0"/>
                  </a:moveTo>
                  <a:cubicBezTo>
                    <a:pt x="98" y="0"/>
                    <a:pt x="89" y="2"/>
                    <a:pt x="80" y="5"/>
                  </a:cubicBezTo>
                  <a:cubicBezTo>
                    <a:pt x="31" y="15"/>
                    <a:pt x="0" y="55"/>
                    <a:pt x="0" y="95"/>
                  </a:cubicBezTo>
                  <a:cubicBezTo>
                    <a:pt x="0" y="154"/>
                    <a:pt x="40" y="194"/>
                    <a:pt x="100" y="194"/>
                  </a:cubicBezTo>
                  <a:cubicBezTo>
                    <a:pt x="150" y="194"/>
                    <a:pt x="200" y="154"/>
                    <a:pt x="200" y="95"/>
                  </a:cubicBezTo>
                  <a:cubicBezTo>
                    <a:pt x="200" y="44"/>
                    <a:pt x="157"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0"/>
            <p:cNvSpPr/>
            <p:nvPr/>
          </p:nvSpPr>
          <p:spPr>
            <a:xfrm>
              <a:off x="6694931" y="4134350"/>
              <a:ext cx="335572" cy="473806"/>
            </a:xfrm>
            <a:custGeom>
              <a:avLst/>
              <a:gdLst/>
              <a:ahLst/>
              <a:cxnLst/>
              <a:rect l="l" t="t" r="r" b="b"/>
              <a:pathLst>
                <a:path w="4809" h="6790" extrusionOk="0">
                  <a:moveTo>
                    <a:pt x="2429" y="200"/>
                  </a:moveTo>
                  <a:cubicBezTo>
                    <a:pt x="3603" y="210"/>
                    <a:pt x="4559" y="1175"/>
                    <a:pt x="4559" y="2360"/>
                  </a:cubicBezTo>
                  <a:cubicBezTo>
                    <a:pt x="4559" y="3206"/>
                    <a:pt x="4061" y="3983"/>
                    <a:pt x="3275" y="4331"/>
                  </a:cubicBezTo>
                  <a:cubicBezTo>
                    <a:pt x="3176" y="4381"/>
                    <a:pt x="3086" y="4460"/>
                    <a:pt x="3037" y="4570"/>
                  </a:cubicBezTo>
                  <a:lnTo>
                    <a:pt x="2927" y="4819"/>
                  </a:lnTo>
                  <a:lnTo>
                    <a:pt x="2499" y="5754"/>
                  </a:lnTo>
                  <a:cubicBezTo>
                    <a:pt x="2469" y="5805"/>
                    <a:pt x="2419" y="5814"/>
                    <a:pt x="2409" y="5814"/>
                  </a:cubicBezTo>
                  <a:cubicBezTo>
                    <a:pt x="2389" y="5814"/>
                    <a:pt x="2340" y="5805"/>
                    <a:pt x="2309" y="5754"/>
                  </a:cubicBezTo>
                  <a:lnTo>
                    <a:pt x="1882" y="4819"/>
                  </a:lnTo>
                  <a:lnTo>
                    <a:pt x="1772" y="4570"/>
                  </a:lnTo>
                  <a:cubicBezTo>
                    <a:pt x="1723" y="4460"/>
                    <a:pt x="1633" y="4381"/>
                    <a:pt x="1533" y="4331"/>
                  </a:cubicBezTo>
                  <a:cubicBezTo>
                    <a:pt x="747" y="3983"/>
                    <a:pt x="249" y="3206"/>
                    <a:pt x="249" y="2360"/>
                  </a:cubicBezTo>
                  <a:cubicBezTo>
                    <a:pt x="249" y="1166"/>
                    <a:pt x="1225" y="200"/>
                    <a:pt x="2409" y="200"/>
                  </a:cubicBezTo>
                  <a:close/>
                  <a:moveTo>
                    <a:pt x="2393" y="1"/>
                  </a:moveTo>
                  <a:cubicBezTo>
                    <a:pt x="1106" y="1"/>
                    <a:pt x="50" y="1068"/>
                    <a:pt x="50" y="2360"/>
                  </a:cubicBezTo>
                  <a:cubicBezTo>
                    <a:pt x="50" y="3286"/>
                    <a:pt x="597" y="4132"/>
                    <a:pt x="1453" y="4510"/>
                  </a:cubicBezTo>
                  <a:cubicBezTo>
                    <a:pt x="1513" y="4540"/>
                    <a:pt x="1563" y="4590"/>
                    <a:pt x="1593" y="4659"/>
                  </a:cubicBezTo>
                  <a:lnTo>
                    <a:pt x="1643" y="4759"/>
                  </a:lnTo>
                  <a:lnTo>
                    <a:pt x="1105" y="4759"/>
                  </a:lnTo>
                  <a:cubicBezTo>
                    <a:pt x="996" y="4759"/>
                    <a:pt x="896" y="4819"/>
                    <a:pt x="836" y="4909"/>
                  </a:cubicBezTo>
                  <a:lnTo>
                    <a:pt x="50" y="6352"/>
                  </a:lnTo>
                  <a:cubicBezTo>
                    <a:pt x="0" y="6442"/>
                    <a:pt x="0" y="6551"/>
                    <a:pt x="50" y="6650"/>
                  </a:cubicBezTo>
                  <a:cubicBezTo>
                    <a:pt x="110" y="6740"/>
                    <a:pt x="199" y="6790"/>
                    <a:pt x="309" y="6790"/>
                  </a:cubicBezTo>
                  <a:lnTo>
                    <a:pt x="2161" y="6790"/>
                  </a:lnTo>
                  <a:cubicBezTo>
                    <a:pt x="2220" y="6790"/>
                    <a:pt x="2260" y="6750"/>
                    <a:pt x="2260" y="6690"/>
                  </a:cubicBezTo>
                  <a:cubicBezTo>
                    <a:pt x="2260" y="6641"/>
                    <a:pt x="2220" y="6590"/>
                    <a:pt x="2161" y="6590"/>
                  </a:cubicBezTo>
                  <a:lnTo>
                    <a:pt x="309" y="6590"/>
                  </a:lnTo>
                  <a:cubicBezTo>
                    <a:pt x="259" y="6590"/>
                    <a:pt x="230" y="6561"/>
                    <a:pt x="230" y="6541"/>
                  </a:cubicBezTo>
                  <a:cubicBezTo>
                    <a:pt x="219" y="6531"/>
                    <a:pt x="199" y="6491"/>
                    <a:pt x="219" y="6451"/>
                  </a:cubicBezTo>
                  <a:lnTo>
                    <a:pt x="1015" y="5008"/>
                  </a:lnTo>
                  <a:cubicBezTo>
                    <a:pt x="1035" y="4978"/>
                    <a:pt x="1066" y="4958"/>
                    <a:pt x="1105" y="4958"/>
                  </a:cubicBezTo>
                  <a:lnTo>
                    <a:pt x="1732" y="4958"/>
                  </a:lnTo>
                  <a:lnTo>
                    <a:pt x="2130" y="5834"/>
                  </a:lnTo>
                  <a:cubicBezTo>
                    <a:pt x="2180" y="5944"/>
                    <a:pt x="2280" y="6013"/>
                    <a:pt x="2409" y="6013"/>
                  </a:cubicBezTo>
                  <a:cubicBezTo>
                    <a:pt x="2528" y="6013"/>
                    <a:pt x="2628" y="5944"/>
                    <a:pt x="2678" y="5834"/>
                  </a:cubicBezTo>
                  <a:lnTo>
                    <a:pt x="3076" y="4958"/>
                  </a:lnTo>
                  <a:lnTo>
                    <a:pt x="3703" y="4958"/>
                  </a:lnTo>
                  <a:cubicBezTo>
                    <a:pt x="3743" y="4958"/>
                    <a:pt x="3773" y="4978"/>
                    <a:pt x="3793" y="5008"/>
                  </a:cubicBezTo>
                  <a:lnTo>
                    <a:pt x="4589" y="6451"/>
                  </a:lnTo>
                  <a:cubicBezTo>
                    <a:pt x="4609" y="6491"/>
                    <a:pt x="4589" y="6531"/>
                    <a:pt x="4579" y="6541"/>
                  </a:cubicBezTo>
                  <a:cubicBezTo>
                    <a:pt x="4579" y="6561"/>
                    <a:pt x="4550" y="6590"/>
                    <a:pt x="4499" y="6590"/>
                  </a:cubicBezTo>
                  <a:lnTo>
                    <a:pt x="2628" y="6590"/>
                  </a:lnTo>
                  <a:cubicBezTo>
                    <a:pt x="2568" y="6590"/>
                    <a:pt x="2528" y="6641"/>
                    <a:pt x="2528" y="6690"/>
                  </a:cubicBezTo>
                  <a:cubicBezTo>
                    <a:pt x="2528" y="6750"/>
                    <a:pt x="2568" y="6790"/>
                    <a:pt x="2628" y="6790"/>
                  </a:cubicBezTo>
                  <a:lnTo>
                    <a:pt x="4499" y="6790"/>
                  </a:lnTo>
                  <a:cubicBezTo>
                    <a:pt x="4609" y="6790"/>
                    <a:pt x="4698" y="6740"/>
                    <a:pt x="4758" y="6650"/>
                  </a:cubicBezTo>
                  <a:cubicBezTo>
                    <a:pt x="4808" y="6551"/>
                    <a:pt x="4808" y="6442"/>
                    <a:pt x="4758" y="6352"/>
                  </a:cubicBezTo>
                  <a:lnTo>
                    <a:pt x="3972" y="4909"/>
                  </a:lnTo>
                  <a:cubicBezTo>
                    <a:pt x="3912" y="4819"/>
                    <a:pt x="3813" y="4759"/>
                    <a:pt x="3703" y="4759"/>
                  </a:cubicBezTo>
                  <a:lnTo>
                    <a:pt x="3166" y="4759"/>
                  </a:lnTo>
                  <a:lnTo>
                    <a:pt x="3216" y="4659"/>
                  </a:lnTo>
                  <a:cubicBezTo>
                    <a:pt x="3245" y="4590"/>
                    <a:pt x="3295" y="4540"/>
                    <a:pt x="3355" y="4510"/>
                  </a:cubicBezTo>
                  <a:cubicBezTo>
                    <a:pt x="4211" y="4132"/>
                    <a:pt x="4758" y="3286"/>
                    <a:pt x="4758" y="2360"/>
                  </a:cubicBezTo>
                  <a:cubicBezTo>
                    <a:pt x="4758" y="1066"/>
                    <a:pt x="3723" y="11"/>
                    <a:pt x="2429" y="1"/>
                  </a:cubicBezTo>
                  <a:cubicBezTo>
                    <a:pt x="2417" y="1"/>
                    <a:pt x="2405" y="1"/>
                    <a:pt x="2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0"/>
            <p:cNvSpPr/>
            <p:nvPr/>
          </p:nvSpPr>
          <p:spPr>
            <a:xfrm>
              <a:off x="6747684" y="4183753"/>
              <a:ext cx="229995" cy="229925"/>
            </a:xfrm>
            <a:custGeom>
              <a:avLst/>
              <a:gdLst/>
              <a:ahLst/>
              <a:cxnLst/>
              <a:rect l="l" t="t" r="r" b="b"/>
              <a:pathLst>
                <a:path w="3296" h="3295" extrusionOk="0">
                  <a:moveTo>
                    <a:pt x="1653" y="0"/>
                  </a:moveTo>
                  <a:cubicBezTo>
                    <a:pt x="737" y="0"/>
                    <a:pt x="1" y="737"/>
                    <a:pt x="1" y="1652"/>
                  </a:cubicBezTo>
                  <a:cubicBezTo>
                    <a:pt x="1" y="2558"/>
                    <a:pt x="737" y="3294"/>
                    <a:pt x="1653" y="3294"/>
                  </a:cubicBezTo>
                  <a:cubicBezTo>
                    <a:pt x="2489" y="3294"/>
                    <a:pt x="3196" y="2668"/>
                    <a:pt x="3285" y="1832"/>
                  </a:cubicBezTo>
                  <a:cubicBezTo>
                    <a:pt x="3296" y="1772"/>
                    <a:pt x="3256" y="1722"/>
                    <a:pt x="3196" y="1722"/>
                  </a:cubicBezTo>
                  <a:cubicBezTo>
                    <a:pt x="3191" y="1721"/>
                    <a:pt x="3186" y="1720"/>
                    <a:pt x="3181" y="1720"/>
                  </a:cubicBezTo>
                  <a:cubicBezTo>
                    <a:pt x="3137" y="1720"/>
                    <a:pt x="3096" y="1758"/>
                    <a:pt x="3086" y="1812"/>
                  </a:cubicBezTo>
                  <a:cubicBezTo>
                    <a:pt x="3007" y="2548"/>
                    <a:pt x="2390" y="3095"/>
                    <a:pt x="1653" y="3095"/>
                  </a:cubicBezTo>
                  <a:cubicBezTo>
                    <a:pt x="847" y="3095"/>
                    <a:pt x="200" y="2449"/>
                    <a:pt x="200" y="1652"/>
                  </a:cubicBezTo>
                  <a:cubicBezTo>
                    <a:pt x="200" y="846"/>
                    <a:pt x="847" y="199"/>
                    <a:pt x="1653" y="199"/>
                  </a:cubicBezTo>
                  <a:cubicBezTo>
                    <a:pt x="2340" y="199"/>
                    <a:pt x="2947" y="697"/>
                    <a:pt x="3077" y="1374"/>
                  </a:cubicBezTo>
                  <a:cubicBezTo>
                    <a:pt x="3085" y="1418"/>
                    <a:pt x="3127" y="1455"/>
                    <a:pt x="3171" y="1455"/>
                  </a:cubicBezTo>
                  <a:cubicBezTo>
                    <a:pt x="3176" y="1455"/>
                    <a:pt x="3181" y="1454"/>
                    <a:pt x="3186" y="1453"/>
                  </a:cubicBezTo>
                  <a:cubicBezTo>
                    <a:pt x="3246" y="1443"/>
                    <a:pt x="3276" y="1394"/>
                    <a:pt x="3266" y="1334"/>
                  </a:cubicBezTo>
                  <a:cubicBezTo>
                    <a:pt x="3117" y="557"/>
                    <a:pt x="2440" y="0"/>
                    <a:pt x="1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51"/>
        <p:cNvGrpSpPr/>
        <p:nvPr/>
      </p:nvGrpSpPr>
      <p:grpSpPr>
        <a:xfrm>
          <a:off x="0" y="0"/>
          <a:ext cx="0" cy="0"/>
          <a:chOff x="0" y="0"/>
          <a:chExt cx="0" cy="0"/>
        </a:xfrm>
      </p:grpSpPr>
      <p:sp>
        <p:nvSpPr>
          <p:cNvPr id="752" name="Google Shape;752;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753" name="Google Shape;753;p51"/>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Here’s an assortment of alternative resources whose style fits the one of this template:</a:t>
            </a:r>
            <a:endParaRPr>
              <a:solidFill>
                <a:schemeClr val="dk1"/>
              </a:solidFill>
            </a:endParaRPr>
          </a:p>
          <a:p>
            <a:pPr marL="0" lvl="0" indent="0" algn="l" rtl="0">
              <a:spcBef>
                <a:spcPts val="1000"/>
              </a:spcBef>
              <a:spcAft>
                <a:spcPts val="0"/>
              </a:spcAft>
              <a:buNone/>
            </a:pPr>
            <a:r>
              <a:rPr lang="en" b="1">
                <a:solidFill>
                  <a:schemeClr val="dk1"/>
                </a:solidFill>
              </a:rPr>
              <a:t>Photos</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3"/>
              </a:rPr>
              <a:t>Person conducting online psychologist therapy</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4"/>
              </a:rPr>
              <a:t>Top view on online psychologist concept</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5"/>
              </a:rPr>
              <a:t>Medium shot senior woman sitting at table</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6"/>
              </a:rPr>
              <a:t>Lonely woman confronting alzheimer disease</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7"/>
              </a:rPr>
              <a:t>Old man in a nursing home reading a book</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8"/>
              </a:rPr>
              <a:t>Old patient suffering from parkinson</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9"/>
              </a:rPr>
              <a:t>Side view of old man in a nursing home</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0"/>
              </a:rPr>
              <a:t>Elderly woman confronting alzheimer's disease I</a:t>
            </a:r>
            <a:endParaRPr>
              <a:solidFill>
                <a:schemeClr val="dk1"/>
              </a:solidFill>
            </a:endParaRPr>
          </a:p>
          <a:p>
            <a:pPr marL="457200" lvl="0" indent="-304800" algn="l" rtl="0">
              <a:spcBef>
                <a:spcPts val="0"/>
              </a:spcBef>
              <a:spcAft>
                <a:spcPts val="0"/>
              </a:spcAft>
              <a:buSzPts val="1200"/>
              <a:buChar char="●"/>
            </a:pPr>
            <a:r>
              <a:rPr lang="en" u="sng">
                <a:solidFill>
                  <a:schemeClr val="dk1"/>
                </a:solidFill>
                <a:hlinkClick r:id="rId11">
                  <a:extLst>
                    <a:ext uri="{A12FA001-AC4F-418D-AE19-62706E023703}">
                      <ahyp:hlinkClr xmlns:ahyp="http://schemas.microsoft.com/office/drawing/2018/hyperlinkcolor" val="tx"/>
                    </a:ext>
                  </a:extLst>
                </a:hlinkClick>
              </a:rPr>
              <a:t>Elderly woman confronting alzheimer's disease II</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2"/>
              </a:rPr>
              <a:t>Old woman not feeling well at home</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3"/>
              </a:rPr>
              <a:t>Tablet with medical app</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4"/>
              </a:rPr>
              <a:t>Doctor getting patient ready for ct scan I</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5"/>
              </a:rPr>
              <a:t>Doctor getting patient ready for ct scan II</a:t>
            </a:r>
            <a:endParaRPr>
              <a:solidFill>
                <a:schemeClr val="dk1"/>
              </a:solidFill>
            </a:endParaRPr>
          </a:p>
          <a:p>
            <a:pPr marL="0" lvl="0" indent="0" algn="l" rtl="0">
              <a:spcBef>
                <a:spcPts val="0"/>
              </a:spcBef>
              <a:spcAft>
                <a:spcPts val="0"/>
              </a:spcAft>
              <a:buNone/>
            </a:pPr>
            <a:endParaRPr>
              <a:solidFill>
                <a:schemeClr val="dk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57"/>
        <p:cNvGrpSpPr/>
        <p:nvPr/>
      </p:nvGrpSpPr>
      <p:grpSpPr>
        <a:xfrm>
          <a:off x="0" y="0"/>
          <a:ext cx="0" cy="0"/>
          <a:chOff x="0" y="0"/>
          <a:chExt cx="0" cy="0"/>
        </a:xfrm>
      </p:grpSpPr>
      <p:sp>
        <p:nvSpPr>
          <p:cNvPr id="758" name="Google Shape;758;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759" name="Google Shape;759;p52"/>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Did you like the resources in this template? Get them for free at our other websites:</a:t>
            </a:r>
            <a:endParaRPr>
              <a:solidFill>
                <a:schemeClr val="dk1"/>
              </a:solidFill>
            </a:endParaRPr>
          </a:p>
          <a:p>
            <a:pPr marL="0" lvl="0" indent="0" algn="l" rtl="0">
              <a:spcBef>
                <a:spcPts val="1000"/>
              </a:spcBef>
              <a:spcAft>
                <a:spcPts val="0"/>
              </a:spcAft>
              <a:buNone/>
            </a:pPr>
            <a:r>
              <a:rPr lang="en" b="1">
                <a:solidFill>
                  <a:schemeClr val="dk1"/>
                </a:solidFill>
              </a:rPr>
              <a:t>Photos</a:t>
            </a:r>
            <a:endParaRPr b="1">
              <a:solidFill>
                <a:schemeClr val="dk1"/>
              </a:solidFill>
            </a:endParaRPr>
          </a:p>
          <a:p>
            <a:pPr marL="457200" lvl="0" indent="-304800" algn="l" rtl="0">
              <a:spcBef>
                <a:spcPts val="0"/>
              </a:spcBef>
              <a:spcAft>
                <a:spcPts val="0"/>
              </a:spcAft>
              <a:buSzPts val="1200"/>
              <a:buChar char="●"/>
            </a:pPr>
            <a:r>
              <a:rPr lang="en" u="sng">
                <a:solidFill>
                  <a:schemeClr val="hlink"/>
                </a:solidFill>
                <a:hlinkClick r:id="rId3"/>
              </a:rPr>
              <a:t>Doctor looking over ct scan</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4"/>
              </a:rPr>
              <a:t>Doctor looking over ct scan II</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5"/>
              </a:rPr>
              <a:t>Doctor looking over ct scan III</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6"/>
              </a:rPr>
              <a:t>Side view woman at doctor's appointment</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7"/>
              </a:rPr>
              <a:t>Medium shot doctor looking at radiography</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8"/>
              </a:rPr>
              <a:t>Side view doctor holding radiography</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9"/>
              </a:rPr>
              <a:t>Male social worker taking care of an old woman</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0"/>
              </a:rPr>
              <a:t>Social worker taking care of a senior woman</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1"/>
              </a:rPr>
              <a:t>African senior woman portrait</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2"/>
              </a:rPr>
              <a:t>Senior woman confronting alzheimer disease</a:t>
            </a:r>
            <a:endParaRPr>
              <a:solidFill>
                <a:schemeClr val="dk1"/>
              </a:solidFill>
            </a:endParaRPr>
          </a:p>
          <a:p>
            <a:pPr marL="0" lvl="0" indent="0" algn="l" rtl="0">
              <a:spcBef>
                <a:spcPts val="1000"/>
              </a:spcBef>
              <a:spcAft>
                <a:spcPts val="0"/>
              </a:spcAft>
              <a:buNone/>
            </a:pPr>
            <a:r>
              <a:rPr lang="en" b="1">
                <a:solidFill>
                  <a:schemeClr val="dk1"/>
                </a:solidFill>
              </a:rPr>
              <a:t>Icons</a:t>
            </a:r>
            <a:endParaRPr>
              <a:solidFill>
                <a:schemeClr val="dk1"/>
              </a:solidFill>
            </a:endParaRPr>
          </a:p>
          <a:p>
            <a:pPr marL="457200" lvl="0" indent="-304800" algn="l" rtl="0">
              <a:spcBef>
                <a:spcPts val="0"/>
              </a:spcBef>
              <a:spcAft>
                <a:spcPts val="0"/>
              </a:spcAft>
              <a:buSzPts val="1200"/>
              <a:buChar char="●"/>
            </a:pPr>
            <a:r>
              <a:rPr lang="en" u="sng">
                <a:solidFill>
                  <a:schemeClr val="hlink"/>
                </a:solidFill>
                <a:hlinkClick r:id="rId13"/>
              </a:rPr>
              <a:t>Alzheimer Icon Pack | Lineal</a:t>
            </a:r>
            <a:endParaRPr>
              <a:solidFill>
                <a:schemeClr val="dk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3"/>
        <p:cNvGrpSpPr/>
        <p:nvPr/>
      </p:nvGrpSpPr>
      <p:grpSpPr>
        <a:xfrm>
          <a:off x="0" y="0"/>
          <a:ext cx="0" cy="0"/>
          <a:chOff x="0" y="0"/>
          <a:chExt cx="0" cy="0"/>
        </a:xfrm>
      </p:grpSpPr>
      <p:sp>
        <p:nvSpPr>
          <p:cNvPr id="764" name="Google Shape;764;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765" name="Google Shape;765;p53"/>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9"/>
        <p:cNvGrpSpPr/>
        <p:nvPr/>
      </p:nvGrpSpPr>
      <p:grpSpPr>
        <a:xfrm>
          <a:off x="0" y="0"/>
          <a:ext cx="0" cy="0"/>
          <a:chOff x="0" y="0"/>
          <a:chExt cx="0" cy="0"/>
        </a:xfrm>
      </p:grpSpPr>
      <p:sp>
        <p:nvSpPr>
          <p:cNvPr id="770" name="Google Shape;770;p54"/>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771" name="Google Shape;771;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5"/>
        <p:cNvGrpSpPr/>
        <p:nvPr/>
      </p:nvGrpSpPr>
      <p:grpSpPr>
        <a:xfrm>
          <a:off x="0" y="0"/>
          <a:ext cx="0" cy="0"/>
          <a:chOff x="0" y="0"/>
          <a:chExt cx="0" cy="0"/>
        </a:xfrm>
      </p:grpSpPr>
      <p:sp>
        <p:nvSpPr>
          <p:cNvPr id="776" name="Google Shape;776;p55"/>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Be Vietnam Pro</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a:t>
            </a:r>
            <a:r>
              <a:rPr lang="en" sz="1100" b="1" u="sng">
                <a:solidFill>
                  <a:schemeClr val="lt1"/>
                </a:solidFill>
                <a:hlinkClick r:id="rId3">
                  <a:extLst>
                    <a:ext uri="{A12FA001-AC4F-418D-AE19-62706E023703}">
                      <ahyp:hlinkClr xmlns:ahyp="http://schemas.microsoft.com/office/drawing/2018/hyperlinkcolor" val="tx"/>
                    </a:ext>
                  </a:extLst>
                </a:hlinkClick>
              </a:rPr>
              <a:t>https://fonts.google.com/specimen/Be+Vietnam+Pro</a:t>
            </a:r>
            <a:r>
              <a:rPr lang="en" sz="1100" b="1">
                <a:solidFill>
                  <a:schemeClr val="lt1"/>
                </a:solidFill>
              </a:rPr>
              <a:t>)</a:t>
            </a:r>
            <a:endParaRPr sz="1100" b="1">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Open Sans</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a:t>
            </a:r>
            <a:r>
              <a:rPr lang="en" sz="1100" b="1" u="sng">
                <a:solidFill>
                  <a:schemeClr val="lt1"/>
                </a:solidFill>
                <a:hlinkClick r:id="rId4">
                  <a:extLst>
                    <a:ext uri="{A12FA001-AC4F-418D-AE19-62706E023703}">
                      <ahyp:hlinkClr xmlns:ahyp="http://schemas.microsoft.com/office/drawing/2018/hyperlinkcolor" val="tx"/>
                    </a:ext>
                  </a:extLst>
                </a:hlinkClick>
              </a:rPr>
              <a:t>https://fonts.google.com/specimen/Open+Sans</a:t>
            </a:r>
            <a:r>
              <a:rPr lang="en" sz="1100" b="1">
                <a:solidFill>
                  <a:schemeClr val="lt1"/>
                </a:solidFill>
              </a:rPr>
              <a:t>)</a:t>
            </a:r>
            <a:endParaRPr sz="1100" b="1">
              <a:solidFill>
                <a:schemeClr val="lt1"/>
              </a:solidFill>
            </a:endParaRPr>
          </a:p>
        </p:txBody>
      </p:sp>
      <p:sp>
        <p:nvSpPr>
          <p:cNvPr id="777" name="Google Shape;777;p55"/>
          <p:cNvSpPr/>
          <p:nvPr/>
        </p:nvSpPr>
        <p:spPr>
          <a:xfrm>
            <a:off x="2583638" y="2947800"/>
            <a:ext cx="791400" cy="754200"/>
          </a:xfrm>
          <a:prstGeom prst="roundRect">
            <a:avLst>
              <a:gd name="adj" fmla="val 16667"/>
            </a:avLst>
          </a:prstGeom>
          <a:solidFill>
            <a:srgbClr val="283D5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5"/>
          <p:cNvSpPr/>
          <p:nvPr/>
        </p:nvSpPr>
        <p:spPr>
          <a:xfrm>
            <a:off x="3645457" y="2947800"/>
            <a:ext cx="791400" cy="754200"/>
          </a:xfrm>
          <a:prstGeom prst="roundRect">
            <a:avLst>
              <a:gd name="adj" fmla="val 16667"/>
            </a:avLst>
          </a:prstGeom>
          <a:solidFill>
            <a:srgbClr val="DDE6F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5"/>
          <p:cNvSpPr/>
          <p:nvPr/>
        </p:nvSpPr>
        <p:spPr>
          <a:xfrm>
            <a:off x="4707277" y="2947800"/>
            <a:ext cx="791400" cy="754200"/>
          </a:xfrm>
          <a:prstGeom prst="roundRect">
            <a:avLst>
              <a:gd name="adj" fmla="val 16667"/>
            </a:avLst>
          </a:prstGeom>
          <a:solidFill>
            <a:srgbClr val="D8E2F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5"/>
          <p:cNvSpPr txBox="1"/>
          <p:nvPr/>
        </p:nvSpPr>
        <p:spPr>
          <a:xfrm>
            <a:off x="258363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#283d55</a:t>
            </a:r>
            <a:endParaRPr sz="1000">
              <a:solidFill>
                <a:srgbClr val="FFFFFF"/>
              </a:solidFill>
            </a:endParaRPr>
          </a:p>
        </p:txBody>
      </p:sp>
      <p:sp>
        <p:nvSpPr>
          <p:cNvPr id="781" name="Google Shape;781;p55"/>
          <p:cNvSpPr txBox="1"/>
          <p:nvPr/>
        </p:nvSpPr>
        <p:spPr>
          <a:xfrm>
            <a:off x="364546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#dde6f7</a:t>
            </a:r>
            <a:endParaRPr sz="1000">
              <a:solidFill>
                <a:schemeClr val="dk1"/>
              </a:solidFill>
            </a:endParaRPr>
          </a:p>
        </p:txBody>
      </p:sp>
      <p:sp>
        <p:nvSpPr>
          <p:cNvPr id="782" name="Google Shape;782;p55"/>
          <p:cNvSpPr txBox="1"/>
          <p:nvPr/>
        </p:nvSpPr>
        <p:spPr>
          <a:xfrm>
            <a:off x="470728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#d8e2f7</a:t>
            </a:r>
            <a:endParaRPr sz="1000">
              <a:solidFill>
                <a:schemeClr val="dk1"/>
              </a:solidFill>
            </a:endParaRPr>
          </a:p>
        </p:txBody>
      </p:sp>
      <p:sp>
        <p:nvSpPr>
          <p:cNvPr id="783" name="Google Shape;783;p55"/>
          <p:cNvSpPr/>
          <p:nvPr/>
        </p:nvSpPr>
        <p:spPr>
          <a:xfrm>
            <a:off x="5769113" y="2947800"/>
            <a:ext cx="791400" cy="754200"/>
          </a:xfrm>
          <a:prstGeom prst="roundRect">
            <a:avLst>
              <a:gd name="adj" fmla="val 16667"/>
            </a:avLst>
          </a:prstGeom>
          <a:solidFill>
            <a:srgbClr val="6D819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5"/>
          <p:cNvSpPr txBox="1"/>
          <p:nvPr/>
        </p:nvSpPr>
        <p:spPr>
          <a:xfrm>
            <a:off x="576911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#6d819a</a:t>
            </a:r>
            <a:endParaRPr sz="1000">
              <a:solidFill>
                <a:srgbClr val="FFFFFF"/>
              </a:solidFill>
            </a:endParaRPr>
          </a:p>
        </p:txBody>
      </p:sp>
      <p:sp>
        <p:nvSpPr>
          <p:cNvPr id="785" name="Google Shape;785;p55"/>
          <p:cNvSpPr/>
          <p:nvPr/>
        </p:nvSpPr>
        <p:spPr>
          <a:xfrm>
            <a:off x="4176277" y="3867650"/>
            <a:ext cx="791400" cy="754200"/>
          </a:xfrm>
          <a:prstGeom prst="roundRect">
            <a:avLst>
              <a:gd name="adj" fmla="val 16667"/>
            </a:avLst>
          </a:prstGeom>
          <a:solidFill>
            <a:srgbClr val="C6D0E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5"/>
          <p:cNvSpPr txBox="1"/>
          <p:nvPr/>
        </p:nvSpPr>
        <p:spPr>
          <a:xfrm>
            <a:off x="4176288" y="40247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#c6d0e3</a:t>
            </a:r>
            <a:endParaRPr sz="1000">
              <a:solidFill>
                <a:schemeClr val="dk1"/>
              </a:solidFill>
            </a:endParaRPr>
          </a:p>
        </p:txBody>
      </p:sp>
      <p:sp>
        <p:nvSpPr>
          <p:cNvPr id="787" name="Google Shape;787;p55"/>
          <p:cNvSpPr/>
          <p:nvPr/>
        </p:nvSpPr>
        <p:spPr>
          <a:xfrm>
            <a:off x="3114463" y="3867650"/>
            <a:ext cx="791400" cy="754200"/>
          </a:xfrm>
          <a:prstGeom prst="roundRect">
            <a:avLst>
              <a:gd name="adj" fmla="val 16667"/>
            </a:avLst>
          </a:prstGeom>
          <a:solidFill>
            <a:srgbClr val="4A648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5"/>
          <p:cNvSpPr txBox="1"/>
          <p:nvPr/>
        </p:nvSpPr>
        <p:spPr>
          <a:xfrm>
            <a:off x="3114463" y="40247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#4a6482</a:t>
            </a:r>
            <a:endParaRPr sz="1000">
              <a:solidFill>
                <a:srgbClr val="FFFFFF"/>
              </a:solidFill>
            </a:endParaRPr>
          </a:p>
        </p:txBody>
      </p:sp>
      <p:sp>
        <p:nvSpPr>
          <p:cNvPr id="789" name="Google Shape;789;p5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790" name="Google Shape;790;p55"/>
          <p:cNvSpPr/>
          <p:nvPr/>
        </p:nvSpPr>
        <p:spPr>
          <a:xfrm>
            <a:off x="5238102" y="3867650"/>
            <a:ext cx="791400" cy="754200"/>
          </a:xfrm>
          <a:prstGeom prst="roundRect">
            <a:avLst>
              <a:gd name="adj" fmla="val 16667"/>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5"/>
          <p:cNvSpPr txBox="1"/>
          <p:nvPr/>
        </p:nvSpPr>
        <p:spPr>
          <a:xfrm>
            <a:off x="5238113" y="40247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5"/>
        <p:cNvGrpSpPr/>
        <p:nvPr/>
      </p:nvGrpSpPr>
      <p:grpSpPr>
        <a:xfrm>
          <a:off x="0" y="0"/>
          <a:ext cx="0" cy="0"/>
          <a:chOff x="0" y="0"/>
          <a:chExt cx="0" cy="0"/>
        </a:xfrm>
      </p:grpSpPr>
      <p:sp>
        <p:nvSpPr>
          <p:cNvPr id="796" name="Google Shape;796;p56"/>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797" name="Google Shape;797;p5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798" name="Google Shape;798;p56"/>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799" name="Google Shape;799;p5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800" name="Google Shape;800;p5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801" name="Google Shape;801;p5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802" name="Google Shape;802;p5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803" name="Google Shape;803;p5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804" name="Google Shape;804;p56"/>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805" name="Google Shape;805;p56"/>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806" name="Google Shape;806;p5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807" name="Google Shape;807;p5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1"/>
        <p:cNvGrpSpPr/>
        <p:nvPr/>
      </p:nvGrpSpPr>
      <p:grpSpPr>
        <a:xfrm>
          <a:off x="0" y="0"/>
          <a:ext cx="0" cy="0"/>
          <a:chOff x="0" y="0"/>
          <a:chExt cx="0" cy="0"/>
        </a:xfrm>
      </p:grpSpPr>
      <p:sp>
        <p:nvSpPr>
          <p:cNvPr id="812" name="Google Shape;812;p57"/>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813" name="Google Shape;813;p57"/>
          <p:cNvGrpSpPr/>
          <p:nvPr/>
        </p:nvGrpSpPr>
        <p:grpSpPr>
          <a:xfrm>
            <a:off x="5117640" y="3085736"/>
            <a:ext cx="474294" cy="551291"/>
            <a:chOff x="4727025" y="1332775"/>
            <a:chExt cx="59900" cy="69625"/>
          </a:xfrm>
        </p:grpSpPr>
        <p:sp>
          <p:nvSpPr>
            <p:cNvPr id="814" name="Google Shape;814;p5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57"/>
          <p:cNvGrpSpPr/>
          <p:nvPr/>
        </p:nvGrpSpPr>
        <p:grpSpPr>
          <a:xfrm>
            <a:off x="5731296" y="2314340"/>
            <a:ext cx="555653" cy="557031"/>
            <a:chOff x="4820425" y="1329900"/>
            <a:chExt cx="70175" cy="70350"/>
          </a:xfrm>
        </p:grpSpPr>
        <p:sp>
          <p:nvSpPr>
            <p:cNvPr id="817" name="Google Shape;817;p5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 name="Google Shape;821;p57"/>
          <p:cNvGrpSpPr/>
          <p:nvPr/>
        </p:nvGrpSpPr>
        <p:grpSpPr>
          <a:xfrm>
            <a:off x="6357664" y="2318845"/>
            <a:ext cx="582574" cy="533871"/>
            <a:chOff x="4903200" y="1331525"/>
            <a:chExt cx="73575" cy="67425"/>
          </a:xfrm>
        </p:grpSpPr>
        <p:sp>
          <p:nvSpPr>
            <p:cNvPr id="822" name="Google Shape;822;p5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 name="Google Shape;824;p57"/>
          <p:cNvGrpSpPr/>
          <p:nvPr/>
        </p:nvGrpSpPr>
        <p:grpSpPr>
          <a:xfrm>
            <a:off x="5717142" y="3078709"/>
            <a:ext cx="583960" cy="565345"/>
            <a:chOff x="4815575" y="1416800"/>
            <a:chExt cx="73750" cy="71400"/>
          </a:xfrm>
        </p:grpSpPr>
        <p:sp>
          <p:nvSpPr>
            <p:cNvPr id="825" name="Google Shape;825;p5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 name="Google Shape;828;p57"/>
          <p:cNvGrpSpPr/>
          <p:nvPr/>
        </p:nvGrpSpPr>
        <p:grpSpPr>
          <a:xfrm>
            <a:off x="6351924" y="3108896"/>
            <a:ext cx="589898" cy="504970"/>
            <a:chOff x="4902475" y="1418875"/>
            <a:chExt cx="74500" cy="63775"/>
          </a:xfrm>
        </p:grpSpPr>
        <p:sp>
          <p:nvSpPr>
            <p:cNvPr id="829" name="Google Shape;829;p5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 name="Google Shape;831;p57"/>
          <p:cNvGrpSpPr/>
          <p:nvPr/>
        </p:nvGrpSpPr>
        <p:grpSpPr>
          <a:xfrm>
            <a:off x="5727139" y="3826000"/>
            <a:ext cx="563967" cy="567127"/>
            <a:chOff x="4818100" y="1507675"/>
            <a:chExt cx="71225" cy="71625"/>
          </a:xfrm>
        </p:grpSpPr>
        <p:sp>
          <p:nvSpPr>
            <p:cNvPr id="832" name="Google Shape;832;p5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57"/>
          <p:cNvGrpSpPr/>
          <p:nvPr/>
        </p:nvGrpSpPr>
        <p:grpSpPr>
          <a:xfrm>
            <a:off x="5040636" y="3829461"/>
            <a:ext cx="628301" cy="588505"/>
            <a:chOff x="4721450" y="1509475"/>
            <a:chExt cx="79350" cy="74325"/>
          </a:xfrm>
        </p:grpSpPr>
        <p:sp>
          <p:nvSpPr>
            <p:cNvPr id="837" name="Google Shape;837;p5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 name="Google Shape;841;p57"/>
          <p:cNvGrpSpPr/>
          <p:nvPr/>
        </p:nvGrpSpPr>
        <p:grpSpPr>
          <a:xfrm>
            <a:off x="6386170" y="3814027"/>
            <a:ext cx="557038" cy="562772"/>
            <a:chOff x="4906800" y="1507500"/>
            <a:chExt cx="70350" cy="71075"/>
          </a:xfrm>
        </p:grpSpPr>
        <p:sp>
          <p:nvSpPr>
            <p:cNvPr id="842" name="Google Shape;842;p5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 name="Google Shape;847;p57"/>
          <p:cNvGrpSpPr/>
          <p:nvPr/>
        </p:nvGrpSpPr>
        <p:grpSpPr>
          <a:xfrm>
            <a:off x="4423778" y="2340963"/>
            <a:ext cx="517934" cy="517934"/>
            <a:chOff x="3736598" y="2170606"/>
            <a:chExt cx="404889" cy="404889"/>
          </a:xfrm>
        </p:grpSpPr>
        <p:sp>
          <p:nvSpPr>
            <p:cNvPr id="848" name="Google Shape;848;p5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57"/>
          <p:cNvGrpSpPr/>
          <p:nvPr/>
        </p:nvGrpSpPr>
        <p:grpSpPr>
          <a:xfrm>
            <a:off x="3690839" y="2341061"/>
            <a:ext cx="586986" cy="517740"/>
            <a:chOff x="3161917" y="2170682"/>
            <a:chExt cx="458870" cy="404737"/>
          </a:xfrm>
        </p:grpSpPr>
        <p:sp>
          <p:nvSpPr>
            <p:cNvPr id="853" name="Google Shape;853;p5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 name="Google Shape;856;p57"/>
          <p:cNvGrpSpPr/>
          <p:nvPr/>
        </p:nvGrpSpPr>
        <p:grpSpPr>
          <a:xfrm>
            <a:off x="3713860" y="3102400"/>
            <a:ext cx="540943" cy="517963"/>
            <a:chOff x="3179914" y="2889488"/>
            <a:chExt cx="422876" cy="404911"/>
          </a:xfrm>
        </p:grpSpPr>
        <p:sp>
          <p:nvSpPr>
            <p:cNvPr id="857" name="Google Shape;857;p5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 name="Google Shape;863;p57"/>
          <p:cNvGrpSpPr/>
          <p:nvPr/>
        </p:nvGrpSpPr>
        <p:grpSpPr>
          <a:xfrm>
            <a:off x="4414654" y="3102358"/>
            <a:ext cx="536180" cy="518047"/>
            <a:chOff x="3729467" y="2889422"/>
            <a:chExt cx="419153" cy="404977"/>
          </a:xfrm>
        </p:grpSpPr>
        <p:sp>
          <p:nvSpPr>
            <p:cNvPr id="864" name="Google Shape;864;p5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 name="Google Shape;871;p57"/>
          <p:cNvGrpSpPr/>
          <p:nvPr/>
        </p:nvGrpSpPr>
        <p:grpSpPr>
          <a:xfrm>
            <a:off x="1951688" y="3445787"/>
            <a:ext cx="965351" cy="134611"/>
            <a:chOff x="4411970" y="2962952"/>
            <a:chExt cx="706544" cy="104212"/>
          </a:xfrm>
        </p:grpSpPr>
        <p:sp>
          <p:nvSpPr>
            <p:cNvPr id="872" name="Google Shape;872;p5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 name="Google Shape;876;p57"/>
          <p:cNvGrpSpPr/>
          <p:nvPr/>
        </p:nvGrpSpPr>
        <p:grpSpPr>
          <a:xfrm>
            <a:off x="1951688" y="3041077"/>
            <a:ext cx="960158" cy="289172"/>
            <a:chOff x="4411970" y="2726085"/>
            <a:chExt cx="643107" cy="193659"/>
          </a:xfrm>
        </p:grpSpPr>
        <p:sp>
          <p:nvSpPr>
            <p:cNvPr id="877" name="Google Shape;877;p5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 name="Google Shape;880;p57"/>
          <p:cNvGrpSpPr/>
          <p:nvPr/>
        </p:nvGrpSpPr>
        <p:grpSpPr>
          <a:xfrm>
            <a:off x="960185" y="3295400"/>
            <a:ext cx="811503" cy="252584"/>
            <a:chOff x="4411970" y="4340222"/>
            <a:chExt cx="779467" cy="242683"/>
          </a:xfrm>
        </p:grpSpPr>
        <p:sp>
          <p:nvSpPr>
            <p:cNvPr id="881" name="Google Shape;881;p5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 name="Google Shape;884;p57"/>
          <p:cNvGrpSpPr/>
          <p:nvPr/>
        </p:nvGrpSpPr>
        <p:grpSpPr>
          <a:xfrm>
            <a:off x="1951688" y="2709308"/>
            <a:ext cx="965160" cy="216230"/>
            <a:chOff x="4411970" y="2468674"/>
            <a:chExt cx="747317" cy="167425"/>
          </a:xfrm>
        </p:grpSpPr>
        <p:sp>
          <p:nvSpPr>
            <p:cNvPr id="885" name="Google Shape;885;p5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 name="Google Shape;887;p57"/>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 name="Google Shape;888;p57"/>
          <p:cNvGrpSpPr/>
          <p:nvPr/>
        </p:nvGrpSpPr>
        <p:grpSpPr>
          <a:xfrm>
            <a:off x="959254" y="2334687"/>
            <a:ext cx="1959041" cy="208784"/>
            <a:chOff x="6336019" y="3733725"/>
            <a:chExt cx="2566206" cy="351310"/>
          </a:xfrm>
        </p:grpSpPr>
        <p:sp>
          <p:nvSpPr>
            <p:cNvPr id="889" name="Google Shape;889;p5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57"/>
          <p:cNvGrpSpPr/>
          <p:nvPr/>
        </p:nvGrpSpPr>
        <p:grpSpPr>
          <a:xfrm>
            <a:off x="1951688" y="3950602"/>
            <a:ext cx="946551" cy="153200"/>
            <a:chOff x="4404545" y="3301592"/>
            <a:chExt cx="782403" cy="129272"/>
          </a:xfrm>
        </p:grpSpPr>
        <p:sp>
          <p:nvSpPr>
            <p:cNvPr id="894" name="Google Shape;894;p5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57"/>
          <p:cNvGrpSpPr/>
          <p:nvPr/>
        </p:nvGrpSpPr>
        <p:grpSpPr>
          <a:xfrm>
            <a:off x="1951688" y="3695937"/>
            <a:ext cx="962257" cy="139127"/>
            <a:chOff x="4411970" y="3131459"/>
            <a:chExt cx="710520" cy="117397"/>
          </a:xfrm>
        </p:grpSpPr>
        <p:sp>
          <p:nvSpPr>
            <p:cNvPr id="897" name="Google Shape;897;p5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 name="Google Shape;899;p57"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 name="Google Shape;900;p57"/>
          <p:cNvGrpSpPr/>
          <p:nvPr/>
        </p:nvGrpSpPr>
        <p:grpSpPr>
          <a:xfrm>
            <a:off x="951833" y="3621603"/>
            <a:ext cx="823838" cy="458988"/>
            <a:chOff x="4411970" y="1801825"/>
            <a:chExt cx="734586" cy="409262"/>
          </a:xfrm>
        </p:grpSpPr>
        <p:sp>
          <p:nvSpPr>
            <p:cNvPr id="901" name="Google Shape;901;p5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 name="Google Shape;903;p57"/>
          <p:cNvGrpSpPr/>
          <p:nvPr/>
        </p:nvGrpSpPr>
        <p:grpSpPr>
          <a:xfrm>
            <a:off x="3056804" y="2339173"/>
            <a:ext cx="521514" cy="521514"/>
            <a:chOff x="5681300" y="2527788"/>
            <a:chExt cx="805800" cy="805800"/>
          </a:xfrm>
        </p:grpSpPr>
        <p:sp>
          <p:nvSpPr>
            <p:cNvPr id="904" name="Google Shape;904;p5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 name="Google Shape;906;p57"/>
          <p:cNvGrpSpPr/>
          <p:nvPr/>
        </p:nvGrpSpPr>
        <p:grpSpPr>
          <a:xfrm>
            <a:off x="3051044" y="3094865"/>
            <a:ext cx="533033" cy="533033"/>
            <a:chOff x="4049800" y="640400"/>
            <a:chExt cx="858900" cy="858900"/>
          </a:xfrm>
        </p:grpSpPr>
        <p:sp>
          <p:nvSpPr>
            <p:cNvPr id="907" name="Google Shape;907;p5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 name="Google Shape;909;p57"/>
          <p:cNvGrpSpPr/>
          <p:nvPr/>
        </p:nvGrpSpPr>
        <p:grpSpPr>
          <a:xfrm>
            <a:off x="2976527" y="3772543"/>
            <a:ext cx="682068" cy="682068"/>
            <a:chOff x="5080188" y="927900"/>
            <a:chExt cx="961200" cy="961200"/>
          </a:xfrm>
        </p:grpSpPr>
        <p:sp>
          <p:nvSpPr>
            <p:cNvPr id="910" name="Google Shape;910;p5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 name="Google Shape;918;p57"/>
          <p:cNvGrpSpPr/>
          <p:nvPr/>
        </p:nvGrpSpPr>
        <p:grpSpPr>
          <a:xfrm>
            <a:off x="4440026" y="3869234"/>
            <a:ext cx="505650" cy="504006"/>
            <a:chOff x="6039282" y="1042577"/>
            <a:chExt cx="734315" cy="731929"/>
          </a:xfrm>
        </p:grpSpPr>
        <p:sp>
          <p:nvSpPr>
            <p:cNvPr id="919" name="Google Shape;919;p5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 name="Google Shape;940;p57"/>
          <p:cNvGrpSpPr/>
          <p:nvPr/>
        </p:nvGrpSpPr>
        <p:grpSpPr>
          <a:xfrm>
            <a:off x="5052628" y="2298862"/>
            <a:ext cx="567744" cy="602136"/>
            <a:chOff x="1825800" y="1651625"/>
            <a:chExt cx="539989" cy="571775"/>
          </a:xfrm>
        </p:grpSpPr>
        <p:sp>
          <p:nvSpPr>
            <p:cNvPr id="941" name="Google Shape;941;p5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 name="Google Shape;945;p57"/>
          <p:cNvGrpSpPr/>
          <p:nvPr/>
        </p:nvGrpSpPr>
        <p:grpSpPr>
          <a:xfrm>
            <a:off x="3727557" y="3855579"/>
            <a:ext cx="508123" cy="507955"/>
            <a:chOff x="1897577" y="2802432"/>
            <a:chExt cx="492176" cy="492014"/>
          </a:xfrm>
        </p:grpSpPr>
        <p:sp>
          <p:nvSpPr>
            <p:cNvPr id="946" name="Google Shape;946;p5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 name="Google Shape;958;p57"/>
          <p:cNvGrpSpPr/>
          <p:nvPr/>
        </p:nvGrpSpPr>
        <p:grpSpPr>
          <a:xfrm>
            <a:off x="959087" y="4169123"/>
            <a:ext cx="809227" cy="200842"/>
            <a:chOff x="2013045" y="4813233"/>
            <a:chExt cx="921986" cy="228854"/>
          </a:xfrm>
        </p:grpSpPr>
        <p:sp>
          <p:nvSpPr>
            <p:cNvPr id="959" name="Google Shape;959;p5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 name="Google Shape;961;p57"/>
          <p:cNvGrpSpPr/>
          <p:nvPr/>
        </p:nvGrpSpPr>
        <p:grpSpPr>
          <a:xfrm>
            <a:off x="967547" y="2656004"/>
            <a:ext cx="792421" cy="269941"/>
            <a:chOff x="1046767" y="4756633"/>
            <a:chExt cx="859646" cy="292841"/>
          </a:xfrm>
        </p:grpSpPr>
        <p:sp>
          <p:nvSpPr>
            <p:cNvPr id="962" name="Google Shape;962;p5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 name="Google Shape;965;p57"/>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7"/>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7"/>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7"/>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 name="Google Shape;969;p57"/>
          <p:cNvGrpSpPr/>
          <p:nvPr/>
        </p:nvGrpSpPr>
        <p:grpSpPr>
          <a:xfrm>
            <a:off x="7103403" y="2550562"/>
            <a:ext cx="166473" cy="141497"/>
            <a:chOff x="4660325" y="1866850"/>
            <a:chExt cx="68350" cy="58100"/>
          </a:xfrm>
        </p:grpSpPr>
        <p:sp>
          <p:nvSpPr>
            <p:cNvPr id="970" name="Google Shape;970;p5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 name="Google Shape;972;p57"/>
          <p:cNvGrpSpPr/>
          <p:nvPr/>
        </p:nvGrpSpPr>
        <p:grpSpPr>
          <a:xfrm>
            <a:off x="7412747" y="2576286"/>
            <a:ext cx="162515" cy="90049"/>
            <a:chOff x="4791775" y="1877500"/>
            <a:chExt cx="66725" cy="36975"/>
          </a:xfrm>
        </p:grpSpPr>
        <p:sp>
          <p:nvSpPr>
            <p:cNvPr id="973" name="Google Shape;973;p5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 name="Google Shape;975;p57"/>
          <p:cNvGrpSpPr/>
          <p:nvPr/>
        </p:nvGrpSpPr>
        <p:grpSpPr>
          <a:xfrm>
            <a:off x="7734460" y="2576286"/>
            <a:ext cx="144979" cy="90049"/>
            <a:chOff x="4923925" y="1877500"/>
            <a:chExt cx="59525" cy="36975"/>
          </a:xfrm>
        </p:grpSpPr>
        <p:sp>
          <p:nvSpPr>
            <p:cNvPr id="976" name="Google Shape;976;p5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57"/>
          <p:cNvGrpSpPr/>
          <p:nvPr/>
        </p:nvGrpSpPr>
        <p:grpSpPr>
          <a:xfrm>
            <a:off x="8028952" y="2558477"/>
            <a:ext cx="141447" cy="125667"/>
            <a:chOff x="5058450" y="1870100"/>
            <a:chExt cx="58075" cy="51600"/>
          </a:xfrm>
        </p:grpSpPr>
        <p:sp>
          <p:nvSpPr>
            <p:cNvPr id="979" name="Google Shape;979;p5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57"/>
          <p:cNvGrpSpPr/>
          <p:nvPr/>
        </p:nvGrpSpPr>
        <p:grpSpPr>
          <a:xfrm>
            <a:off x="7443466" y="2980885"/>
            <a:ext cx="101077" cy="107645"/>
            <a:chOff x="4811425" y="2065025"/>
            <a:chExt cx="41500" cy="44200"/>
          </a:xfrm>
        </p:grpSpPr>
        <p:sp>
          <p:nvSpPr>
            <p:cNvPr id="982" name="Google Shape;982;p5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 name="Google Shape;984;p57"/>
          <p:cNvGrpSpPr/>
          <p:nvPr/>
        </p:nvGrpSpPr>
        <p:grpSpPr>
          <a:xfrm>
            <a:off x="7735904" y="2981098"/>
            <a:ext cx="120867" cy="107218"/>
            <a:chOff x="4929875" y="2065025"/>
            <a:chExt cx="49625" cy="44025"/>
          </a:xfrm>
        </p:grpSpPr>
        <p:sp>
          <p:nvSpPr>
            <p:cNvPr id="985" name="Google Shape;985;p5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 name="Google Shape;987;p57"/>
          <p:cNvGrpSpPr/>
          <p:nvPr/>
        </p:nvGrpSpPr>
        <p:grpSpPr>
          <a:xfrm>
            <a:off x="8064572" y="2984112"/>
            <a:ext cx="70206" cy="101191"/>
            <a:chOff x="5083925" y="2066350"/>
            <a:chExt cx="28825" cy="41550"/>
          </a:xfrm>
        </p:grpSpPr>
        <p:sp>
          <p:nvSpPr>
            <p:cNvPr id="988" name="Google Shape;988;p5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57"/>
          <p:cNvGrpSpPr/>
          <p:nvPr/>
        </p:nvGrpSpPr>
        <p:grpSpPr>
          <a:xfrm>
            <a:off x="7096126" y="2999759"/>
            <a:ext cx="181026" cy="69896"/>
            <a:chOff x="4659775" y="2072775"/>
            <a:chExt cx="74325" cy="28700"/>
          </a:xfrm>
        </p:grpSpPr>
        <p:sp>
          <p:nvSpPr>
            <p:cNvPr id="991" name="Google Shape;991;p5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57"/>
          <p:cNvGrpSpPr/>
          <p:nvPr/>
        </p:nvGrpSpPr>
        <p:grpSpPr>
          <a:xfrm>
            <a:off x="8015982" y="2790324"/>
            <a:ext cx="167387" cy="89197"/>
            <a:chOff x="4662475" y="1976500"/>
            <a:chExt cx="68725" cy="36625"/>
          </a:xfrm>
        </p:grpSpPr>
        <p:sp>
          <p:nvSpPr>
            <p:cNvPr id="995" name="Google Shape;995;p5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 name="Google Shape;998;p57"/>
          <p:cNvGrpSpPr/>
          <p:nvPr/>
        </p:nvGrpSpPr>
        <p:grpSpPr>
          <a:xfrm>
            <a:off x="7712887" y="2793764"/>
            <a:ext cx="166899" cy="82317"/>
            <a:chOff x="4920150" y="1977875"/>
            <a:chExt cx="68525" cy="33800"/>
          </a:xfrm>
        </p:grpSpPr>
        <p:sp>
          <p:nvSpPr>
            <p:cNvPr id="999" name="Google Shape;999;p5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57"/>
          <p:cNvGrpSpPr/>
          <p:nvPr/>
        </p:nvGrpSpPr>
        <p:grpSpPr>
          <a:xfrm>
            <a:off x="7124044" y="3197682"/>
            <a:ext cx="125190" cy="127859"/>
            <a:chOff x="4676550" y="2160575"/>
            <a:chExt cx="51400" cy="52500"/>
          </a:xfrm>
        </p:grpSpPr>
        <p:sp>
          <p:nvSpPr>
            <p:cNvPr id="1003" name="Google Shape;1003;p5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57"/>
          <p:cNvGrpSpPr/>
          <p:nvPr/>
        </p:nvGrpSpPr>
        <p:grpSpPr>
          <a:xfrm>
            <a:off x="7421302" y="3204714"/>
            <a:ext cx="145405" cy="113794"/>
            <a:chOff x="4768325" y="2163475"/>
            <a:chExt cx="59700" cy="46725"/>
          </a:xfrm>
        </p:grpSpPr>
        <p:sp>
          <p:nvSpPr>
            <p:cNvPr id="1007" name="Google Shape;1007;p5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 name="Google Shape;1009;p57"/>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7"/>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7"/>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7"/>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7"/>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7"/>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 name="Google Shape;1015;p57"/>
          <p:cNvGrpSpPr/>
          <p:nvPr/>
        </p:nvGrpSpPr>
        <p:grpSpPr>
          <a:xfrm>
            <a:off x="7437621" y="3459808"/>
            <a:ext cx="112768" cy="106853"/>
            <a:chOff x="4768575" y="2253950"/>
            <a:chExt cx="46300" cy="43875"/>
          </a:xfrm>
        </p:grpSpPr>
        <p:sp>
          <p:nvSpPr>
            <p:cNvPr id="1016" name="Google Shape;1016;p5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57"/>
          <p:cNvGrpSpPr/>
          <p:nvPr/>
        </p:nvGrpSpPr>
        <p:grpSpPr>
          <a:xfrm>
            <a:off x="7737243" y="3948834"/>
            <a:ext cx="118187" cy="146246"/>
            <a:chOff x="4960900" y="2433225"/>
            <a:chExt cx="48525" cy="60050"/>
          </a:xfrm>
        </p:grpSpPr>
        <p:sp>
          <p:nvSpPr>
            <p:cNvPr id="1019" name="Google Shape;1019;p5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 name="Google Shape;1021;p57"/>
          <p:cNvGrpSpPr/>
          <p:nvPr/>
        </p:nvGrpSpPr>
        <p:grpSpPr>
          <a:xfrm>
            <a:off x="7425808" y="4212895"/>
            <a:ext cx="136394" cy="143810"/>
            <a:chOff x="4854075" y="2527625"/>
            <a:chExt cx="56000" cy="59050"/>
          </a:xfrm>
        </p:grpSpPr>
        <p:sp>
          <p:nvSpPr>
            <p:cNvPr id="1022" name="Google Shape;1022;p5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 name="Google Shape;1024;p57"/>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7"/>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7"/>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 name="Google Shape;1027;p57"/>
          <p:cNvGrpSpPr/>
          <p:nvPr/>
        </p:nvGrpSpPr>
        <p:grpSpPr>
          <a:xfrm>
            <a:off x="8050020" y="3676639"/>
            <a:ext cx="99312" cy="160797"/>
            <a:chOff x="5059700" y="2334775"/>
            <a:chExt cx="40775" cy="66025"/>
          </a:xfrm>
        </p:grpSpPr>
        <p:sp>
          <p:nvSpPr>
            <p:cNvPr id="1028" name="Google Shape;1028;p5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57"/>
          <p:cNvGrpSpPr/>
          <p:nvPr/>
        </p:nvGrpSpPr>
        <p:grpSpPr>
          <a:xfrm>
            <a:off x="8007184" y="3941771"/>
            <a:ext cx="184984" cy="160371"/>
            <a:chOff x="5037700" y="2430325"/>
            <a:chExt cx="75950" cy="65850"/>
          </a:xfrm>
        </p:grpSpPr>
        <p:sp>
          <p:nvSpPr>
            <p:cNvPr id="1038" name="Google Shape;1038;p5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57"/>
          <p:cNvGrpSpPr/>
          <p:nvPr/>
        </p:nvGrpSpPr>
        <p:grpSpPr>
          <a:xfrm>
            <a:off x="7426689" y="3708223"/>
            <a:ext cx="173014" cy="97629"/>
            <a:chOff x="4756975" y="2341800"/>
            <a:chExt cx="91975" cy="51925"/>
          </a:xfrm>
        </p:grpSpPr>
        <p:sp>
          <p:nvSpPr>
            <p:cNvPr id="1041" name="Google Shape;1041;p5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57"/>
          <p:cNvGrpSpPr/>
          <p:nvPr/>
        </p:nvGrpSpPr>
        <p:grpSpPr>
          <a:xfrm>
            <a:off x="7693626" y="4196920"/>
            <a:ext cx="212497" cy="175761"/>
            <a:chOff x="4943575" y="2516350"/>
            <a:chExt cx="98675" cy="81700"/>
          </a:xfrm>
        </p:grpSpPr>
        <p:sp>
          <p:nvSpPr>
            <p:cNvPr id="1062" name="Google Shape;1062;p5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5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5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 name="Google Shape;1140;p57"/>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7"/>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7"/>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7"/>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148"/>
        <p:cNvGrpSpPr/>
        <p:nvPr/>
      </p:nvGrpSpPr>
      <p:grpSpPr>
        <a:xfrm>
          <a:off x="0" y="0"/>
          <a:ext cx="0" cy="0"/>
          <a:chOff x="0" y="0"/>
          <a:chExt cx="0" cy="0"/>
        </a:xfrm>
      </p:grpSpPr>
      <p:grpSp>
        <p:nvGrpSpPr>
          <p:cNvPr id="1149" name="Google Shape;1149;p58"/>
          <p:cNvGrpSpPr/>
          <p:nvPr/>
        </p:nvGrpSpPr>
        <p:grpSpPr>
          <a:xfrm>
            <a:off x="6681268" y="3584496"/>
            <a:ext cx="560636" cy="516497"/>
            <a:chOff x="6652051" y="3714143"/>
            <a:chExt cx="560636" cy="516497"/>
          </a:xfrm>
        </p:grpSpPr>
        <p:grpSp>
          <p:nvGrpSpPr>
            <p:cNvPr id="1150" name="Google Shape;1150;p58"/>
            <p:cNvGrpSpPr/>
            <p:nvPr/>
          </p:nvGrpSpPr>
          <p:grpSpPr>
            <a:xfrm>
              <a:off x="6669657" y="3716715"/>
              <a:ext cx="466768" cy="464314"/>
              <a:chOff x="3139766" y="765669"/>
              <a:chExt cx="886380" cy="881888"/>
            </a:xfrm>
          </p:grpSpPr>
          <p:grpSp>
            <p:nvGrpSpPr>
              <p:cNvPr id="1151" name="Google Shape;1151;p58"/>
              <p:cNvGrpSpPr/>
              <p:nvPr/>
            </p:nvGrpSpPr>
            <p:grpSpPr>
              <a:xfrm>
                <a:off x="3139766" y="765669"/>
                <a:ext cx="886380" cy="881888"/>
                <a:chOff x="3139766" y="765669"/>
                <a:chExt cx="886380" cy="881888"/>
              </a:xfrm>
            </p:grpSpPr>
            <p:sp>
              <p:nvSpPr>
                <p:cNvPr id="1152" name="Google Shape;1152;p5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 name="Google Shape;1161;p5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 name="Google Shape;1165;p5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 name="Google Shape;1166;p58"/>
          <p:cNvGrpSpPr/>
          <p:nvPr/>
        </p:nvGrpSpPr>
        <p:grpSpPr>
          <a:xfrm>
            <a:off x="7679978" y="3065079"/>
            <a:ext cx="104231" cy="320340"/>
            <a:chOff x="7564426" y="3224343"/>
            <a:chExt cx="119985" cy="368801"/>
          </a:xfrm>
        </p:grpSpPr>
        <p:sp>
          <p:nvSpPr>
            <p:cNvPr id="1167" name="Google Shape;1167;p5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 name="Google Shape;1169;p58"/>
          <p:cNvGrpSpPr/>
          <p:nvPr/>
        </p:nvGrpSpPr>
        <p:grpSpPr>
          <a:xfrm>
            <a:off x="7379466" y="3059180"/>
            <a:ext cx="189489" cy="332132"/>
            <a:chOff x="8370831" y="3202002"/>
            <a:chExt cx="218129" cy="382376"/>
          </a:xfrm>
        </p:grpSpPr>
        <p:sp>
          <p:nvSpPr>
            <p:cNvPr id="1170" name="Google Shape;1170;p5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 name="Google Shape;1172;p58"/>
          <p:cNvGrpSpPr/>
          <p:nvPr/>
        </p:nvGrpSpPr>
        <p:grpSpPr>
          <a:xfrm>
            <a:off x="8102855" y="3470312"/>
            <a:ext cx="309429" cy="267000"/>
            <a:chOff x="6742064" y="3750480"/>
            <a:chExt cx="399315" cy="344560"/>
          </a:xfrm>
        </p:grpSpPr>
        <p:sp>
          <p:nvSpPr>
            <p:cNvPr id="1173" name="Google Shape;1173;p5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 name="Google Shape;1175;p58"/>
          <p:cNvGrpSpPr/>
          <p:nvPr/>
        </p:nvGrpSpPr>
        <p:grpSpPr>
          <a:xfrm>
            <a:off x="7641874" y="3821360"/>
            <a:ext cx="180437" cy="281608"/>
            <a:chOff x="7248525" y="3739696"/>
            <a:chExt cx="230531" cy="359790"/>
          </a:xfrm>
        </p:grpSpPr>
        <p:sp>
          <p:nvSpPr>
            <p:cNvPr id="1176" name="Google Shape;1176;p5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 name="Google Shape;1178;p58"/>
          <p:cNvGrpSpPr/>
          <p:nvPr/>
        </p:nvGrpSpPr>
        <p:grpSpPr>
          <a:xfrm>
            <a:off x="7887794" y="3464584"/>
            <a:ext cx="162896" cy="278710"/>
            <a:chOff x="7601242" y="3729267"/>
            <a:chExt cx="222566" cy="380803"/>
          </a:xfrm>
        </p:grpSpPr>
        <p:sp>
          <p:nvSpPr>
            <p:cNvPr id="1179" name="Google Shape;1179;p5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 name="Google Shape;1181;p58"/>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 name="Google Shape;1182;p58"/>
          <p:cNvGrpSpPr/>
          <p:nvPr/>
        </p:nvGrpSpPr>
        <p:grpSpPr>
          <a:xfrm>
            <a:off x="7377439" y="3465724"/>
            <a:ext cx="193543" cy="275990"/>
            <a:chOff x="8304647" y="3738687"/>
            <a:chExt cx="225076" cy="320956"/>
          </a:xfrm>
        </p:grpSpPr>
        <p:sp>
          <p:nvSpPr>
            <p:cNvPr id="1183" name="Google Shape;1183;p5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58"/>
          <p:cNvGrpSpPr/>
          <p:nvPr/>
        </p:nvGrpSpPr>
        <p:grpSpPr>
          <a:xfrm>
            <a:off x="7649932" y="3465724"/>
            <a:ext cx="178492" cy="275990"/>
            <a:chOff x="8615101" y="3738687"/>
            <a:chExt cx="207573" cy="320956"/>
          </a:xfrm>
        </p:grpSpPr>
        <p:sp>
          <p:nvSpPr>
            <p:cNvPr id="1187" name="Google Shape;1187;p5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 name="Google Shape;1190;p58"/>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 name="Google Shape;1191;p58"/>
          <p:cNvGrpSpPr/>
          <p:nvPr/>
        </p:nvGrpSpPr>
        <p:grpSpPr>
          <a:xfrm>
            <a:off x="7875463" y="3868385"/>
            <a:ext cx="187557" cy="187557"/>
            <a:chOff x="8565775" y="671075"/>
            <a:chExt cx="441000" cy="441000"/>
          </a:xfrm>
        </p:grpSpPr>
        <p:sp>
          <p:nvSpPr>
            <p:cNvPr id="1192" name="Google Shape;1192;p5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 name="Google Shape;1194;p58"/>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8"/>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 name="Google Shape;1196;p58"/>
          <p:cNvGrpSpPr/>
          <p:nvPr/>
        </p:nvGrpSpPr>
        <p:grpSpPr>
          <a:xfrm>
            <a:off x="6029935" y="2940910"/>
            <a:ext cx="587865" cy="517731"/>
            <a:chOff x="6000718" y="3070557"/>
            <a:chExt cx="587865" cy="517731"/>
          </a:xfrm>
        </p:grpSpPr>
        <p:sp>
          <p:nvSpPr>
            <p:cNvPr id="1197" name="Google Shape;1197;p5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 name="Google Shape;1207;p58"/>
          <p:cNvGrpSpPr/>
          <p:nvPr/>
        </p:nvGrpSpPr>
        <p:grpSpPr>
          <a:xfrm>
            <a:off x="6044740" y="3584570"/>
            <a:ext cx="557665" cy="516387"/>
            <a:chOff x="6015523" y="3714217"/>
            <a:chExt cx="557665" cy="516387"/>
          </a:xfrm>
        </p:grpSpPr>
        <p:grpSp>
          <p:nvGrpSpPr>
            <p:cNvPr id="1208" name="Google Shape;1208;p58"/>
            <p:cNvGrpSpPr/>
            <p:nvPr/>
          </p:nvGrpSpPr>
          <p:grpSpPr>
            <a:xfrm>
              <a:off x="6036094" y="3716980"/>
              <a:ext cx="529822" cy="510480"/>
              <a:chOff x="3148311" y="-545634"/>
              <a:chExt cx="1006118" cy="969572"/>
            </a:xfrm>
          </p:grpSpPr>
          <p:sp>
            <p:nvSpPr>
              <p:cNvPr id="1209" name="Google Shape;1209;p5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 name="Google Shape;1219;p5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 name="Google Shape;1220;p58"/>
          <p:cNvGrpSpPr/>
          <p:nvPr/>
        </p:nvGrpSpPr>
        <p:grpSpPr>
          <a:xfrm>
            <a:off x="6673522" y="2943981"/>
            <a:ext cx="576302" cy="511871"/>
            <a:chOff x="6644304" y="3073628"/>
            <a:chExt cx="576302" cy="511871"/>
          </a:xfrm>
        </p:grpSpPr>
        <p:grpSp>
          <p:nvGrpSpPr>
            <p:cNvPr id="1221" name="Google Shape;1221;p58"/>
            <p:cNvGrpSpPr/>
            <p:nvPr/>
          </p:nvGrpSpPr>
          <p:grpSpPr>
            <a:xfrm>
              <a:off x="6712169" y="3073651"/>
              <a:ext cx="481611" cy="506713"/>
              <a:chOff x="1833536" y="-546641"/>
              <a:chExt cx="914567" cy="962419"/>
            </a:xfrm>
          </p:grpSpPr>
          <p:grpSp>
            <p:nvGrpSpPr>
              <p:cNvPr id="1222" name="Google Shape;1222;p58"/>
              <p:cNvGrpSpPr/>
              <p:nvPr/>
            </p:nvGrpSpPr>
            <p:grpSpPr>
              <a:xfrm>
                <a:off x="1833536" y="-524249"/>
                <a:ext cx="914567" cy="940027"/>
                <a:chOff x="1833536" y="-524249"/>
                <a:chExt cx="914567" cy="940027"/>
              </a:xfrm>
            </p:grpSpPr>
            <p:sp>
              <p:nvSpPr>
                <p:cNvPr id="1223" name="Google Shape;1223;p5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 name="Google Shape;1228;p5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 name="Google Shape;1232;p5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 name="Google Shape;1233;p58"/>
          <p:cNvGrpSpPr/>
          <p:nvPr/>
        </p:nvGrpSpPr>
        <p:grpSpPr>
          <a:xfrm>
            <a:off x="752796" y="2869970"/>
            <a:ext cx="2622876" cy="1333540"/>
            <a:chOff x="238125" y="1038125"/>
            <a:chExt cx="7146800" cy="3633625"/>
          </a:xfrm>
        </p:grpSpPr>
        <p:sp>
          <p:nvSpPr>
            <p:cNvPr id="1234" name="Google Shape;1234;p5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6" name="Google Shape;2806;p58"/>
          <p:cNvGrpSpPr/>
          <p:nvPr/>
        </p:nvGrpSpPr>
        <p:grpSpPr>
          <a:xfrm>
            <a:off x="5938558" y="1033351"/>
            <a:ext cx="2435960" cy="1297725"/>
            <a:chOff x="233350" y="949250"/>
            <a:chExt cx="7137300" cy="3802300"/>
          </a:xfrm>
        </p:grpSpPr>
        <p:sp>
          <p:nvSpPr>
            <p:cNvPr id="2807" name="Google Shape;2807;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 name="Google Shape;2858;p58"/>
          <p:cNvGrpSpPr/>
          <p:nvPr/>
        </p:nvGrpSpPr>
        <p:grpSpPr>
          <a:xfrm>
            <a:off x="731715" y="995041"/>
            <a:ext cx="2665073" cy="1317140"/>
            <a:chOff x="793334" y="1192826"/>
            <a:chExt cx="2665073" cy="1317140"/>
          </a:xfrm>
        </p:grpSpPr>
        <p:sp>
          <p:nvSpPr>
            <p:cNvPr id="2859" name="Google Shape;2859;p5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58"/>
          <p:cNvGrpSpPr/>
          <p:nvPr/>
        </p:nvGrpSpPr>
        <p:grpSpPr>
          <a:xfrm>
            <a:off x="3450485" y="919691"/>
            <a:ext cx="2310381" cy="1488888"/>
            <a:chOff x="229225" y="549050"/>
            <a:chExt cx="7161750" cy="4615275"/>
          </a:xfrm>
        </p:grpSpPr>
        <p:sp>
          <p:nvSpPr>
            <p:cNvPr id="6827" name="Google Shape;6827;p5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58"/>
          <p:cNvGrpSpPr/>
          <p:nvPr/>
        </p:nvGrpSpPr>
        <p:grpSpPr>
          <a:xfrm>
            <a:off x="3548403" y="2849588"/>
            <a:ext cx="2310282" cy="1374222"/>
            <a:chOff x="238125" y="732525"/>
            <a:chExt cx="7130500" cy="4241425"/>
          </a:xfrm>
        </p:grpSpPr>
        <p:sp>
          <p:nvSpPr>
            <p:cNvPr id="6945" name="Google Shape;6945;p5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7062"/>
        <p:cNvGrpSpPr/>
        <p:nvPr/>
      </p:nvGrpSpPr>
      <p:grpSpPr>
        <a:xfrm>
          <a:off x="0" y="0"/>
          <a:ext cx="0" cy="0"/>
          <a:chOff x="0" y="0"/>
          <a:chExt cx="0" cy="0"/>
        </a:xfrm>
      </p:grpSpPr>
      <p:grpSp>
        <p:nvGrpSpPr>
          <p:cNvPr id="7063" name="Google Shape;7063;p59"/>
          <p:cNvGrpSpPr/>
          <p:nvPr/>
        </p:nvGrpSpPr>
        <p:grpSpPr>
          <a:xfrm>
            <a:off x="2100560" y="3398663"/>
            <a:ext cx="1102891" cy="760337"/>
            <a:chOff x="4967783" y="2151471"/>
            <a:chExt cx="3920692" cy="2702940"/>
          </a:xfrm>
        </p:grpSpPr>
        <p:grpSp>
          <p:nvGrpSpPr>
            <p:cNvPr id="7064" name="Google Shape;7064;p59"/>
            <p:cNvGrpSpPr/>
            <p:nvPr/>
          </p:nvGrpSpPr>
          <p:grpSpPr>
            <a:xfrm>
              <a:off x="5045709" y="2252109"/>
              <a:ext cx="3761071" cy="2501708"/>
              <a:chOff x="2691784" y="1805334"/>
              <a:chExt cx="3761071" cy="2501708"/>
            </a:xfrm>
          </p:grpSpPr>
          <p:sp>
            <p:nvSpPr>
              <p:cNvPr id="7065" name="Google Shape;7065;p5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59"/>
            <p:cNvGrpSpPr/>
            <p:nvPr/>
          </p:nvGrpSpPr>
          <p:grpSpPr>
            <a:xfrm>
              <a:off x="4967783" y="2151471"/>
              <a:ext cx="3920692" cy="2702940"/>
              <a:chOff x="2613858" y="1704696"/>
              <a:chExt cx="3920692" cy="2702940"/>
            </a:xfrm>
          </p:grpSpPr>
          <p:sp>
            <p:nvSpPr>
              <p:cNvPr id="7073" name="Google Shape;7073;p5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78" name="Google Shape;7078;p59"/>
          <p:cNvGrpSpPr/>
          <p:nvPr/>
        </p:nvGrpSpPr>
        <p:grpSpPr>
          <a:xfrm>
            <a:off x="3504468" y="1286940"/>
            <a:ext cx="1561911" cy="708580"/>
            <a:chOff x="3530532" y="1496185"/>
            <a:chExt cx="1561911" cy="708580"/>
          </a:xfrm>
        </p:grpSpPr>
        <p:grpSp>
          <p:nvGrpSpPr>
            <p:cNvPr id="7079" name="Google Shape;7079;p59"/>
            <p:cNvGrpSpPr/>
            <p:nvPr/>
          </p:nvGrpSpPr>
          <p:grpSpPr>
            <a:xfrm>
              <a:off x="3720318" y="1857562"/>
              <a:ext cx="1372125" cy="54"/>
              <a:chOff x="3720318" y="1857562"/>
              <a:chExt cx="1372125" cy="54"/>
            </a:xfrm>
          </p:grpSpPr>
          <p:cxnSp>
            <p:nvCxnSpPr>
              <p:cNvPr id="7080" name="Google Shape;7080;p59"/>
              <p:cNvCxnSpPr>
                <a:endCxn id="708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82" name="Google Shape;7082;p5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83" name="Google Shape;7083;p5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84" name="Google Shape;7084;p59"/>
              <p:cNvCxnSpPr>
                <a:stCxn id="708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085" name="Google Shape;7085;p59"/>
            <p:cNvGrpSpPr/>
            <p:nvPr/>
          </p:nvGrpSpPr>
          <p:grpSpPr>
            <a:xfrm>
              <a:off x="3567462" y="1496185"/>
              <a:ext cx="286500" cy="272914"/>
              <a:chOff x="3567462" y="1496185"/>
              <a:chExt cx="286500" cy="272914"/>
            </a:xfrm>
          </p:grpSpPr>
          <p:cxnSp>
            <p:nvCxnSpPr>
              <p:cNvPr id="7086" name="Google Shape;7086;p5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87" name="Google Shape;7087;p5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8" name="Google Shape;7088;p5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0" name="Google Shape;7090;p59"/>
            <p:cNvGrpSpPr/>
            <p:nvPr/>
          </p:nvGrpSpPr>
          <p:grpSpPr>
            <a:xfrm>
              <a:off x="3929014" y="1960574"/>
              <a:ext cx="286500" cy="242342"/>
              <a:chOff x="3929014" y="1960574"/>
              <a:chExt cx="286500" cy="242342"/>
            </a:xfrm>
          </p:grpSpPr>
          <p:cxnSp>
            <p:nvCxnSpPr>
              <p:cNvPr id="7091" name="Google Shape;7091;p5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092" name="Google Shape;7092;p5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59"/>
            <p:cNvGrpSpPr/>
            <p:nvPr/>
          </p:nvGrpSpPr>
          <p:grpSpPr>
            <a:xfrm>
              <a:off x="4290828" y="1496185"/>
              <a:ext cx="286500" cy="272914"/>
              <a:chOff x="4290828" y="1496185"/>
              <a:chExt cx="286500" cy="272914"/>
            </a:xfrm>
          </p:grpSpPr>
          <p:cxnSp>
            <p:nvCxnSpPr>
              <p:cNvPr id="7094" name="Google Shape;7094;p5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95" name="Google Shape;7095;p5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96" name="Google Shape;7096;p5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7" name="Google Shape;7097;p59"/>
            <p:cNvGrpSpPr/>
            <p:nvPr/>
          </p:nvGrpSpPr>
          <p:grpSpPr>
            <a:xfrm>
              <a:off x="4657726" y="1959674"/>
              <a:ext cx="286500" cy="245092"/>
              <a:chOff x="4657726" y="1959674"/>
              <a:chExt cx="286500" cy="245092"/>
            </a:xfrm>
          </p:grpSpPr>
          <p:cxnSp>
            <p:nvCxnSpPr>
              <p:cNvPr id="7098" name="Google Shape;7098;p5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099" name="Google Shape;7099;p5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00" name="Google Shape;7100;p59"/>
          <p:cNvGrpSpPr/>
          <p:nvPr/>
        </p:nvGrpSpPr>
        <p:grpSpPr>
          <a:xfrm>
            <a:off x="3486488" y="2149036"/>
            <a:ext cx="1597032" cy="378649"/>
            <a:chOff x="3512551" y="2358282"/>
            <a:chExt cx="1597032" cy="378649"/>
          </a:xfrm>
        </p:grpSpPr>
        <p:grpSp>
          <p:nvGrpSpPr>
            <p:cNvPr id="7101" name="Google Shape;7101;p59"/>
            <p:cNvGrpSpPr/>
            <p:nvPr/>
          </p:nvGrpSpPr>
          <p:grpSpPr>
            <a:xfrm>
              <a:off x="3738198" y="2553002"/>
              <a:ext cx="1145834" cy="117"/>
              <a:chOff x="3738198" y="2553002"/>
              <a:chExt cx="1145834" cy="117"/>
            </a:xfrm>
          </p:grpSpPr>
          <p:cxnSp>
            <p:nvCxnSpPr>
              <p:cNvPr id="7102" name="Google Shape;7102;p5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103" name="Google Shape;7103;p5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104" name="Google Shape;7104;p59"/>
              <p:cNvCxnSpPr>
                <a:stCxn id="7105" idx="6"/>
                <a:endCxn id="710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107" name="Google Shape;7107;p59"/>
            <p:cNvGrpSpPr/>
            <p:nvPr/>
          </p:nvGrpSpPr>
          <p:grpSpPr>
            <a:xfrm>
              <a:off x="3969644" y="2440153"/>
              <a:ext cx="225900" cy="296779"/>
              <a:chOff x="3969644" y="2440153"/>
              <a:chExt cx="225900" cy="296779"/>
            </a:xfrm>
          </p:grpSpPr>
          <p:cxnSp>
            <p:nvCxnSpPr>
              <p:cNvPr id="7108" name="Google Shape;7108;p5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106" name="Google Shape;7106;p5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0" name="Google Shape;7110;p59"/>
            <p:cNvGrpSpPr/>
            <p:nvPr/>
          </p:nvGrpSpPr>
          <p:grpSpPr>
            <a:xfrm>
              <a:off x="4426818" y="2358282"/>
              <a:ext cx="225600" cy="307471"/>
              <a:chOff x="4426818" y="2358282"/>
              <a:chExt cx="225600" cy="307471"/>
            </a:xfrm>
          </p:grpSpPr>
          <p:cxnSp>
            <p:nvCxnSpPr>
              <p:cNvPr id="7111" name="Google Shape;7111;p59"/>
              <p:cNvCxnSpPr>
                <a:stCxn id="711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113" name="Google Shape;7113;p5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4" name="Google Shape;7114;p59"/>
            <p:cNvGrpSpPr/>
            <p:nvPr/>
          </p:nvGrpSpPr>
          <p:grpSpPr>
            <a:xfrm>
              <a:off x="4883984" y="2440153"/>
              <a:ext cx="225600" cy="296479"/>
              <a:chOff x="4883984" y="2440153"/>
              <a:chExt cx="225600" cy="296479"/>
            </a:xfrm>
          </p:grpSpPr>
          <p:cxnSp>
            <p:nvCxnSpPr>
              <p:cNvPr id="7115" name="Google Shape;7115;p5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116" name="Google Shape;7116;p5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8" name="Google Shape;7118;p59"/>
            <p:cNvGrpSpPr/>
            <p:nvPr/>
          </p:nvGrpSpPr>
          <p:grpSpPr>
            <a:xfrm>
              <a:off x="3512551" y="2358356"/>
              <a:ext cx="225647" cy="307629"/>
              <a:chOff x="2182679" y="2005014"/>
              <a:chExt cx="792300" cy="1080158"/>
            </a:xfrm>
          </p:grpSpPr>
          <p:cxnSp>
            <p:nvCxnSpPr>
              <p:cNvPr id="7119" name="Google Shape;7119;p59"/>
              <p:cNvCxnSpPr>
                <a:stCxn id="712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105" name="Google Shape;7105;p5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21" name="Google Shape;7121;p59"/>
          <p:cNvGrpSpPr/>
          <p:nvPr/>
        </p:nvGrpSpPr>
        <p:grpSpPr>
          <a:xfrm>
            <a:off x="6846570" y="972834"/>
            <a:ext cx="1559809" cy="722610"/>
            <a:chOff x="634175" y="2986275"/>
            <a:chExt cx="3147949" cy="1458344"/>
          </a:xfrm>
        </p:grpSpPr>
        <p:cxnSp>
          <p:nvCxnSpPr>
            <p:cNvPr id="7122" name="Google Shape;7122;p59"/>
            <p:cNvCxnSpPr>
              <a:stCxn id="7123" idx="4"/>
              <a:endCxn id="712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125" name="Google Shape;7125;p59"/>
            <p:cNvCxnSpPr>
              <a:stCxn id="7124" idx="0"/>
              <a:endCxn id="712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127" name="Google Shape;7127;p59"/>
            <p:cNvCxnSpPr>
              <a:stCxn id="7126" idx="4"/>
              <a:endCxn id="712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129" name="Google Shape;7129;p59"/>
            <p:cNvCxnSpPr>
              <a:stCxn id="7128" idx="0"/>
              <a:endCxn id="713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130" name="Google Shape;7130;p5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126" name="Google Shape;7126;p5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123" name="Google Shape;7123;p5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128" name="Google Shape;7128;p5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124" name="Google Shape;7124;p5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131" name="Google Shape;7131;p59"/>
          <p:cNvGrpSpPr/>
          <p:nvPr/>
        </p:nvGrpSpPr>
        <p:grpSpPr>
          <a:xfrm>
            <a:off x="3500360" y="2682741"/>
            <a:ext cx="1570719" cy="294123"/>
            <a:chOff x="998425" y="1182125"/>
            <a:chExt cx="1065400" cy="199500"/>
          </a:xfrm>
        </p:grpSpPr>
        <p:sp>
          <p:nvSpPr>
            <p:cNvPr id="7132" name="Google Shape;7132;p5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59"/>
          <p:cNvGrpSpPr/>
          <p:nvPr/>
        </p:nvGrpSpPr>
        <p:grpSpPr>
          <a:xfrm>
            <a:off x="6843616" y="1800228"/>
            <a:ext cx="1565716" cy="366729"/>
            <a:chOff x="1247650" y="2075423"/>
            <a:chExt cx="6648477" cy="1557238"/>
          </a:xfrm>
        </p:grpSpPr>
        <p:sp>
          <p:nvSpPr>
            <p:cNvPr id="7138" name="Google Shape;7138;p5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4" name="Google Shape;7144;p59"/>
          <p:cNvGrpSpPr/>
          <p:nvPr/>
        </p:nvGrpSpPr>
        <p:grpSpPr>
          <a:xfrm>
            <a:off x="6827928" y="2949043"/>
            <a:ext cx="1597061" cy="663440"/>
            <a:chOff x="6796238" y="3158297"/>
            <a:chExt cx="1630319" cy="677257"/>
          </a:xfrm>
        </p:grpSpPr>
        <p:cxnSp>
          <p:nvCxnSpPr>
            <p:cNvPr id="7145" name="Google Shape;7145;p5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146" name="Google Shape;7146;p5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147" name="Google Shape;7147;p5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148" name="Google Shape;7148;p5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149" name="Google Shape;7149;p59"/>
            <p:cNvGrpSpPr/>
            <p:nvPr/>
          </p:nvGrpSpPr>
          <p:grpSpPr>
            <a:xfrm>
              <a:off x="6796238" y="3311904"/>
              <a:ext cx="1630319" cy="377697"/>
              <a:chOff x="6796238" y="3311904"/>
              <a:chExt cx="1630319" cy="377697"/>
            </a:xfrm>
          </p:grpSpPr>
          <p:sp>
            <p:nvSpPr>
              <p:cNvPr id="7150" name="Google Shape;7150;p5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3" name="Google Shape;7153;p59"/>
          <p:cNvGrpSpPr/>
          <p:nvPr/>
        </p:nvGrpSpPr>
        <p:grpSpPr>
          <a:xfrm>
            <a:off x="5349066" y="970435"/>
            <a:ext cx="1368606" cy="1593805"/>
            <a:chOff x="1839112" y="2209163"/>
            <a:chExt cx="1918159" cy="2233784"/>
          </a:xfrm>
        </p:grpSpPr>
        <p:sp>
          <p:nvSpPr>
            <p:cNvPr id="7154" name="Google Shape;7154;p5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57" name="Google Shape;7157;p59"/>
            <p:cNvCxnSpPr>
              <a:stCxn id="7154" idx="6"/>
              <a:endCxn id="715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158" name="Google Shape;7158;p59"/>
            <p:cNvCxnSpPr>
              <a:stCxn id="7155" idx="4"/>
              <a:endCxn id="715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160" name="Google Shape;7160;p59"/>
            <p:cNvCxnSpPr>
              <a:stCxn id="7159" idx="6"/>
              <a:endCxn id="715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161" name="Google Shape;7161;p59"/>
            <p:cNvCxnSpPr>
              <a:stCxn id="7156" idx="4"/>
              <a:endCxn id="716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159" name="Google Shape;7159;p5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64" name="Google Shape;7164;p59"/>
            <p:cNvCxnSpPr>
              <a:endCxn id="716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165" name="Google Shape;7165;p59"/>
          <p:cNvGrpSpPr/>
          <p:nvPr/>
        </p:nvGrpSpPr>
        <p:grpSpPr>
          <a:xfrm>
            <a:off x="3481439" y="976671"/>
            <a:ext cx="1637968" cy="154942"/>
            <a:chOff x="238125" y="2506075"/>
            <a:chExt cx="7115411" cy="673075"/>
          </a:xfrm>
        </p:grpSpPr>
        <p:sp>
          <p:nvSpPr>
            <p:cNvPr id="7166" name="Google Shape;7166;p5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59"/>
          <p:cNvGrpSpPr/>
          <p:nvPr/>
        </p:nvGrpSpPr>
        <p:grpSpPr>
          <a:xfrm>
            <a:off x="720124" y="1298269"/>
            <a:ext cx="2476762" cy="91743"/>
            <a:chOff x="1464850" y="436376"/>
            <a:chExt cx="6001362" cy="222300"/>
          </a:xfrm>
        </p:grpSpPr>
        <p:sp>
          <p:nvSpPr>
            <p:cNvPr id="7172" name="Google Shape;7172;p5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7" name="Google Shape;7177;p5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78" name="Google Shape;7178;p5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79" name="Google Shape;7179;p5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80" name="Google Shape;7180;p5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181" name="Google Shape;7181;p59"/>
          <p:cNvGrpSpPr/>
          <p:nvPr/>
        </p:nvGrpSpPr>
        <p:grpSpPr>
          <a:xfrm>
            <a:off x="706391" y="2533734"/>
            <a:ext cx="1452710" cy="651923"/>
            <a:chOff x="803162" y="2667727"/>
            <a:chExt cx="1411906" cy="633611"/>
          </a:xfrm>
        </p:grpSpPr>
        <p:cxnSp>
          <p:nvCxnSpPr>
            <p:cNvPr id="7182" name="Google Shape;7182;p59"/>
            <p:cNvCxnSpPr>
              <a:stCxn id="7183" idx="2"/>
              <a:endCxn id="718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85" name="Google Shape;7185;p59"/>
            <p:cNvCxnSpPr>
              <a:stCxn id="7186" idx="0"/>
              <a:endCxn id="718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87" name="Google Shape;7187;p59"/>
            <p:cNvCxnSpPr>
              <a:stCxn id="7186" idx="2"/>
              <a:endCxn id="718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89" name="Google Shape;7189;p59"/>
            <p:cNvCxnSpPr>
              <a:stCxn id="7190" idx="0"/>
              <a:endCxn id="718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91" name="Google Shape;7191;p59"/>
            <p:cNvCxnSpPr>
              <a:stCxn id="7184" idx="2"/>
              <a:endCxn id="719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93" name="Google Shape;7193;p59"/>
            <p:cNvCxnSpPr>
              <a:stCxn id="7194" idx="0"/>
              <a:endCxn id="718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190" name="Google Shape;7190;p5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88" name="Google Shape;7188;p5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94" name="Google Shape;7194;p5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92" name="Google Shape;7192;p5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84" name="Google Shape;7184;p5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86" name="Google Shape;7186;p5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83" name="Google Shape;7183;p5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195" name="Google Shape;7195;p59"/>
          <p:cNvGrpSpPr/>
          <p:nvPr/>
        </p:nvGrpSpPr>
        <p:grpSpPr>
          <a:xfrm>
            <a:off x="706393" y="969273"/>
            <a:ext cx="2518541" cy="209309"/>
            <a:chOff x="803163" y="1111966"/>
            <a:chExt cx="2447800" cy="203430"/>
          </a:xfrm>
        </p:grpSpPr>
        <p:grpSp>
          <p:nvGrpSpPr>
            <p:cNvPr id="7196" name="Google Shape;7196;p59"/>
            <p:cNvGrpSpPr/>
            <p:nvPr/>
          </p:nvGrpSpPr>
          <p:grpSpPr>
            <a:xfrm>
              <a:off x="1958180" y="1111966"/>
              <a:ext cx="588019" cy="121396"/>
              <a:chOff x="4808316" y="2800065"/>
              <a:chExt cx="1999386" cy="412910"/>
            </a:xfrm>
          </p:grpSpPr>
          <p:sp>
            <p:nvSpPr>
              <p:cNvPr id="7197" name="Google Shape;7197;p5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8" name="Google Shape;7198;p59"/>
              <p:cNvGrpSpPr/>
              <p:nvPr/>
            </p:nvGrpSpPr>
            <p:grpSpPr>
              <a:xfrm>
                <a:off x="4808316" y="2800065"/>
                <a:ext cx="92400" cy="411825"/>
                <a:chOff x="845575" y="2563700"/>
                <a:chExt cx="92400" cy="411825"/>
              </a:xfrm>
            </p:grpSpPr>
            <p:cxnSp>
              <p:nvCxnSpPr>
                <p:cNvPr id="7199" name="Google Shape;7199;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00" name="Google Shape;7200;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201" name="Google Shape;7201;p5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202" name="Google Shape;7202;p5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3" name="Google Shape;7203;p59"/>
            <p:cNvGrpSpPr/>
            <p:nvPr/>
          </p:nvGrpSpPr>
          <p:grpSpPr>
            <a:xfrm>
              <a:off x="803163" y="1111974"/>
              <a:ext cx="591158" cy="121545"/>
              <a:chOff x="803163" y="1111974"/>
              <a:chExt cx="591158" cy="121545"/>
            </a:xfrm>
          </p:grpSpPr>
          <p:grpSp>
            <p:nvGrpSpPr>
              <p:cNvPr id="7204" name="Google Shape;7204;p59"/>
              <p:cNvGrpSpPr/>
              <p:nvPr/>
            </p:nvGrpSpPr>
            <p:grpSpPr>
              <a:xfrm>
                <a:off x="803163" y="1111974"/>
                <a:ext cx="27175" cy="121077"/>
                <a:chOff x="845575" y="2563700"/>
                <a:chExt cx="92400" cy="411825"/>
              </a:xfrm>
            </p:grpSpPr>
            <p:cxnSp>
              <p:nvCxnSpPr>
                <p:cNvPr id="7205" name="Google Shape;7205;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06" name="Google Shape;7206;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7" name="Google Shape;7207;p5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59"/>
            <p:cNvGrpSpPr/>
            <p:nvPr/>
          </p:nvGrpSpPr>
          <p:grpSpPr>
            <a:xfrm>
              <a:off x="1381910" y="1194219"/>
              <a:ext cx="588341" cy="121177"/>
              <a:chOff x="1381910" y="1194219"/>
              <a:chExt cx="588341" cy="121177"/>
            </a:xfrm>
          </p:grpSpPr>
          <p:grpSp>
            <p:nvGrpSpPr>
              <p:cNvPr id="7209" name="Google Shape;7209;p59"/>
              <p:cNvGrpSpPr/>
              <p:nvPr/>
            </p:nvGrpSpPr>
            <p:grpSpPr>
              <a:xfrm rot="10800000">
                <a:off x="1381910" y="1194319"/>
                <a:ext cx="27175" cy="121077"/>
                <a:chOff x="2070100" y="2563700"/>
                <a:chExt cx="92400" cy="411825"/>
              </a:xfrm>
            </p:grpSpPr>
            <p:cxnSp>
              <p:nvCxnSpPr>
                <p:cNvPr id="7210" name="Google Shape;7210;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11" name="Google Shape;7211;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2" name="Google Shape;7212;p5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59"/>
            <p:cNvGrpSpPr/>
            <p:nvPr/>
          </p:nvGrpSpPr>
          <p:grpSpPr>
            <a:xfrm>
              <a:off x="2532079" y="1194219"/>
              <a:ext cx="704927" cy="121177"/>
              <a:chOff x="2532079" y="1194219"/>
              <a:chExt cx="704927" cy="121177"/>
            </a:xfrm>
          </p:grpSpPr>
          <p:grpSp>
            <p:nvGrpSpPr>
              <p:cNvPr id="7214" name="Google Shape;7214;p59"/>
              <p:cNvGrpSpPr/>
              <p:nvPr/>
            </p:nvGrpSpPr>
            <p:grpSpPr>
              <a:xfrm rot="10800000">
                <a:off x="2532079" y="1194319"/>
                <a:ext cx="27175" cy="121077"/>
                <a:chOff x="2070100" y="2563700"/>
                <a:chExt cx="92400" cy="411825"/>
              </a:xfrm>
            </p:grpSpPr>
            <p:cxnSp>
              <p:nvCxnSpPr>
                <p:cNvPr id="7215" name="Google Shape;7215;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16" name="Google Shape;7216;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7" name="Google Shape;7217;p5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18" name="Google Shape;7218;p59"/>
          <p:cNvGrpSpPr/>
          <p:nvPr/>
        </p:nvGrpSpPr>
        <p:grpSpPr>
          <a:xfrm>
            <a:off x="3499403" y="3665904"/>
            <a:ext cx="1567778" cy="491677"/>
            <a:chOff x="5194708" y="3484366"/>
            <a:chExt cx="3148148" cy="987304"/>
          </a:xfrm>
        </p:grpSpPr>
        <p:grpSp>
          <p:nvGrpSpPr>
            <p:cNvPr id="7219" name="Google Shape;7219;p59"/>
            <p:cNvGrpSpPr/>
            <p:nvPr/>
          </p:nvGrpSpPr>
          <p:grpSpPr>
            <a:xfrm>
              <a:off x="7531521" y="3484366"/>
              <a:ext cx="811335" cy="987304"/>
              <a:chOff x="3379425" y="1617275"/>
              <a:chExt cx="1090650" cy="1327200"/>
            </a:xfrm>
          </p:grpSpPr>
          <p:sp>
            <p:nvSpPr>
              <p:cNvPr id="7220" name="Google Shape;7220;p5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59"/>
            <p:cNvGrpSpPr/>
            <p:nvPr/>
          </p:nvGrpSpPr>
          <p:grpSpPr>
            <a:xfrm>
              <a:off x="6752546" y="3484366"/>
              <a:ext cx="811428" cy="987304"/>
              <a:chOff x="2332275" y="1617275"/>
              <a:chExt cx="1090775" cy="1327200"/>
            </a:xfrm>
          </p:grpSpPr>
          <p:sp>
            <p:nvSpPr>
              <p:cNvPr id="7224" name="Google Shape;7224;p5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59"/>
            <p:cNvGrpSpPr/>
            <p:nvPr/>
          </p:nvGrpSpPr>
          <p:grpSpPr>
            <a:xfrm>
              <a:off x="5973664" y="3484366"/>
              <a:ext cx="811335" cy="987304"/>
              <a:chOff x="1285250" y="1617275"/>
              <a:chExt cx="1090650" cy="1327200"/>
            </a:xfrm>
          </p:grpSpPr>
          <p:sp>
            <p:nvSpPr>
              <p:cNvPr id="7228" name="Google Shape;7228;p5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1" name="Google Shape;7231;p59"/>
            <p:cNvGrpSpPr/>
            <p:nvPr/>
          </p:nvGrpSpPr>
          <p:grpSpPr>
            <a:xfrm>
              <a:off x="5194708" y="3484366"/>
              <a:ext cx="811409" cy="987304"/>
              <a:chOff x="238125" y="1617275"/>
              <a:chExt cx="1090750" cy="1327200"/>
            </a:xfrm>
          </p:grpSpPr>
          <p:sp>
            <p:nvSpPr>
              <p:cNvPr id="7232" name="Google Shape;7232;p5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35" name="Google Shape;7235;p59"/>
          <p:cNvGrpSpPr/>
          <p:nvPr/>
        </p:nvGrpSpPr>
        <p:grpSpPr>
          <a:xfrm>
            <a:off x="3460012" y="3146315"/>
            <a:ext cx="1616964" cy="346256"/>
            <a:chOff x="1808063" y="4294338"/>
            <a:chExt cx="3370782" cy="721817"/>
          </a:xfrm>
        </p:grpSpPr>
        <p:sp>
          <p:nvSpPr>
            <p:cNvPr id="7236" name="Google Shape;7236;p5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6" name="Google Shape;7246;p59"/>
          <p:cNvGrpSpPr/>
          <p:nvPr/>
        </p:nvGrpSpPr>
        <p:grpSpPr>
          <a:xfrm>
            <a:off x="738224" y="3432344"/>
            <a:ext cx="1295882" cy="646587"/>
            <a:chOff x="834100" y="3642869"/>
            <a:chExt cx="1259483" cy="628426"/>
          </a:xfrm>
        </p:grpSpPr>
        <p:sp>
          <p:nvSpPr>
            <p:cNvPr id="7247" name="Google Shape;7247;p5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2" name="Google Shape;7272;p59"/>
            <p:cNvGrpSpPr/>
            <p:nvPr/>
          </p:nvGrpSpPr>
          <p:grpSpPr>
            <a:xfrm>
              <a:off x="1360364" y="3847835"/>
              <a:ext cx="208119" cy="224359"/>
              <a:chOff x="1360769" y="3847100"/>
              <a:chExt cx="208119" cy="224359"/>
            </a:xfrm>
          </p:grpSpPr>
          <p:sp>
            <p:nvSpPr>
              <p:cNvPr id="7273" name="Google Shape;7273;p5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3" name="Google Shape;7293;p5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7" name="Google Shape;7307;p59"/>
          <p:cNvGrpSpPr/>
          <p:nvPr/>
        </p:nvGrpSpPr>
        <p:grpSpPr>
          <a:xfrm rot="5400000">
            <a:off x="5951337" y="3228841"/>
            <a:ext cx="164064" cy="1414916"/>
            <a:chOff x="4428249" y="1369375"/>
            <a:chExt cx="36905" cy="429569"/>
          </a:xfrm>
        </p:grpSpPr>
        <p:sp>
          <p:nvSpPr>
            <p:cNvPr id="7308" name="Google Shape;7308;p5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59"/>
          <p:cNvGrpSpPr/>
          <p:nvPr/>
        </p:nvGrpSpPr>
        <p:grpSpPr>
          <a:xfrm rot="10800000" flipH="1">
            <a:off x="5323766" y="2817385"/>
            <a:ext cx="1419207" cy="24808"/>
            <a:chOff x="219558" y="4738465"/>
            <a:chExt cx="5852400" cy="102300"/>
          </a:xfrm>
        </p:grpSpPr>
        <p:cxnSp>
          <p:nvCxnSpPr>
            <p:cNvPr id="7341" name="Google Shape;7341;p5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342" name="Google Shape;7342;p5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59"/>
          <p:cNvGrpSpPr/>
          <p:nvPr/>
        </p:nvGrpSpPr>
        <p:grpSpPr>
          <a:xfrm>
            <a:off x="5335084" y="3190448"/>
            <a:ext cx="1396570" cy="385016"/>
            <a:chOff x="5286284" y="2966544"/>
            <a:chExt cx="1396570" cy="385016"/>
          </a:xfrm>
        </p:grpSpPr>
        <p:cxnSp>
          <p:nvCxnSpPr>
            <p:cNvPr id="7348" name="Google Shape;7348;p5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349" name="Google Shape;7349;p5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350" name="Google Shape;7350;p59"/>
            <p:cNvGrpSpPr/>
            <p:nvPr/>
          </p:nvGrpSpPr>
          <p:grpSpPr>
            <a:xfrm>
              <a:off x="5287688" y="3173364"/>
              <a:ext cx="1395166" cy="74100"/>
              <a:chOff x="5287688" y="3173364"/>
              <a:chExt cx="1395166" cy="74100"/>
            </a:xfrm>
          </p:grpSpPr>
          <p:cxnSp>
            <p:nvCxnSpPr>
              <p:cNvPr id="7351" name="Google Shape;7351;p5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352" name="Google Shape;7352;p5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353" name="Google Shape;7353;p5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54" name="Google Shape;7354;p5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55" name="Google Shape;7355;p5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56" name="Google Shape;7356;p5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57" name="Google Shape;7357;p5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58" name="Google Shape;7358;p5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359" name="Google Shape;7359;p5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360" name="Google Shape;7360;p59"/>
          <p:cNvGrpSpPr/>
          <p:nvPr/>
        </p:nvGrpSpPr>
        <p:grpSpPr>
          <a:xfrm>
            <a:off x="2021150" y="1609224"/>
            <a:ext cx="1182276" cy="662027"/>
            <a:chOff x="2029517" y="1732295"/>
            <a:chExt cx="1149068" cy="643432"/>
          </a:xfrm>
        </p:grpSpPr>
        <p:grpSp>
          <p:nvGrpSpPr>
            <p:cNvPr id="7361" name="Google Shape;7361;p59"/>
            <p:cNvGrpSpPr/>
            <p:nvPr/>
          </p:nvGrpSpPr>
          <p:grpSpPr>
            <a:xfrm>
              <a:off x="2708660" y="1746937"/>
              <a:ext cx="455427" cy="244429"/>
              <a:chOff x="2700693" y="1746937"/>
              <a:chExt cx="455427" cy="244429"/>
            </a:xfrm>
          </p:grpSpPr>
          <p:grpSp>
            <p:nvGrpSpPr>
              <p:cNvPr id="7362" name="Google Shape;7362;p59"/>
              <p:cNvGrpSpPr/>
              <p:nvPr/>
            </p:nvGrpSpPr>
            <p:grpSpPr>
              <a:xfrm>
                <a:off x="2905682" y="1782817"/>
                <a:ext cx="250438" cy="208549"/>
                <a:chOff x="2905682" y="1782817"/>
                <a:chExt cx="250438" cy="208549"/>
              </a:xfrm>
            </p:grpSpPr>
            <p:cxnSp>
              <p:nvCxnSpPr>
                <p:cNvPr id="7363" name="Google Shape;7363;p5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64" name="Google Shape;7364;p5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59"/>
              <p:cNvGrpSpPr/>
              <p:nvPr/>
            </p:nvGrpSpPr>
            <p:grpSpPr>
              <a:xfrm>
                <a:off x="2700693" y="1746937"/>
                <a:ext cx="449967" cy="72374"/>
                <a:chOff x="2700693" y="1746937"/>
                <a:chExt cx="449967" cy="72374"/>
              </a:xfrm>
            </p:grpSpPr>
            <p:cxnSp>
              <p:nvCxnSpPr>
                <p:cNvPr id="7366" name="Google Shape;7366;p5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67" name="Google Shape;7367;p5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68" name="Google Shape;7368;p59"/>
            <p:cNvGrpSpPr/>
            <p:nvPr/>
          </p:nvGrpSpPr>
          <p:grpSpPr>
            <a:xfrm>
              <a:off x="2029517" y="1732295"/>
              <a:ext cx="1149068" cy="643432"/>
              <a:chOff x="2029517" y="1732295"/>
              <a:chExt cx="1149068" cy="643432"/>
            </a:xfrm>
          </p:grpSpPr>
          <p:grpSp>
            <p:nvGrpSpPr>
              <p:cNvPr id="7369" name="Google Shape;7369;p59"/>
              <p:cNvGrpSpPr/>
              <p:nvPr/>
            </p:nvGrpSpPr>
            <p:grpSpPr>
              <a:xfrm>
                <a:off x="2703618" y="2103152"/>
                <a:ext cx="474966" cy="260017"/>
                <a:chOff x="2703618" y="2103152"/>
                <a:chExt cx="474966" cy="260017"/>
              </a:xfrm>
            </p:grpSpPr>
            <p:grpSp>
              <p:nvGrpSpPr>
                <p:cNvPr id="7370" name="Google Shape;7370;p59"/>
                <p:cNvGrpSpPr/>
                <p:nvPr/>
              </p:nvGrpSpPr>
              <p:grpSpPr>
                <a:xfrm>
                  <a:off x="2703618" y="2290640"/>
                  <a:ext cx="450291" cy="72529"/>
                  <a:chOff x="2703618" y="2290640"/>
                  <a:chExt cx="450291" cy="72529"/>
                </a:xfrm>
              </p:grpSpPr>
              <p:cxnSp>
                <p:nvCxnSpPr>
                  <p:cNvPr id="7371" name="Google Shape;7371;p5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72" name="Google Shape;7372;p5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3" name="Google Shape;7373;p59"/>
                <p:cNvGrpSpPr/>
                <p:nvPr/>
              </p:nvGrpSpPr>
              <p:grpSpPr>
                <a:xfrm>
                  <a:off x="2908607" y="2103152"/>
                  <a:ext cx="269977" cy="223538"/>
                  <a:chOff x="2908607" y="2103152"/>
                  <a:chExt cx="269977" cy="223538"/>
                </a:xfrm>
              </p:grpSpPr>
              <p:cxnSp>
                <p:nvCxnSpPr>
                  <p:cNvPr id="7374" name="Google Shape;7374;p5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75" name="Google Shape;7375;p5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6" name="Google Shape;7376;p59"/>
              <p:cNvGrpSpPr/>
              <p:nvPr/>
            </p:nvGrpSpPr>
            <p:grpSpPr>
              <a:xfrm>
                <a:off x="2029517" y="1732295"/>
                <a:ext cx="685827" cy="643432"/>
                <a:chOff x="2029517" y="1732295"/>
                <a:chExt cx="685827" cy="643432"/>
              </a:xfrm>
            </p:grpSpPr>
            <p:sp>
              <p:nvSpPr>
                <p:cNvPr id="7377" name="Google Shape;7377;p5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8" name="Google Shape;7378;p59"/>
                <p:cNvGrpSpPr/>
                <p:nvPr/>
              </p:nvGrpSpPr>
              <p:grpSpPr>
                <a:xfrm>
                  <a:off x="2158948" y="1732295"/>
                  <a:ext cx="556396" cy="333108"/>
                  <a:chOff x="2158948" y="1732295"/>
                  <a:chExt cx="556396" cy="333108"/>
                </a:xfrm>
              </p:grpSpPr>
              <p:cxnSp>
                <p:nvCxnSpPr>
                  <p:cNvPr id="7379" name="Google Shape;7379;p5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80" name="Google Shape;7380;p5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1" name="Google Shape;7381;p59"/>
                <p:cNvGrpSpPr/>
                <p:nvPr/>
              </p:nvGrpSpPr>
              <p:grpSpPr>
                <a:xfrm>
                  <a:off x="2159908" y="2065057"/>
                  <a:ext cx="550884" cy="310670"/>
                  <a:chOff x="2159908" y="2065057"/>
                  <a:chExt cx="550884" cy="310670"/>
                </a:xfrm>
              </p:grpSpPr>
              <p:cxnSp>
                <p:nvCxnSpPr>
                  <p:cNvPr id="7382" name="Google Shape;7382;p5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83" name="Google Shape;7383;p5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384" name="Google Shape;7384;p59"/>
          <p:cNvGrpSpPr/>
          <p:nvPr/>
        </p:nvGrpSpPr>
        <p:grpSpPr>
          <a:xfrm>
            <a:off x="706399" y="1556837"/>
            <a:ext cx="962651" cy="810058"/>
            <a:chOff x="844912" y="1681380"/>
            <a:chExt cx="935611" cy="787305"/>
          </a:xfrm>
        </p:grpSpPr>
        <p:grpSp>
          <p:nvGrpSpPr>
            <p:cNvPr id="7385" name="Google Shape;7385;p59"/>
            <p:cNvGrpSpPr/>
            <p:nvPr/>
          </p:nvGrpSpPr>
          <p:grpSpPr>
            <a:xfrm>
              <a:off x="844912" y="1819635"/>
              <a:ext cx="329836" cy="510016"/>
              <a:chOff x="844912" y="1819635"/>
              <a:chExt cx="329836" cy="510016"/>
            </a:xfrm>
          </p:grpSpPr>
          <p:sp>
            <p:nvSpPr>
              <p:cNvPr id="7386" name="Google Shape;7386;p5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2" name="Google Shape;7392;p59"/>
            <p:cNvGrpSpPr/>
            <p:nvPr/>
          </p:nvGrpSpPr>
          <p:grpSpPr>
            <a:xfrm>
              <a:off x="1284601" y="2158168"/>
              <a:ext cx="495923" cy="310517"/>
              <a:chOff x="1284601" y="2158168"/>
              <a:chExt cx="495923" cy="310517"/>
            </a:xfrm>
          </p:grpSpPr>
          <p:sp>
            <p:nvSpPr>
              <p:cNvPr id="7393" name="Google Shape;7393;p5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4" name="Google Shape;7394;p59"/>
              <p:cNvGrpSpPr/>
              <p:nvPr/>
            </p:nvGrpSpPr>
            <p:grpSpPr>
              <a:xfrm>
                <a:off x="1507666" y="2158168"/>
                <a:ext cx="272858" cy="310517"/>
                <a:chOff x="1507666" y="2158168"/>
                <a:chExt cx="272858" cy="310517"/>
              </a:xfrm>
            </p:grpSpPr>
            <p:grpSp>
              <p:nvGrpSpPr>
                <p:cNvPr id="7395" name="Google Shape;7395;p59"/>
                <p:cNvGrpSpPr/>
                <p:nvPr/>
              </p:nvGrpSpPr>
              <p:grpSpPr>
                <a:xfrm>
                  <a:off x="1507666" y="2176104"/>
                  <a:ext cx="166395" cy="273149"/>
                  <a:chOff x="1507666" y="2176104"/>
                  <a:chExt cx="166395" cy="273149"/>
                </a:xfrm>
              </p:grpSpPr>
              <p:sp>
                <p:nvSpPr>
                  <p:cNvPr id="7396" name="Google Shape;7396;p5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3" name="Google Shape;7403;p5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05" name="Google Shape;7405;p59"/>
            <p:cNvGrpSpPr/>
            <p:nvPr/>
          </p:nvGrpSpPr>
          <p:grpSpPr>
            <a:xfrm>
              <a:off x="1284601" y="1681380"/>
              <a:ext cx="495923" cy="310517"/>
              <a:chOff x="1284601" y="1681380"/>
              <a:chExt cx="495923" cy="310517"/>
            </a:xfrm>
          </p:grpSpPr>
          <p:sp>
            <p:nvSpPr>
              <p:cNvPr id="7406" name="Google Shape;7406;p5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07" name="Google Shape;7407;p59"/>
              <p:cNvGrpSpPr/>
              <p:nvPr/>
            </p:nvGrpSpPr>
            <p:grpSpPr>
              <a:xfrm>
                <a:off x="1507666" y="1681380"/>
                <a:ext cx="272858" cy="310517"/>
                <a:chOff x="1507666" y="1681380"/>
                <a:chExt cx="272858" cy="310517"/>
              </a:xfrm>
            </p:grpSpPr>
            <p:grpSp>
              <p:nvGrpSpPr>
                <p:cNvPr id="7408" name="Google Shape;7408;p59"/>
                <p:cNvGrpSpPr/>
                <p:nvPr/>
              </p:nvGrpSpPr>
              <p:grpSpPr>
                <a:xfrm>
                  <a:off x="1507666" y="1700120"/>
                  <a:ext cx="166395" cy="272984"/>
                  <a:chOff x="1507666" y="1700120"/>
                  <a:chExt cx="166395" cy="272984"/>
                </a:xfrm>
              </p:grpSpPr>
              <p:sp>
                <p:nvSpPr>
                  <p:cNvPr id="7409" name="Google Shape;7409;p5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16" name="Google Shape;7416;p5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418" name="Google Shape;7418;p59"/>
          <p:cNvGrpSpPr/>
          <p:nvPr/>
        </p:nvGrpSpPr>
        <p:grpSpPr>
          <a:xfrm>
            <a:off x="6815339" y="2324267"/>
            <a:ext cx="1622269" cy="552443"/>
            <a:chOff x="6894650" y="2574740"/>
            <a:chExt cx="1445100" cy="492111"/>
          </a:xfrm>
        </p:grpSpPr>
        <p:sp>
          <p:nvSpPr>
            <p:cNvPr id="7419" name="Google Shape;7419;p5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24" name="Google Shape;7424;p5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425" name="Google Shape;7425;p59"/>
          <p:cNvGrpSpPr/>
          <p:nvPr/>
        </p:nvGrpSpPr>
        <p:grpSpPr>
          <a:xfrm>
            <a:off x="6834882" y="3698522"/>
            <a:ext cx="1583206" cy="475705"/>
            <a:chOff x="6953919" y="3907920"/>
            <a:chExt cx="1377300" cy="475705"/>
          </a:xfrm>
        </p:grpSpPr>
        <p:cxnSp>
          <p:nvCxnSpPr>
            <p:cNvPr id="7426" name="Google Shape;7426;p5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427" name="Google Shape;7427;p5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428" name="Google Shape;7428;p5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429" name="Google Shape;7429;p5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430" name="Google Shape;7430;p5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431" name="Google Shape;7431;p59"/>
          <p:cNvGrpSpPr/>
          <p:nvPr/>
        </p:nvGrpSpPr>
        <p:grpSpPr>
          <a:xfrm>
            <a:off x="2338470" y="2459668"/>
            <a:ext cx="836286" cy="824529"/>
            <a:chOff x="2389399" y="2595741"/>
            <a:chExt cx="812796" cy="801369"/>
          </a:xfrm>
        </p:grpSpPr>
        <p:grpSp>
          <p:nvGrpSpPr>
            <p:cNvPr id="7432" name="Google Shape;7432;p59"/>
            <p:cNvGrpSpPr/>
            <p:nvPr/>
          </p:nvGrpSpPr>
          <p:grpSpPr>
            <a:xfrm>
              <a:off x="2492145" y="2881565"/>
              <a:ext cx="607300" cy="229751"/>
              <a:chOff x="2492145" y="2881565"/>
              <a:chExt cx="607300" cy="229751"/>
            </a:xfrm>
          </p:grpSpPr>
          <p:sp>
            <p:nvSpPr>
              <p:cNvPr id="7433" name="Google Shape;7433;p5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59"/>
            <p:cNvGrpSpPr/>
            <p:nvPr/>
          </p:nvGrpSpPr>
          <p:grpSpPr>
            <a:xfrm>
              <a:off x="2389399" y="2595741"/>
              <a:ext cx="812796" cy="296825"/>
              <a:chOff x="2389399" y="2595741"/>
              <a:chExt cx="812796" cy="296825"/>
            </a:xfrm>
          </p:grpSpPr>
          <p:grpSp>
            <p:nvGrpSpPr>
              <p:cNvPr id="7437" name="Google Shape;7437;p59"/>
              <p:cNvGrpSpPr/>
              <p:nvPr/>
            </p:nvGrpSpPr>
            <p:grpSpPr>
              <a:xfrm>
                <a:off x="2389399" y="2595741"/>
                <a:ext cx="363638" cy="296825"/>
                <a:chOff x="2389399" y="2595741"/>
                <a:chExt cx="363638" cy="296825"/>
              </a:xfrm>
            </p:grpSpPr>
            <p:grpSp>
              <p:nvGrpSpPr>
                <p:cNvPr id="7438" name="Google Shape;7438;p59"/>
                <p:cNvGrpSpPr/>
                <p:nvPr/>
              </p:nvGrpSpPr>
              <p:grpSpPr>
                <a:xfrm>
                  <a:off x="2493852" y="2794333"/>
                  <a:ext cx="259185" cy="98232"/>
                  <a:chOff x="2493852" y="2794333"/>
                  <a:chExt cx="259185" cy="98232"/>
                </a:xfrm>
              </p:grpSpPr>
              <p:sp>
                <p:nvSpPr>
                  <p:cNvPr id="7439" name="Google Shape;7439;p5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59"/>
                <p:cNvGrpSpPr/>
                <p:nvPr/>
              </p:nvGrpSpPr>
              <p:grpSpPr>
                <a:xfrm>
                  <a:off x="2389399" y="2595741"/>
                  <a:ext cx="224343" cy="182054"/>
                  <a:chOff x="2389399" y="2595741"/>
                  <a:chExt cx="224343" cy="182054"/>
                </a:xfrm>
              </p:grpSpPr>
              <p:sp>
                <p:nvSpPr>
                  <p:cNvPr id="7443" name="Google Shape;7443;p5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45" name="Google Shape;7445;p59"/>
              <p:cNvGrpSpPr/>
              <p:nvPr/>
            </p:nvGrpSpPr>
            <p:grpSpPr>
              <a:xfrm>
                <a:off x="2683630" y="2595741"/>
                <a:ext cx="224334" cy="296825"/>
                <a:chOff x="2683630" y="2595741"/>
                <a:chExt cx="224334" cy="296825"/>
              </a:xfrm>
            </p:grpSpPr>
            <p:grpSp>
              <p:nvGrpSpPr>
                <p:cNvPr id="7446" name="Google Shape;7446;p59"/>
                <p:cNvGrpSpPr/>
                <p:nvPr/>
              </p:nvGrpSpPr>
              <p:grpSpPr>
                <a:xfrm>
                  <a:off x="2788083" y="2794333"/>
                  <a:ext cx="15356" cy="98232"/>
                  <a:chOff x="2788083" y="2794333"/>
                  <a:chExt cx="15356" cy="98232"/>
                </a:xfrm>
              </p:grpSpPr>
              <p:sp>
                <p:nvSpPr>
                  <p:cNvPr id="7447" name="Google Shape;7447;p5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0" name="Google Shape;7450;p59"/>
                <p:cNvGrpSpPr/>
                <p:nvPr/>
              </p:nvGrpSpPr>
              <p:grpSpPr>
                <a:xfrm>
                  <a:off x="2683630" y="2595741"/>
                  <a:ext cx="224334" cy="182054"/>
                  <a:chOff x="2683630" y="2595741"/>
                  <a:chExt cx="224334" cy="182054"/>
                </a:xfrm>
              </p:grpSpPr>
              <p:sp>
                <p:nvSpPr>
                  <p:cNvPr id="7451" name="Google Shape;7451;p5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3" name="Google Shape;7453;p59"/>
              <p:cNvGrpSpPr/>
              <p:nvPr/>
            </p:nvGrpSpPr>
            <p:grpSpPr>
              <a:xfrm>
                <a:off x="2838475" y="2595741"/>
                <a:ext cx="363719" cy="296825"/>
                <a:chOff x="2838475" y="2595741"/>
                <a:chExt cx="363719" cy="296825"/>
              </a:xfrm>
            </p:grpSpPr>
            <p:grpSp>
              <p:nvGrpSpPr>
                <p:cNvPr id="7454" name="Google Shape;7454;p59"/>
                <p:cNvGrpSpPr/>
                <p:nvPr/>
              </p:nvGrpSpPr>
              <p:grpSpPr>
                <a:xfrm>
                  <a:off x="2838475" y="2794333"/>
                  <a:ext cx="259185" cy="98232"/>
                  <a:chOff x="2838475" y="2794333"/>
                  <a:chExt cx="259185" cy="98232"/>
                </a:xfrm>
              </p:grpSpPr>
              <p:sp>
                <p:nvSpPr>
                  <p:cNvPr id="7455" name="Google Shape;7455;p5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8" name="Google Shape;7458;p59"/>
                <p:cNvGrpSpPr/>
                <p:nvPr/>
              </p:nvGrpSpPr>
              <p:grpSpPr>
                <a:xfrm>
                  <a:off x="2977852" y="2595741"/>
                  <a:ext cx="224343" cy="182054"/>
                  <a:chOff x="2977852" y="2595741"/>
                  <a:chExt cx="224343" cy="182054"/>
                </a:xfrm>
              </p:grpSpPr>
              <p:sp>
                <p:nvSpPr>
                  <p:cNvPr id="7459" name="Google Shape;7459;p5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461" name="Google Shape;7461;p59"/>
            <p:cNvGrpSpPr/>
            <p:nvPr/>
          </p:nvGrpSpPr>
          <p:grpSpPr>
            <a:xfrm>
              <a:off x="2389399" y="3100241"/>
              <a:ext cx="812796" cy="296869"/>
              <a:chOff x="2389399" y="3100241"/>
              <a:chExt cx="812796" cy="296869"/>
            </a:xfrm>
          </p:grpSpPr>
          <p:grpSp>
            <p:nvGrpSpPr>
              <p:cNvPr id="7462" name="Google Shape;7462;p59"/>
              <p:cNvGrpSpPr/>
              <p:nvPr/>
            </p:nvGrpSpPr>
            <p:grpSpPr>
              <a:xfrm>
                <a:off x="2683630" y="3100241"/>
                <a:ext cx="224334" cy="296869"/>
                <a:chOff x="2683630" y="3100241"/>
                <a:chExt cx="224334" cy="296869"/>
              </a:xfrm>
            </p:grpSpPr>
            <p:grpSp>
              <p:nvGrpSpPr>
                <p:cNvPr id="7463" name="Google Shape;7463;p59"/>
                <p:cNvGrpSpPr/>
                <p:nvPr/>
              </p:nvGrpSpPr>
              <p:grpSpPr>
                <a:xfrm>
                  <a:off x="2788083" y="3100241"/>
                  <a:ext cx="15356" cy="98237"/>
                  <a:chOff x="2788083" y="3100241"/>
                  <a:chExt cx="15356" cy="98237"/>
                </a:xfrm>
              </p:grpSpPr>
              <p:sp>
                <p:nvSpPr>
                  <p:cNvPr id="7464" name="Google Shape;7464;p5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7" name="Google Shape;7467;p59"/>
                <p:cNvGrpSpPr/>
                <p:nvPr/>
              </p:nvGrpSpPr>
              <p:grpSpPr>
                <a:xfrm>
                  <a:off x="2683630" y="3215065"/>
                  <a:ext cx="224334" cy="182045"/>
                  <a:chOff x="2683630" y="3215065"/>
                  <a:chExt cx="224334" cy="182045"/>
                </a:xfrm>
              </p:grpSpPr>
              <p:sp>
                <p:nvSpPr>
                  <p:cNvPr id="7468" name="Google Shape;7468;p5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70" name="Google Shape;7470;p59"/>
              <p:cNvGrpSpPr/>
              <p:nvPr/>
            </p:nvGrpSpPr>
            <p:grpSpPr>
              <a:xfrm>
                <a:off x="2389399" y="3100241"/>
                <a:ext cx="363638" cy="296869"/>
                <a:chOff x="2389399" y="3100241"/>
                <a:chExt cx="363638" cy="296869"/>
              </a:xfrm>
            </p:grpSpPr>
            <p:grpSp>
              <p:nvGrpSpPr>
                <p:cNvPr id="7471" name="Google Shape;7471;p59"/>
                <p:cNvGrpSpPr/>
                <p:nvPr/>
              </p:nvGrpSpPr>
              <p:grpSpPr>
                <a:xfrm>
                  <a:off x="2493852" y="3100241"/>
                  <a:ext cx="259185" cy="98237"/>
                  <a:chOff x="2493852" y="3100241"/>
                  <a:chExt cx="259185" cy="98237"/>
                </a:xfrm>
              </p:grpSpPr>
              <p:sp>
                <p:nvSpPr>
                  <p:cNvPr id="7472" name="Google Shape;7472;p5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59"/>
                <p:cNvGrpSpPr/>
                <p:nvPr/>
              </p:nvGrpSpPr>
              <p:grpSpPr>
                <a:xfrm>
                  <a:off x="2389399" y="3215065"/>
                  <a:ext cx="224343" cy="182045"/>
                  <a:chOff x="2389399" y="3215065"/>
                  <a:chExt cx="224343" cy="182045"/>
                </a:xfrm>
              </p:grpSpPr>
              <p:sp>
                <p:nvSpPr>
                  <p:cNvPr id="7476" name="Google Shape;7476;p5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78" name="Google Shape;7478;p59"/>
              <p:cNvGrpSpPr/>
              <p:nvPr/>
            </p:nvGrpSpPr>
            <p:grpSpPr>
              <a:xfrm>
                <a:off x="2838475" y="3100241"/>
                <a:ext cx="363719" cy="296869"/>
                <a:chOff x="2838475" y="3100241"/>
                <a:chExt cx="363719" cy="296869"/>
              </a:xfrm>
            </p:grpSpPr>
            <p:grpSp>
              <p:nvGrpSpPr>
                <p:cNvPr id="7479" name="Google Shape;7479;p59"/>
                <p:cNvGrpSpPr/>
                <p:nvPr/>
              </p:nvGrpSpPr>
              <p:grpSpPr>
                <a:xfrm>
                  <a:off x="2838475" y="3100241"/>
                  <a:ext cx="259185" cy="98237"/>
                  <a:chOff x="2838475" y="3100241"/>
                  <a:chExt cx="259185" cy="98237"/>
                </a:xfrm>
              </p:grpSpPr>
              <p:sp>
                <p:nvSpPr>
                  <p:cNvPr id="7480" name="Google Shape;7480;p5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59"/>
                <p:cNvGrpSpPr/>
                <p:nvPr/>
              </p:nvGrpSpPr>
              <p:grpSpPr>
                <a:xfrm>
                  <a:off x="2977852" y="3215065"/>
                  <a:ext cx="224343" cy="182045"/>
                  <a:chOff x="2977852" y="3215065"/>
                  <a:chExt cx="224343" cy="182045"/>
                </a:xfrm>
              </p:grpSpPr>
              <p:sp>
                <p:nvSpPr>
                  <p:cNvPr id="7484" name="Google Shape;7484;p5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489"/>
        <p:cNvGrpSpPr/>
        <p:nvPr/>
      </p:nvGrpSpPr>
      <p:grpSpPr>
        <a:xfrm>
          <a:off x="0" y="0"/>
          <a:ext cx="0" cy="0"/>
          <a:chOff x="0" y="0"/>
          <a:chExt cx="0" cy="0"/>
        </a:xfrm>
      </p:grpSpPr>
      <p:grpSp>
        <p:nvGrpSpPr>
          <p:cNvPr id="7490" name="Google Shape;7490;p60"/>
          <p:cNvGrpSpPr/>
          <p:nvPr/>
        </p:nvGrpSpPr>
        <p:grpSpPr>
          <a:xfrm>
            <a:off x="702088" y="3155922"/>
            <a:ext cx="2390414" cy="1024800"/>
            <a:chOff x="728925" y="3296613"/>
            <a:chExt cx="2390414" cy="1024800"/>
          </a:xfrm>
        </p:grpSpPr>
        <p:grpSp>
          <p:nvGrpSpPr>
            <p:cNvPr id="7491" name="Google Shape;7491;p60"/>
            <p:cNvGrpSpPr/>
            <p:nvPr/>
          </p:nvGrpSpPr>
          <p:grpSpPr>
            <a:xfrm>
              <a:off x="728925" y="3619800"/>
              <a:ext cx="2390414" cy="500893"/>
              <a:chOff x="728925" y="3619800"/>
              <a:chExt cx="2390414" cy="500893"/>
            </a:xfrm>
          </p:grpSpPr>
          <p:sp>
            <p:nvSpPr>
              <p:cNvPr id="7492" name="Google Shape;7492;p6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93" name="Google Shape;7493;p6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494" name="Google Shape;7494;p60"/>
            <p:cNvGrpSpPr/>
            <p:nvPr/>
          </p:nvGrpSpPr>
          <p:grpSpPr>
            <a:xfrm>
              <a:off x="1348050" y="3296613"/>
              <a:ext cx="1706152" cy="1024800"/>
              <a:chOff x="1348050" y="3296613"/>
              <a:chExt cx="1706152" cy="1024800"/>
            </a:xfrm>
          </p:grpSpPr>
          <p:sp>
            <p:nvSpPr>
              <p:cNvPr id="7495" name="Google Shape;7495;p6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96" name="Google Shape;7496;p6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97" name="Google Shape;7497;p6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98" name="Google Shape;7498;p6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99" name="Google Shape;7499;p6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500" name="Google Shape;7500;p60"/>
            <p:cNvGrpSpPr/>
            <p:nvPr/>
          </p:nvGrpSpPr>
          <p:grpSpPr>
            <a:xfrm>
              <a:off x="1455707" y="3654858"/>
              <a:ext cx="1491150" cy="417657"/>
              <a:chOff x="1455707" y="3654858"/>
              <a:chExt cx="1491150" cy="417657"/>
            </a:xfrm>
          </p:grpSpPr>
          <p:sp>
            <p:nvSpPr>
              <p:cNvPr id="7501" name="Google Shape;7501;p6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521" name="Google Shape;7521;p60"/>
          <p:cNvGraphicFramePr/>
          <p:nvPr/>
        </p:nvGraphicFramePr>
        <p:xfrm>
          <a:off x="5937787" y="2153834"/>
          <a:ext cx="2504100" cy="864780"/>
        </p:xfrm>
        <a:graphic>
          <a:graphicData uri="http://schemas.openxmlformats.org/drawingml/2006/table">
            <a:tbl>
              <a:tblPr>
                <a:noFill/>
                <a:tableStyleId>{960529B7-468A-4AAD-88D3-7B0E757F590B}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10"/>
                      </a:srgbClr>
                    </a:solidFill>
                  </a:tcPr>
                </a:tc>
                <a:extLst>
                  <a:ext uri="{0D108BD9-81ED-4DB2-BD59-A6C34878D82A}">
                    <a16:rowId xmlns:a16="http://schemas.microsoft.com/office/drawing/2014/main" val="10003"/>
                  </a:ext>
                </a:extLst>
              </a:tr>
            </a:tbl>
          </a:graphicData>
        </a:graphic>
      </p:graphicFrame>
      <p:grpSp>
        <p:nvGrpSpPr>
          <p:cNvPr id="7522" name="Google Shape;7522;p60"/>
          <p:cNvGrpSpPr/>
          <p:nvPr/>
        </p:nvGrpSpPr>
        <p:grpSpPr>
          <a:xfrm>
            <a:off x="710464" y="981599"/>
            <a:ext cx="2396505" cy="976502"/>
            <a:chOff x="749309" y="1112739"/>
            <a:chExt cx="2371603" cy="976502"/>
          </a:xfrm>
        </p:grpSpPr>
        <p:grpSp>
          <p:nvGrpSpPr>
            <p:cNvPr id="7523" name="Google Shape;7523;p60"/>
            <p:cNvGrpSpPr/>
            <p:nvPr/>
          </p:nvGrpSpPr>
          <p:grpSpPr>
            <a:xfrm>
              <a:off x="1092126" y="1112739"/>
              <a:ext cx="2028786" cy="975464"/>
              <a:chOff x="1092126" y="1112739"/>
              <a:chExt cx="2028786" cy="975464"/>
            </a:xfrm>
          </p:grpSpPr>
          <p:sp>
            <p:nvSpPr>
              <p:cNvPr id="7524" name="Google Shape;7524;p6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8" name="Google Shape;7548;p60"/>
            <p:cNvGrpSpPr/>
            <p:nvPr/>
          </p:nvGrpSpPr>
          <p:grpSpPr>
            <a:xfrm>
              <a:off x="749309" y="1112739"/>
              <a:ext cx="314700" cy="975464"/>
              <a:chOff x="749309" y="1112739"/>
              <a:chExt cx="314700" cy="975464"/>
            </a:xfrm>
          </p:grpSpPr>
          <p:sp>
            <p:nvSpPr>
              <p:cNvPr id="7549" name="Google Shape;7549;p6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3" name="Google Shape;7553;p6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557" name="Google Shape;7557;p60"/>
          <p:cNvGraphicFramePr/>
          <p:nvPr/>
        </p:nvGraphicFramePr>
        <p:xfrm>
          <a:off x="5937812" y="981584"/>
          <a:ext cx="2504100" cy="976500"/>
        </p:xfrm>
        <a:graphic>
          <a:graphicData uri="http://schemas.openxmlformats.org/drawingml/2006/table">
            <a:tbl>
              <a:tblPr>
                <a:noFill/>
                <a:tableStyleId>{960529B7-468A-4AAD-88D3-7B0E757F590B}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558" name="Google Shape;7558;p60"/>
          <p:cNvGraphicFramePr/>
          <p:nvPr/>
        </p:nvGraphicFramePr>
        <p:xfrm>
          <a:off x="3358675" y="2153834"/>
          <a:ext cx="2363400" cy="868575"/>
        </p:xfrm>
        <a:graphic>
          <a:graphicData uri="http://schemas.openxmlformats.org/drawingml/2006/table">
            <a:tbl>
              <a:tblPr>
                <a:noFill/>
                <a:tableStyleId>{960529B7-468A-4AAD-88D3-7B0E757F590B}</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559" name="Google Shape;7559;p60"/>
          <p:cNvGrpSpPr/>
          <p:nvPr/>
        </p:nvGrpSpPr>
        <p:grpSpPr>
          <a:xfrm>
            <a:off x="3360661" y="3144795"/>
            <a:ext cx="2363377" cy="1047062"/>
            <a:chOff x="3358399" y="3285485"/>
            <a:chExt cx="2363377" cy="1047062"/>
          </a:xfrm>
        </p:grpSpPr>
        <p:grpSp>
          <p:nvGrpSpPr>
            <p:cNvPr id="7560" name="Google Shape;7560;p60"/>
            <p:cNvGrpSpPr/>
            <p:nvPr/>
          </p:nvGrpSpPr>
          <p:grpSpPr>
            <a:xfrm>
              <a:off x="3358412" y="3285485"/>
              <a:ext cx="2363244" cy="139500"/>
              <a:chOff x="3358412" y="3285485"/>
              <a:chExt cx="2363244" cy="139500"/>
            </a:xfrm>
          </p:grpSpPr>
          <p:sp>
            <p:nvSpPr>
              <p:cNvPr id="7561" name="Google Shape;7561;p6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6" name="Google Shape;7566;p60"/>
            <p:cNvGrpSpPr/>
            <p:nvPr/>
          </p:nvGrpSpPr>
          <p:grpSpPr>
            <a:xfrm>
              <a:off x="3358412" y="3466996"/>
              <a:ext cx="2363244" cy="139500"/>
              <a:chOff x="3358412" y="3466996"/>
              <a:chExt cx="2363244" cy="139500"/>
            </a:xfrm>
          </p:grpSpPr>
          <p:sp>
            <p:nvSpPr>
              <p:cNvPr id="7567" name="Google Shape;7567;p6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2" name="Google Shape;7572;p60"/>
            <p:cNvGrpSpPr/>
            <p:nvPr/>
          </p:nvGrpSpPr>
          <p:grpSpPr>
            <a:xfrm>
              <a:off x="3358412" y="3648507"/>
              <a:ext cx="2363244" cy="139500"/>
              <a:chOff x="3358412" y="3648507"/>
              <a:chExt cx="2363244" cy="139500"/>
            </a:xfrm>
          </p:grpSpPr>
          <p:sp>
            <p:nvSpPr>
              <p:cNvPr id="7573" name="Google Shape;7573;p6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60"/>
            <p:cNvGrpSpPr/>
            <p:nvPr/>
          </p:nvGrpSpPr>
          <p:grpSpPr>
            <a:xfrm>
              <a:off x="3358412" y="3830018"/>
              <a:ext cx="2363244" cy="139500"/>
              <a:chOff x="3358412" y="3830018"/>
              <a:chExt cx="2363244" cy="139500"/>
            </a:xfrm>
          </p:grpSpPr>
          <p:sp>
            <p:nvSpPr>
              <p:cNvPr id="7579" name="Google Shape;7579;p6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4" name="Google Shape;7584;p60"/>
            <p:cNvGrpSpPr/>
            <p:nvPr/>
          </p:nvGrpSpPr>
          <p:grpSpPr>
            <a:xfrm>
              <a:off x="3358399" y="4011514"/>
              <a:ext cx="2363377" cy="139537"/>
              <a:chOff x="3294800" y="4134603"/>
              <a:chExt cx="2638876" cy="152400"/>
            </a:xfrm>
          </p:grpSpPr>
          <p:sp>
            <p:nvSpPr>
              <p:cNvPr id="7585" name="Google Shape;7585;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60"/>
            <p:cNvGrpSpPr/>
            <p:nvPr/>
          </p:nvGrpSpPr>
          <p:grpSpPr>
            <a:xfrm>
              <a:off x="3358399" y="4193010"/>
              <a:ext cx="2363377" cy="139537"/>
              <a:chOff x="3294800" y="4134603"/>
              <a:chExt cx="2638876" cy="152400"/>
            </a:xfrm>
          </p:grpSpPr>
          <p:sp>
            <p:nvSpPr>
              <p:cNvPr id="7591" name="Google Shape;7591;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596" name="Google Shape;7596;p60"/>
          <p:cNvGraphicFramePr/>
          <p:nvPr/>
        </p:nvGraphicFramePr>
        <p:xfrm>
          <a:off x="711463" y="2153834"/>
          <a:ext cx="2369800" cy="889350"/>
        </p:xfrm>
        <a:graphic>
          <a:graphicData uri="http://schemas.openxmlformats.org/drawingml/2006/table">
            <a:tbl>
              <a:tblPr>
                <a:noFill/>
                <a:tableStyleId>{960529B7-468A-4AAD-88D3-7B0E757F590B}</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597" name="Google Shape;7597;p60"/>
          <p:cNvGrpSpPr/>
          <p:nvPr/>
        </p:nvGrpSpPr>
        <p:grpSpPr>
          <a:xfrm>
            <a:off x="4161132" y="2557649"/>
            <a:ext cx="1302095" cy="60959"/>
            <a:chOff x="3558802" y="4011427"/>
            <a:chExt cx="1866000" cy="111300"/>
          </a:xfrm>
        </p:grpSpPr>
        <p:sp>
          <p:nvSpPr>
            <p:cNvPr id="7598" name="Google Shape;7598;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0" name="Google Shape;7600;p60"/>
          <p:cNvGrpSpPr/>
          <p:nvPr/>
        </p:nvGrpSpPr>
        <p:grpSpPr>
          <a:xfrm>
            <a:off x="4706620" y="2839808"/>
            <a:ext cx="914340" cy="60959"/>
            <a:chOff x="3558802" y="4011427"/>
            <a:chExt cx="1866000" cy="111300"/>
          </a:xfrm>
        </p:grpSpPr>
        <p:sp>
          <p:nvSpPr>
            <p:cNvPr id="7601" name="Google Shape;7601;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3" name="Google Shape;7603;p60"/>
          <p:cNvGrpSpPr/>
          <p:nvPr/>
        </p:nvGrpSpPr>
        <p:grpSpPr>
          <a:xfrm>
            <a:off x="5871419" y="3167606"/>
            <a:ext cx="2522867" cy="1001454"/>
            <a:chOff x="1904318" y="789980"/>
            <a:chExt cx="1489472" cy="606868"/>
          </a:xfrm>
        </p:grpSpPr>
        <p:cxnSp>
          <p:nvCxnSpPr>
            <p:cNvPr id="7604" name="Google Shape;7604;p6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605" name="Google Shape;7605;p6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606" name="Google Shape;7606;p6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607" name="Google Shape;7607;p6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608" name="Google Shape;7608;p6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609" name="Google Shape;7609;p6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610" name="Google Shape;7610;p6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611" name="Google Shape;7611;p6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0"/>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618" name="Google Shape;7618;p60"/>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619" name="Google Shape;7619;p60"/>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620" name="Google Shape;7620;p6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60"/>
          <p:cNvGrpSpPr/>
          <p:nvPr/>
        </p:nvGrpSpPr>
        <p:grpSpPr>
          <a:xfrm>
            <a:off x="3355824" y="951642"/>
            <a:ext cx="2363393" cy="1005865"/>
            <a:chOff x="3292400" y="1193188"/>
            <a:chExt cx="2615240" cy="1131075"/>
          </a:xfrm>
        </p:grpSpPr>
        <p:sp>
          <p:nvSpPr>
            <p:cNvPr id="7622" name="Google Shape;7622;p6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23" name="Google Shape;7623;p6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24" name="Google Shape;7624;p6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625" name="Google Shape;7625;p6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626" name="Google Shape;7626;p6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627" name="Google Shape;7627;p6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628" name="Google Shape;7628;p6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629" name="Google Shape;7629;p6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630" name="Google Shape;7630;p6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631" name="Google Shape;7631;p6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632" name="Google Shape;7632;p6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633" name="Google Shape;7633;p6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634" name="Google Shape;7634;p6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635" name="Google Shape;7635;p6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636" name="Google Shape;7636;p60"/>
            <p:cNvGrpSpPr/>
            <p:nvPr/>
          </p:nvGrpSpPr>
          <p:grpSpPr>
            <a:xfrm>
              <a:off x="3748438" y="1378608"/>
              <a:ext cx="2159202" cy="903971"/>
              <a:chOff x="1683525" y="2179850"/>
              <a:chExt cx="4519050" cy="2134525"/>
            </a:xfrm>
          </p:grpSpPr>
          <p:sp>
            <p:nvSpPr>
              <p:cNvPr id="7637" name="Google Shape;7637;p6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38" name="Google Shape;7638;p6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39" name="Google Shape;7639;p6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0" name="Google Shape;7640;p6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1" name="Google Shape;7641;p6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2" name="Google Shape;7642;p6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3" name="Google Shape;7643;p6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4" name="Google Shape;7644;p6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5" name="Google Shape;7645;p6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6" name="Google Shape;7646;p6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7" name="Google Shape;7647;p6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48" name="Google Shape;7648;p6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652"/>
        <p:cNvGrpSpPr/>
        <p:nvPr/>
      </p:nvGrpSpPr>
      <p:grpSpPr>
        <a:xfrm>
          <a:off x="0" y="0"/>
          <a:ext cx="0" cy="0"/>
          <a:chOff x="0" y="0"/>
          <a:chExt cx="0" cy="0"/>
        </a:xfrm>
      </p:grpSpPr>
      <p:grpSp>
        <p:nvGrpSpPr>
          <p:cNvPr id="7653" name="Google Shape;7653;p61"/>
          <p:cNvGrpSpPr/>
          <p:nvPr/>
        </p:nvGrpSpPr>
        <p:grpSpPr>
          <a:xfrm>
            <a:off x="4796690" y="970936"/>
            <a:ext cx="745431" cy="718863"/>
            <a:chOff x="4249973" y="1201875"/>
            <a:chExt cx="1958568" cy="1888762"/>
          </a:xfrm>
        </p:grpSpPr>
        <p:sp>
          <p:nvSpPr>
            <p:cNvPr id="7654" name="Google Shape;7654;p6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5" name="Google Shape;7655;p61"/>
            <p:cNvGrpSpPr/>
            <p:nvPr/>
          </p:nvGrpSpPr>
          <p:grpSpPr>
            <a:xfrm>
              <a:off x="5853086" y="1789142"/>
              <a:ext cx="355454" cy="1048099"/>
              <a:chOff x="5576108" y="2016725"/>
              <a:chExt cx="565200" cy="1666560"/>
            </a:xfrm>
          </p:grpSpPr>
          <p:sp>
            <p:nvSpPr>
              <p:cNvPr id="7656" name="Google Shape;7656;p6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57" name="Google Shape;7657;p6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8" name="Google Shape;7658;p61"/>
            <p:cNvGrpSpPr/>
            <p:nvPr/>
          </p:nvGrpSpPr>
          <p:grpSpPr>
            <a:xfrm>
              <a:off x="4869455" y="2691676"/>
              <a:ext cx="1013897" cy="398961"/>
              <a:chOff x="4012057" y="3451825"/>
              <a:chExt cx="1612175" cy="634379"/>
            </a:xfrm>
          </p:grpSpPr>
          <p:sp>
            <p:nvSpPr>
              <p:cNvPr id="7659" name="Google Shape;7659;p6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60" name="Google Shape;7660;p6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1" name="Google Shape;7661;p61"/>
            <p:cNvGrpSpPr/>
            <p:nvPr/>
          </p:nvGrpSpPr>
          <p:grpSpPr>
            <a:xfrm>
              <a:off x="4276937" y="2155961"/>
              <a:ext cx="651965" cy="891358"/>
              <a:chOff x="3069908" y="2599997"/>
              <a:chExt cx="1036675" cy="1417328"/>
            </a:xfrm>
          </p:grpSpPr>
          <p:sp>
            <p:nvSpPr>
              <p:cNvPr id="7662" name="Google Shape;7662;p6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63" name="Google Shape;7663;p6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61"/>
            <p:cNvGrpSpPr/>
            <p:nvPr/>
          </p:nvGrpSpPr>
          <p:grpSpPr>
            <a:xfrm>
              <a:off x="5054918" y="1201875"/>
              <a:ext cx="999548" cy="602711"/>
              <a:chOff x="4306958" y="1082925"/>
              <a:chExt cx="1589359" cy="958358"/>
            </a:xfrm>
          </p:grpSpPr>
          <p:sp>
            <p:nvSpPr>
              <p:cNvPr id="7665" name="Google Shape;7665;p6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66" name="Google Shape;7666;p6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61"/>
            <p:cNvGrpSpPr/>
            <p:nvPr/>
          </p:nvGrpSpPr>
          <p:grpSpPr>
            <a:xfrm>
              <a:off x="4249973" y="1303451"/>
              <a:ext cx="799317" cy="841334"/>
              <a:chOff x="3027033" y="1244439"/>
              <a:chExt cx="1270977" cy="1337786"/>
            </a:xfrm>
          </p:grpSpPr>
          <p:sp>
            <p:nvSpPr>
              <p:cNvPr id="7668" name="Google Shape;7668;p6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69" name="Google Shape;7669;p6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0" name="Google Shape;7670;p61"/>
          <p:cNvGrpSpPr/>
          <p:nvPr/>
        </p:nvGrpSpPr>
        <p:grpSpPr>
          <a:xfrm>
            <a:off x="713063" y="1849386"/>
            <a:ext cx="761767" cy="729896"/>
            <a:chOff x="2657744" y="2337745"/>
            <a:chExt cx="832987" cy="798137"/>
          </a:xfrm>
        </p:grpSpPr>
        <p:sp>
          <p:nvSpPr>
            <p:cNvPr id="7671" name="Google Shape;7671;p6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61"/>
          <p:cNvGrpSpPr/>
          <p:nvPr/>
        </p:nvGrpSpPr>
        <p:grpSpPr>
          <a:xfrm>
            <a:off x="3224027" y="1852592"/>
            <a:ext cx="685569" cy="723586"/>
            <a:chOff x="3398134" y="2057755"/>
            <a:chExt cx="704087" cy="743130"/>
          </a:xfrm>
        </p:grpSpPr>
        <p:grpSp>
          <p:nvGrpSpPr>
            <p:cNvPr id="7678" name="Google Shape;7678;p61"/>
            <p:cNvGrpSpPr/>
            <p:nvPr/>
          </p:nvGrpSpPr>
          <p:grpSpPr>
            <a:xfrm>
              <a:off x="3398134" y="2290183"/>
              <a:ext cx="315300" cy="219900"/>
              <a:chOff x="3398134" y="2290183"/>
              <a:chExt cx="315300" cy="219900"/>
            </a:xfrm>
          </p:grpSpPr>
          <p:sp>
            <p:nvSpPr>
              <p:cNvPr id="7679" name="Google Shape;7679;p6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80" name="Google Shape;7680;p61"/>
              <p:cNvCxnSpPr>
                <a:stCxn id="767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681" name="Google Shape;7681;p61"/>
            <p:cNvGrpSpPr/>
            <p:nvPr/>
          </p:nvGrpSpPr>
          <p:grpSpPr>
            <a:xfrm>
              <a:off x="3547823" y="2467358"/>
              <a:ext cx="219900" cy="333527"/>
              <a:chOff x="3547823" y="2467358"/>
              <a:chExt cx="219900" cy="333527"/>
            </a:xfrm>
          </p:grpSpPr>
          <p:sp>
            <p:nvSpPr>
              <p:cNvPr id="7682" name="Google Shape;7682;p6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83" name="Google Shape;7683;p6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684" name="Google Shape;7684;p61"/>
            <p:cNvGrpSpPr/>
            <p:nvPr/>
          </p:nvGrpSpPr>
          <p:grpSpPr>
            <a:xfrm>
              <a:off x="3734138" y="2467358"/>
              <a:ext cx="219900" cy="333527"/>
              <a:chOff x="3734138" y="2467358"/>
              <a:chExt cx="219900" cy="333527"/>
            </a:xfrm>
          </p:grpSpPr>
          <p:sp>
            <p:nvSpPr>
              <p:cNvPr id="7685" name="Google Shape;7685;p6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86" name="Google Shape;7686;p6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687" name="Google Shape;7687;p61"/>
            <p:cNvGrpSpPr/>
            <p:nvPr/>
          </p:nvGrpSpPr>
          <p:grpSpPr>
            <a:xfrm>
              <a:off x="3787560" y="2288011"/>
              <a:ext cx="314661" cy="219900"/>
              <a:chOff x="3787560" y="2288011"/>
              <a:chExt cx="314661" cy="219900"/>
            </a:xfrm>
          </p:grpSpPr>
          <p:sp>
            <p:nvSpPr>
              <p:cNvPr id="7688" name="Google Shape;7688;p6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89" name="Google Shape;7689;p6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690" name="Google Shape;7690;p61"/>
            <p:cNvGrpSpPr/>
            <p:nvPr/>
          </p:nvGrpSpPr>
          <p:grpSpPr>
            <a:xfrm>
              <a:off x="3637290" y="2057755"/>
              <a:ext cx="219900" cy="335499"/>
              <a:chOff x="3637290" y="2057755"/>
              <a:chExt cx="219900" cy="335499"/>
            </a:xfrm>
          </p:grpSpPr>
          <p:sp>
            <p:nvSpPr>
              <p:cNvPr id="7691" name="Google Shape;7691;p6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692" name="Google Shape;7692;p6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693" name="Google Shape;7693;p61"/>
          <p:cNvGrpSpPr/>
          <p:nvPr/>
        </p:nvGrpSpPr>
        <p:grpSpPr>
          <a:xfrm>
            <a:off x="4899249" y="1859288"/>
            <a:ext cx="710153" cy="710153"/>
            <a:chOff x="5007123" y="2079403"/>
            <a:chExt cx="687600" cy="687600"/>
          </a:xfrm>
        </p:grpSpPr>
        <p:sp>
          <p:nvSpPr>
            <p:cNvPr id="7694" name="Google Shape;7694;p6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61"/>
          <p:cNvGrpSpPr/>
          <p:nvPr/>
        </p:nvGrpSpPr>
        <p:grpSpPr>
          <a:xfrm>
            <a:off x="5708687" y="1853794"/>
            <a:ext cx="720998" cy="721183"/>
            <a:chOff x="5797446" y="2063053"/>
            <a:chExt cx="698100" cy="698280"/>
          </a:xfrm>
        </p:grpSpPr>
        <p:sp>
          <p:nvSpPr>
            <p:cNvPr id="7699" name="Google Shape;7699;p6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61"/>
          <p:cNvGrpSpPr/>
          <p:nvPr/>
        </p:nvGrpSpPr>
        <p:grpSpPr>
          <a:xfrm>
            <a:off x="8153834" y="3499399"/>
            <a:ext cx="280585" cy="673164"/>
            <a:chOff x="8075075" y="3754290"/>
            <a:chExt cx="255612" cy="613194"/>
          </a:xfrm>
        </p:grpSpPr>
        <p:grpSp>
          <p:nvGrpSpPr>
            <p:cNvPr id="7704" name="Google Shape;7704;p61"/>
            <p:cNvGrpSpPr/>
            <p:nvPr/>
          </p:nvGrpSpPr>
          <p:grpSpPr>
            <a:xfrm>
              <a:off x="8075075" y="3754290"/>
              <a:ext cx="255612" cy="613194"/>
              <a:chOff x="8075075" y="3754290"/>
              <a:chExt cx="255612" cy="613194"/>
            </a:xfrm>
          </p:grpSpPr>
          <p:sp>
            <p:nvSpPr>
              <p:cNvPr id="7705" name="Google Shape;7705;p6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7" name="Google Shape;7707;p6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8" name="Google Shape;7708;p61"/>
          <p:cNvGrpSpPr/>
          <p:nvPr/>
        </p:nvGrpSpPr>
        <p:grpSpPr>
          <a:xfrm>
            <a:off x="5270892" y="3488196"/>
            <a:ext cx="470352" cy="683745"/>
            <a:chOff x="1697726" y="3244179"/>
            <a:chExt cx="788124" cy="1146069"/>
          </a:xfrm>
        </p:grpSpPr>
        <p:sp>
          <p:nvSpPr>
            <p:cNvPr id="7709" name="Google Shape;7709;p6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1" name="Google Shape;7711;p61"/>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2" name="Google Shape;7712;p61"/>
          <p:cNvGrpSpPr/>
          <p:nvPr/>
        </p:nvGrpSpPr>
        <p:grpSpPr>
          <a:xfrm>
            <a:off x="5892043" y="3499398"/>
            <a:ext cx="293891" cy="293845"/>
            <a:chOff x="6134814" y="3754290"/>
            <a:chExt cx="293891" cy="293845"/>
          </a:xfrm>
        </p:grpSpPr>
        <p:sp>
          <p:nvSpPr>
            <p:cNvPr id="7713" name="Google Shape;7713;p6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5" name="Google Shape;7715;p61"/>
          <p:cNvGrpSpPr/>
          <p:nvPr/>
        </p:nvGrpSpPr>
        <p:grpSpPr>
          <a:xfrm>
            <a:off x="5892043" y="3878069"/>
            <a:ext cx="293891" cy="293891"/>
            <a:chOff x="6134814" y="4086186"/>
            <a:chExt cx="293891" cy="293891"/>
          </a:xfrm>
        </p:grpSpPr>
        <p:sp>
          <p:nvSpPr>
            <p:cNvPr id="7716" name="Google Shape;7716;p6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8" name="Google Shape;7718;p61"/>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1"/>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0" name="Google Shape;7720;p61"/>
          <p:cNvGrpSpPr/>
          <p:nvPr/>
        </p:nvGrpSpPr>
        <p:grpSpPr>
          <a:xfrm>
            <a:off x="7817018" y="2706762"/>
            <a:ext cx="622883" cy="621944"/>
            <a:chOff x="1187048" y="238125"/>
            <a:chExt cx="5256397" cy="5248476"/>
          </a:xfrm>
        </p:grpSpPr>
        <p:sp>
          <p:nvSpPr>
            <p:cNvPr id="7721" name="Google Shape;7721;p6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61"/>
          <p:cNvGrpSpPr/>
          <p:nvPr/>
        </p:nvGrpSpPr>
        <p:grpSpPr>
          <a:xfrm>
            <a:off x="2274123" y="2716370"/>
            <a:ext cx="1310987" cy="612407"/>
            <a:chOff x="238125" y="1188750"/>
            <a:chExt cx="7140450" cy="3335550"/>
          </a:xfrm>
        </p:grpSpPr>
        <p:sp>
          <p:nvSpPr>
            <p:cNvPr id="7726" name="Google Shape;7726;p6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61"/>
          <p:cNvGrpSpPr/>
          <p:nvPr/>
        </p:nvGrpSpPr>
        <p:grpSpPr>
          <a:xfrm>
            <a:off x="6599995" y="2706925"/>
            <a:ext cx="1110299" cy="621702"/>
            <a:chOff x="238125" y="1335475"/>
            <a:chExt cx="5418735" cy="3034175"/>
          </a:xfrm>
        </p:grpSpPr>
        <p:sp>
          <p:nvSpPr>
            <p:cNvPr id="7732" name="Google Shape;7732;p6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61"/>
          <p:cNvGrpSpPr/>
          <p:nvPr/>
        </p:nvGrpSpPr>
        <p:grpSpPr>
          <a:xfrm>
            <a:off x="5417655" y="2703822"/>
            <a:ext cx="1074451" cy="627181"/>
            <a:chOff x="5359127" y="2910889"/>
            <a:chExt cx="1097723" cy="640831"/>
          </a:xfrm>
        </p:grpSpPr>
        <p:grpSp>
          <p:nvGrpSpPr>
            <p:cNvPr id="7736" name="Google Shape;7736;p61"/>
            <p:cNvGrpSpPr/>
            <p:nvPr/>
          </p:nvGrpSpPr>
          <p:grpSpPr>
            <a:xfrm>
              <a:off x="5929791" y="3263088"/>
              <a:ext cx="527060" cy="287097"/>
              <a:chOff x="5929791" y="3263088"/>
              <a:chExt cx="527060" cy="287097"/>
            </a:xfrm>
          </p:grpSpPr>
          <p:sp>
            <p:nvSpPr>
              <p:cNvPr id="7737" name="Google Shape;7737;p6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738" name="Google Shape;7738;p6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739" name="Google Shape;7739;p61"/>
            <p:cNvGrpSpPr/>
            <p:nvPr/>
          </p:nvGrpSpPr>
          <p:grpSpPr>
            <a:xfrm>
              <a:off x="5359127" y="3263089"/>
              <a:ext cx="526428" cy="288631"/>
              <a:chOff x="5359127" y="3263089"/>
              <a:chExt cx="526428" cy="288631"/>
            </a:xfrm>
          </p:grpSpPr>
          <p:sp>
            <p:nvSpPr>
              <p:cNvPr id="7740" name="Google Shape;7740;p6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741" name="Google Shape;7741;p6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742" name="Google Shape;7742;p61"/>
            <p:cNvGrpSpPr/>
            <p:nvPr/>
          </p:nvGrpSpPr>
          <p:grpSpPr>
            <a:xfrm>
              <a:off x="5551525" y="2910889"/>
              <a:ext cx="520901" cy="610283"/>
              <a:chOff x="5551525" y="2910889"/>
              <a:chExt cx="520901" cy="610283"/>
            </a:xfrm>
          </p:grpSpPr>
          <p:sp>
            <p:nvSpPr>
              <p:cNvPr id="7743" name="Google Shape;7743;p6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744" name="Google Shape;7744;p6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745" name="Google Shape;7745;p61"/>
            <p:cNvGrpSpPr/>
            <p:nvPr/>
          </p:nvGrpSpPr>
          <p:grpSpPr>
            <a:xfrm>
              <a:off x="5743962" y="2919100"/>
              <a:ext cx="623674" cy="284502"/>
              <a:chOff x="5743962" y="2919100"/>
              <a:chExt cx="623674" cy="284502"/>
            </a:xfrm>
          </p:grpSpPr>
          <p:sp>
            <p:nvSpPr>
              <p:cNvPr id="7746" name="Google Shape;7746;p6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747" name="Google Shape;7747;p6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748" name="Google Shape;7748;p61"/>
          <p:cNvGrpSpPr/>
          <p:nvPr/>
        </p:nvGrpSpPr>
        <p:grpSpPr>
          <a:xfrm>
            <a:off x="7568868" y="1854534"/>
            <a:ext cx="874976" cy="719600"/>
            <a:chOff x="7608988" y="2093194"/>
            <a:chExt cx="817276" cy="672147"/>
          </a:xfrm>
        </p:grpSpPr>
        <p:cxnSp>
          <p:nvCxnSpPr>
            <p:cNvPr id="7749" name="Google Shape;7749;p6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50" name="Google Shape;7750;p6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51" name="Google Shape;7751;p6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52" name="Google Shape;7752;p6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53" name="Google Shape;7753;p6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754" name="Google Shape;7754;p6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755" name="Google Shape;7755;p61"/>
            <p:cNvGrpSpPr/>
            <p:nvPr/>
          </p:nvGrpSpPr>
          <p:grpSpPr>
            <a:xfrm>
              <a:off x="7721175" y="2093194"/>
              <a:ext cx="599587" cy="623846"/>
              <a:chOff x="7721175" y="2093194"/>
              <a:chExt cx="599587" cy="623846"/>
            </a:xfrm>
          </p:grpSpPr>
          <p:grpSp>
            <p:nvGrpSpPr>
              <p:cNvPr id="7756" name="Google Shape;7756;p61"/>
              <p:cNvGrpSpPr/>
              <p:nvPr/>
            </p:nvGrpSpPr>
            <p:grpSpPr>
              <a:xfrm>
                <a:off x="7721175" y="2093194"/>
                <a:ext cx="291605" cy="623846"/>
                <a:chOff x="9405575" y="2061418"/>
                <a:chExt cx="291605" cy="623846"/>
              </a:xfrm>
            </p:grpSpPr>
            <p:sp>
              <p:nvSpPr>
                <p:cNvPr id="7757" name="Google Shape;7757;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61"/>
              <p:cNvGrpSpPr/>
              <p:nvPr/>
            </p:nvGrpSpPr>
            <p:grpSpPr>
              <a:xfrm flipH="1">
                <a:off x="8029157" y="2093194"/>
                <a:ext cx="291605" cy="623846"/>
                <a:chOff x="9405575" y="2061418"/>
                <a:chExt cx="291605" cy="623846"/>
              </a:xfrm>
            </p:grpSpPr>
            <p:sp>
              <p:nvSpPr>
                <p:cNvPr id="7765" name="Google Shape;7765;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72" name="Google Shape;7772;p61"/>
          <p:cNvGrpSpPr/>
          <p:nvPr/>
        </p:nvGrpSpPr>
        <p:grpSpPr>
          <a:xfrm>
            <a:off x="4013304" y="970936"/>
            <a:ext cx="712557" cy="785901"/>
            <a:chOff x="4206459" y="1191441"/>
            <a:chExt cx="712557" cy="785901"/>
          </a:xfrm>
        </p:grpSpPr>
        <p:sp>
          <p:nvSpPr>
            <p:cNvPr id="7773" name="Google Shape;7773;p6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7" name="Google Shape;7777;p61"/>
            <p:cNvGrpSpPr/>
            <p:nvPr/>
          </p:nvGrpSpPr>
          <p:grpSpPr>
            <a:xfrm>
              <a:off x="4644280" y="1290523"/>
              <a:ext cx="143716" cy="29463"/>
              <a:chOff x="4644280" y="1290523"/>
              <a:chExt cx="143716" cy="29463"/>
            </a:xfrm>
          </p:grpSpPr>
          <p:sp>
            <p:nvSpPr>
              <p:cNvPr id="7778" name="Google Shape;7778;p6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2" name="Google Shape;7782;p61"/>
            <p:cNvGrpSpPr/>
            <p:nvPr/>
          </p:nvGrpSpPr>
          <p:grpSpPr>
            <a:xfrm>
              <a:off x="4356567" y="1191441"/>
              <a:ext cx="143690" cy="29488"/>
              <a:chOff x="4356567" y="1191441"/>
              <a:chExt cx="143690" cy="29488"/>
            </a:xfrm>
          </p:grpSpPr>
          <p:sp>
            <p:nvSpPr>
              <p:cNvPr id="7783" name="Google Shape;7783;p6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61"/>
            <p:cNvGrpSpPr/>
            <p:nvPr/>
          </p:nvGrpSpPr>
          <p:grpSpPr>
            <a:xfrm>
              <a:off x="4339009" y="1863727"/>
              <a:ext cx="143703" cy="29476"/>
              <a:chOff x="4339009" y="1863727"/>
              <a:chExt cx="143703" cy="29476"/>
            </a:xfrm>
          </p:grpSpPr>
          <p:sp>
            <p:nvSpPr>
              <p:cNvPr id="7788" name="Google Shape;7788;p6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2" name="Google Shape;7792;p61"/>
            <p:cNvGrpSpPr/>
            <p:nvPr/>
          </p:nvGrpSpPr>
          <p:grpSpPr>
            <a:xfrm>
              <a:off x="4206459" y="1607315"/>
              <a:ext cx="29539" cy="142899"/>
              <a:chOff x="4206459" y="1607315"/>
              <a:chExt cx="29539" cy="142899"/>
            </a:xfrm>
          </p:grpSpPr>
          <p:sp>
            <p:nvSpPr>
              <p:cNvPr id="7793" name="Google Shape;7793;p6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7" name="Google Shape;7797;p6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1" name="Google Shape;7801;p61"/>
            <p:cNvGrpSpPr/>
            <p:nvPr/>
          </p:nvGrpSpPr>
          <p:grpSpPr>
            <a:xfrm>
              <a:off x="4889463" y="1423737"/>
              <a:ext cx="29552" cy="142899"/>
              <a:chOff x="4889463" y="1423737"/>
              <a:chExt cx="29552" cy="142899"/>
            </a:xfrm>
          </p:grpSpPr>
          <p:sp>
            <p:nvSpPr>
              <p:cNvPr id="7802" name="Google Shape;7802;p6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6" name="Google Shape;7806;p61"/>
            <p:cNvGrpSpPr/>
            <p:nvPr/>
          </p:nvGrpSpPr>
          <p:grpSpPr>
            <a:xfrm>
              <a:off x="4771663" y="1876896"/>
              <a:ext cx="108651" cy="100447"/>
              <a:chOff x="4771663" y="1876896"/>
              <a:chExt cx="108651" cy="100447"/>
            </a:xfrm>
          </p:grpSpPr>
          <p:sp>
            <p:nvSpPr>
              <p:cNvPr id="7807" name="Google Shape;7807;p6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1" name="Google Shape;7811;p61"/>
          <p:cNvGrpSpPr/>
          <p:nvPr/>
        </p:nvGrpSpPr>
        <p:grpSpPr>
          <a:xfrm>
            <a:off x="4008780" y="1854159"/>
            <a:ext cx="791287" cy="720350"/>
            <a:chOff x="267375" y="1071875"/>
            <a:chExt cx="470500" cy="428550"/>
          </a:xfrm>
        </p:grpSpPr>
        <p:sp>
          <p:nvSpPr>
            <p:cNvPr id="7812" name="Google Shape;7812;p6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61"/>
          <p:cNvGrpSpPr/>
          <p:nvPr/>
        </p:nvGrpSpPr>
        <p:grpSpPr>
          <a:xfrm>
            <a:off x="709275" y="3498789"/>
            <a:ext cx="1408444" cy="673166"/>
            <a:chOff x="712664" y="3693287"/>
            <a:chExt cx="1460738" cy="698160"/>
          </a:xfrm>
        </p:grpSpPr>
        <p:grpSp>
          <p:nvGrpSpPr>
            <p:cNvPr id="7821" name="Google Shape;7821;p61"/>
            <p:cNvGrpSpPr/>
            <p:nvPr/>
          </p:nvGrpSpPr>
          <p:grpSpPr>
            <a:xfrm>
              <a:off x="1380079" y="4133090"/>
              <a:ext cx="234048" cy="258099"/>
              <a:chOff x="1380079" y="4133090"/>
              <a:chExt cx="234048" cy="258099"/>
            </a:xfrm>
          </p:grpSpPr>
          <p:sp>
            <p:nvSpPr>
              <p:cNvPr id="7822" name="Google Shape;7822;p6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61"/>
            <p:cNvGrpSpPr/>
            <p:nvPr/>
          </p:nvGrpSpPr>
          <p:grpSpPr>
            <a:xfrm>
              <a:off x="884610" y="3864082"/>
              <a:ext cx="1118566" cy="527275"/>
              <a:chOff x="890961" y="3865463"/>
              <a:chExt cx="1115221" cy="525698"/>
            </a:xfrm>
          </p:grpSpPr>
          <p:sp>
            <p:nvSpPr>
              <p:cNvPr id="7826" name="Google Shape;7826;p6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9" name="Google Shape;7829;p61"/>
            <p:cNvGrpSpPr/>
            <p:nvPr/>
          </p:nvGrpSpPr>
          <p:grpSpPr>
            <a:xfrm>
              <a:off x="712664" y="3693287"/>
              <a:ext cx="1460738" cy="698160"/>
              <a:chOff x="712664" y="3693025"/>
              <a:chExt cx="1460738" cy="698160"/>
            </a:xfrm>
          </p:grpSpPr>
          <p:sp>
            <p:nvSpPr>
              <p:cNvPr id="7830" name="Google Shape;7830;p6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36" name="Google Shape;7836;p61"/>
          <p:cNvGrpSpPr/>
          <p:nvPr/>
        </p:nvGrpSpPr>
        <p:grpSpPr>
          <a:xfrm>
            <a:off x="3146990" y="970936"/>
            <a:ext cx="795485" cy="738831"/>
            <a:chOff x="3348603" y="1236445"/>
            <a:chExt cx="749256" cy="695894"/>
          </a:xfrm>
        </p:grpSpPr>
        <p:grpSp>
          <p:nvGrpSpPr>
            <p:cNvPr id="7837" name="Google Shape;7837;p61"/>
            <p:cNvGrpSpPr/>
            <p:nvPr/>
          </p:nvGrpSpPr>
          <p:grpSpPr>
            <a:xfrm>
              <a:off x="3583779" y="1236445"/>
              <a:ext cx="293795" cy="285811"/>
              <a:chOff x="3750225" y="1774000"/>
              <a:chExt cx="149575" cy="145525"/>
            </a:xfrm>
          </p:grpSpPr>
          <p:sp>
            <p:nvSpPr>
              <p:cNvPr id="7838" name="Google Shape;7838;p6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61"/>
            <p:cNvGrpSpPr/>
            <p:nvPr/>
          </p:nvGrpSpPr>
          <p:grpSpPr>
            <a:xfrm>
              <a:off x="3775534" y="1462599"/>
              <a:ext cx="322325" cy="285958"/>
              <a:chOff x="3847850" y="1889150"/>
              <a:chExt cx="164100" cy="145600"/>
            </a:xfrm>
          </p:grpSpPr>
          <p:sp>
            <p:nvSpPr>
              <p:cNvPr id="7841" name="Google Shape;7841;p6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61"/>
            <p:cNvGrpSpPr/>
            <p:nvPr/>
          </p:nvGrpSpPr>
          <p:grpSpPr>
            <a:xfrm>
              <a:off x="3545329" y="1646528"/>
              <a:ext cx="293746" cy="285811"/>
              <a:chOff x="3730650" y="1982800"/>
              <a:chExt cx="149550" cy="145525"/>
            </a:xfrm>
          </p:grpSpPr>
          <p:sp>
            <p:nvSpPr>
              <p:cNvPr id="7844" name="Google Shape;7844;p6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61"/>
            <p:cNvGrpSpPr/>
            <p:nvPr/>
          </p:nvGrpSpPr>
          <p:grpSpPr>
            <a:xfrm>
              <a:off x="3348603" y="1415046"/>
              <a:ext cx="294384" cy="284387"/>
              <a:chOff x="3630494" y="1864938"/>
              <a:chExt cx="149875" cy="144800"/>
            </a:xfrm>
          </p:grpSpPr>
          <p:sp>
            <p:nvSpPr>
              <p:cNvPr id="7847" name="Google Shape;7847;p6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49" name="Google Shape;7849;p61"/>
          <p:cNvGrpSpPr/>
          <p:nvPr/>
        </p:nvGrpSpPr>
        <p:grpSpPr>
          <a:xfrm>
            <a:off x="2268517" y="3493832"/>
            <a:ext cx="1324924" cy="678083"/>
            <a:chOff x="2413923" y="3711366"/>
            <a:chExt cx="1374117" cy="703260"/>
          </a:xfrm>
        </p:grpSpPr>
        <p:grpSp>
          <p:nvGrpSpPr>
            <p:cNvPr id="7850" name="Google Shape;7850;p61"/>
            <p:cNvGrpSpPr/>
            <p:nvPr/>
          </p:nvGrpSpPr>
          <p:grpSpPr>
            <a:xfrm>
              <a:off x="2413923" y="3711366"/>
              <a:ext cx="1374117" cy="703260"/>
              <a:chOff x="2413923" y="3711366"/>
              <a:chExt cx="1374117" cy="703260"/>
            </a:xfrm>
          </p:grpSpPr>
          <p:sp>
            <p:nvSpPr>
              <p:cNvPr id="7851" name="Google Shape;7851;p6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2" name="Google Shape;7852;p61"/>
              <p:cNvGrpSpPr/>
              <p:nvPr/>
            </p:nvGrpSpPr>
            <p:grpSpPr>
              <a:xfrm>
                <a:off x="2600284" y="3808654"/>
                <a:ext cx="234506" cy="138009"/>
                <a:chOff x="2600284" y="3808654"/>
                <a:chExt cx="234506" cy="138009"/>
              </a:xfrm>
            </p:grpSpPr>
            <p:sp>
              <p:nvSpPr>
                <p:cNvPr id="7853" name="Google Shape;7853;p6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54" name="Google Shape;7854;p6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55" name="Google Shape;7855;p61"/>
              <p:cNvGrpSpPr/>
              <p:nvPr/>
            </p:nvGrpSpPr>
            <p:grpSpPr>
              <a:xfrm>
                <a:off x="3359659" y="3805664"/>
                <a:ext cx="232294" cy="141000"/>
                <a:chOff x="3359659" y="3805664"/>
                <a:chExt cx="232294" cy="141000"/>
              </a:xfrm>
            </p:grpSpPr>
            <p:sp>
              <p:nvSpPr>
                <p:cNvPr id="7856" name="Google Shape;7856;p6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57" name="Google Shape;7857;p6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58" name="Google Shape;7858;p61"/>
              <p:cNvGrpSpPr/>
              <p:nvPr/>
            </p:nvGrpSpPr>
            <p:grpSpPr>
              <a:xfrm>
                <a:off x="3067316" y="3711366"/>
                <a:ext cx="66900" cy="166809"/>
                <a:chOff x="3067316" y="3711366"/>
                <a:chExt cx="66900" cy="166809"/>
              </a:xfrm>
            </p:grpSpPr>
            <p:sp>
              <p:nvSpPr>
                <p:cNvPr id="7859" name="Google Shape;7859;p6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0" name="Google Shape;7860;p6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61" name="Google Shape;7861;p61"/>
              <p:cNvGrpSpPr/>
              <p:nvPr/>
            </p:nvGrpSpPr>
            <p:grpSpPr>
              <a:xfrm>
                <a:off x="2413923" y="4058666"/>
                <a:ext cx="224119" cy="66900"/>
                <a:chOff x="2413923" y="4058666"/>
                <a:chExt cx="224119" cy="66900"/>
              </a:xfrm>
            </p:grpSpPr>
            <p:sp>
              <p:nvSpPr>
                <p:cNvPr id="7862" name="Google Shape;7862;p6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3" name="Google Shape;7863;p6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64" name="Google Shape;7864;p61"/>
              <p:cNvGrpSpPr/>
              <p:nvPr/>
            </p:nvGrpSpPr>
            <p:grpSpPr>
              <a:xfrm>
                <a:off x="3564643" y="4058666"/>
                <a:ext cx="223397" cy="66900"/>
                <a:chOff x="3564643" y="4058666"/>
                <a:chExt cx="223397" cy="66900"/>
              </a:xfrm>
            </p:grpSpPr>
            <p:sp>
              <p:nvSpPr>
                <p:cNvPr id="7865" name="Google Shape;7865;p6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6" name="Google Shape;7866;p6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867" name="Google Shape;7867;p61"/>
            <p:cNvGrpSpPr/>
            <p:nvPr/>
          </p:nvGrpSpPr>
          <p:grpSpPr>
            <a:xfrm>
              <a:off x="2633353" y="3965763"/>
              <a:ext cx="933975" cy="445687"/>
              <a:chOff x="2633353" y="3965763"/>
              <a:chExt cx="933975" cy="445687"/>
            </a:xfrm>
          </p:grpSpPr>
          <p:sp>
            <p:nvSpPr>
              <p:cNvPr id="7868" name="Google Shape;7868;p6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70" name="Google Shape;7870;p61"/>
          <p:cNvGrpSpPr/>
          <p:nvPr/>
        </p:nvGrpSpPr>
        <p:grpSpPr>
          <a:xfrm>
            <a:off x="6392789" y="1044380"/>
            <a:ext cx="1131087" cy="587383"/>
            <a:chOff x="238125" y="999450"/>
            <a:chExt cx="7140700" cy="3708225"/>
          </a:xfrm>
        </p:grpSpPr>
        <p:sp>
          <p:nvSpPr>
            <p:cNvPr id="7871" name="Google Shape;7871;p6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61"/>
          <p:cNvGrpSpPr/>
          <p:nvPr/>
        </p:nvGrpSpPr>
        <p:grpSpPr>
          <a:xfrm>
            <a:off x="3744240" y="3493874"/>
            <a:ext cx="1375854" cy="678131"/>
            <a:chOff x="3913765" y="3641905"/>
            <a:chExt cx="1522805" cy="750560"/>
          </a:xfrm>
        </p:grpSpPr>
        <p:grpSp>
          <p:nvGrpSpPr>
            <p:cNvPr id="7881" name="Google Shape;7881;p61"/>
            <p:cNvGrpSpPr/>
            <p:nvPr/>
          </p:nvGrpSpPr>
          <p:grpSpPr>
            <a:xfrm>
              <a:off x="3913765" y="3997002"/>
              <a:ext cx="1522805" cy="395463"/>
              <a:chOff x="3913765" y="3997002"/>
              <a:chExt cx="1522805" cy="395463"/>
            </a:xfrm>
          </p:grpSpPr>
          <p:grpSp>
            <p:nvGrpSpPr>
              <p:cNvPr id="7882" name="Google Shape;7882;p61"/>
              <p:cNvGrpSpPr/>
              <p:nvPr/>
            </p:nvGrpSpPr>
            <p:grpSpPr>
              <a:xfrm>
                <a:off x="3913765" y="4138659"/>
                <a:ext cx="507602" cy="253806"/>
                <a:chOff x="3913765" y="4138659"/>
                <a:chExt cx="507602" cy="253806"/>
              </a:xfrm>
            </p:grpSpPr>
            <p:sp>
              <p:nvSpPr>
                <p:cNvPr id="7883" name="Google Shape;7883;p6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885" name="Google Shape;7885;p61"/>
              <p:cNvGrpSpPr/>
              <p:nvPr/>
            </p:nvGrpSpPr>
            <p:grpSpPr>
              <a:xfrm>
                <a:off x="4421361" y="3997002"/>
                <a:ext cx="507618" cy="395463"/>
                <a:chOff x="4421361" y="3997002"/>
                <a:chExt cx="507618" cy="395463"/>
              </a:xfrm>
            </p:grpSpPr>
            <p:sp>
              <p:nvSpPr>
                <p:cNvPr id="7886" name="Google Shape;7886;p6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61"/>
              <p:cNvGrpSpPr/>
              <p:nvPr/>
            </p:nvGrpSpPr>
            <p:grpSpPr>
              <a:xfrm>
                <a:off x="4928973" y="4189418"/>
                <a:ext cx="507596" cy="203047"/>
                <a:chOff x="4928973" y="4189418"/>
                <a:chExt cx="507596" cy="203047"/>
              </a:xfrm>
            </p:grpSpPr>
            <p:sp>
              <p:nvSpPr>
                <p:cNvPr id="7889" name="Google Shape;7889;p6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1" name="Google Shape;7891;p61"/>
            <p:cNvGrpSpPr/>
            <p:nvPr/>
          </p:nvGrpSpPr>
          <p:grpSpPr>
            <a:xfrm>
              <a:off x="4482186" y="3641905"/>
              <a:ext cx="397605" cy="349784"/>
              <a:chOff x="2906375" y="1159725"/>
              <a:chExt cx="1860575" cy="1636800"/>
            </a:xfrm>
          </p:grpSpPr>
          <p:sp>
            <p:nvSpPr>
              <p:cNvPr id="7892" name="Google Shape;7892;p6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6" name="Google Shape;7896;p61"/>
          <p:cNvGrpSpPr/>
          <p:nvPr/>
        </p:nvGrpSpPr>
        <p:grpSpPr>
          <a:xfrm>
            <a:off x="6528949" y="1853801"/>
            <a:ext cx="940737" cy="721067"/>
            <a:chOff x="6599718" y="2068734"/>
            <a:chExt cx="940737" cy="721067"/>
          </a:xfrm>
        </p:grpSpPr>
        <p:sp>
          <p:nvSpPr>
            <p:cNvPr id="7897" name="Google Shape;7897;p6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3" name="Google Shape;7903;p61"/>
            <p:cNvGrpSpPr/>
            <p:nvPr/>
          </p:nvGrpSpPr>
          <p:grpSpPr>
            <a:xfrm>
              <a:off x="6836957" y="2068734"/>
              <a:ext cx="461892" cy="721067"/>
              <a:chOff x="6836957" y="2068734"/>
              <a:chExt cx="461892" cy="721067"/>
            </a:xfrm>
          </p:grpSpPr>
          <p:sp>
            <p:nvSpPr>
              <p:cNvPr id="7904" name="Google Shape;7904;p6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0" name="Google Shape;7910;p61"/>
              <p:cNvGrpSpPr/>
              <p:nvPr/>
            </p:nvGrpSpPr>
            <p:grpSpPr>
              <a:xfrm>
                <a:off x="6836957" y="2068734"/>
                <a:ext cx="461892" cy="721067"/>
                <a:chOff x="6836957" y="2068734"/>
                <a:chExt cx="461892" cy="721067"/>
              </a:xfrm>
            </p:grpSpPr>
            <p:sp>
              <p:nvSpPr>
                <p:cNvPr id="7911" name="Google Shape;7911;p6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18" name="Google Shape;7918;p61"/>
          <p:cNvGrpSpPr/>
          <p:nvPr/>
        </p:nvGrpSpPr>
        <p:grpSpPr>
          <a:xfrm>
            <a:off x="2412267" y="1858147"/>
            <a:ext cx="712577" cy="712374"/>
            <a:chOff x="2559249" y="2069323"/>
            <a:chExt cx="685566" cy="685634"/>
          </a:xfrm>
        </p:grpSpPr>
        <p:sp>
          <p:nvSpPr>
            <p:cNvPr id="7919" name="Google Shape;7919;p6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61"/>
          <p:cNvGrpSpPr/>
          <p:nvPr/>
        </p:nvGrpSpPr>
        <p:grpSpPr>
          <a:xfrm>
            <a:off x="7594705" y="970936"/>
            <a:ext cx="845645" cy="711911"/>
            <a:chOff x="951975" y="315800"/>
            <a:chExt cx="5860325" cy="4933550"/>
          </a:xfrm>
        </p:grpSpPr>
        <p:sp>
          <p:nvSpPr>
            <p:cNvPr id="7933" name="Google Shape;7933;p6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1" name="Google Shape;7941;p61"/>
          <p:cNvGrpSpPr/>
          <p:nvPr/>
        </p:nvGrpSpPr>
        <p:grpSpPr>
          <a:xfrm>
            <a:off x="3691834" y="2707045"/>
            <a:ext cx="1617932" cy="621724"/>
            <a:chOff x="3862800" y="3038525"/>
            <a:chExt cx="1329006" cy="510698"/>
          </a:xfrm>
        </p:grpSpPr>
        <p:sp>
          <p:nvSpPr>
            <p:cNvPr id="7942" name="Google Shape;7942;p6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4" name="Google Shape;7944;p61"/>
            <p:cNvGrpSpPr/>
            <p:nvPr/>
          </p:nvGrpSpPr>
          <p:grpSpPr>
            <a:xfrm>
              <a:off x="3967075" y="3040337"/>
              <a:ext cx="1019927" cy="402126"/>
              <a:chOff x="3967075" y="3040337"/>
              <a:chExt cx="1019927" cy="402126"/>
            </a:xfrm>
          </p:grpSpPr>
          <p:sp>
            <p:nvSpPr>
              <p:cNvPr id="7945" name="Google Shape;7945;p6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7" name="Google Shape;7947;p61"/>
            <p:cNvGrpSpPr/>
            <p:nvPr/>
          </p:nvGrpSpPr>
          <p:grpSpPr>
            <a:xfrm>
              <a:off x="4186700" y="3040337"/>
              <a:ext cx="390475" cy="183289"/>
              <a:chOff x="4186700" y="3040337"/>
              <a:chExt cx="390475" cy="183289"/>
            </a:xfrm>
          </p:grpSpPr>
          <p:sp>
            <p:nvSpPr>
              <p:cNvPr id="7948" name="Google Shape;7948;p6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0" name="Google Shape;7950;p61"/>
            <p:cNvGrpSpPr/>
            <p:nvPr/>
          </p:nvGrpSpPr>
          <p:grpSpPr>
            <a:xfrm>
              <a:off x="4073727" y="3040337"/>
              <a:ext cx="697794" cy="296263"/>
              <a:chOff x="4073727" y="3040337"/>
              <a:chExt cx="697794" cy="296263"/>
            </a:xfrm>
          </p:grpSpPr>
          <p:sp>
            <p:nvSpPr>
              <p:cNvPr id="7951" name="Google Shape;7951;p6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61"/>
            <p:cNvGrpSpPr/>
            <p:nvPr/>
          </p:nvGrpSpPr>
          <p:grpSpPr>
            <a:xfrm>
              <a:off x="3862800" y="3038525"/>
              <a:ext cx="1329006" cy="510698"/>
              <a:chOff x="3862800" y="3038525"/>
              <a:chExt cx="1329006" cy="510698"/>
            </a:xfrm>
          </p:grpSpPr>
          <p:sp>
            <p:nvSpPr>
              <p:cNvPr id="7954" name="Google Shape;7954;p6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56" name="Google Shape;7956;p61"/>
          <p:cNvGrpSpPr/>
          <p:nvPr/>
        </p:nvGrpSpPr>
        <p:grpSpPr>
          <a:xfrm>
            <a:off x="700156" y="970936"/>
            <a:ext cx="883205" cy="775176"/>
            <a:chOff x="649648" y="271400"/>
            <a:chExt cx="6215377" cy="5455143"/>
          </a:xfrm>
        </p:grpSpPr>
        <p:sp>
          <p:nvSpPr>
            <p:cNvPr id="7957" name="Google Shape;7957;p6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61"/>
          <p:cNvGrpSpPr/>
          <p:nvPr/>
        </p:nvGrpSpPr>
        <p:grpSpPr>
          <a:xfrm>
            <a:off x="2308457" y="970936"/>
            <a:ext cx="767704" cy="815489"/>
            <a:chOff x="2499700" y="1135950"/>
            <a:chExt cx="732402" cy="777990"/>
          </a:xfrm>
        </p:grpSpPr>
        <p:grpSp>
          <p:nvGrpSpPr>
            <p:cNvPr id="7970" name="Google Shape;7970;p61"/>
            <p:cNvGrpSpPr/>
            <p:nvPr/>
          </p:nvGrpSpPr>
          <p:grpSpPr>
            <a:xfrm>
              <a:off x="2499700" y="1135950"/>
              <a:ext cx="732402" cy="694705"/>
              <a:chOff x="2499700" y="1135950"/>
              <a:chExt cx="732402" cy="694705"/>
            </a:xfrm>
          </p:grpSpPr>
          <p:sp>
            <p:nvSpPr>
              <p:cNvPr id="7971" name="Google Shape;7971;p6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8" name="Google Shape;7998;p61"/>
            <p:cNvGrpSpPr/>
            <p:nvPr/>
          </p:nvGrpSpPr>
          <p:grpSpPr>
            <a:xfrm>
              <a:off x="2517909" y="1188726"/>
              <a:ext cx="702702" cy="725214"/>
              <a:chOff x="2517909" y="1188726"/>
              <a:chExt cx="702702" cy="725214"/>
            </a:xfrm>
          </p:grpSpPr>
          <p:sp>
            <p:nvSpPr>
              <p:cNvPr id="7999" name="Google Shape;7999;p6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4" name="Google Shape;8004;p61"/>
          <p:cNvGrpSpPr/>
          <p:nvPr/>
        </p:nvGrpSpPr>
        <p:grpSpPr>
          <a:xfrm>
            <a:off x="1654189" y="970936"/>
            <a:ext cx="583439" cy="870229"/>
            <a:chOff x="1716825" y="1121550"/>
            <a:chExt cx="622800" cy="928938"/>
          </a:xfrm>
        </p:grpSpPr>
        <p:grpSp>
          <p:nvGrpSpPr>
            <p:cNvPr id="8005" name="Google Shape;8005;p61"/>
            <p:cNvGrpSpPr/>
            <p:nvPr/>
          </p:nvGrpSpPr>
          <p:grpSpPr>
            <a:xfrm>
              <a:off x="1716825" y="1121550"/>
              <a:ext cx="622800" cy="928938"/>
              <a:chOff x="1716825" y="1121550"/>
              <a:chExt cx="622800" cy="928938"/>
            </a:xfrm>
          </p:grpSpPr>
          <p:cxnSp>
            <p:nvCxnSpPr>
              <p:cNvPr id="8006" name="Google Shape;8006;p6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007" name="Google Shape;8007;p6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61"/>
            <p:cNvGrpSpPr/>
            <p:nvPr/>
          </p:nvGrpSpPr>
          <p:grpSpPr>
            <a:xfrm>
              <a:off x="1768050" y="1172775"/>
              <a:ext cx="520200" cy="832000"/>
              <a:chOff x="1768050" y="1172775"/>
              <a:chExt cx="520200" cy="832000"/>
            </a:xfrm>
          </p:grpSpPr>
          <p:cxnSp>
            <p:nvCxnSpPr>
              <p:cNvPr id="8009" name="Google Shape;8009;p6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010" name="Google Shape;8010;p6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61"/>
            <p:cNvGrpSpPr/>
            <p:nvPr/>
          </p:nvGrpSpPr>
          <p:grpSpPr>
            <a:xfrm>
              <a:off x="1820100" y="1225475"/>
              <a:ext cx="416400" cy="729575"/>
              <a:chOff x="1820100" y="1225475"/>
              <a:chExt cx="416400" cy="729575"/>
            </a:xfrm>
          </p:grpSpPr>
          <p:cxnSp>
            <p:nvCxnSpPr>
              <p:cNvPr id="8012" name="Google Shape;8012;p6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013" name="Google Shape;8013;p6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4" name="Google Shape;8014;p61"/>
            <p:cNvGrpSpPr/>
            <p:nvPr/>
          </p:nvGrpSpPr>
          <p:grpSpPr>
            <a:xfrm>
              <a:off x="1874250" y="1278825"/>
              <a:ext cx="308100" cy="605275"/>
              <a:chOff x="1874250" y="1278825"/>
              <a:chExt cx="308100" cy="605275"/>
            </a:xfrm>
          </p:grpSpPr>
          <p:cxnSp>
            <p:nvCxnSpPr>
              <p:cNvPr id="8015" name="Google Shape;8015;p6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016" name="Google Shape;8016;p6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7" name="Google Shape;8017;p6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8" name="Google Shape;8018;p61"/>
          <p:cNvGrpSpPr/>
          <p:nvPr/>
        </p:nvGrpSpPr>
        <p:grpSpPr>
          <a:xfrm>
            <a:off x="1574012" y="1857258"/>
            <a:ext cx="739072" cy="714152"/>
            <a:chOff x="4334725" y="1355875"/>
            <a:chExt cx="3106650" cy="3001900"/>
          </a:xfrm>
        </p:grpSpPr>
        <p:grpSp>
          <p:nvGrpSpPr>
            <p:cNvPr id="8019" name="Google Shape;8019;p61"/>
            <p:cNvGrpSpPr/>
            <p:nvPr/>
          </p:nvGrpSpPr>
          <p:grpSpPr>
            <a:xfrm>
              <a:off x="4516050" y="1724875"/>
              <a:ext cx="2693725" cy="2632900"/>
              <a:chOff x="4516050" y="1724875"/>
              <a:chExt cx="2693725" cy="2632900"/>
            </a:xfrm>
          </p:grpSpPr>
          <p:sp>
            <p:nvSpPr>
              <p:cNvPr id="8020" name="Google Shape;8020;p6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61"/>
            <p:cNvGrpSpPr/>
            <p:nvPr/>
          </p:nvGrpSpPr>
          <p:grpSpPr>
            <a:xfrm>
              <a:off x="4334725" y="1355875"/>
              <a:ext cx="3106650" cy="2709650"/>
              <a:chOff x="4334725" y="1355875"/>
              <a:chExt cx="3106650" cy="2709650"/>
            </a:xfrm>
          </p:grpSpPr>
          <p:sp>
            <p:nvSpPr>
              <p:cNvPr id="8024" name="Google Shape;8024;p6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7" name="Google Shape;8027;p61"/>
          <p:cNvGrpSpPr/>
          <p:nvPr/>
        </p:nvGrpSpPr>
        <p:grpSpPr>
          <a:xfrm>
            <a:off x="7690961" y="3488029"/>
            <a:ext cx="312074" cy="684173"/>
            <a:chOff x="7645573" y="3754300"/>
            <a:chExt cx="293855" cy="644170"/>
          </a:xfrm>
        </p:grpSpPr>
        <p:sp>
          <p:nvSpPr>
            <p:cNvPr id="8028" name="Google Shape;8028;p6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1"/>
          <p:cNvGrpSpPr/>
          <p:nvPr/>
        </p:nvGrpSpPr>
        <p:grpSpPr>
          <a:xfrm>
            <a:off x="5612949" y="970936"/>
            <a:ext cx="709011" cy="739359"/>
            <a:chOff x="5830645" y="1256617"/>
            <a:chExt cx="530340" cy="553040"/>
          </a:xfrm>
        </p:grpSpPr>
        <p:grpSp>
          <p:nvGrpSpPr>
            <p:cNvPr id="8031" name="Google Shape;8031;p61"/>
            <p:cNvGrpSpPr/>
            <p:nvPr/>
          </p:nvGrpSpPr>
          <p:grpSpPr>
            <a:xfrm>
              <a:off x="5830645" y="1256617"/>
              <a:ext cx="259743" cy="269909"/>
              <a:chOff x="5830645" y="1256617"/>
              <a:chExt cx="259743" cy="269909"/>
            </a:xfrm>
          </p:grpSpPr>
          <p:sp>
            <p:nvSpPr>
              <p:cNvPr id="8032" name="Google Shape;8032;p6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4" name="Google Shape;8034;p61"/>
            <p:cNvGrpSpPr/>
            <p:nvPr/>
          </p:nvGrpSpPr>
          <p:grpSpPr>
            <a:xfrm>
              <a:off x="6101293" y="1256617"/>
              <a:ext cx="259692" cy="269909"/>
              <a:chOff x="6101293" y="1256617"/>
              <a:chExt cx="259692" cy="269909"/>
            </a:xfrm>
          </p:grpSpPr>
          <p:sp>
            <p:nvSpPr>
              <p:cNvPr id="8035" name="Google Shape;8035;p6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7" name="Google Shape;8037;p61"/>
            <p:cNvGrpSpPr/>
            <p:nvPr/>
          </p:nvGrpSpPr>
          <p:grpSpPr>
            <a:xfrm>
              <a:off x="5830645" y="1539749"/>
              <a:ext cx="259692" cy="269909"/>
              <a:chOff x="5830645" y="1539749"/>
              <a:chExt cx="259692" cy="269909"/>
            </a:xfrm>
          </p:grpSpPr>
          <p:sp>
            <p:nvSpPr>
              <p:cNvPr id="8038" name="Google Shape;8038;p6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0" name="Google Shape;8040;p61"/>
            <p:cNvGrpSpPr/>
            <p:nvPr/>
          </p:nvGrpSpPr>
          <p:grpSpPr>
            <a:xfrm>
              <a:off x="6101293" y="1539749"/>
              <a:ext cx="259692" cy="269909"/>
              <a:chOff x="6101293" y="1539749"/>
              <a:chExt cx="259692" cy="269909"/>
            </a:xfrm>
          </p:grpSpPr>
          <p:sp>
            <p:nvSpPr>
              <p:cNvPr id="8041" name="Google Shape;8041;p6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43" name="Google Shape;8043;p6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61"/>
          <p:cNvGrpSpPr/>
          <p:nvPr/>
        </p:nvGrpSpPr>
        <p:grpSpPr>
          <a:xfrm>
            <a:off x="714444" y="2707052"/>
            <a:ext cx="1452955" cy="621360"/>
            <a:chOff x="732422" y="2990152"/>
            <a:chExt cx="1337773" cy="572102"/>
          </a:xfrm>
        </p:grpSpPr>
        <p:sp>
          <p:nvSpPr>
            <p:cNvPr id="8045" name="Google Shape;8045;p6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054"/>
        <p:cNvGrpSpPr/>
        <p:nvPr/>
      </p:nvGrpSpPr>
      <p:grpSpPr>
        <a:xfrm>
          <a:off x="0" y="0"/>
          <a:ext cx="0" cy="0"/>
          <a:chOff x="0" y="0"/>
          <a:chExt cx="0" cy="0"/>
        </a:xfrm>
      </p:grpSpPr>
      <p:grpSp>
        <p:nvGrpSpPr>
          <p:cNvPr id="8055" name="Google Shape;8055;p62"/>
          <p:cNvGrpSpPr/>
          <p:nvPr/>
        </p:nvGrpSpPr>
        <p:grpSpPr>
          <a:xfrm>
            <a:off x="708579" y="965872"/>
            <a:ext cx="1636117" cy="1526144"/>
            <a:chOff x="729238" y="1179665"/>
            <a:chExt cx="1636117" cy="1526144"/>
          </a:xfrm>
        </p:grpSpPr>
        <p:grpSp>
          <p:nvGrpSpPr>
            <p:cNvPr id="8056" name="Google Shape;8056;p62"/>
            <p:cNvGrpSpPr/>
            <p:nvPr/>
          </p:nvGrpSpPr>
          <p:grpSpPr>
            <a:xfrm>
              <a:off x="729238" y="1179665"/>
              <a:ext cx="80700" cy="1526144"/>
              <a:chOff x="729238" y="1179665"/>
              <a:chExt cx="80700" cy="1526144"/>
            </a:xfrm>
          </p:grpSpPr>
          <p:sp>
            <p:nvSpPr>
              <p:cNvPr id="8057" name="Google Shape;8057;p6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62"/>
            <p:cNvGrpSpPr/>
            <p:nvPr/>
          </p:nvGrpSpPr>
          <p:grpSpPr>
            <a:xfrm>
              <a:off x="903098" y="1179665"/>
              <a:ext cx="80700" cy="1526144"/>
              <a:chOff x="903098" y="1179665"/>
              <a:chExt cx="80700" cy="1526144"/>
            </a:xfrm>
          </p:grpSpPr>
          <p:sp>
            <p:nvSpPr>
              <p:cNvPr id="8068" name="Google Shape;8068;p6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62"/>
            <p:cNvGrpSpPr/>
            <p:nvPr/>
          </p:nvGrpSpPr>
          <p:grpSpPr>
            <a:xfrm>
              <a:off x="1076958" y="1179665"/>
              <a:ext cx="80700" cy="1526144"/>
              <a:chOff x="1076958" y="1179665"/>
              <a:chExt cx="80700" cy="1526144"/>
            </a:xfrm>
          </p:grpSpPr>
          <p:sp>
            <p:nvSpPr>
              <p:cNvPr id="8079" name="Google Shape;8079;p6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9" name="Google Shape;8089;p62"/>
            <p:cNvGrpSpPr/>
            <p:nvPr/>
          </p:nvGrpSpPr>
          <p:grpSpPr>
            <a:xfrm>
              <a:off x="1247707" y="1179665"/>
              <a:ext cx="80700" cy="1526144"/>
              <a:chOff x="1247707" y="1179665"/>
              <a:chExt cx="80700" cy="1526144"/>
            </a:xfrm>
          </p:grpSpPr>
          <p:sp>
            <p:nvSpPr>
              <p:cNvPr id="8090" name="Google Shape;8090;p6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62"/>
            <p:cNvGrpSpPr/>
            <p:nvPr/>
          </p:nvGrpSpPr>
          <p:grpSpPr>
            <a:xfrm>
              <a:off x="1421567" y="1179665"/>
              <a:ext cx="80700" cy="1526144"/>
              <a:chOff x="1421567" y="1179665"/>
              <a:chExt cx="80700" cy="1526144"/>
            </a:xfrm>
          </p:grpSpPr>
          <p:sp>
            <p:nvSpPr>
              <p:cNvPr id="8101" name="Google Shape;8101;p6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1" name="Google Shape;8111;p62"/>
            <p:cNvGrpSpPr/>
            <p:nvPr/>
          </p:nvGrpSpPr>
          <p:grpSpPr>
            <a:xfrm>
              <a:off x="1592327" y="1179665"/>
              <a:ext cx="80700" cy="1526144"/>
              <a:chOff x="1592327" y="1179665"/>
              <a:chExt cx="80700" cy="1526144"/>
            </a:xfrm>
          </p:grpSpPr>
          <p:sp>
            <p:nvSpPr>
              <p:cNvPr id="8112" name="Google Shape;8112;p6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62"/>
            <p:cNvGrpSpPr/>
            <p:nvPr/>
          </p:nvGrpSpPr>
          <p:grpSpPr>
            <a:xfrm>
              <a:off x="1766187" y="1179665"/>
              <a:ext cx="80700" cy="1526144"/>
              <a:chOff x="1766187" y="1179665"/>
              <a:chExt cx="80700" cy="1526144"/>
            </a:xfrm>
          </p:grpSpPr>
          <p:sp>
            <p:nvSpPr>
              <p:cNvPr id="8123" name="Google Shape;8123;p6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62"/>
            <p:cNvGrpSpPr/>
            <p:nvPr/>
          </p:nvGrpSpPr>
          <p:grpSpPr>
            <a:xfrm>
              <a:off x="1936935" y="1179665"/>
              <a:ext cx="80700" cy="1526144"/>
              <a:chOff x="1936935" y="1179665"/>
              <a:chExt cx="80700" cy="1526144"/>
            </a:xfrm>
          </p:grpSpPr>
          <p:sp>
            <p:nvSpPr>
              <p:cNvPr id="8134" name="Google Shape;8134;p6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62"/>
            <p:cNvGrpSpPr/>
            <p:nvPr/>
          </p:nvGrpSpPr>
          <p:grpSpPr>
            <a:xfrm>
              <a:off x="2110795" y="1179665"/>
              <a:ext cx="80700" cy="1526144"/>
              <a:chOff x="2110795" y="1179665"/>
              <a:chExt cx="80700" cy="1526144"/>
            </a:xfrm>
          </p:grpSpPr>
          <p:sp>
            <p:nvSpPr>
              <p:cNvPr id="8145" name="Google Shape;8145;p6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62"/>
            <p:cNvGrpSpPr/>
            <p:nvPr/>
          </p:nvGrpSpPr>
          <p:grpSpPr>
            <a:xfrm>
              <a:off x="2284655" y="1179665"/>
              <a:ext cx="80700" cy="1526144"/>
              <a:chOff x="2284655" y="1179665"/>
              <a:chExt cx="80700" cy="1526144"/>
            </a:xfrm>
          </p:grpSpPr>
          <p:sp>
            <p:nvSpPr>
              <p:cNvPr id="8156" name="Google Shape;8156;p6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6" name="Google Shape;8166;p62"/>
          <p:cNvGrpSpPr/>
          <p:nvPr/>
        </p:nvGrpSpPr>
        <p:grpSpPr>
          <a:xfrm>
            <a:off x="2603245" y="985011"/>
            <a:ext cx="1364248" cy="1102133"/>
            <a:chOff x="2623904" y="1198803"/>
            <a:chExt cx="1364248" cy="1102133"/>
          </a:xfrm>
        </p:grpSpPr>
        <p:grpSp>
          <p:nvGrpSpPr>
            <p:cNvPr id="8167" name="Google Shape;8167;p62"/>
            <p:cNvGrpSpPr/>
            <p:nvPr/>
          </p:nvGrpSpPr>
          <p:grpSpPr>
            <a:xfrm>
              <a:off x="2623907" y="1198803"/>
              <a:ext cx="1364245" cy="273000"/>
              <a:chOff x="2623907" y="1198803"/>
              <a:chExt cx="1364245" cy="273000"/>
            </a:xfrm>
          </p:grpSpPr>
          <p:sp>
            <p:nvSpPr>
              <p:cNvPr id="8168" name="Google Shape;8168;p6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3" name="Google Shape;8173;p62"/>
            <p:cNvGrpSpPr/>
            <p:nvPr/>
          </p:nvGrpSpPr>
          <p:grpSpPr>
            <a:xfrm>
              <a:off x="2623904" y="1476964"/>
              <a:ext cx="1364245" cy="273000"/>
              <a:chOff x="2623904" y="1476964"/>
              <a:chExt cx="1364245" cy="273000"/>
            </a:xfrm>
          </p:grpSpPr>
          <p:sp>
            <p:nvSpPr>
              <p:cNvPr id="8174" name="Google Shape;8174;p6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62"/>
            <p:cNvGrpSpPr/>
            <p:nvPr/>
          </p:nvGrpSpPr>
          <p:grpSpPr>
            <a:xfrm>
              <a:off x="2623907" y="1749775"/>
              <a:ext cx="1364245" cy="273000"/>
              <a:chOff x="2623907" y="1749775"/>
              <a:chExt cx="1364245" cy="273000"/>
            </a:xfrm>
          </p:grpSpPr>
          <p:sp>
            <p:nvSpPr>
              <p:cNvPr id="8180" name="Google Shape;8180;p6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5" name="Google Shape;8185;p62"/>
            <p:cNvGrpSpPr/>
            <p:nvPr/>
          </p:nvGrpSpPr>
          <p:grpSpPr>
            <a:xfrm>
              <a:off x="2623904" y="2027936"/>
              <a:ext cx="1364245" cy="273000"/>
              <a:chOff x="2623904" y="2027936"/>
              <a:chExt cx="1364245" cy="273000"/>
            </a:xfrm>
          </p:grpSpPr>
          <p:sp>
            <p:nvSpPr>
              <p:cNvPr id="8186" name="Google Shape;8186;p6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1" name="Google Shape;8191;p62"/>
          <p:cNvGrpSpPr/>
          <p:nvPr/>
        </p:nvGrpSpPr>
        <p:grpSpPr>
          <a:xfrm>
            <a:off x="2592706" y="2444193"/>
            <a:ext cx="1387541" cy="159124"/>
            <a:chOff x="3200660" y="2180272"/>
            <a:chExt cx="2563824" cy="378237"/>
          </a:xfrm>
        </p:grpSpPr>
        <p:sp>
          <p:nvSpPr>
            <p:cNvPr id="8192" name="Google Shape;8192;p6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62"/>
          <p:cNvGrpSpPr/>
          <p:nvPr/>
        </p:nvGrpSpPr>
        <p:grpSpPr>
          <a:xfrm>
            <a:off x="2589231" y="2722018"/>
            <a:ext cx="1390502" cy="159625"/>
            <a:chOff x="3530150" y="2790075"/>
            <a:chExt cx="1962600" cy="225300"/>
          </a:xfrm>
        </p:grpSpPr>
        <p:sp>
          <p:nvSpPr>
            <p:cNvPr id="8211" name="Google Shape;8211;p6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62"/>
          <p:cNvGrpSpPr/>
          <p:nvPr/>
        </p:nvGrpSpPr>
        <p:grpSpPr>
          <a:xfrm>
            <a:off x="2589884" y="3000344"/>
            <a:ext cx="1411629" cy="153761"/>
            <a:chOff x="3558802" y="4011427"/>
            <a:chExt cx="1866000" cy="111300"/>
          </a:xfrm>
        </p:grpSpPr>
        <p:sp>
          <p:nvSpPr>
            <p:cNvPr id="8214" name="Google Shape;8214;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62"/>
          <p:cNvGrpSpPr/>
          <p:nvPr/>
        </p:nvGrpSpPr>
        <p:grpSpPr>
          <a:xfrm>
            <a:off x="2589576" y="2205744"/>
            <a:ext cx="1383503" cy="119749"/>
            <a:chOff x="3465975" y="2270276"/>
            <a:chExt cx="1986364" cy="171929"/>
          </a:xfrm>
        </p:grpSpPr>
        <p:sp>
          <p:nvSpPr>
            <p:cNvPr id="8217" name="Google Shape;8217;p6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5" name="Google Shape;8225;p62"/>
          <p:cNvGrpSpPr/>
          <p:nvPr/>
        </p:nvGrpSpPr>
        <p:grpSpPr>
          <a:xfrm>
            <a:off x="2600584" y="3569394"/>
            <a:ext cx="1369531" cy="195460"/>
            <a:chOff x="723300" y="4253549"/>
            <a:chExt cx="2276482" cy="324900"/>
          </a:xfrm>
        </p:grpSpPr>
        <p:sp>
          <p:nvSpPr>
            <p:cNvPr id="8226" name="Google Shape;8226;p6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62"/>
          <p:cNvGrpSpPr/>
          <p:nvPr/>
        </p:nvGrpSpPr>
        <p:grpSpPr>
          <a:xfrm>
            <a:off x="2590145" y="3270574"/>
            <a:ext cx="1389066" cy="180119"/>
            <a:chOff x="705948" y="3788465"/>
            <a:chExt cx="2308953" cy="299400"/>
          </a:xfrm>
        </p:grpSpPr>
        <p:sp>
          <p:nvSpPr>
            <p:cNvPr id="8232" name="Google Shape;8232;p6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62"/>
          <p:cNvGrpSpPr/>
          <p:nvPr/>
        </p:nvGrpSpPr>
        <p:grpSpPr>
          <a:xfrm>
            <a:off x="2638082" y="3883554"/>
            <a:ext cx="1304609" cy="294074"/>
            <a:chOff x="2658741" y="4097347"/>
            <a:chExt cx="1304609" cy="294074"/>
          </a:xfrm>
        </p:grpSpPr>
        <p:grpSp>
          <p:nvGrpSpPr>
            <p:cNvPr id="8238" name="Google Shape;8238;p62"/>
            <p:cNvGrpSpPr/>
            <p:nvPr/>
          </p:nvGrpSpPr>
          <p:grpSpPr>
            <a:xfrm>
              <a:off x="2658741" y="4097347"/>
              <a:ext cx="118572" cy="294074"/>
              <a:chOff x="3343310" y="4475555"/>
              <a:chExt cx="127717" cy="316753"/>
            </a:xfrm>
          </p:grpSpPr>
          <p:sp>
            <p:nvSpPr>
              <p:cNvPr id="8239" name="Google Shape;8239;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1" name="Google Shape;8241;p62"/>
            <p:cNvGrpSpPr/>
            <p:nvPr/>
          </p:nvGrpSpPr>
          <p:grpSpPr>
            <a:xfrm>
              <a:off x="3815519" y="4098388"/>
              <a:ext cx="147831" cy="291991"/>
              <a:chOff x="3527539" y="4476677"/>
              <a:chExt cx="159232" cy="314510"/>
            </a:xfrm>
          </p:grpSpPr>
          <p:sp>
            <p:nvSpPr>
              <p:cNvPr id="8242" name="Google Shape;8242;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4" name="Google Shape;8244;p62"/>
            <p:cNvGrpSpPr/>
            <p:nvPr/>
          </p:nvGrpSpPr>
          <p:grpSpPr>
            <a:xfrm>
              <a:off x="3511696" y="4098388"/>
              <a:ext cx="147831" cy="291991"/>
              <a:chOff x="3527539" y="4476677"/>
              <a:chExt cx="159232" cy="314510"/>
            </a:xfrm>
          </p:grpSpPr>
          <p:sp>
            <p:nvSpPr>
              <p:cNvPr id="8245" name="Google Shape;8245;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62"/>
            <p:cNvGrpSpPr/>
            <p:nvPr/>
          </p:nvGrpSpPr>
          <p:grpSpPr>
            <a:xfrm>
              <a:off x="3207874" y="4098388"/>
              <a:ext cx="147831" cy="291991"/>
              <a:chOff x="3527539" y="4476677"/>
              <a:chExt cx="159232" cy="314510"/>
            </a:xfrm>
          </p:grpSpPr>
          <p:sp>
            <p:nvSpPr>
              <p:cNvPr id="8248" name="Google Shape;8248;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0" name="Google Shape;8250;p62"/>
            <p:cNvGrpSpPr/>
            <p:nvPr/>
          </p:nvGrpSpPr>
          <p:grpSpPr>
            <a:xfrm>
              <a:off x="2933305" y="4097347"/>
              <a:ext cx="118572" cy="294074"/>
              <a:chOff x="3343310" y="4475555"/>
              <a:chExt cx="127717" cy="316753"/>
            </a:xfrm>
          </p:grpSpPr>
          <p:sp>
            <p:nvSpPr>
              <p:cNvPr id="8251" name="Google Shape;8251;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3" name="Google Shape;8253;p62"/>
          <p:cNvGrpSpPr/>
          <p:nvPr/>
        </p:nvGrpSpPr>
        <p:grpSpPr>
          <a:xfrm>
            <a:off x="4256912" y="1866676"/>
            <a:ext cx="1433821" cy="191501"/>
            <a:chOff x="4273350" y="2080469"/>
            <a:chExt cx="1433821" cy="191501"/>
          </a:xfrm>
        </p:grpSpPr>
        <p:grpSp>
          <p:nvGrpSpPr>
            <p:cNvPr id="8254" name="Google Shape;8254;p62"/>
            <p:cNvGrpSpPr/>
            <p:nvPr/>
          </p:nvGrpSpPr>
          <p:grpSpPr>
            <a:xfrm>
              <a:off x="4273350" y="2080469"/>
              <a:ext cx="1433821" cy="0"/>
              <a:chOff x="5224975" y="2962250"/>
              <a:chExt cx="1544400" cy="0"/>
            </a:xfrm>
          </p:grpSpPr>
          <p:cxnSp>
            <p:nvCxnSpPr>
              <p:cNvPr id="8255" name="Google Shape;8255;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256" name="Google Shape;8256;p6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257" name="Google Shape;8257;p62"/>
            <p:cNvGrpSpPr/>
            <p:nvPr/>
          </p:nvGrpSpPr>
          <p:grpSpPr>
            <a:xfrm>
              <a:off x="4273350" y="2271969"/>
              <a:ext cx="1433821" cy="0"/>
              <a:chOff x="5224975" y="2962250"/>
              <a:chExt cx="1544400" cy="0"/>
            </a:xfrm>
          </p:grpSpPr>
          <p:cxnSp>
            <p:nvCxnSpPr>
              <p:cNvPr id="8258" name="Google Shape;8258;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259" name="Google Shape;8259;p6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260" name="Google Shape;8260;p62"/>
          <p:cNvGrpSpPr/>
          <p:nvPr/>
        </p:nvGrpSpPr>
        <p:grpSpPr>
          <a:xfrm>
            <a:off x="4258467" y="969244"/>
            <a:ext cx="1430711" cy="743389"/>
            <a:chOff x="5159450" y="1919950"/>
            <a:chExt cx="1541050" cy="862500"/>
          </a:xfrm>
        </p:grpSpPr>
        <p:sp>
          <p:nvSpPr>
            <p:cNvPr id="8261" name="Google Shape;8261;p6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262" name="Google Shape;8262;p62"/>
            <p:cNvGrpSpPr/>
            <p:nvPr/>
          </p:nvGrpSpPr>
          <p:grpSpPr>
            <a:xfrm>
              <a:off x="5159450" y="1919950"/>
              <a:ext cx="1541050" cy="862500"/>
              <a:chOff x="5159450" y="1919950"/>
              <a:chExt cx="1541050" cy="862500"/>
            </a:xfrm>
          </p:grpSpPr>
          <p:cxnSp>
            <p:nvCxnSpPr>
              <p:cNvPr id="8263" name="Google Shape;8263;p6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264" name="Google Shape;8264;p6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265" name="Google Shape;8265;p62"/>
          <p:cNvGrpSpPr/>
          <p:nvPr/>
        </p:nvGrpSpPr>
        <p:grpSpPr>
          <a:xfrm>
            <a:off x="4248581" y="2192571"/>
            <a:ext cx="1450484" cy="1052087"/>
            <a:chOff x="5230575" y="1554475"/>
            <a:chExt cx="2137150" cy="1550150"/>
          </a:xfrm>
        </p:grpSpPr>
        <p:sp>
          <p:nvSpPr>
            <p:cNvPr id="8266" name="Google Shape;8266;p6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62"/>
          <p:cNvGrpSpPr/>
          <p:nvPr/>
        </p:nvGrpSpPr>
        <p:grpSpPr>
          <a:xfrm rot="10800000">
            <a:off x="4265131" y="3284761"/>
            <a:ext cx="1417383" cy="887946"/>
            <a:chOff x="5645403" y="2920021"/>
            <a:chExt cx="2650800" cy="2180614"/>
          </a:xfrm>
        </p:grpSpPr>
        <p:sp>
          <p:nvSpPr>
            <p:cNvPr id="8280" name="Google Shape;8280;p6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81" name="Google Shape;8281;p62"/>
            <p:cNvCxnSpPr>
              <a:stCxn id="828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282" name="Google Shape;8282;p6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83" name="Google Shape;8283;p62"/>
            <p:cNvCxnSpPr>
              <a:endCxn id="828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284" name="Google Shape;8284;p6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85" name="Google Shape;8285;p62"/>
            <p:cNvCxnSpPr>
              <a:stCxn id="828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286" name="Google Shape;8286;p6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87" name="Google Shape;8287;p62"/>
            <p:cNvCxnSpPr>
              <a:endCxn id="828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288" name="Google Shape;8288;p62"/>
          <p:cNvGrpSpPr/>
          <p:nvPr/>
        </p:nvGrpSpPr>
        <p:grpSpPr>
          <a:xfrm>
            <a:off x="7365491" y="2188116"/>
            <a:ext cx="1071743" cy="1021579"/>
            <a:chOff x="7189833" y="2022667"/>
            <a:chExt cx="1251159" cy="1192597"/>
          </a:xfrm>
        </p:grpSpPr>
        <p:sp>
          <p:nvSpPr>
            <p:cNvPr id="8289" name="Google Shape;8289;p6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62"/>
          <p:cNvGrpSpPr/>
          <p:nvPr/>
        </p:nvGrpSpPr>
        <p:grpSpPr>
          <a:xfrm>
            <a:off x="706762" y="2614523"/>
            <a:ext cx="1695374" cy="1560837"/>
            <a:chOff x="727421" y="2828315"/>
            <a:chExt cx="1695374" cy="1560837"/>
          </a:xfrm>
        </p:grpSpPr>
        <p:grpSp>
          <p:nvGrpSpPr>
            <p:cNvPr id="8294" name="Google Shape;8294;p62"/>
            <p:cNvGrpSpPr/>
            <p:nvPr/>
          </p:nvGrpSpPr>
          <p:grpSpPr>
            <a:xfrm>
              <a:off x="819108" y="2882501"/>
              <a:ext cx="103104" cy="1426186"/>
              <a:chOff x="4674013" y="3100904"/>
              <a:chExt cx="122758" cy="1698043"/>
            </a:xfrm>
          </p:grpSpPr>
          <p:sp>
            <p:nvSpPr>
              <p:cNvPr id="8295" name="Google Shape;8295;p6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62"/>
            <p:cNvGrpSpPr/>
            <p:nvPr/>
          </p:nvGrpSpPr>
          <p:grpSpPr>
            <a:xfrm>
              <a:off x="1062475" y="2882501"/>
              <a:ext cx="103104" cy="1426186"/>
              <a:chOff x="4940438" y="3100904"/>
              <a:chExt cx="122758" cy="1698043"/>
            </a:xfrm>
          </p:grpSpPr>
          <p:sp>
            <p:nvSpPr>
              <p:cNvPr id="8303" name="Google Shape;8303;p6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62"/>
            <p:cNvGrpSpPr/>
            <p:nvPr/>
          </p:nvGrpSpPr>
          <p:grpSpPr>
            <a:xfrm>
              <a:off x="1299324" y="2882501"/>
              <a:ext cx="103104" cy="1426186"/>
              <a:chOff x="5206863" y="3100904"/>
              <a:chExt cx="122758" cy="1698043"/>
            </a:xfrm>
          </p:grpSpPr>
          <p:sp>
            <p:nvSpPr>
              <p:cNvPr id="8311" name="Google Shape;8311;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8" name="Google Shape;8318;p62"/>
            <p:cNvGrpSpPr/>
            <p:nvPr/>
          </p:nvGrpSpPr>
          <p:grpSpPr>
            <a:xfrm>
              <a:off x="1786057" y="2882501"/>
              <a:ext cx="103104" cy="1426186"/>
              <a:chOff x="6006138" y="3143629"/>
              <a:chExt cx="122758" cy="1698043"/>
            </a:xfrm>
          </p:grpSpPr>
          <p:sp>
            <p:nvSpPr>
              <p:cNvPr id="8319" name="Google Shape;8319;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62"/>
            <p:cNvGrpSpPr/>
            <p:nvPr/>
          </p:nvGrpSpPr>
          <p:grpSpPr>
            <a:xfrm>
              <a:off x="2029422" y="2882501"/>
              <a:ext cx="103104" cy="1426186"/>
              <a:chOff x="6805413" y="3100904"/>
              <a:chExt cx="122758" cy="1698043"/>
            </a:xfrm>
          </p:grpSpPr>
          <p:sp>
            <p:nvSpPr>
              <p:cNvPr id="8327" name="Google Shape;8327;p6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62"/>
            <p:cNvGrpSpPr/>
            <p:nvPr/>
          </p:nvGrpSpPr>
          <p:grpSpPr>
            <a:xfrm>
              <a:off x="727421" y="2828315"/>
              <a:ext cx="1695374" cy="1560837"/>
              <a:chOff x="734799" y="2782450"/>
              <a:chExt cx="1571100" cy="1577400"/>
            </a:xfrm>
          </p:grpSpPr>
          <p:cxnSp>
            <p:nvCxnSpPr>
              <p:cNvPr id="8335" name="Google Shape;8335;p6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336" name="Google Shape;8336;p6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337" name="Google Shape;8337;p62"/>
            <p:cNvGrpSpPr/>
            <p:nvPr/>
          </p:nvGrpSpPr>
          <p:grpSpPr>
            <a:xfrm>
              <a:off x="2272795" y="2882501"/>
              <a:ext cx="103104" cy="1426186"/>
              <a:chOff x="5206863" y="3100904"/>
              <a:chExt cx="122758" cy="1698043"/>
            </a:xfrm>
          </p:grpSpPr>
          <p:sp>
            <p:nvSpPr>
              <p:cNvPr id="8338" name="Google Shape;8338;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62"/>
            <p:cNvGrpSpPr/>
            <p:nvPr/>
          </p:nvGrpSpPr>
          <p:grpSpPr>
            <a:xfrm>
              <a:off x="1542694" y="2882501"/>
              <a:ext cx="103104" cy="1426186"/>
              <a:chOff x="6006138" y="3143629"/>
              <a:chExt cx="122758" cy="1698043"/>
            </a:xfrm>
          </p:grpSpPr>
          <p:sp>
            <p:nvSpPr>
              <p:cNvPr id="8346" name="Google Shape;8346;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53" name="Google Shape;8353;p62"/>
          <p:cNvGrpSpPr/>
          <p:nvPr/>
        </p:nvGrpSpPr>
        <p:grpSpPr>
          <a:xfrm>
            <a:off x="5915341" y="2192094"/>
            <a:ext cx="1248543" cy="1025319"/>
            <a:chOff x="5183758" y="1210600"/>
            <a:chExt cx="3605380" cy="2960783"/>
          </a:xfrm>
        </p:grpSpPr>
        <p:sp>
          <p:nvSpPr>
            <p:cNvPr id="8354" name="Google Shape;8354;p6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58" name="Google Shape;8358;p6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359" name="Google Shape;8359;p6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360" name="Google Shape;8360;p6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361" name="Google Shape;8361;p6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362" name="Google Shape;8362;p6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62"/>
          <p:cNvGrpSpPr/>
          <p:nvPr/>
        </p:nvGrpSpPr>
        <p:grpSpPr>
          <a:xfrm>
            <a:off x="5772403" y="3330411"/>
            <a:ext cx="2664831" cy="843440"/>
            <a:chOff x="5916567" y="1099697"/>
            <a:chExt cx="2556683" cy="809211"/>
          </a:xfrm>
        </p:grpSpPr>
        <p:sp>
          <p:nvSpPr>
            <p:cNvPr id="8364" name="Google Shape;8364;p6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2" name="Google Shape;8372;p62"/>
          <p:cNvGrpSpPr/>
          <p:nvPr/>
        </p:nvGrpSpPr>
        <p:grpSpPr>
          <a:xfrm>
            <a:off x="5879943" y="979270"/>
            <a:ext cx="1299851" cy="1023338"/>
            <a:chOff x="5900602" y="1193063"/>
            <a:chExt cx="1299851" cy="1023338"/>
          </a:xfrm>
        </p:grpSpPr>
        <p:grpSp>
          <p:nvGrpSpPr>
            <p:cNvPr id="8373" name="Google Shape;8373;p62"/>
            <p:cNvGrpSpPr/>
            <p:nvPr/>
          </p:nvGrpSpPr>
          <p:grpSpPr>
            <a:xfrm>
              <a:off x="6743564" y="1193063"/>
              <a:ext cx="456889" cy="700379"/>
              <a:chOff x="6743564" y="1193063"/>
              <a:chExt cx="456889" cy="700379"/>
            </a:xfrm>
          </p:grpSpPr>
          <p:grpSp>
            <p:nvGrpSpPr>
              <p:cNvPr id="8374" name="Google Shape;8374;p62"/>
              <p:cNvGrpSpPr/>
              <p:nvPr/>
            </p:nvGrpSpPr>
            <p:grpSpPr>
              <a:xfrm>
                <a:off x="6743564" y="1690731"/>
                <a:ext cx="214402" cy="202710"/>
                <a:chOff x="6743564" y="1690731"/>
                <a:chExt cx="214402" cy="202710"/>
              </a:xfrm>
            </p:grpSpPr>
            <p:sp>
              <p:nvSpPr>
                <p:cNvPr id="8375" name="Google Shape;8375;p6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62"/>
              <p:cNvGrpSpPr/>
              <p:nvPr/>
            </p:nvGrpSpPr>
            <p:grpSpPr>
              <a:xfrm>
                <a:off x="6915505" y="1193063"/>
                <a:ext cx="284947" cy="589637"/>
                <a:chOff x="6915505" y="1193063"/>
                <a:chExt cx="284947" cy="589637"/>
              </a:xfrm>
            </p:grpSpPr>
            <p:sp>
              <p:nvSpPr>
                <p:cNvPr id="8378" name="Google Shape;8378;p6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79" name="Google Shape;8379;p6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380" name="Google Shape;8380;p62"/>
            <p:cNvGrpSpPr/>
            <p:nvPr/>
          </p:nvGrpSpPr>
          <p:grpSpPr>
            <a:xfrm>
              <a:off x="6520337" y="1193063"/>
              <a:ext cx="341815" cy="801589"/>
              <a:chOff x="6520337" y="1193063"/>
              <a:chExt cx="341815" cy="801589"/>
            </a:xfrm>
          </p:grpSpPr>
          <p:grpSp>
            <p:nvGrpSpPr>
              <p:cNvPr id="8381" name="Google Shape;8381;p62"/>
              <p:cNvGrpSpPr/>
              <p:nvPr/>
            </p:nvGrpSpPr>
            <p:grpSpPr>
              <a:xfrm>
                <a:off x="6520337" y="1589527"/>
                <a:ext cx="213950" cy="405125"/>
                <a:chOff x="6520337" y="1589527"/>
                <a:chExt cx="213950" cy="405125"/>
              </a:xfrm>
            </p:grpSpPr>
            <p:sp>
              <p:nvSpPr>
                <p:cNvPr id="8382" name="Google Shape;8382;p6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4" name="Google Shape;8384;p62"/>
              <p:cNvGrpSpPr/>
              <p:nvPr/>
            </p:nvGrpSpPr>
            <p:grpSpPr>
              <a:xfrm>
                <a:off x="6577204" y="1193063"/>
                <a:ext cx="284947" cy="453562"/>
                <a:chOff x="6577204" y="1193063"/>
                <a:chExt cx="284947" cy="453562"/>
              </a:xfrm>
            </p:grpSpPr>
            <p:sp>
              <p:nvSpPr>
                <p:cNvPr id="8385" name="Google Shape;8385;p6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86" name="Google Shape;8386;p6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387" name="Google Shape;8387;p62"/>
            <p:cNvGrpSpPr/>
            <p:nvPr/>
          </p:nvGrpSpPr>
          <p:grpSpPr>
            <a:xfrm>
              <a:off x="6238903" y="1193063"/>
              <a:ext cx="300475" cy="901782"/>
              <a:chOff x="6238903" y="1193063"/>
              <a:chExt cx="300475" cy="901782"/>
            </a:xfrm>
          </p:grpSpPr>
          <p:grpSp>
            <p:nvGrpSpPr>
              <p:cNvPr id="8388" name="Google Shape;8388;p62"/>
              <p:cNvGrpSpPr/>
              <p:nvPr/>
            </p:nvGrpSpPr>
            <p:grpSpPr>
              <a:xfrm>
                <a:off x="6290865" y="1489315"/>
                <a:ext cx="248514" cy="605530"/>
                <a:chOff x="6290865" y="1489315"/>
                <a:chExt cx="248514" cy="605530"/>
              </a:xfrm>
            </p:grpSpPr>
            <p:sp>
              <p:nvSpPr>
                <p:cNvPr id="8389" name="Google Shape;8389;p6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62"/>
              <p:cNvGrpSpPr/>
              <p:nvPr/>
            </p:nvGrpSpPr>
            <p:grpSpPr>
              <a:xfrm>
                <a:off x="6238903" y="1193063"/>
                <a:ext cx="284947" cy="327512"/>
                <a:chOff x="6238903" y="1193063"/>
                <a:chExt cx="284947" cy="327512"/>
              </a:xfrm>
            </p:grpSpPr>
            <p:sp>
              <p:nvSpPr>
                <p:cNvPr id="8392" name="Google Shape;8392;p6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93" name="Google Shape;8393;p6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394" name="Google Shape;8394;p62"/>
            <p:cNvGrpSpPr/>
            <p:nvPr/>
          </p:nvGrpSpPr>
          <p:grpSpPr>
            <a:xfrm>
              <a:off x="5900602" y="1193063"/>
              <a:ext cx="444345" cy="1023338"/>
              <a:chOff x="5900602" y="1193063"/>
              <a:chExt cx="444345" cy="1023338"/>
            </a:xfrm>
          </p:grpSpPr>
          <p:grpSp>
            <p:nvGrpSpPr>
              <p:cNvPr id="8395" name="Google Shape;8395;p62"/>
              <p:cNvGrpSpPr/>
              <p:nvPr/>
            </p:nvGrpSpPr>
            <p:grpSpPr>
              <a:xfrm>
                <a:off x="6046501" y="1367785"/>
                <a:ext cx="298446" cy="848616"/>
                <a:chOff x="6046501" y="1367785"/>
                <a:chExt cx="298446" cy="848616"/>
              </a:xfrm>
            </p:grpSpPr>
            <p:sp>
              <p:nvSpPr>
                <p:cNvPr id="8396" name="Google Shape;8396;p6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8" name="Google Shape;8398;p62"/>
              <p:cNvGrpSpPr/>
              <p:nvPr/>
            </p:nvGrpSpPr>
            <p:grpSpPr>
              <a:xfrm>
                <a:off x="5900602" y="1193063"/>
                <a:ext cx="284947" cy="182312"/>
                <a:chOff x="5900602" y="1193063"/>
                <a:chExt cx="284947" cy="182312"/>
              </a:xfrm>
            </p:grpSpPr>
            <p:sp>
              <p:nvSpPr>
                <p:cNvPr id="8399" name="Google Shape;8399;p6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00" name="Google Shape;8400;p6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401" name="Google Shape;8401;p62"/>
          <p:cNvGrpSpPr/>
          <p:nvPr/>
        </p:nvGrpSpPr>
        <p:grpSpPr>
          <a:xfrm>
            <a:off x="7217825" y="979415"/>
            <a:ext cx="1219413" cy="1051365"/>
            <a:chOff x="7287122" y="1165658"/>
            <a:chExt cx="1219413" cy="1051365"/>
          </a:xfrm>
        </p:grpSpPr>
        <p:grpSp>
          <p:nvGrpSpPr>
            <p:cNvPr id="8402" name="Google Shape;8402;p62"/>
            <p:cNvGrpSpPr/>
            <p:nvPr/>
          </p:nvGrpSpPr>
          <p:grpSpPr>
            <a:xfrm>
              <a:off x="7287122" y="1969723"/>
              <a:ext cx="1219413" cy="247300"/>
              <a:chOff x="7287122" y="1969723"/>
              <a:chExt cx="1219413" cy="247300"/>
            </a:xfrm>
          </p:grpSpPr>
          <p:sp>
            <p:nvSpPr>
              <p:cNvPr id="8403" name="Google Shape;8403;p6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4" name="Google Shape;8404;p62"/>
              <p:cNvGrpSpPr/>
              <p:nvPr/>
            </p:nvGrpSpPr>
            <p:grpSpPr>
              <a:xfrm>
                <a:off x="7287122" y="2063892"/>
                <a:ext cx="1151753" cy="73428"/>
                <a:chOff x="7287122" y="2063892"/>
                <a:chExt cx="1151753" cy="73428"/>
              </a:xfrm>
            </p:grpSpPr>
            <p:sp>
              <p:nvSpPr>
                <p:cNvPr id="8405" name="Google Shape;8405;p6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06" name="Google Shape;8406;p6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407" name="Google Shape;8407;p62"/>
            <p:cNvGrpSpPr/>
            <p:nvPr/>
          </p:nvGrpSpPr>
          <p:grpSpPr>
            <a:xfrm>
              <a:off x="7287122" y="1712201"/>
              <a:ext cx="1219403" cy="246767"/>
              <a:chOff x="7287122" y="1712201"/>
              <a:chExt cx="1219403" cy="246767"/>
            </a:xfrm>
          </p:grpSpPr>
          <p:sp>
            <p:nvSpPr>
              <p:cNvPr id="8408" name="Google Shape;8408;p6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9" name="Google Shape;8409;p62"/>
              <p:cNvGrpSpPr/>
              <p:nvPr/>
            </p:nvGrpSpPr>
            <p:grpSpPr>
              <a:xfrm>
                <a:off x="7287122" y="1842861"/>
                <a:ext cx="1005303" cy="73419"/>
                <a:chOff x="7287122" y="1842861"/>
                <a:chExt cx="1005303" cy="73419"/>
              </a:xfrm>
            </p:grpSpPr>
            <p:sp>
              <p:nvSpPr>
                <p:cNvPr id="8410" name="Google Shape;8410;p6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11" name="Google Shape;8411;p6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412" name="Google Shape;8412;p62"/>
            <p:cNvGrpSpPr/>
            <p:nvPr/>
          </p:nvGrpSpPr>
          <p:grpSpPr>
            <a:xfrm>
              <a:off x="7287122" y="1447520"/>
              <a:ext cx="1219403" cy="286667"/>
              <a:chOff x="7287122" y="1447520"/>
              <a:chExt cx="1219403" cy="286667"/>
            </a:xfrm>
          </p:grpSpPr>
          <p:sp>
            <p:nvSpPr>
              <p:cNvPr id="8413" name="Google Shape;8413;p6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4" name="Google Shape;8414;p62"/>
              <p:cNvGrpSpPr/>
              <p:nvPr/>
            </p:nvGrpSpPr>
            <p:grpSpPr>
              <a:xfrm>
                <a:off x="7287122" y="1581977"/>
                <a:ext cx="852803" cy="73428"/>
                <a:chOff x="7287122" y="1581977"/>
                <a:chExt cx="852803" cy="73428"/>
              </a:xfrm>
            </p:grpSpPr>
            <p:sp>
              <p:nvSpPr>
                <p:cNvPr id="8415" name="Google Shape;8415;p6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16" name="Google Shape;8416;p6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417" name="Google Shape;8417;p62"/>
            <p:cNvGrpSpPr/>
            <p:nvPr/>
          </p:nvGrpSpPr>
          <p:grpSpPr>
            <a:xfrm>
              <a:off x="7287122" y="1165658"/>
              <a:ext cx="1219403" cy="344253"/>
              <a:chOff x="7287122" y="1165658"/>
              <a:chExt cx="1219403" cy="344253"/>
            </a:xfrm>
          </p:grpSpPr>
          <p:sp>
            <p:nvSpPr>
              <p:cNvPr id="8418" name="Google Shape;8418;p6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9" name="Google Shape;8419;p62"/>
              <p:cNvGrpSpPr/>
              <p:nvPr/>
            </p:nvGrpSpPr>
            <p:grpSpPr>
              <a:xfrm>
                <a:off x="7287122" y="1341025"/>
                <a:ext cx="695703" cy="73419"/>
                <a:chOff x="7287122" y="1341025"/>
                <a:chExt cx="695703" cy="73419"/>
              </a:xfrm>
            </p:grpSpPr>
            <p:sp>
              <p:nvSpPr>
                <p:cNvPr id="8420" name="Google Shape;8420;p6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21" name="Google Shape;8421;p6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25"/>
        <p:cNvGrpSpPr/>
        <p:nvPr/>
      </p:nvGrpSpPr>
      <p:grpSpPr>
        <a:xfrm>
          <a:off x="0" y="0"/>
          <a:ext cx="0" cy="0"/>
          <a:chOff x="0" y="0"/>
          <a:chExt cx="0" cy="0"/>
        </a:xfrm>
      </p:grpSpPr>
      <p:grpSp>
        <p:nvGrpSpPr>
          <p:cNvPr id="8426" name="Google Shape;8426;p63"/>
          <p:cNvGrpSpPr/>
          <p:nvPr/>
        </p:nvGrpSpPr>
        <p:grpSpPr>
          <a:xfrm>
            <a:off x="846551" y="2273217"/>
            <a:ext cx="415546" cy="355053"/>
            <a:chOff x="866243" y="2291587"/>
            <a:chExt cx="415546" cy="355053"/>
          </a:xfrm>
        </p:grpSpPr>
        <p:sp>
          <p:nvSpPr>
            <p:cNvPr id="8427" name="Google Shape;8427;p6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2" name="Google Shape;8432;p63"/>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3" name="Google Shape;8433;p63"/>
          <p:cNvGrpSpPr/>
          <p:nvPr/>
        </p:nvGrpSpPr>
        <p:grpSpPr>
          <a:xfrm>
            <a:off x="1938828" y="2284205"/>
            <a:ext cx="359213" cy="327807"/>
            <a:chOff x="1958520" y="2302574"/>
            <a:chExt cx="359213" cy="327807"/>
          </a:xfrm>
        </p:grpSpPr>
        <p:sp>
          <p:nvSpPr>
            <p:cNvPr id="8434" name="Google Shape;8434;p6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63"/>
          <p:cNvGrpSpPr/>
          <p:nvPr/>
        </p:nvGrpSpPr>
        <p:grpSpPr>
          <a:xfrm>
            <a:off x="2560190" y="2269057"/>
            <a:ext cx="207582" cy="359594"/>
            <a:chOff x="2656082" y="2287427"/>
            <a:chExt cx="207582" cy="359594"/>
          </a:xfrm>
        </p:grpSpPr>
        <p:sp>
          <p:nvSpPr>
            <p:cNvPr id="8438" name="Google Shape;8438;p6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63"/>
          <p:cNvGrpSpPr/>
          <p:nvPr/>
        </p:nvGrpSpPr>
        <p:grpSpPr>
          <a:xfrm>
            <a:off x="3029961" y="2303099"/>
            <a:ext cx="362991" cy="290018"/>
            <a:chOff x="3049653" y="2321468"/>
            <a:chExt cx="362991" cy="290018"/>
          </a:xfrm>
        </p:grpSpPr>
        <p:sp>
          <p:nvSpPr>
            <p:cNvPr id="8443" name="Google Shape;8443;p6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63"/>
          <p:cNvGrpSpPr/>
          <p:nvPr/>
        </p:nvGrpSpPr>
        <p:grpSpPr>
          <a:xfrm>
            <a:off x="3544551" y="2271534"/>
            <a:ext cx="422342" cy="355243"/>
            <a:chOff x="3564243" y="2289904"/>
            <a:chExt cx="422342" cy="355243"/>
          </a:xfrm>
        </p:grpSpPr>
        <p:sp>
          <p:nvSpPr>
            <p:cNvPr id="8448" name="Google Shape;8448;p6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3" name="Google Shape;8453;p63"/>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4" name="Google Shape;8454;p63"/>
          <p:cNvGrpSpPr/>
          <p:nvPr/>
        </p:nvGrpSpPr>
        <p:grpSpPr>
          <a:xfrm>
            <a:off x="4668202" y="2271344"/>
            <a:ext cx="359594" cy="353909"/>
            <a:chOff x="4687894" y="2289713"/>
            <a:chExt cx="359594" cy="353909"/>
          </a:xfrm>
        </p:grpSpPr>
        <p:sp>
          <p:nvSpPr>
            <p:cNvPr id="8455" name="Google Shape;8455;p6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8" name="Google Shape;8458;p63"/>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9" name="Google Shape;8459;p63"/>
          <p:cNvGrpSpPr/>
          <p:nvPr/>
        </p:nvGrpSpPr>
        <p:grpSpPr>
          <a:xfrm>
            <a:off x="6352932" y="2289857"/>
            <a:ext cx="263567" cy="317614"/>
            <a:chOff x="6421399" y="2308227"/>
            <a:chExt cx="263567" cy="317614"/>
          </a:xfrm>
        </p:grpSpPr>
        <p:sp>
          <p:nvSpPr>
            <p:cNvPr id="8460" name="Google Shape;8460;p6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63"/>
          <p:cNvGrpSpPr/>
          <p:nvPr/>
        </p:nvGrpSpPr>
        <p:grpSpPr>
          <a:xfrm>
            <a:off x="6850501" y="2277250"/>
            <a:ext cx="360356" cy="343462"/>
            <a:chOff x="6870193" y="2295620"/>
            <a:chExt cx="360356" cy="343462"/>
          </a:xfrm>
        </p:grpSpPr>
        <p:sp>
          <p:nvSpPr>
            <p:cNvPr id="8465" name="Google Shape;8465;p6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63"/>
          <p:cNvGrpSpPr/>
          <p:nvPr/>
        </p:nvGrpSpPr>
        <p:grpSpPr>
          <a:xfrm>
            <a:off x="7421773" y="2284490"/>
            <a:ext cx="342192" cy="327140"/>
            <a:chOff x="7441465" y="2302860"/>
            <a:chExt cx="342192" cy="327140"/>
          </a:xfrm>
        </p:grpSpPr>
        <p:sp>
          <p:nvSpPr>
            <p:cNvPr id="8468" name="Google Shape;8468;p6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63"/>
          <p:cNvGrpSpPr/>
          <p:nvPr/>
        </p:nvGrpSpPr>
        <p:grpSpPr>
          <a:xfrm>
            <a:off x="7969991" y="2331837"/>
            <a:ext cx="332761" cy="234066"/>
            <a:chOff x="7989683" y="2350207"/>
            <a:chExt cx="332761" cy="234066"/>
          </a:xfrm>
        </p:grpSpPr>
        <p:sp>
          <p:nvSpPr>
            <p:cNvPr id="8471" name="Google Shape;8471;p6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63"/>
          <p:cNvGrpSpPr/>
          <p:nvPr/>
        </p:nvGrpSpPr>
        <p:grpSpPr>
          <a:xfrm>
            <a:off x="5803602" y="2291381"/>
            <a:ext cx="315327" cy="314978"/>
            <a:chOff x="5823294" y="2309751"/>
            <a:chExt cx="315327" cy="314978"/>
          </a:xfrm>
        </p:grpSpPr>
        <p:sp>
          <p:nvSpPr>
            <p:cNvPr id="8478" name="Google Shape;8478;p6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63"/>
          <p:cNvGrpSpPr/>
          <p:nvPr/>
        </p:nvGrpSpPr>
        <p:grpSpPr>
          <a:xfrm>
            <a:off x="2477583" y="2725790"/>
            <a:ext cx="370930" cy="370549"/>
            <a:chOff x="2497275" y="2744159"/>
            <a:chExt cx="370930" cy="370549"/>
          </a:xfrm>
        </p:grpSpPr>
        <p:sp>
          <p:nvSpPr>
            <p:cNvPr id="8496" name="Google Shape;8496;p6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63"/>
          <p:cNvGrpSpPr/>
          <p:nvPr/>
        </p:nvGrpSpPr>
        <p:grpSpPr>
          <a:xfrm>
            <a:off x="841248" y="2728108"/>
            <a:ext cx="371883" cy="365691"/>
            <a:chOff x="860940" y="2746477"/>
            <a:chExt cx="371883" cy="365691"/>
          </a:xfrm>
        </p:grpSpPr>
        <p:sp>
          <p:nvSpPr>
            <p:cNvPr id="8503" name="Google Shape;8503;p6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63"/>
          <p:cNvGrpSpPr/>
          <p:nvPr/>
        </p:nvGrpSpPr>
        <p:grpSpPr>
          <a:xfrm>
            <a:off x="1431144" y="2747889"/>
            <a:ext cx="283985" cy="341080"/>
            <a:chOff x="1493849" y="2775533"/>
            <a:chExt cx="283985" cy="341080"/>
          </a:xfrm>
        </p:grpSpPr>
        <p:sp>
          <p:nvSpPr>
            <p:cNvPr id="8509" name="Google Shape;8509;p6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63"/>
          <p:cNvGrpSpPr/>
          <p:nvPr/>
        </p:nvGrpSpPr>
        <p:grpSpPr>
          <a:xfrm>
            <a:off x="1933144" y="2756052"/>
            <a:ext cx="372835" cy="342573"/>
            <a:chOff x="1952836" y="2774422"/>
            <a:chExt cx="372835" cy="342573"/>
          </a:xfrm>
        </p:grpSpPr>
        <p:sp>
          <p:nvSpPr>
            <p:cNvPr id="8512" name="Google Shape;8512;p6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63"/>
          <p:cNvGrpSpPr/>
          <p:nvPr/>
        </p:nvGrpSpPr>
        <p:grpSpPr>
          <a:xfrm>
            <a:off x="3060224" y="2726107"/>
            <a:ext cx="332729" cy="372518"/>
            <a:chOff x="3079916" y="2744477"/>
            <a:chExt cx="332729" cy="372518"/>
          </a:xfrm>
        </p:grpSpPr>
        <p:sp>
          <p:nvSpPr>
            <p:cNvPr id="8516" name="Google Shape;8516;p6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9" name="Google Shape;8519;p63"/>
          <p:cNvGrpSpPr/>
          <p:nvPr/>
        </p:nvGrpSpPr>
        <p:grpSpPr>
          <a:xfrm>
            <a:off x="3600884" y="2727155"/>
            <a:ext cx="336889" cy="355592"/>
            <a:chOff x="3620576" y="2745525"/>
            <a:chExt cx="336889" cy="355592"/>
          </a:xfrm>
        </p:grpSpPr>
        <p:sp>
          <p:nvSpPr>
            <p:cNvPr id="8520" name="Google Shape;8520;p6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63"/>
          <p:cNvGrpSpPr/>
          <p:nvPr/>
        </p:nvGrpSpPr>
        <p:grpSpPr>
          <a:xfrm>
            <a:off x="4107123" y="2742334"/>
            <a:ext cx="380393" cy="363118"/>
            <a:chOff x="4126815" y="2760704"/>
            <a:chExt cx="380393" cy="363118"/>
          </a:xfrm>
        </p:grpSpPr>
        <p:sp>
          <p:nvSpPr>
            <p:cNvPr id="8523" name="Google Shape;8523;p6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63"/>
          <p:cNvGrpSpPr/>
          <p:nvPr/>
        </p:nvGrpSpPr>
        <p:grpSpPr>
          <a:xfrm>
            <a:off x="4656294" y="2727314"/>
            <a:ext cx="381346" cy="368644"/>
            <a:chOff x="4675986" y="2745684"/>
            <a:chExt cx="381346" cy="368644"/>
          </a:xfrm>
        </p:grpSpPr>
        <p:sp>
          <p:nvSpPr>
            <p:cNvPr id="8528" name="Google Shape;8528;p6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63"/>
          <p:cNvGrpSpPr/>
          <p:nvPr/>
        </p:nvGrpSpPr>
        <p:grpSpPr>
          <a:xfrm>
            <a:off x="5200924" y="2772692"/>
            <a:ext cx="373185" cy="302466"/>
            <a:chOff x="5220616" y="2791061"/>
            <a:chExt cx="373185" cy="302466"/>
          </a:xfrm>
        </p:grpSpPr>
        <p:sp>
          <p:nvSpPr>
            <p:cNvPr id="8531" name="Google Shape;8531;p6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63"/>
          <p:cNvGrpSpPr/>
          <p:nvPr/>
        </p:nvGrpSpPr>
        <p:grpSpPr>
          <a:xfrm>
            <a:off x="5768969" y="2754147"/>
            <a:ext cx="284366" cy="344097"/>
            <a:chOff x="5864861" y="2772517"/>
            <a:chExt cx="284366" cy="344097"/>
          </a:xfrm>
        </p:grpSpPr>
        <p:sp>
          <p:nvSpPr>
            <p:cNvPr id="8550" name="Google Shape;8550;p6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6" name="Google Shape;8556;p63"/>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7" name="Google Shape;8557;p63"/>
          <p:cNvGrpSpPr/>
          <p:nvPr/>
        </p:nvGrpSpPr>
        <p:grpSpPr>
          <a:xfrm>
            <a:off x="6954467" y="2771168"/>
            <a:ext cx="255247" cy="327458"/>
            <a:chOff x="6974158" y="2789537"/>
            <a:chExt cx="255247" cy="327458"/>
          </a:xfrm>
        </p:grpSpPr>
        <p:sp>
          <p:nvSpPr>
            <p:cNvPr id="8558" name="Google Shape;8558;p6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63"/>
          <p:cNvGrpSpPr/>
          <p:nvPr/>
        </p:nvGrpSpPr>
        <p:grpSpPr>
          <a:xfrm>
            <a:off x="7511005" y="2771930"/>
            <a:ext cx="244291" cy="326314"/>
            <a:chOff x="7530697" y="2790299"/>
            <a:chExt cx="244291" cy="326314"/>
          </a:xfrm>
        </p:grpSpPr>
        <p:sp>
          <p:nvSpPr>
            <p:cNvPr id="8565" name="Google Shape;8565;p6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63"/>
          <p:cNvGrpSpPr/>
          <p:nvPr/>
        </p:nvGrpSpPr>
        <p:grpSpPr>
          <a:xfrm>
            <a:off x="7968499" y="2813878"/>
            <a:ext cx="332348" cy="283985"/>
            <a:chOff x="7988191" y="2832248"/>
            <a:chExt cx="332348" cy="283985"/>
          </a:xfrm>
        </p:grpSpPr>
        <p:sp>
          <p:nvSpPr>
            <p:cNvPr id="8572" name="Google Shape;8572;p6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75" name="Google Shape;8575;p63"/>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6" name="Google Shape;8576;p63"/>
          <p:cNvGrpSpPr/>
          <p:nvPr/>
        </p:nvGrpSpPr>
        <p:grpSpPr>
          <a:xfrm>
            <a:off x="3568748" y="3239998"/>
            <a:ext cx="364484" cy="262423"/>
            <a:chOff x="3588440" y="3258368"/>
            <a:chExt cx="364484" cy="262423"/>
          </a:xfrm>
        </p:grpSpPr>
        <p:sp>
          <p:nvSpPr>
            <p:cNvPr id="8577" name="Google Shape;8577;p6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3" name="Google Shape;8583;p63"/>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4" name="Google Shape;8584;p63"/>
          <p:cNvGrpSpPr/>
          <p:nvPr/>
        </p:nvGrpSpPr>
        <p:grpSpPr>
          <a:xfrm>
            <a:off x="5746125" y="3209355"/>
            <a:ext cx="364865" cy="324822"/>
            <a:chOff x="5765817" y="3227724"/>
            <a:chExt cx="364865" cy="324822"/>
          </a:xfrm>
        </p:grpSpPr>
        <p:sp>
          <p:nvSpPr>
            <p:cNvPr id="8585" name="Google Shape;8585;p6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63"/>
          <p:cNvGrpSpPr/>
          <p:nvPr/>
        </p:nvGrpSpPr>
        <p:grpSpPr>
          <a:xfrm>
            <a:off x="6208891" y="3219294"/>
            <a:ext cx="446539" cy="303895"/>
            <a:chOff x="6228583" y="3237664"/>
            <a:chExt cx="446539" cy="303895"/>
          </a:xfrm>
        </p:grpSpPr>
        <p:sp>
          <p:nvSpPr>
            <p:cNvPr id="8589" name="Google Shape;8589;p6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63"/>
          <p:cNvGrpSpPr/>
          <p:nvPr/>
        </p:nvGrpSpPr>
        <p:grpSpPr>
          <a:xfrm>
            <a:off x="846170" y="3188936"/>
            <a:ext cx="364484" cy="364897"/>
            <a:chOff x="865862" y="3207306"/>
            <a:chExt cx="364484" cy="364897"/>
          </a:xfrm>
        </p:grpSpPr>
        <p:sp>
          <p:nvSpPr>
            <p:cNvPr id="8607" name="Google Shape;8607;p6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63"/>
          <p:cNvGrpSpPr/>
          <p:nvPr/>
        </p:nvGrpSpPr>
        <p:grpSpPr>
          <a:xfrm>
            <a:off x="1384925" y="3208593"/>
            <a:ext cx="370168" cy="325965"/>
            <a:chOff x="1404617" y="3226962"/>
            <a:chExt cx="370168" cy="325965"/>
          </a:xfrm>
        </p:grpSpPr>
        <p:sp>
          <p:nvSpPr>
            <p:cNvPr id="8622" name="Google Shape;8622;p6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63"/>
          <p:cNvGrpSpPr/>
          <p:nvPr/>
        </p:nvGrpSpPr>
        <p:grpSpPr>
          <a:xfrm>
            <a:off x="1933711" y="3197724"/>
            <a:ext cx="366389" cy="354481"/>
            <a:chOff x="1954741" y="3212419"/>
            <a:chExt cx="366389" cy="354481"/>
          </a:xfrm>
        </p:grpSpPr>
        <p:sp>
          <p:nvSpPr>
            <p:cNvPr id="8632" name="Google Shape;8632;p6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63"/>
          <p:cNvGrpSpPr/>
          <p:nvPr/>
        </p:nvGrpSpPr>
        <p:grpSpPr>
          <a:xfrm>
            <a:off x="3023547" y="3197256"/>
            <a:ext cx="366008" cy="348670"/>
            <a:chOff x="3043239" y="3215626"/>
            <a:chExt cx="366008" cy="348670"/>
          </a:xfrm>
        </p:grpSpPr>
        <p:sp>
          <p:nvSpPr>
            <p:cNvPr id="8640" name="Google Shape;8640;p6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2" name="Google Shape;8642;p63"/>
          <p:cNvGrpSpPr/>
          <p:nvPr/>
        </p:nvGrpSpPr>
        <p:grpSpPr>
          <a:xfrm>
            <a:off x="4198641" y="3166613"/>
            <a:ext cx="209107" cy="383442"/>
            <a:chOff x="4218333" y="3184982"/>
            <a:chExt cx="209107" cy="383442"/>
          </a:xfrm>
        </p:grpSpPr>
        <p:sp>
          <p:nvSpPr>
            <p:cNvPr id="8643" name="Google Shape;8643;p6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45" name="Google Shape;8645;p63"/>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6" name="Google Shape;8646;p63"/>
          <p:cNvGrpSpPr/>
          <p:nvPr/>
        </p:nvGrpSpPr>
        <p:grpSpPr>
          <a:xfrm>
            <a:off x="6876953" y="3197637"/>
            <a:ext cx="322917" cy="347876"/>
            <a:chOff x="6896644" y="3216007"/>
            <a:chExt cx="322917" cy="347876"/>
          </a:xfrm>
        </p:grpSpPr>
        <p:sp>
          <p:nvSpPr>
            <p:cNvPr id="8647" name="Google Shape;8647;p6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4" name="Google Shape;8654;p63"/>
          <p:cNvGrpSpPr/>
          <p:nvPr/>
        </p:nvGrpSpPr>
        <p:grpSpPr>
          <a:xfrm>
            <a:off x="7409674" y="3204814"/>
            <a:ext cx="334634" cy="333904"/>
            <a:chOff x="7429366" y="3223183"/>
            <a:chExt cx="334634" cy="333904"/>
          </a:xfrm>
        </p:grpSpPr>
        <p:sp>
          <p:nvSpPr>
            <p:cNvPr id="8655" name="Google Shape;8655;p6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7" name="Google Shape;8657;p63"/>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8" name="Google Shape;8658;p63"/>
          <p:cNvGrpSpPr/>
          <p:nvPr/>
        </p:nvGrpSpPr>
        <p:grpSpPr>
          <a:xfrm>
            <a:off x="5196764" y="3707114"/>
            <a:ext cx="356196" cy="265631"/>
            <a:chOff x="5216456" y="3725484"/>
            <a:chExt cx="356196" cy="265631"/>
          </a:xfrm>
        </p:grpSpPr>
        <p:sp>
          <p:nvSpPr>
            <p:cNvPr id="8659" name="Google Shape;8659;p6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3"/>
          <p:cNvGrpSpPr/>
          <p:nvPr/>
        </p:nvGrpSpPr>
        <p:grpSpPr>
          <a:xfrm>
            <a:off x="6829701" y="3715625"/>
            <a:ext cx="355053" cy="248038"/>
            <a:chOff x="6849393" y="3733994"/>
            <a:chExt cx="355053" cy="248038"/>
          </a:xfrm>
        </p:grpSpPr>
        <p:sp>
          <p:nvSpPr>
            <p:cNvPr id="8662" name="Google Shape;8662;p6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63"/>
          <p:cNvGrpSpPr/>
          <p:nvPr/>
        </p:nvGrpSpPr>
        <p:grpSpPr>
          <a:xfrm>
            <a:off x="7899305" y="3696318"/>
            <a:ext cx="392111" cy="280206"/>
            <a:chOff x="7918997" y="3714687"/>
            <a:chExt cx="392111" cy="280206"/>
          </a:xfrm>
        </p:grpSpPr>
        <p:sp>
          <p:nvSpPr>
            <p:cNvPr id="8668" name="Google Shape;8668;p6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3" name="Google Shape;8673;p63"/>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4" name="Google Shape;8674;p63"/>
          <p:cNvGrpSpPr/>
          <p:nvPr/>
        </p:nvGrpSpPr>
        <p:grpSpPr>
          <a:xfrm>
            <a:off x="1389085" y="3662594"/>
            <a:ext cx="357720" cy="355148"/>
            <a:chOff x="1408777" y="3680964"/>
            <a:chExt cx="357720" cy="355148"/>
          </a:xfrm>
        </p:grpSpPr>
        <p:sp>
          <p:nvSpPr>
            <p:cNvPr id="8675" name="Google Shape;8675;p6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63"/>
          <p:cNvGrpSpPr/>
          <p:nvPr/>
        </p:nvGrpSpPr>
        <p:grpSpPr>
          <a:xfrm>
            <a:off x="1933144" y="3662594"/>
            <a:ext cx="357720" cy="355148"/>
            <a:chOff x="1952836" y="3680964"/>
            <a:chExt cx="357720" cy="355148"/>
          </a:xfrm>
        </p:grpSpPr>
        <p:sp>
          <p:nvSpPr>
            <p:cNvPr id="8681" name="Google Shape;8681;p6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63"/>
          <p:cNvGrpSpPr/>
          <p:nvPr/>
        </p:nvGrpSpPr>
        <p:grpSpPr>
          <a:xfrm>
            <a:off x="2477202" y="3662594"/>
            <a:ext cx="357720" cy="355148"/>
            <a:chOff x="2496894" y="3680964"/>
            <a:chExt cx="357720" cy="355148"/>
          </a:xfrm>
        </p:grpSpPr>
        <p:sp>
          <p:nvSpPr>
            <p:cNvPr id="8687" name="Google Shape;8687;p6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63"/>
          <p:cNvGrpSpPr/>
          <p:nvPr/>
        </p:nvGrpSpPr>
        <p:grpSpPr>
          <a:xfrm>
            <a:off x="3021292" y="3662689"/>
            <a:ext cx="356164" cy="355815"/>
            <a:chOff x="3040984" y="3681059"/>
            <a:chExt cx="356164" cy="355815"/>
          </a:xfrm>
        </p:grpSpPr>
        <p:sp>
          <p:nvSpPr>
            <p:cNvPr id="8693" name="Google Shape;8693;p6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63"/>
          <p:cNvGrpSpPr/>
          <p:nvPr/>
        </p:nvGrpSpPr>
        <p:grpSpPr>
          <a:xfrm>
            <a:off x="3564589" y="3680821"/>
            <a:ext cx="358069" cy="317995"/>
            <a:chOff x="3584280" y="3699191"/>
            <a:chExt cx="358069" cy="317995"/>
          </a:xfrm>
        </p:grpSpPr>
        <p:sp>
          <p:nvSpPr>
            <p:cNvPr id="8697" name="Google Shape;8697;p6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63"/>
          <p:cNvGrpSpPr/>
          <p:nvPr/>
        </p:nvGrpSpPr>
        <p:grpSpPr>
          <a:xfrm>
            <a:off x="4109790" y="3662689"/>
            <a:ext cx="355402" cy="354291"/>
            <a:chOff x="4129482" y="3681059"/>
            <a:chExt cx="355402" cy="354291"/>
          </a:xfrm>
        </p:grpSpPr>
        <p:sp>
          <p:nvSpPr>
            <p:cNvPr id="8702" name="Google Shape;8702;p6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63"/>
          <p:cNvGrpSpPr/>
          <p:nvPr/>
        </p:nvGrpSpPr>
        <p:grpSpPr>
          <a:xfrm>
            <a:off x="4653849" y="3661927"/>
            <a:ext cx="355434" cy="355815"/>
            <a:chOff x="4673540" y="3680297"/>
            <a:chExt cx="355434" cy="355815"/>
          </a:xfrm>
        </p:grpSpPr>
        <p:sp>
          <p:nvSpPr>
            <p:cNvPr id="8707" name="Google Shape;8707;p6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63"/>
          <p:cNvGrpSpPr/>
          <p:nvPr/>
        </p:nvGrpSpPr>
        <p:grpSpPr>
          <a:xfrm>
            <a:off x="5759716" y="3680821"/>
            <a:ext cx="317645" cy="318757"/>
            <a:chOff x="5779408" y="3699191"/>
            <a:chExt cx="317645" cy="318757"/>
          </a:xfrm>
        </p:grpSpPr>
        <p:sp>
          <p:nvSpPr>
            <p:cNvPr id="8711" name="Google Shape;8711;p6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3" name="Google Shape;8713;p63"/>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4" name="Google Shape;8714;p63"/>
          <p:cNvGrpSpPr/>
          <p:nvPr/>
        </p:nvGrpSpPr>
        <p:grpSpPr>
          <a:xfrm>
            <a:off x="7370743" y="3662499"/>
            <a:ext cx="372073" cy="355243"/>
            <a:chOff x="7390435" y="3680868"/>
            <a:chExt cx="372073" cy="355243"/>
          </a:xfrm>
        </p:grpSpPr>
        <p:sp>
          <p:nvSpPr>
            <p:cNvPr id="8715" name="Google Shape;8715;p6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1" name="Google Shape;8721;p63"/>
          <p:cNvGrpSpPr/>
          <p:nvPr/>
        </p:nvGrpSpPr>
        <p:grpSpPr>
          <a:xfrm>
            <a:off x="1392301" y="4119346"/>
            <a:ext cx="374709" cy="374010"/>
            <a:chOff x="1421638" y="4125629"/>
            <a:chExt cx="374709" cy="374010"/>
          </a:xfrm>
        </p:grpSpPr>
        <p:sp>
          <p:nvSpPr>
            <p:cNvPr id="8722" name="Google Shape;8722;p6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63"/>
          <p:cNvGrpSpPr/>
          <p:nvPr/>
        </p:nvGrpSpPr>
        <p:grpSpPr>
          <a:xfrm>
            <a:off x="1943917" y="4135255"/>
            <a:ext cx="357720" cy="342192"/>
            <a:chOff x="1973254" y="4156304"/>
            <a:chExt cx="357720" cy="342192"/>
          </a:xfrm>
        </p:grpSpPr>
        <p:sp>
          <p:nvSpPr>
            <p:cNvPr id="8725" name="Google Shape;8725;p6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1" name="Google Shape;8731;p63"/>
          <p:cNvGrpSpPr/>
          <p:nvPr/>
        </p:nvGrpSpPr>
        <p:grpSpPr>
          <a:xfrm>
            <a:off x="2494422" y="4136192"/>
            <a:ext cx="341049" cy="340318"/>
            <a:chOff x="2523759" y="4135505"/>
            <a:chExt cx="341049" cy="340318"/>
          </a:xfrm>
        </p:grpSpPr>
        <p:sp>
          <p:nvSpPr>
            <p:cNvPr id="8732" name="Google Shape;8732;p6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63"/>
          <p:cNvGrpSpPr/>
          <p:nvPr/>
        </p:nvGrpSpPr>
        <p:grpSpPr>
          <a:xfrm>
            <a:off x="3011266" y="4131175"/>
            <a:ext cx="392079" cy="350353"/>
            <a:chOff x="3040603" y="4130360"/>
            <a:chExt cx="392079" cy="350353"/>
          </a:xfrm>
        </p:grpSpPr>
        <p:sp>
          <p:nvSpPr>
            <p:cNvPr id="8735" name="Google Shape;8735;p6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63"/>
          <p:cNvGrpSpPr/>
          <p:nvPr/>
        </p:nvGrpSpPr>
        <p:grpSpPr>
          <a:xfrm>
            <a:off x="3632807" y="4136192"/>
            <a:ext cx="232955" cy="340318"/>
            <a:chOff x="3662144" y="4135505"/>
            <a:chExt cx="232955" cy="340318"/>
          </a:xfrm>
        </p:grpSpPr>
        <p:sp>
          <p:nvSpPr>
            <p:cNvPr id="8746" name="Google Shape;8746;p6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63"/>
          <p:cNvGrpSpPr/>
          <p:nvPr/>
        </p:nvGrpSpPr>
        <p:grpSpPr>
          <a:xfrm>
            <a:off x="4119801" y="4122029"/>
            <a:ext cx="344065" cy="368644"/>
            <a:chOff x="4149138" y="4121151"/>
            <a:chExt cx="344065" cy="368644"/>
          </a:xfrm>
        </p:grpSpPr>
        <p:sp>
          <p:nvSpPr>
            <p:cNvPr id="8751" name="Google Shape;8751;p6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3" name="Google Shape;8763;p63"/>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4" name="Google Shape;8764;p63"/>
          <p:cNvGrpSpPr/>
          <p:nvPr/>
        </p:nvGrpSpPr>
        <p:grpSpPr>
          <a:xfrm>
            <a:off x="5176925" y="4174949"/>
            <a:ext cx="397763" cy="262804"/>
            <a:chOff x="5206262" y="4174817"/>
            <a:chExt cx="397763" cy="262804"/>
          </a:xfrm>
        </p:grpSpPr>
        <p:sp>
          <p:nvSpPr>
            <p:cNvPr id="8765" name="Google Shape;8765;p6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63"/>
          <p:cNvGrpSpPr/>
          <p:nvPr/>
        </p:nvGrpSpPr>
        <p:grpSpPr>
          <a:xfrm>
            <a:off x="5698279" y="4161342"/>
            <a:ext cx="440505" cy="290018"/>
            <a:chOff x="5727616" y="4204699"/>
            <a:chExt cx="440505" cy="290018"/>
          </a:xfrm>
        </p:grpSpPr>
        <p:sp>
          <p:nvSpPr>
            <p:cNvPr id="8773" name="Google Shape;8773;p6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1" name="Google Shape;8781;p63"/>
          <p:cNvGrpSpPr/>
          <p:nvPr/>
        </p:nvGrpSpPr>
        <p:grpSpPr>
          <a:xfrm>
            <a:off x="6380726" y="4124093"/>
            <a:ext cx="159950" cy="364516"/>
            <a:chOff x="6410063" y="4135124"/>
            <a:chExt cx="159950" cy="364516"/>
          </a:xfrm>
        </p:grpSpPr>
        <p:sp>
          <p:nvSpPr>
            <p:cNvPr id="8782" name="Google Shape;8782;p6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63"/>
          <p:cNvGrpSpPr/>
          <p:nvPr/>
        </p:nvGrpSpPr>
        <p:grpSpPr>
          <a:xfrm>
            <a:off x="6641065" y="4124284"/>
            <a:ext cx="214378" cy="364135"/>
            <a:chOff x="6924652" y="4135505"/>
            <a:chExt cx="214378" cy="364135"/>
          </a:xfrm>
        </p:grpSpPr>
        <p:sp>
          <p:nvSpPr>
            <p:cNvPr id="8787" name="Google Shape;8787;p6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1" name="Google Shape;8791;p63"/>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92" name="Google Shape;8792;p6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8793" name="Google Shape;8793;p63"/>
          <p:cNvGrpSpPr/>
          <p:nvPr/>
        </p:nvGrpSpPr>
        <p:grpSpPr>
          <a:xfrm>
            <a:off x="841240" y="4119220"/>
            <a:ext cx="374177" cy="374263"/>
            <a:chOff x="775325" y="4143525"/>
            <a:chExt cx="468776" cy="468884"/>
          </a:xfrm>
        </p:grpSpPr>
        <p:sp>
          <p:nvSpPr>
            <p:cNvPr id="8794" name="Google Shape;8794;p63"/>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3"/>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3"/>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3"/>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8" name="Google Shape;8798;p63"/>
          <p:cNvGrpSpPr/>
          <p:nvPr/>
        </p:nvGrpSpPr>
        <p:grpSpPr>
          <a:xfrm>
            <a:off x="7015917" y="4114633"/>
            <a:ext cx="219464" cy="383437"/>
            <a:chOff x="1426400" y="1814750"/>
            <a:chExt cx="407850" cy="712575"/>
          </a:xfrm>
        </p:grpSpPr>
        <p:sp>
          <p:nvSpPr>
            <p:cNvPr id="8799" name="Google Shape;8799;p63"/>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3"/>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3"/>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63"/>
          <p:cNvGrpSpPr/>
          <p:nvPr/>
        </p:nvGrpSpPr>
        <p:grpSpPr>
          <a:xfrm>
            <a:off x="7391519" y="4149408"/>
            <a:ext cx="313833" cy="313887"/>
            <a:chOff x="1910075" y="2021700"/>
            <a:chExt cx="583225" cy="583325"/>
          </a:xfrm>
        </p:grpSpPr>
        <p:sp>
          <p:nvSpPr>
            <p:cNvPr id="8803" name="Google Shape;8803;p63"/>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63"/>
          <p:cNvGrpSpPr/>
          <p:nvPr/>
        </p:nvGrpSpPr>
        <p:grpSpPr>
          <a:xfrm>
            <a:off x="7861486" y="4189187"/>
            <a:ext cx="441255" cy="234329"/>
            <a:chOff x="2749275" y="2099575"/>
            <a:chExt cx="820025" cy="435475"/>
          </a:xfrm>
        </p:grpSpPr>
        <p:sp>
          <p:nvSpPr>
            <p:cNvPr id="8807" name="Google Shape;8807;p63"/>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3"/>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3"/>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8814"/>
        <p:cNvGrpSpPr/>
        <p:nvPr/>
      </p:nvGrpSpPr>
      <p:grpSpPr>
        <a:xfrm>
          <a:off x="0" y="0"/>
          <a:ext cx="0" cy="0"/>
          <a:chOff x="0" y="0"/>
          <a:chExt cx="0" cy="0"/>
        </a:xfrm>
      </p:grpSpPr>
      <p:grpSp>
        <p:nvGrpSpPr>
          <p:cNvPr id="8815" name="Google Shape;8815;p64"/>
          <p:cNvGrpSpPr/>
          <p:nvPr/>
        </p:nvGrpSpPr>
        <p:grpSpPr>
          <a:xfrm>
            <a:off x="1989449" y="4101269"/>
            <a:ext cx="374774" cy="346073"/>
            <a:chOff x="1989449" y="4282269"/>
            <a:chExt cx="374774" cy="346073"/>
          </a:xfrm>
        </p:grpSpPr>
        <p:sp>
          <p:nvSpPr>
            <p:cNvPr id="8816" name="Google Shape;8816;p6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64"/>
          <p:cNvGrpSpPr/>
          <p:nvPr/>
        </p:nvGrpSpPr>
        <p:grpSpPr>
          <a:xfrm>
            <a:off x="2487439" y="4099740"/>
            <a:ext cx="198775" cy="348972"/>
            <a:chOff x="2487439" y="4280740"/>
            <a:chExt cx="198775" cy="348972"/>
          </a:xfrm>
        </p:grpSpPr>
        <p:sp>
          <p:nvSpPr>
            <p:cNvPr id="8822" name="Google Shape;8822;p6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64"/>
          <p:cNvGrpSpPr/>
          <p:nvPr/>
        </p:nvGrpSpPr>
        <p:grpSpPr>
          <a:xfrm>
            <a:off x="2810958" y="4092923"/>
            <a:ext cx="353145" cy="361873"/>
            <a:chOff x="2810958" y="4273923"/>
            <a:chExt cx="353145" cy="361873"/>
          </a:xfrm>
        </p:grpSpPr>
        <p:sp>
          <p:nvSpPr>
            <p:cNvPr id="8827" name="Google Shape;8827;p6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64"/>
          <p:cNvGrpSpPr/>
          <p:nvPr/>
        </p:nvGrpSpPr>
        <p:grpSpPr>
          <a:xfrm>
            <a:off x="6275635" y="4101651"/>
            <a:ext cx="209383" cy="366778"/>
            <a:chOff x="6275635" y="4282651"/>
            <a:chExt cx="209383" cy="366778"/>
          </a:xfrm>
        </p:grpSpPr>
        <p:sp>
          <p:nvSpPr>
            <p:cNvPr id="8835" name="Google Shape;8835;p6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64"/>
          <p:cNvGrpSpPr/>
          <p:nvPr/>
        </p:nvGrpSpPr>
        <p:grpSpPr>
          <a:xfrm>
            <a:off x="6701186" y="4102033"/>
            <a:ext cx="280292" cy="366396"/>
            <a:chOff x="6701186" y="4283033"/>
            <a:chExt cx="280292" cy="366396"/>
          </a:xfrm>
        </p:grpSpPr>
        <p:sp>
          <p:nvSpPr>
            <p:cNvPr id="8838" name="Google Shape;8838;p6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0" name="Google Shape;8840;p64"/>
          <p:cNvGrpSpPr/>
          <p:nvPr/>
        </p:nvGrpSpPr>
        <p:grpSpPr>
          <a:xfrm>
            <a:off x="2609571" y="3643958"/>
            <a:ext cx="373627" cy="347347"/>
            <a:chOff x="2609571" y="3824958"/>
            <a:chExt cx="373627" cy="347347"/>
          </a:xfrm>
        </p:grpSpPr>
        <p:sp>
          <p:nvSpPr>
            <p:cNvPr id="8841" name="Google Shape;8841;p6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3" name="Google Shape;8843;p6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4" name="Google Shape;8844;p64"/>
          <p:cNvGrpSpPr/>
          <p:nvPr/>
        </p:nvGrpSpPr>
        <p:grpSpPr>
          <a:xfrm>
            <a:off x="916127" y="3626056"/>
            <a:ext cx="221902" cy="380795"/>
            <a:chOff x="916127" y="3807056"/>
            <a:chExt cx="221902" cy="380795"/>
          </a:xfrm>
        </p:grpSpPr>
        <p:sp>
          <p:nvSpPr>
            <p:cNvPr id="8845" name="Google Shape;8845;p6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9" name="Google Shape;8849;p6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1" name="Google Shape;8851;p64"/>
          <p:cNvGrpSpPr/>
          <p:nvPr/>
        </p:nvGrpSpPr>
        <p:grpSpPr>
          <a:xfrm>
            <a:off x="3513010" y="3635134"/>
            <a:ext cx="362223" cy="361108"/>
            <a:chOff x="3513010" y="3816134"/>
            <a:chExt cx="362223" cy="361108"/>
          </a:xfrm>
        </p:grpSpPr>
        <p:sp>
          <p:nvSpPr>
            <p:cNvPr id="8852" name="Google Shape;8852;p6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64"/>
          <p:cNvGrpSpPr/>
          <p:nvPr/>
        </p:nvGrpSpPr>
        <p:grpSpPr>
          <a:xfrm>
            <a:off x="3950316" y="3639307"/>
            <a:ext cx="369805" cy="353782"/>
            <a:chOff x="3950316" y="3820307"/>
            <a:chExt cx="369805" cy="353782"/>
          </a:xfrm>
        </p:grpSpPr>
        <p:sp>
          <p:nvSpPr>
            <p:cNvPr id="8857" name="Google Shape;8857;p6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64"/>
          <p:cNvGrpSpPr/>
          <p:nvPr/>
        </p:nvGrpSpPr>
        <p:grpSpPr>
          <a:xfrm>
            <a:off x="1761909" y="3630961"/>
            <a:ext cx="307974" cy="371716"/>
            <a:chOff x="1761909" y="3811961"/>
            <a:chExt cx="307974" cy="371716"/>
          </a:xfrm>
        </p:grpSpPr>
        <p:sp>
          <p:nvSpPr>
            <p:cNvPr id="8862" name="Google Shape;8862;p6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64"/>
          <p:cNvGrpSpPr/>
          <p:nvPr/>
        </p:nvGrpSpPr>
        <p:grpSpPr>
          <a:xfrm>
            <a:off x="5373342" y="3627935"/>
            <a:ext cx="231395" cy="353145"/>
            <a:chOff x="5373342" y="3808935"/>
            <a:chExt cx="231395" cy="353145"/>
          </a:xfrm>
        </p:grpSpPr>
        <p:sp>
          <p:nvSpPr>
            <p:cNvPr id="8873" name="Google Shape;8873;p6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2" name="Google Shape;8882;p6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3" name="Google Shape;8883;p64"/>
          <p:cNvGrpSpPr/>
          <p:nvPr/>
        </p:nvGrpSpPr>
        <p:grpSpPr>
          <a:xfrm>
            <a:off x="5833775" y="3628445"/>
            <a:ext cx="235185" cy="352253"/>
            <a:chOff x="5833775" y="3809445"/>
            <a:chExt cx="235185" cy="352253"/>
          </a:xfrm>
        </p:grpSpPr>
        <p:sp>
          <p:nvSpPr>
            <p:cNvPr id="8884" name="Google Shape;8884;p6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64"/>
          <p:cNvGrpSpPr/>
          <p:nvPr/>
        </p:nvGrpSpPr>
        <p:grpSpPr>
          <a:xfrm>
            <a:off x="4942472" y="3628318"/>
            <a:ext cx="238976" cy="352762"/>
            <a:chOff x="4942472" y="3809318"/>
            <a:chExt cx="238976" cy="352762"/>
          </a:xfrm>
        </p:grpSpPr>
        <p:sp>
          <p:nvSpPr>
            <p:cNvPr id="8888" name="Google Shape;8888;p6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4"/>
          <p:cNvGrpSpPr/>
          <p:nvPr/>
        </p:nvGrpSpPr>
        <p:grpSpPr>
          <a:xfrm>
            <a:off x="6266525" y="3626788"/>
            <a:ext cx="260223" cy="353527"/>
            <a:chOff x="6266525" y="3807788"/>
            <a:chExt cx="260223" cy="353527"/>
          </a:xfrm>
        </p:grpSpPr>
        <p:sp>
          <p:nvSpPr>
            <p:cNvPr id="8896" name="Google Shape;8896;p6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0" name="Google Shape;8900;p6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1" name="Google Shape;8901;p64"/>
          <p:cNvGrpSpPr/>
          <p:nvPr/>
        </p:nvGrpSpPr>
        <p:grpSpPr>
          <a:xfrm>
            <a:off x="7184363" y="3628604"/>
            <a:ext cx="202184" cy="352762"/>
            <a:chOff x="7184363" y="3809604"/>
            <a:chExt cx="202184" cy="352762"/>
          </a:xfrm>
        </p:grpSpPr>
        <p:sp>
          <p:nvSpPr>
            <p:cNvPr id="8902" name="Google Shape;8902;p6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64"/>
          <p:cNvGrpSpPr/>
          <p:nvPr/>
        </p:nvGrpSpPr>
        <p:grpSpPr>
          <a:xfrm>
            <a:off x="7571624" y="3627935"/>
            <a:ext cx="292047" cy="352762"/>
            <a:chOff x="7571624" y="3808935"/>
            <a:chExt cx="292047" cy="352762"/>
          </a:xfrm>
        </p:grpSpPr>
        <p:sp>
          <p:nvSpPr>
            <p:cNvPr id="8905" name="Google Shape;8905;p6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1" name="Google Shape;8911;p64"/>
          <p:cNvGrpSpPr/>
          <p:nvPr/>
        </p:nvGrpSpPr>
        <p:grpSpPr>
          <a:xfrm>
            <a:off x="2174559" y="3175116"/>
            <a:ext cx="364135" cy="359930"/>
            <a:chOff x="2174559" y="3356116"/>
            <a:chExt cx="364135" cy="359930"/>
          </a:xfrm>
        </p:grpSpPr>
        <p:sp>
          <p:nvSpPr>
            <p:cNvPr id="8912" name="Google Shape;8912;p6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4"/>
          <p:cNvGrpSpPr/>
          <p:nvPr/>
        </p:nvGrpSpPr>
        <p:grpSpPr>
          <a:xfrm>
            <a:off x="1731934" y="3174639"/>
            <a:ext cx="368371" cy="361554"/>
            <a:chOff x="1731934" y="3355639"/>
            <a:chExt cx="368371" cy="361554"/>
          </a:xfrm>
        </p:grpSpPr>
        <p:sp>
          <p:nvSpPr>
            <p:cNvPr id="8915" name="Google Shape;8915;p6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64"/>
          <p:cNvGrpSpPr/>
          <p:nvPr/>
        </p:nvGrpSpPr>
        <p:grpSpPr>
          <a:xfrm>
            <a:off x="3990517" y="3173173"/>
            <a:ext cx="279559" cy="363402"/>
            <a:chOff x="3990517" y="3354173"/>
            <a:chExt cx="279559" cy="363402"/>
          </a:xfrm>
        </p:grpSpPr>
        <p:sp>
          <p:nvSpPr>
            <p:cNvPr id="8918" name="Google Shape;8918;p6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1" name="Google Shape;8921;p64"/>
          <p:cNvGrpSpPr/>
          <p:nvPr/>
        </p:nvGrpSpPr>
        <p:grpSpPr>
          <a:xfrm>
            <a:off x="3497847" y="3236374"/>
            <a:ext cx="379680" cy="237606"/>
            <a:chOff x="3497847" y="3417374"/>
            <a:chExt cx="379680" cy="237606"/>
          </a:xfrm>
        </p:grpSpPr>
        <p:sp>
          <p:nvSpPr>
            <p:cNvPr id="8922" name="Google Shape;8922;p6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64"/>
          <p:cNvGrpSpPr/>
          <p:nvPr/>
        </p:nvGrpSpPr>
        <p:grpSpPr>
          <a:xfrm>
            <a:off x="2612597" y="3186075"/>
            <a:ext cx="376271" cy="337982"/>
            <a:chOff x="2612597" y="3367075"/>
            <a:chExt cx="376271" cy="337982"/>
          </a:xfrm>
        </p:grpSpPr>
        <p:sp>
          <p:nvSpPr>
            <p:cNvPr id="8927" name="Google Shape;8927;p6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4"/>
          <p:cNvGrpSpPr/>
          <p:nvPr/>
        </p:nvGrpSpPr>
        <p:grpSpPr>
          <a:xfrm>
            <a:off x="3071914" y="3183431"/>
            <a:ext cx="343652" cy="342505"/>
            <a:chOff x="3071914" y="3364431"/>
            <a:chExt cx="343652" cy="342505"/>
          </a:xfrm>
        </p:grpSpPr>
        <p:sp>
          <p:nvSpPr>
            <p:cNvPr id="8930" name="Google Shape;8930;p6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5" name="Google Shape;8935;p64"/>
          <p:cNvGrpSpPr/>
          <p:nvPr/>
        </p:nvGrpSpPr>
        <p:grpSpPr>
          <a:xfrm>
            <a:off x="897141" y="3178875"/>
            <a:ext cx="257962" cy="352762"/>
            <a:chOff x="897141" y="3359875"/>
            <a:chExt cx="257962" cy="352762"/>
          </a:xfrm>
        </p:grpSpPr>
        <p:sp>
          <p:nvSpPr>
            <p:cNvPr id="8936" name="Google Shape;8936;p6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4" name="Google Shape;8944;p64"/>
          <p:cNvGrpSpPr/>
          <p:nvPr/>
        </p:nvGrpSpPr>
        <p:grpSpPr>
          <a:xfrm>
            <a:off x="1333682" y="3163330"/>
            <a:ext cx="271213" cy="383088"/>
            <a:chOff x="1333682" y="3344330"/>
            <a:chExt cx="271213" cy="383088"/>
          </a:xfrm>
        </p:grpSpPr>
        <p:sp>
          <p:nvSpPr>
            <p:cNvPr id="8945" name="Google Shape;8945;p6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6" name="Google Shape;8956;p64"/>
          <p:cNvGrpSpPr/>
          <p:nvPr/>
        </p:nvGrpSpPr>
        <p:grpSpPr>
          <a:xfrm>
            <a:off x="6664394" y="3165974"/>
            <a:ext cx="353113" cy="351998"/>
            <a:chOff x="6664394" y="3346974"/>
            <a:chExt cx="353113" cy="351998"/>
          </a:xfrm>
        </p:grpSpPr>
        <p:sp>
          <p:nvSpPr>
            <p:cNvPr id="8957" name="Google Shape;8957;p6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64"/>
          <p:cNvGrpSpPr/>
          <p:nvPr/>
        </p:nvGrpSpPr>
        <p:grpSpPr>
          <a:xfrm>
            <a:off x="849741" y="1778307"/>
            <a:ext cx="399398" cy="375443"/>
            <a:chOff x="849741" y="1959307"/>
            <a:chExt cx="399398" cy="375443"/>
          </a:xfrm>
        </p:grpSpPr>
        <p:sp>
          <p:nvSpPr>
            <p:cNvPr id="8963" name="Google Shape;8963;p6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5" name="Google Shape;8965;p64"/>
          <p:cNvGrpSpPr/>
          <p:nvPr/>
        </p:nvGrpSpPr>
        <p:grpSpPr>
          <a:xfrm>
            <a:off x="1284212" y="1782766"/>
            <a:ext cx="379489" cy="366046"/>
            <a:chOff x="1284212" y="1963766"/>
            <a:chExt cx="379489" cy="366046"/>
          </a:xfrm>
        </p:grpSpPr>
        <p:sp>
          <p:nvSpPr>
            <p:cNvPr id="8966" name="Google Shape;8966;p6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64"/>
          <p:cNvGrpSpPr/>
          <p:nvPr/>
        </p:nvGrpSpPr>
        <p:grpSpPr>
          <a:xfrm>
            <a:off x="3037766" y="1788564"/>
            <a:ext cx="370219" cy="354928"/>
            <a:chOff x="3037766" y="1969564"/>
            <a:chExt cx="370219" cy="354928"/>
          </a:xfrm>
        </p:grpSpPr>
        <p:sp>
          <p:nvSpPr>
            <p:cNvPr id="8969" name="Google Shape;8969;p6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64"/>
          <p:cNvGrpSpPr/>
          <p:nvPr/>
        </p:nvGrpSpPr>
        <p:grpSpPr>
          <a:xfrm>
            <a:off x="3982553" y="1790730"/>
            <a:ext cx="304566" cy="350501"/>
            <a:chOff x="3982553" y="1971730"/>
            <a:chExt cx="304566" cy="350501"/>
          </a:xfrm>
        </p:grpSpPr>
        <p:sp>
          <p:nvSpPr>
            <p:cNvPr id="8974" name="Google Shape;8974;p6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4"/>
          <p:cNvGrpSpPr/>
          <p:nvPr/>
        </p:nvGrpSpPr>
        <p:grpSpPr>
          <a:xfrm>
            <a:off x="2567841" y="1813124"/>
            <a:ext cx="399812" cy="306477"/>
            <a:chOff x="2567841" y="1994124"/>
            <a:chExt cx="399812" cy="306477"/>
          </a:xfrm>
        </p:grpSpPr>
        <p:sp>
          <p:nvSpPr>
            <p:cNvPr id="8977" name="Google Shape;8977;p6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64"/>
          <p:cNvGrpSpPr/>
          <p:nvPr/>
        </p:nvGrpSpPr>
        <p:grpSpPr>
          <a:xfrm>
            <a:off x="2212084" y="1779358"/>
            <a:ext cx="324698" cy="372863"/>
            <a:chOff x="2212084" y="1960358"/>
            <a:chExt cx="324698" cy="372863"/>
          </a:xfrm>
        </p:grpSpPr>
        <p:sp>
          <p:nvSpPr>
            <p:cNvPr id="8981" name="Google Shape;8981;p6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4" name="Google Shape;8984;p64"/>
          <p:cNvGrpSpPr/>
          <p:nvPr/>
        </p:nvGrpSpPr>
        <p:grpSpPr>
          <a:xfrm>
            <a:off x="1805901" y="1779358"/>
            <a:ext cx="284847" cy="373627"/>
            <a:chOff x="1805901" y="1960358"/>
            <a:chExt cx="284847" cy="373627"/>
          </a:xfrm>
        </p:grpSpPr>
        <p:sp>
          <p:nvSpPr>
            <p:cNvPr id="8985" name="Google Shape;8985;p6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7" name="Google Shape;8987;p6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0" name="Google Shape;8990;p64"/>
          <p:cNvGrpSpPr/>
          <p:nvPr/>
        </p:nvGrpSpPr>
        <p:grpSpPr>
          <a:xfrm>
            <a:off x="6656812" y="1848388"/>
            <a:ext cx="368690" cy="245793"/>
            <a:chOff x="6656812" y="2029388"/>
            <a:chExt cx="368690" cy="245793"/>
          </a:xfrm>
        </p:grpSpPr>
        <p:sp>
          <p:nvSpPr>
            <p:cNvPr id="8991" name="Google Shape;8991;p6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64"/>
          <p:cNvGrpSpPr/>
          <p:nvPr/>
        </p:nvGrpSpPr>
        <p:grpSpPr>
          <a:xfrm>
            <a:off x="4869651" y="1831218"/>
            <a:ext cx="376654" cy="281566"/>
            <a:chOff x="4869651" y="2012218"/>
            <a:chExt cx="376654" cy="281566"/>
          </a:xfrm>
        </p:grpSpPr>
        <p:sp>
          <p:nvSpPr>
            <p:cNvPr id="9002" name="Google Shape;9002;p6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64"/>
          <p:cNvGrpSpPr/>
          <p:nvPr/>
        </p:nvGrpSpPr>
        <p:grpSpPr>
          <a:xfrm>
            <a:off x="5306224" y="1831313"/>
            <a:ext cx="367925" cy="281694"/>
            <a:chOff x="5306224" y="2012313"/>
            <a:chExt cx="367925" cy="281694"/>
          </a:xfrm>
        </p:grpSpPr>
        <p:sp>
          <p:nvSpPr>
            <p:cNvPr id="9007" name="Google Shape;9007;p6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9" name="Google Shape;9009;p6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0" name="Google Shape;9010;p64"/>
          <p:cNvGrpSpPr/>
          <p:nvPr/>
        </p:nvGrpSpPr>
        <p:grpSpPr>
          <a:xfrm>
            <a:off x="6195998" y="1802102"/>
            <a:ext cx="368308" cy="338746"/>
            <a:chOff x="6195998" y="1983102"/>
            <a:chExt cx="368308" cy="338746"/>
          </a:xfrm>
        </p:grpSpPr>
        <p:sp>
          <p:nvSpPr>
            <p:cNvPr id="9011" name="Google Shape;9011;p6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64"/>
          <p:cNvGrpSpPr/>
          <p:nvPr/>
        </p:nvGrpSpPr>
        <p:grpSpPr>
          <a:xfrm>
            <a:off x="7542031" y="1830835"/>
            <a:ext cx="369072" cy="280037"/>
            <a:chOff x="7542031" y="2011835"/>
            <a:chExt cx="369072" cy="280037"/>
          </a:xfrm>
        </p:grpSpPr>
        <p:sp>
          <p:nvSpPr>
            <p:cNvPr id="9015" name="Google Shape;9015;p6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4" name="Google Shape;9024;p64"/>
          <p:cNvGrpSpPr/>
          <p:nvPr/>
        </p:nvGrpSpPr>
        <p:grpSpPr>
          <a:xfrm>
            <a:off x="8010427" y="3167503"/>
            <a:ext cx="278795" cy="351615"/>
            <a:chOff x="8010427" y="3348503"/>
            <a:chExt cx="278795" cy="351615"/>
          </a:xfrm>
        </p:grpSpPr>
        <p:sp>
          <p:nvSpPr>
            <p:cNvPr id="9025" name="Google Shape;9025;p6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9" name="Google Shape;9029;p6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0" name="Google Shape;9030;p64"/>
          <p:cNvGrpSpPr/>
          <p:nvPr/>
        </p:nvGrpSpPr>
        <p:grpSpPr>
          <a:xfrm>
            <a:off x="7141900" y="3168204"/>
            <a:ext cx="281057" cy="351010"/>
            <a:chOff x="7141900" y="3349204"/>
            <a:chExt cx="281057" cy="351010"/>
          </a:xfrm>
        </p:grpSpPr>
        <p:sp>
          <p:nvSpPr>
            <p:cNvPr id="9031" name="Google Shape;9031;p6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64"/>
          <p:cNvGrpSpPr/>
          <p:nvPr/>
        </p:nvGrpSpPr>
        <p:grpSpPr>
          <a:xfrm>
            <a:off x="5314188" y="3169032"/>
            <a:ext cx="363752" cy="353113"/>
            <a:chOff x="5314188" y="3350032"/>
            <a:chExt cx="363752" cy="353113"/>
          </a:xfrm>
        </p:grpSpPr>
        <p:sp>
          <p:nvSpPr>
            <p:cNvPr id="9035" name="Google Shape;9035;p6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7" name="Google Shape;9037;p64"/>
          <p:cNvGrpSpPr/>
          <p:nvPr/>
        </p:nvGrpSpPr>
        <p:grpSpPr>
          <a:xfrm>
            <a:off x="5829984" y="3169032"/>
            <a:ext cx="220755" cy="352348"/>
            <a:chOff x="5829984" y="3350032"/>
            <a:chExt cx="220755" cy="352348"/>
          </a:xfrm>
        </p:grpSpPr>
        <p:sp>
          <p:nvSpPr>
            <p:cNvPr id="9038" name="Google Shape;9038;p6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2" name="Google Shape;9042;p64"/>
          <p:cNvGrpSpPr/>
          <p:nvPr/>
        </p:nvGrpSpPr>
        <p:grpSpPr>
          <a:xfrm>
            <a:off x="4882170" y="3168841"/>
            <a:ext cx="358464" cy="352316"/>
            <a:chOff x="4882170" y="3349841"/>
            <a:chExt cx="358464" cy="352316"/>
          </a:xfrm>
        </p:grpSpPr>
        <p:sp>
          <p:nvSpPr>
            <p:cNvPr id="9043" name="Google Shape;9043;p6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5" name="Google Shape;9045;p6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7" name="Google Shape;9047;p64"/>
          <p:cNvGrpSpPr/>
          <p:nvPr/>
        </p:nvGrpSpPr>
        <p:grpSpPr>
          <a:xfrm>
            <a:off x="3044965" y="2254220"/>
            <a:ext cx="400194" cy="324316"/>
            <a:chOff x="3044965" y="2435220"/>
            <a:chExt cx="400194" cy="324316"/>
          </a:xfrm>
        </p:grpSpPr>
        <p:sp>
          <p:nvSpPr>
            <p:cNvPr id="9048" name="Google Shape;9048;p6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64"/>
          <p:cNvGrpSpPr/>
          <p:nvPr/>
        </p:nvGrpSpPr>
        <p:grpSpPr>
          <a:xfrm>
            <a:off x="6203579" y="3167981"/>
            <a:ext cx="351615" cy="350373"/>
            <a:chOff x="6203579" y="3348981"/>
            <a:chExt cx="351615" cy="350373"/>
          </a:xfrm>
        </p:grpSpPr>
        <p:sp>
          <p:nvSpPr>
            <p:cNvPr id="9052" name="Google Shape;9052;p6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64"/>
          <p:cNvGrpSpPr/>
          <p:nvPr/>
        </p:nvGrpSpPr>
        <p:grpSpPr>
          <a:xfrm>
            <a:off x="4878379" y="2292892"/>
            <a:ext cx="367161" cy="287523"/>
            <a:chOff x="4878379" y="2473892"/>
            <a:chExt cx="367161" cy="287523"/>
          </a:xfrm>
        </p:grpSpPr>
        <p:sp>
          <p:nvSpPr>
            <p:cNvPr id="9058" name="Google Shape;9058;p6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4"/>
          <p:cNvGrpSpPr/>
          <p:nvPr/>
        </p:nvGrpSpPr>
        <p:grpSpPr>
          <a:xfrm>
            <a:off x="1325719" y="2706689"/>
            <a:ext cx="290581" cy="372481"/>
            <a:chOff x="1325719" y="2887689"/>
            <a:chExt cx="290581" cy="372481"/>
          </a:xfrm>
        </p:grpSpPr>
        <p:sp>
          <p:nvSpPr>
            <p:cNvPr id="9064" name="Google Shape;9064;p6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6" name="Google Shape;9066;p6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7" name="Google Shape;9067;p64"/>
          <p:cNvGrpSpPr/>
          <p:nvPr/>
        </p:nvGrpSpPr>
        <p:grpSpPr>
          <a:xfrm>
            <a:off x="3510335" y="2711499"/>
            <a:ext cx="360726" cy="361204"/>
            <a:chOff x="3510335" y="2892499"/>
            <a:chExt cx="360726" cy="361204"/>
          </a:xfrm>
        </p:grpSpPr>
        <p:sp>
          <p:nvSpPr>
            <p:cNvPr id="9068" name="Google Shape;9068;p6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64"/>
          <p:cNvGrpSpPr/>
          <p:nvPr/>
        </p:nvGrpSpPr>
        <p:grpSpPr>
          <a:xfrm>
            <a:off x="3086313" y="2696049"/>
            <a:ext cx="320143" cy="392581"/>
            <a:chOff x="3086313" y="2877049"/>
            <a:chExt cx="320143" cy="392581"/>
          </a:xfrm>
        </p:grpSpPr>
        <p:sp>
          <p:nvSpPr>
            <p:cNvPr id="9074" name="Google Shape;9074;p6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6" name="Google Shape;9086;p6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7" name="Google Shape;9087;p64"/>
          <p:cNvGrpSpPr/>
          <p:nvPr/>
        </p:nvGrpSpPr>
        <p:grpSpPr>
          <a:xfrm>
            <a:off x="861113" y="2704746"/>
            <a:ext cx="333809" cy="373277"/>
            <a:chOff x="861113" y="2885746"/>
            <a:chExt cx="333809" cy="373277"/>
          </a:xfrm>
        </p:grpSpPr>
        <p:sp>
          <p:nvSpPr>
            <p:cNvPr id="9088" name="Google Shape;9088;p6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1" name="Google Shape;9091;p6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3" name="Google Shape;9093;p64"/>
          <p:cNvGrpSpPr/>
          <p:nvPr/>
        </p:nvGrpSpPr>
        <p:grpSpPr>
          <a:xfrm>
            <a:off x="1297654" y="1323481"/>
            <a:ext cx="349354" cy="362223"/>
            <a:chOff x="1297654" y="1504481"/>
            <a:chExt cx="349354" cy="362223"/>
          </a:xfrm>
        </p:grpSpPr>
        <p:sp>
          <p:nvSpPr>
            <p:cNvPr id="9094" name="Google Shape;9094;p6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7" name="Google Shape;9097;p6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8" name="Google Shape;9098;p64"/>
          <p:cNvGrpSpPr/>
          <p:nvPr/>
        </p:nvGrpSpPr>
        <p:grpSpPr>
          <a:xfrm>
            <a:off x="852385" y="1329916"/>
            <a:ext cx="353145" cy="351998"/>
            <a:chOff x="852385" y="1510916"/>
            <a:chExt cx="353145" cy="351998"/>
          </a:xfrm>
        </p:grpSpPr>
        <p:sp>
          <p:nvSpPr>
            <p:cNvPr id="9099" name="Google Shape;9099;p6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2" name="Google Shape;9102;p64"/>
          <p:cNvGrpSpPr/>
          <p:nvPr/>
        </p:nvGrpSpPr>
        <p:grpSpPr>
          <a:xfrm>
            <a:off x="1745217" y="1334471"/>
            <a:ext cx="343269" cy="342505"/>
            <a:chOff x="1745217" y="1515471"/>
            <a:chExt cx="343269" cy="342505"/>
          </a:xfrm>
        </p:grpSpPr>
        <p:sp>
          <p:nvSpPr>
            <p:cNvPr id="9103" name="Google Shape;9103;p6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7" name="Google Shape;9107;p6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8" name="Google Shape;9108;p64"/>
          <p:cNvGrpSpPr/>
          <p:nvPr/>
        </p:nvGrpSpPr>
        <p:grpSpPr>
          <a:xfrm>
            <a:off x="3042703" y="1348137"/>
            <a:ext cx="411535" cy="315587"/>
            <a:chOff x="3042703" y="1529137"/>
            <a:chExt cx="411535" cy="315587"/>
          </a:xfrm>
        </p:grpSpPr>
        <p:sp>
          <p:nvSpPr>
            <p:cNvPr id="9109" name="Google Shape;9109;p6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64"/>
          <p:cNvGrpSpPr/>
          <p:nvPr/>
        </p:nvGrpSpPr>
        <p:grpSpPr>
          <a:xfrm>
            <a:off x="2629289" y="1363682"/>
            <a:ext cx="350501" cy="284497"/>
            <a:chOff x="2629289" y="1544682"/>
            <a:chExt cx="350501" cy="284497"/>
          </a:xfrm>
        </p:grpSpPr>
        <p:sp>
          <p:nvSpPr>
            <p:cNvPr id="9120" name="Google Shape;9120;p6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64"/>
          <p:cNvGrpSpPr/>
          <p:nvPr/>
        </p:nvGrpSpPr>
        <p:grpSpPr>
          <a:xfrm>
            <a:off x="5305077" y="1321633"/>
            <a:ext cx="367893" cy="365218"/>
            <a:chOff x="5305077" y="1502633"/>
            <a:chExt cx="367893" cy="365218"/>
          </a:xfrm>
        </p:grpSpPr>
        <p:sp>
          <p:nvSpPr>
            <p:cNvPr id="9126" name="Google Shape;9126;p6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8" name="Google Shape;9128;p64"/>
          <p:cNvGrpSpPr/>
          <p:nvPr/>
        </p:nvGrpSpPr>
        <p:grpSpPr>
          <a:xfrm>
            <a:off x="7100170" y="1319117"/>
            <a:ext cx="368308" cy="367033"/>
            <a:chOff x="7100170" y="1500117"/>
            <a:chExt cx="368308" cy="367033"/>
          </a:xfrm>
        </p:grpSpPr>
        <p:sp>
          <p:nvSpPr>
            <p:cNvPr id="9129" name="Google Shape;9129;p6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2" name="Google Shape;9142;p6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3" name="Google Shape;9143;p64"/>
          <p:cNvGrpSpPr/>
          <p:nvPr/>
        </p:nvGrpSpPr>
        <p:grpSpPr>
          <a:xfrm>
            <a:off x="6649231" y="1319021"/>
            <a:ext cx="390287" cy="367065"/>
            <a:chOff x="6649231" y="1500021"/>
            <a:chExt cx="390287" cy="367065"/>
          </a:xfrm>
        </p:grpSpPr>
        <p:sp>
          <p:nvSpPr>
            <p:cNvPr id="9144" name="Google Shape;9144;p6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64"/>
          <p:cNvGrpSpPr/>
          <p:nvPr/>
        </p:nvGrpSpPr>
        <p:grpSpPr>
          <a:xfrm>
            <a:off x="5746938" y="1362503"/>
            <a:ext cx="387261" cy="280356"/>
            <a:chOff x="5746938" y="1543503"/>
            <a:chExt cx="387261" cy="280356"/>
          </a:xfrm>
        </p:grpSpPr>
        <p:sp>
          <p:nvSpPr>
            <p:cNvPr id="9157" name="Google Shape;9157;p6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9" name="Google Shape;9159;p64"/>
          <p:cNvGrpSpPr/>
          <p:nvPr/>
        </p:nvGrpSpPr>
        <p:grpSpPr>
          <a:xfrm>
            <a:off x="6196730" y="1344346"/>
            <a:ext cx="369072" cy="317467"/>
            <a:chOff x="6196730" y="1525346"/>
            <a:chExt cx="369072" cy="317467"/>
          </a:xfrm>
        </p:grpSpPr>
        <p:sp>
          <p:nvSpPr>
            <p:cNvPr id="9160" name="Google Shape;9160;p6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64"/>
          <p:cNvGrpSpPr/>
          <p:nvPr/>
        </p:nvGrpSpPr>
        <p:grpSpPr>
          <a:xfrm>
            <a:off x="4940592" y="1319690"/>
            <a:ext cx="246558" cy="367161"/>
            <a:chOff x="4940592" y="1500690"/>
            <a:chExt cx="246558" cy="367161"/>
          </a:xfrm>
        </p:grpSpPr>
        <p:sp>
          <p:nvSpPr>
            <p:cNvPr id="9164" name="Google Shape;9164;p6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8" name="Google Shape;9168;p64"/>
          <p:cNvGrpSpPr/>
          <p:nvPr/>
        </p:nvGrpSpPr>
        <p:grpSpPr>
          <a:xfrm>
            <a:off x="7964906" y="1318894"/>
            <a:ext cx="380858" cy="367575"/>
            <a:chOff x="7964906" y="1499894"/>
            <a:chExt cx="380858" cy="367575"/>
          </a:xfrm>
        </p:grpSpPr>
        <p:sp>
          <p:nvSpPr>
            <p:cNvPr id="9169" name="Google Shape;9169;p6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2" name="Google Shape;9172;p6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3" name="Google Shape;9173;p64"/>
          <p:cNvGrpSpPr/>
          <p:nvPr/>
        </p:nvGrpSpPr>
        <p:grpSpPr>
          <a:xfrm>
            <a:off x="8007400" y="2721278"/>
            <a:ext cx="285230" cy="355597"/>
            <a:chOff x="8007400" y="2902278"/>
            <a:chExt cx="285230" cy="355597"/>
          </a:xfrm>
        </p:grpSpPr>
        <p:sp>
          <p:nvSpPr>
            <p:cNvPr id="9174" name="Google Shape;9174;p6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6" name="Google Shape;9176;p64"/>
          <p:cNvGrpSpPr/>
          <p:nvPr/>
        </p:nvGrpSpPr>
        <p:grpSpPr>
          <a:xfrm>
            <a:off x="6219124" y="2721788"/>
            <a:ext cx="318231" cy="355470"/>
            <a:chOff x="6219124" y="2902788"/>
            <a:chExt cx="318231" cy="355470"/>
          </a:xfrm>
        </p:grpSpPr>
        <p:sp>
          <p:nvSpPr>
            <p:cNvPr id="9177" name="Google Shape;9177;p6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64"/>
          <p:cNvGrpSpPr/>
          <p:nvPr/>
        </p:nvGrpSpPr>
        <p:grpSpPr>
          <a:xfrm>
            <a:off x="4969421" y="2721852"/>
            <a:ext cx="185109" cy="355406"/>
            <a:chOff x="4969421" y="2902852"/>
            <a:chExt cx="185109" cy="355406"/>
          </a:xfrm>
        </p:grpSpPr>
        <p:sp>
          <p:nvSpPr>
            <p:cNvPr id="9181" name="Google Shape;9181;p6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7" name="Google Shape;9187;p6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9" name="Google Shape;9189;p64"/>
          <p:cNvGrpSpPr/>
          <p:nvPr/>
        </p:nvGrpSpPr>
        <p:grpSpPr>
          <a:xfrm>
            <a:off x="6685259" y="2721852"/>
            <a:ext cx="311414" cy="355406"/>
            <a:chOff x="6685259" y="2902852"/>
            <a:chExt cx="311414" cy="355406"/>
          </a:xfrm>
        </p:grpSpPr>
        <p:sp>
          <p:nvSpPr>
            <p:cNvPr id="9190" name="Google Shape;9190;p6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64"/>
          <p:cNvGrpSpPr/>
          <p:nvPr/>
        </p:nvGrpSpPr>
        <p:grpSpPr>
          <a:xfrm>
            <a:off x="5309250" y="2722170"/>
            <a:ext cx="359579" cy="355852"/>
            <a:chOff x="5309250" y="2903170"/>
            <a:chExt cx="359579" cy="355852"/>
          </a:xfrm>
        </p:grpSpPr>
        <p:sp>
          <p:nvSpPr>
            <p:cNvPr id="9194" name="Google Shape;9194;p6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64"/>
          <p:cNvGrpSpPr/>
          <p:nvPr/>
        </p:nvGrpSpPr>
        <p:grpSpPr>
          <a:xfrm>
            <a:off x="2199565" y="2240172"/>
            <a:ext cx="312179" cy="353431"/>
            <a:chOff x="2199565" y="2421172"/>
            <a:chExt cx="312179" cy="353431"/>
          </a:xfrm>
        </p:grpSpPr>
        <p:sp>
          <p:nvSpPr>
            <p:cNvPr id="9198" name="Google Shape;9198;p6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64"/>
          <p:cNvGrpSpPr/>
          <p:nvPr/>
        </p:nvGrpSpPr>
        <p:grpSpPr>
          <a:xfrm>
            <a:off x="1750887" y="2244727"/>
            <a:ext cx="320143" cy="343269"/>
            <a:chOff x="1750887" y="2425727"/>
            <a:chExt cx="320143" cy="343269"/>
          </a:xfrm>
        </p:grpSpPr>
        <p:sp>
          <p:nvSpPr>
            <p:cNvPr id="9201" name="Google Shape;9201;p6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4"/>
          <p:cNvGrpSpPr/>
          <p:nvPr/>
        </p:nvGrpSpPr>
        <p:grpSpPr>
          <a:xfrm>
            <a:off x="1298037" y="2244727"/>
            <a:ext cx="338364" cy="342887"/>
            <a:chOff x="1298037" y="2425727"/>
            <a:chExt cx="338364" cy="342887"/>
          </a:xfrm>
        </p:grpSpPr>
        <p:sp>
          <p:nvSpPr>
            <p:cNvPr id="9204" name="Google Shape;9204;p6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8" name="Google Shape;9208;p6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9" name="Google Shape;9209;p64"/>
          <p:cNvGrpSpPr/>
          <p:nvPr/>
        </p:nvGrpSpPr>
        <p:grpSpPr>
          <a:xfrm>
            <a:off x="3974207" y="2248009"/>
            <a:ext cx="320143" cy="338491"/>
            <a:chOff x="3974207" y="2429009"/>
            <a:chExt cx="320143" cy="338491"/>
          </a:xfrm>
        </p:grpSpPr>
        <p:sp>
          <p:nvSpPr>
            <p:cNvPr id="9210" name="Google Shape;9210;p6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64"/>
          <p:cNvGrpSpPr/>
          <p:nvPr/>
        </p:nvGrpSpPr>
        <p:grpSpPr>
          <a:xfrm>
            <a:off x="2623237" y="2250047"/>
            <a:ext cx="355024" cy="332630"/>
            <a:chOff x="2623237" y="2431047"/>
            <a:chExt cx="355024" cy="332630"/>
          </a:xfrm>
        </p:grpSpPr>
        <p:sp>
          <p:nvSpPr>
            <p:cNvPr id="9213" name="Google Shape;9213;p6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4"/>
          <p:cNvGrpSpPr/>
          <p:nvPr/>
        </p:nvGrpSpPr>
        <p:grpSpPr>
          <a:xfrm>
            <a:off x="6657194" y="2253073"/>
            <a:ext cx="375507" cy="367925"/>
            <a:chOff x="6657194" y="2434073"/>
            <a:chExt cx="375507" cy="367925"/>
          </a:xfrm>
        </p:grpSpPr>
        <p:sp>
          <p:nvSpPr>
            <p:cNvPr id="9218" name="Google Shape;9218;p6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64"/>
          <p:cNvGrpSpPr/>
          <p:nvPr/>
        </p:nvGrpSpPr>
        <p:grpSpPr>
          <a:xfrm>
            <a:off x="7101317" y="2260655"/>
            <a:ext cx="367925" cy="352380"/>
            <a:chOff x="7101317" y="2441655"/>
            <a:chExt cx="367925" cy="352380"/>
          </a:xfrm>
        </p:grpSpPr>
        <p:sp>
          <p:nvSpPr>
            <p:cNvPr id="9222" name="Google Shape;9222;p6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64"/>
          <p:cNvGrpSpPr/>
          <p:nvPr/>
        </p:nvGrpSpPr>
        <p:grpSpPr>
          <a:xfrm>
            <a:off x="5756399" y="2253456"/>
            <a:ext cx="367925" cy="367161"/>
            <a:chOff x="5756399" y="2434456"/>
            <a:chExt cx="367925" cy="367161"/>
          </a:xfrm>
        </p:grpSpPr>
        <p:sp>
          <p:nvSpPr>
            <p:cNvPr id="9225" name="Google Shape;9225;p6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2" name="Google Shape;9232;p6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4" name="Google Shape;9234;p64"/>
          <p:cNvGrpSpPr/>
          <p:nvPr/>
        </p:nvGrpSpPr>
        <p:grpSpPr>
          <a:xfrm>
            <a:off x="7964906" y="2253073"/>
            <a:ext cx="373627" cy="367925"/>
            <a:chOff x="7964906" y="2434073"/>
            <a:chExt cx="373627" cy="367925"/>
          </a:xfrm>
        </p:grpSpPr>
        <p:sp>
          <p:nvSpPr>
            <p:cNvPr id="9235" name="Google Shape;9235;p6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64"/>
          <p:cNvGrpSpPr/>
          <p:nvPr/>
        </p:nvGrpSpPr>
        <p:grpSpPr>
          <a:xfrm>
            <a:off x="6194086" y="2256737"/>
            <a:ext cx="369837" cy="360471"/>
            <a:chOff x="6194086" y="2437737"/>
            <a:chExt cx="369837" cy="360471"/>
          </a:xfrm>
        </p:grpSpPr>
        <p:sp>
          <p:nvSpPr>
            <p:cNvPr id="9238" name="Google Shape;9238;p6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0" name="Google Shape;9240;p64"/>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241" name="Google Shape;9241;p64"/>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5"/>
        <p:cNvGrpSpPr/>
        <p:nvPr/>
      </p:nvGrpSpPr>
      <p:grpSpPr>
        <a:xfrm>
          <a:off x="0" y="0"/>
          <a:ext cx="0" cy="0"/>
          <a:chOff x="0" y="0"/>
          <a:chExt cx="0" cy="0"/>
        </a:xfrm>
      </p:grpSpPr>
      <p:grpSp>
        <p:nvGrpSpPr>
          <p:cNvPr id="9246" name="Google Shape;9246;p65"/>
          <p:cNvGrpSpPr/>
          <p:nvPr/>
        </p:nvGrpSpPr>
        <p:grpSpPr>
          <a:xfrm>
            <a:off x="3122257" y="1334344"/>
            <a:ext cx="294850" cy="349434"/>
            <a:chOff x="3122257" y="1508594"/>
            <a:chExt cx="294850" cy="349434"/>
          </a:xfrm>
        </p:grpSpPr>
        <p:sp>
          <p:nvSpPr>
            <p:cNvPr id="9247" name="Google Shape;9247;p6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5"/>
          <p:cNvGrpSpPr/>
          <p:nvPr/>
        </p:nvGrpSpPr>
        <p:grpSpPr>
          <a:xfrm>
            <a:off x="910723" y="1333962"/>
            <a:ext cx="251660" cy="350166"/>
            <a:chOff x="910723" y="1508212"/>
            <a:chExt cx="251660" cy="350166"/>
          </a:xfrm>
        </p:grpSpPr>
        <p:sp>
          <p:nvSpPr>
            <p:cNvPr id="9253" name="Google Shape;9253;p6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65"/>
          <p:cNvGrpSpPr/>
          <p:nvPr/>
        </p:nvGrpSpPr>
        <p:grpSpPr>
          <a:xfrm>
            <a:off x="1308631" y="1333580"/>
            <a:ext cx="350166" cy="350198"/>
            <a:chOff x="1308631" y="1507830"/>
            <a:chExt cx="350166" cy="350198"/>
          </a:xfrm>
        </p:grpSpPr>
        <p:sp>
          <p:nvSpPr>
            <p:cNvPr id="9271" name="Google Shape;9271;p6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65"/>
          <p:cNvGrpSpPr/>
          <p:nvPr/>
        </p:nvGrpSpPr>
        <p:grpSpPr>
          <a:xfrm>
            <a:off x="1756921" y="1335489"/>
            <a:ext cx="345997" cy="345997"/>
            <a:chOff x="1756921" y="1509739"/>
            <a:chExt cx="345997" cy="345997"/>
          </a:xfrm>
        </p:grpSpPr>
        <p:sp>
          <p:nvSpPr>
            <p:cNvPr id="9276" name="Google Shape;9276;p6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65"/>
          <p:cNvGrpSpPr/>
          <p:nvPr/>
        </p:nvGrpSpPr>
        <p:grpSpPr>
          <a:xfrm>
            <a:off x="2216956" y="1336253"/>
            <a:ext cx="318721" cy="345615"/>
            <a:chOff x="2216956" y="1510503"/>
            <a:chExt cx="318721" cy="345615"/>
          </a:xfrm>
        </p:grpSpPr>
        <p:sp>
          <p:nvSpPr>
            <p:cNvPr id="9294" name="Google Shape;9294;p6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65"/>
          <p:cNvGrpSpPr/>
          <p:nvPr/>
        </p:nvGrpSpPr>
        <p:grpSpPr>
          <a:xfrm>
            <a:off x="3988156" y="1394211"/>
            <a:ext cx="349052" cy="230049"/>
            <a:chOff x="3988156" y="1568461"/>
            <a:chExt cx="349052" cy="230049"/>
          </a:xfrm>
        </p:grpSpPr>
        <p:sp>
          <p:nvSpPr>
            <p:cNvPr id="9300" name="Google Shape;9300;p6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65"/>
          <p:cNvGrpSpPr/>
          <p:nvPr/>
        </p:nvGrpSpPr>
        <p:grpSpPr>
          <a:xfrm>
            <a:off x="2633037" y="1325623"/>
            <a:ext cx="379002" cy="366112"/>
            <a:chOff x="2633037" y="1499873"/>
            <a:chExt cx="379002" cy="366112"/>
          </a:xfrm>
        </p:grpSpPr>
        <p:sp>
          <p:nvSpPr>
            <p:cNvPr id="9308" name="Google Shape;9308;p6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65"/>
          <p:cNvGrpSpPr/>
          <p:nvPr/>
        </p:nvGrpSpPr>
        <p:grpSpPr>
          <a:xfrm>
            <a:off x="6675256" y="1341919"/>
            <a:ext cx="327823" cy="357009"/>
            <a:chOff x="6675256" y="1516169"/>
            <a:chExt cx="327823" cy="357009"/>
          </a:xfrm>
        </p:grpSpPr>
        <p:sp>
          <p:nvSpPr>
            <p:cNvPr id="9315" name="Google Shape;9315;p6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65"/>
          <p:cNvGrpSpPr/>
          <p:nvPr/>
        </p:nvGrpSpPr>
        <p:grpSpPr>
          <a:xfrm>
            <a:off x="8020159" y="1342301"/>
            <a:ext cx="300897" cy="356627"/>
            <a:chOff x="8020159" y="1516551"/>
            <a:chExt cx="300897" cy="356627"/>
          </a:xfrm>
        </p:grpSpPr>
        <p:sp>
          <p:nvSpPr>
            <p:cNvPr id="9325" name="Google Shape;9325;p6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5"/>
          <p:cNvGrpSpPr/>
          <p:nvPr/>
        </p:nvGrpSpPr>
        <p:grpSpPr>
          <a:xfrm>
            <a:off x="5377363" y="1341919"/>
            <a:ext cx="257357" cy="356627"/>
            <a:chOff x="5377363" y="1516169"/>
            <a:chExt cx="257357" cy="356627"/>
          </a:xfrm>
        </p:grpSpPr>
        <p:sp>
          <p:nvSpPr>
            <p:cNvPr id="9331" name="Google Shape;9331;p6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65"/>
          <p:cNvGrpSpPr/>
          <p:nvPr/>
        </p:nvGrpSpPr>
        <p:grpSpPr>
          <a:xfrm>
            <a:off x="4880567" y="1361620"/>
            <a:ext cx="356245" cy="317607"/>
            <a:chOff x="4880567" y="1535870"/>
            <a:chExt cx="356245" cy="317607"/>
          </a:xfrm>
        </p:grpSpPr>
        <p:sp>
          <p:nvSpPr>
            <p:cNvPr id="9349" name="Google Shape;9349;p6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65"/>
          <p:cNvGrpSpPr/>
          <p:nvPr/>
        </p:nvGrpSpPr>
        <p:grpSpPr>
          <a:xfrm>
            <a:off x="5771483" y="1341537"/>
            <a:ext cx="357359" cy="357391"/>
            <a:chOff x="5771483" y="1515787"/>
            <a:chExt cx="357359" cy="357391"/>
          </a:xfrm>
        </p:grpSpPr>
        <p:sp>
          <p:nvSpPr>
            <p:cNvPr id="9355" name="Google Shape;9355;p6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5"/>
          <p:cNvGrpSpPr/>
          <p:nvPr/>
        </p:nvGrpSpPr>
        <p:grpSpPr>
          <a:xfrm>
            <a:off x="7121669" y="1359360"/>
            <a:ext cx="321362" cy="321362"/>
            <a:chOff x="7121669" y="1533610"/>
            <a:chExt cx="321362" cy="321362"/>
          </a:xfrm>
        </p:grpSpPr>
        <p:sp>
          <p:nvSpPr>
            <p:cNvPr id="9360" name="Google Shape;9360;p6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4" name="Google Shape;9364;p65"/>
          <p:cNvGrpSpPr/>
          <p:nvPr/>
        </p:nvGrpSpPr>
        <p:grpSpPr>
          <a:xfrm>
            <a:off x="7562766" y="1340614"/>
            <a:ext cx="327059" cy="360192"/>
            <a:chOff x="7562766" y="1514864"/>
            <a:chExt cx="327059" cy="360192"/>
          </a:xfrm>
        </p:grpSpPr>
        <p:sp>
          <p:nvSpPr>
            <p:cNvPr id="9365" name="Google Shape;9365;p6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65"/>
          <p:cNvGrpSpPr/>
          <p:nvPr/>
        </p:nvGrpSpPr>
        <p:grpSpPr>
          <a:xfrm>
            <a:off x="6221229" y="1324423"/>
            <a:ext cx="361636" cy="362183"/>
            <a:chOff x="6259175" y="1559008"/>
            <a:chExt cx="271743" cy="272093"/>
          </a:xfrm>
        </p:grpSpPr>
        <p:sp>
          <p:nvSpPr>
            <p:cNvPr id="9370" name="Google Shape;9370;p6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65"/>
          <p:cNvGrpSpPr/>
          <p:nvPr/>
        </p:nvGrpSpPr>
        <p:grpSpPr>
          <a:xfrm>
            <a:off x="6671087" y="1835054"/>
            <a:ext cx="332757" cy="281833"/>
            <a:chOff x="6671087" y="2009304"/>
            <a:chExt cx="332757" cy="281833"/>
          </a:xfrm>
        </p:grpSpPr>
        <p:sp>
          <p:nvSpPr>
            <p:cNvPr id="9388" name="Google Shape;9388;p6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0" name="Google Shape;9390;p6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1" name="Google Shape;9391;p65"/>
          <p:cNvGrpSpPr/>
          <p:nvPr/>
        </p:nvGrpSpPr>
        <p:grpSpPr>
          <a:xfrm>
            <a:off x="2201806" y="1802335"/>
            <a:ext cx="349784" cy="349434"/>
            <a:chOff x="2201806" y="1976585"/>
            <a:chExt cx="349784" cy="349434"/>
          </a:xfrm>
        </p:grpSpPr>
        <p:sp>
          <p:nvSpPr>
            <p:cNvPr id="9392" name="Google Shape;9392;p6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6" name="Google Shape;9396;p65"/>
          <p:cNvGrpSpPr/>
          <p:nvPr/>
        </p:nvGrpSpPr>
        <p:grpSpPr>
          <a:xfrm>
            <a:off x="3094217" y="1802335"/>
            <a:ext cx="350198" cy="350548"/>
            <a:chOff x="3094217" y="1976585"/>
            <a:chExt cx="350198" cy="350548"/>
          </a:xfrm>
        </p:grpSpPr>
        <p:sp>
          <p:nvSpPr>
            <p:cNvPr id="9397" name="Google Shape;9397;p6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0" name="Google Shape;9410;p6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1" name="Google Shape;9411;p65"/>
          <p:cNvGrpSpPr/>
          <p:nvPr/>
        </p:nvGrpSpPr>
        <p:grpSpPr>
          <a:xfrm>
            <a:off x="3979435" y="1802335"/>
            <a:ext cx="345265" cy="349848"/>
            <a:chOff x="3979435" y="1976585"/>
            <a:chExt cx="345265" cy="349848"/>
          </a:xfrm>
        </p:grpSpPr>
        <p:sp>
          <p:nvSpPr>
            <p:cNvPr id="9412" name="Google Shape;9412;p6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65"/>
          <p:cNvGrpSpPr/>
          <p:nvPr/>
        </p:nvGrpSpPr>
        <p:grpSpPr>
          <a:xfrm>
            <a:off x="3541011" y="1334344"/>
            <a:ext cx="350166" cy="349434"/>
            <a:chOff x="3541011" y="1508594"/>
            <a:chExt cx="350166" cy="349434"/>
          </a:xfrm>
        </p:grpSpPr>
        <p:sp>
          <p:nvSpPr>
            <p:cNvPr id="9430" name="Google Shape;9430;p6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65"/>
          <p:cNvGrpSpPr/>
          <p:nvPr/>
        </p:nvGrpSpPr>
        <p:grpSpPr>
          <a:xfrm>
            <a:off x="3576626" y="1801571"/>
            <a:ext cx="284251" cy="351694"/>
            <a:chOff x="3576626" y="1975821"/>
            <a:chExt cx="284251" cy="351694"/>
          </a:xfrm>
        </p:grpSpPr>
        <p:sp>
          <p:nvSpPr>
            <p:cNvPr id="9444" name="Google Shape;9444;p6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7" name="Google Shape;9447;p65"/>
          <p:cNvGrpSpPr/>
          <p:nvPr/>
        </p:nvGrpSpPr>
        <p:grpSpPr>
          <a:xfrm>
            <a:off x="2722090" y="2715912"/>
            <a:ext cx="238770" cy="371841"/>
            <a:chOff x="2722090" y="2890162"/>
            <a:chExt cx="238770" cy="371841"/>
          </a:xfrm>
        </p:grpSpPr>
        <p:sp>
          <p:nvSpPr>
            <p:cNvPr id="9448" name="Google Shape;9448;p6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1" name="Google Shape;9451;p6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2" name="Google Shape;9452;p65"/>
          <p:cNvGrpSpPr/>
          <p:nvPr/>
        </p:nvGrpSpPr>
        <p:grpSpPr>
          <a:xfrm>
            <a:off x="6216367" y="1795906"/>
            <a:ext cx="361147" cy="361147"/>
            <a:chOff x="6216367" y="1970156"/>
            <a:chExt cx="361147" cy="361147"/>
          </a:xfrm>
        </p:grpSpPr>
        <p:sp>
          <p:nvSpPr>
            <p:cNvPr id="9453" name="Google Shape;9453;p6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7" name="Google Shape;9457;p65"/>
          <p:cNvGrpSpPr/>
          <p:nvPr/>
        </p:nvGrpSpPr>
        <p:grpSpPr>
          <a:xfrm>
            <a:off x="1289311" y="2751972"/>
            <a:ext cx="408156" cy="299783"/>
            <a:chOff x="1289311" y="2926222"/>
            <a:chExt cx="408156" cy="299783"/>
          </a:xfrm>
        </p:grpSpPr>
        <p:sp>
          <p:nvSpPr>
            <p:cNvPr id="9458" name="Google Shape;9458;p6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0" name="Google Shape;9460;p65"/>
          <p:cNvGrpSpPr/>
          <p:nvPr/>
        </p:nvGrpSpPr>
        <p:grpSpPr>
          <a:xfrm>
            <a:off x="7978465" y="1795142"/>
            <a:ext cx="361147" cy="360797"/>
            <a:chOff x="7978465" y="1969392"/>
            <a:chExt cx="361147" cy="360797"/>
          </a:xfrm>
        </p:grpSpPr>
        <p:sp>
          <p:nvSpPr>
            <p:cNvPr id="9461" name="Google Shape;9461;p6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0" name="Google Shape;9470;p6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1" name="Google Shape;9471;p65"/>
          <p:cNvGrpSpPr/>
          <p:nvPr/>
        </p:nvGrpSpPr>
        <p:grpSpPr>
          <a:xfrm>
            <a:off x="854261" y="2734563"/>
            <a:ext cx="377474" cy="335748"/>
            <a:chOff x="854261" y="2908813"/>
            <a:chExt cx="377474" cy="335748"/>
          </a:xfrm>
        </p:grpSpPr>
        <p:sp>
          <p:nvSpPr>
            <p:cNvPr id="9472" name="Google Shape;9472;p6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65"/>
          <p:cNvGrpSpPr/>
          <p:nvPr/>
        </p:nvGrpSpPr>
        <p:grpSpPr>
          <a:xfrm>
            <a:off x="1749728" y="2720527"/>
            <a:ext cx="386927" cy="363438"/>
            <a:chOff x="1749728" y="2894777"/>
            <a:chExt cx="386927" cy="363438"/>
          </a:xfrm>
        </p:grpSpPr>
        <p:sp>
          <p:nvSpPr>
            <p:cNvPr id="9478" name="Google Shape;9478;p6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5"/>
          <p:cNvGrpSpPr/>
          <p:nvPr/>
        </p:nvGrpSpPr>
        <p:grpSpPr>
          <a:xfrm>
            <a:off x="7098912" y="1795142"/>
            <a:ext cx="359651" cy="361560"/>
            <a:chOff x="7098912" y="1969392"/>
            <a:chExt cx="359651" cy="361560"/>
          </a:xfrm>
        </p:grpSpPr>
        <p:sp>
          <p:nvSpPr>
            <p:cNvPr id="9486" name="Google Shape;9486;p6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9" name="Google Shape;9499;p6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0" name="Google Shape;9500;p65"/>
          <p:cNvGrpSpPr/>
          <p:nvPr/>
        </p:nvGrpSpPr>
        <p:grpSpPr>
          <a:xfrm>
            <a:off x="5352728" y="1815989"/>
            <a:ext cx="327091" cy="322508"/>
            <a:chOff x="5352728" y="1990239"/>
            <a:chExt cx="327091" cy="322508"/>
          </a:xfrm>
        </p:grpSpPr>
        <p:sp>
          <p:nvSpPr>
            <p:cNvPr id="9501" name="Google Shape;9501;p6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65"/>
          <p:cNvGrpSpPr/>
          <p:nvPr/>
        </p:nvGrpSpPr>
        <p:grpSpPr>
          <a:xfrm>
            <a:off x="7538896" y="1795906"/>
            <a:ext cx="361147" cy="361529"/>
            <a:chOff x="7538896" y="1970156"/>
            <a:chExt cx="361147" cy="361529"/>
          </a:xfrm>
        </p:grpSpPr>
        <p:sp>
          <p:nvSpPr>
            <p:cNvPr id="9505" name="Google Shape;9505;p6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65"/>
          <p:cNvGrpSpPr/>
          <p:nvPr/>
        </p:nvGrpSpPr>
        <p:grpSpPr>
          <a:xfrm>
            <a:off x="4896099" y="1796670"/>
            <a:ext cx="358155" cy="358123"/>
            <a:chOff x="4896099" y="1970920"/>
            <a:chExt cx="358155" cy="358123"/>
          </a:xfrm>
        </p:grpSpPr>
        <p:sp>
          <p:nvSpPr>
            <p:cNvPr id="9512" name="Google Shape;9512;p6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65"/>
          <p:cNvGrpSpPr/>
          <p:nvPr/>
        </p:nvGrpSpPr>
        <p:grpSpPr>
          <a:xfrm>
            <a:off x="4048787" y="2802769"/>
            <a:ext cx="283488" cy="198604"/>
            <a:chOff x="4048787" y="2977019"/>
            <a:chExt cx="283488" cy="198604"/>
          </a:xfrm>
        </p:grpSpPr>
        <p:sp>
          <p:nvSpPr>
            <p:cNvPr id="9516" name="Google Shape;9516;p6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65"/>
          <p:cNvGrpSpPr/>
          <p:nvPr/>
        </p:nvGrpSpPr>
        <p:grpSpPr>
          <a:xfrm>
            <a:off x="4054103" y="2255941"/>
            <a:ext cx="218687" cy="349052"/>
            <a:chOff x="4054103" y="2430191"/>
            <a:chExt cx="218687" cy="349052"/>
          </a:xfrm>
        </p:grpSpPr>
        <p:sp>
          <p:nvSpPr>
            <p:cNvPr id="9523" name="Google Shape;9523;p6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65"/>
          <p:cNvGrpSpPr/>
          <p:nvPr/>
        </p:nvGrpSpPr>
        <p:grpSpPr>
          <a:xfrm>
            <a:off x="2185128" y="2253299"/>
            <a:ext cx="382758" cy="356595"/>
            <a:chOff x="2185128" y="2427549"/>
            <a:chExt cx="382758" cy="356595"/>
          </a:xfrm>
        </p:grpSpPr>
        <p:sp>
          <p:nvSpPr>
            <p:cNvPr id="9526" name="Google Shape;9526;p6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0" name="Google Shape;9530;p65"/>
          <p:cNvGrpSpPr/>
          <p:nvPr/>
        </p:nvGrpSpPr>
        <p:grpSpPr>
          <a:xfrm>
            <a:off x="2656907" y="2265043"/>
            <a:ext cx="332757" cy="332343"/>
            <a:chOff x="2656907" y="2439293"/>
            <a:chExt cx="332757" cy="332343"/>
          </a:xfrm>
        </p:grpSpPr>
        <p:sp>
          <p:nvSpPr>
            <p:cNvPr id="9531" name="Google Shape;9531;p6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8" name="Google Shape;9538;p65"/>
          <p:cNvGrpSpPr/>
          <p:nvPr/>
        </p:nvGrpSpPr>
        <p:grpSpPr>
          <a:xfrm>
            <a:off x="1731523" y="2248366"/>
            <a:ext cx="399435" cy="365698"/>
            <a:chOff x="1731523" y="2422616"/>
            <a:chExt cx="399435" cy="365698"/>
          </a:xfrm>
        </p:grpSpPr>
        <p:sp>
          <p:nvSpPr>
            <p:cNvPr id="9539" name="Google Shape;9539;p6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2" name="Google Shape;9542;p65"/>
          <p:cNvGrpSpPr/>
          <p:nvPr/>
        </p:nvGrpSpPr>
        <p:grpSpPr>
          <a:xfrm>
            <a:off x="3097241" y="2259314"/>
            <a:ext cx="344883" cy="343387"/>
            <a:chOff x="3097241" y="2433564"/>
            <a:chExt cx="344883" cy="343387"/>
          </a:xfrm>
        </p:grpSpPr>
        <p:sp>
          <p:nvSpPr>
            <p:cNvPr id="9543" name="Google Shape;9543;p6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65"/>
          <p:cNvGrpSpPr/>
          <p:nvPr/>
        </p:nvGrpSpPr>
        <p:grpSpPr>
          <a:xfrm>
            <a:off x="1278299" y="2265043"/>
            <a:ext cx="410829" cy="332343"/>
            <a:chOff x="1278299" y="2439293"/>
            <a:chExt cx="410829" cy="332343"/>
          </a:xfrm>
        </p:grpSpPr>
        <p:sp>
          <p:nvSpPr>
            <p:cNvPr id="9553" name="Google Shape;9553;p6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65"/>
          <p:cNvGrpSpPr/>
          <p:nvPr/>
        </p:nvGrpSpPr>
        <p:grpSpPr>
          <a:xfrm>
            <a:off x="2661459" y="1840751"/>
            <a:ext cx="322508" cy="273494"/>
            <a:chOff x="2661459" y="2015001"/>
            <a:chExt cx="322508" cy="273494"/>
          </a:xfrm>
        </p:grpSpPr>
        <p:sp>
          <p:nvSpPr>
            <p:cNvPr id="9562" name="Google Shape;9562;p6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65"/>
          <p:cNvGrpSpPr/>
          <p:nvPr/>
        </p:nvGrpSpPr>
        <p:grpSpPr>
          <a:xfrm>
            <a:off x="870939" y="2265043"/>
            <a:ext cx="331993" cy="331993"/>
            <a:chOff x="870939" y="2439293"/>
            <a:chExt cx="331993" cy="331993"/>
          </a:xfrm>
        </p:grpSpPr>
        <p:sp>
          <p:nvSpPr>
            <p:cNvPr id="9565" name="Google Shape;9565;p6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1" name="Google Shape;9581;p65"/>
          <p:cNvGrpSpPr/>
          <p:nvPr/>
        </p:nvGrpSpPr>
        <p:grpSpPr>
          <a:xfrm>
            <a:off x="6644957" y="2282103"/>
            <a:ext cx="371395" cy="278904"/>
            <a:chOff x="6644957" y="2456353"/>
            <a:chExt cx="371395" cy="278904"/>
          </a:xfrm>
        </p:grpSpPr>
        <p:sp>
          <p:nvSpPr>
            <p:cNvPr id="9582" name="Google Shape;9582;p6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7" name="Google Shape;9587;p65"/>
          <p:cNvGrpSpPr/>
          <p:nvPr/>
        </p:nvGrpSpPr>
        <p:grpSpPr>
          <a:xfrm>
            <a:off x="5388757" y="2240409"/>
            <a:ext cx="260349" cy="362292"/>
            <a:chOff x="5388757" y="2414659"/>
            <a:chExt cx="260349" cy="362292"/>
          </a:xfrm>
        </p:grpSpPr>
        <p:sp>
          <p:nvSpPr>
            <p:cNvPr id="9588" name="Google Shape;9588;p6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65"/>
          <p:cNvGrpSpPr/>
          <p:nvPr/>
        </p:nvGrpSpPr>
        <p:grpSpPr>
          <a:xfrm>
            <a:off x="3567142" y="2731507"/>
            <a:ext cx="348288" cy="340331"/>
            <a:chOff x="3567142" y="2905757"/>
            <a:chExt cx="348288" cy="340331"/>
          </a:xfrm>
        </p:grpSpPr>
        <p:sp>
          <p:nvSpPr>
            <p:cNvPr id="9609" name="Google Shape;9609;p6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5"/>
          <p:cNvGrpSpPr/>
          <p:nvPr/>
        </p:nvGrpSpPr>
        <p:grpSpPr>
          <a:xfrm>
            <a:off x="870939" y="1801571"/>
            <a:ext cx="332375" cy="350071"/>
            <a:chOff x="870939" y="1975821"/>
            <a:chExt cx="332375" cy="350071"/>
          </a:xfrm>
        </p:grpSpPr>
        <p:sp>
          <p:nvSpPr>
            <p:cNvPr id="9615" name="Google Shape;9615;p6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65"/>
          <p:cNvGrpSpPr/>
          <p:nvPr/>
        </p:nvGrpSpPr>
        <p:grpSpPr>
          <a:xfrm>
            <a:off x="7967103" y="2240791"/>
            <a:ext cx="355863" cy="361911"/>
            <a:chOff x="7967103" y="2415041"/>
            <a:chExt cx="355863" cy="361911"/>
          </a:xfrm>
        </p:grpSpPr>
        <p:sp>
          <p:nvSpPr>
            <p:cNvPr id="9620" name="Google Shape;9620;p6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65"/>
          <p:cNvGrpSpPr/>
          <p:nvPr/>
        </p:nvGrpSpPr>
        <p:grpSpPr>
          <a:xfrm>
            <a:off x="7529411" y="2240409"/>
            <a:ext cx="355863" cy="362292"/>
            <a:chOff x="7529411" y="2414659"/>
            <a:chExt cx="355863" cy="362292"/>
          </a:xfrm>
        </p:grpSpPr>
        <p:sp>
          <p:nvSpPr>
            <p:cNvPr id="9632" name="Google Shape;9632;p6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5"/>
          <p:cNvGrpSpPr/>
          <p:nvPr/>
        </p:nvGrpSpPr>
        <p:grpSpPr>
          <a:xfrm>
            <a:off x="5733194" y="2257468"/>
            <a:ext cx="446826" cy="327059"/>
            <a:chOff x="5733194" y="2431718"/>
            <a:chExt cx="446826" cy="327059"/>
          </a:xfrm>
        </p:grpSpPr>
        <p:sp>
          <p:nvSpPr>
            <p:cNvPr id="9645" name="Google Shape;9645;p6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65"/>
          <p:cNvGrpSpPr/>
          <p:nvPr/>
        </p:nvGrpSpPr>
        <p:grpSpPr>
          <a:xfrm>
            <a:off x="4876780" y="2243814"/>
            <a:ext cx="407774" cy="356627"/>
            <a:chOff x="4876780" y="2418064"/>
            <a:chExt cx="407774" cy="356627"/>
          </a:xfrm>
        </p:grpSpPr>
        <p:sp>
          <p:nvSpPr>
            <p:cNvPr id="9649" name="Google Shape;9649;p6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65"/>
          <p:cNvGrpSpPr/>
          <p:nvPr/>
        </p:nvGrpSpPr>
        <p:grpSpPr>
          <a:xfrm>
            <a:off x="7070872" y="2236621"/>
            <a:ext cx="398321" cy="371013"/>
            <a:chOff x="7070872" y="2410871"/>
            <a:chExt cx="398321" cy="371013"/>
          </a:xfrm>
        </p:grpSpPr>
        <p:sp>
          <p:nvSpPr>
            <p:cNvPr id="9658" name="Google Shape;9658;p6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2" name="Google Shape;9662;p6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3" name="Google Shape;9663;p65"/>
          <p:cNvGrpSpPr/>
          <p:nvPr/>
        </p:nvGrpSpPr>
        <p:grpSpPr>
          <a:xfrm>
            <a:off x="5318259" y="2807861"/>
            <a:ext cx="371013" cy="220787"/>
            <a:chOff x="5318259" y="2982111"/>
            <a:chExt cx="371013" cy="220787"/>
          </a:xfrm>
        </p:grpSpPr>
        <p:sp>
          <p:nvSpPr>
            <p:cNvPr id="9664" name="Google Shape;9664;p6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65"/>
          <p:cNvGrpSpPr/>
          <p:nvPr/>
        </p:nvGrpSpPr>
        <p:grpSpPr>
          <a:xfrm>
            <a:off x="7073928" y="2731507"/>
            <a:ext cx="371395" cy="371809"/>
            <a:chOff x="7073928" y="2905757"/>
            <a:chExt cx="371395" cy="371809"/>
          </a:xfrm>
        </p:grpSpPr>
        <p:sp>
          <p:nvSpPr>
            <p:cNvPr id="9673" name="Google Shape;9673;p6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65"/>
          <p:cNvGrpSpPr/>
          <p:nvPr/>
        </p:nvGrpSpPr>
        <p:grpSpPr>
          <a:xfrm>
            <a:off x="6188327" y="2781158"/>
            <a:ext cx="371395" cy="272857"/>
            <a:chOff x="6188327" y="2955408"/>
            <a:chExt cx="371395" cy="272857"/>
          </a:xfrm>
        </p:grpSpPr>
        <p:sp>
          <p:nvSpPr>
            <p:cNvPr id="9677" name="Google Shape;9677;p6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65"/>
          <p:cNvGrpSpPr/>
          <p:nvPr/>
        </p:nvGrpSpPr>
        <p:grpSpPr>
          <a:xfrm>
            <a:off x="7521454" y="2731889"/>
            <a:ext cx="359651" cy="371013"/>
            <a:chOff x="7521454" y="2906139"/>
            <a:chExt cx="359651" cy="371013"/>
          </a:xfrm>
        </p:grpSpPr>
        <p:sp>
          <p:nvSpPr>
            <p:cNvPr id="9680" name="Google Shape;9680;p6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65"/>
          <p:cNvGrpSpPr/>
          <p:nvPr/>
        </p:nvGrpSpPr>
        <p:grpSpPr>
          <a:xfrm>
            <a:off x="5782845" y="2732271"/>
            <a:ext cx="301661" cy="371013"/>
            <a:chOff x="5782845" y="2906521"/>
            <a:chExt cx="301661" cy="371013"/>
          </a:xfrm>
        </p:grpSpPr>
        <p:sp>
          <p:nvSpPr>
            <p:cNvPr id="9686" name="Google Shape;9686;p6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65"/>
          <p:cNvGrpSpPr/>
          <p:nvPr/>
        </p:nvGrpSpPr>
        <p:grpSpPr>
          <a:xfrm>
            <a:off x="3539102" y="2253299"/>
            <a:ext cx="355099" cy="355481"/>
            <a:chOff x="3539102" y="2427549"/>
            <a:chExt cx="355099" cy="355481"/>
          </a:xfrm>
        </p:grpSpPr>
        <p:sp>
          <p:nvSpPr>
            <p:cNvPr id="9690" name="Google Shape;9690;p6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2" name="Google Shape;9692;p65"/>
          <p:cNvGrpSpPr/>
          <p:nvPr/>
        </p:nvGrpSpPr>
        <p:grpSpPr>
          <a:xfrm>
            <a:off x="6630539" y="2743252"/>
            <a:ext cx="371777" cy="349434"/>
            <a:chOff x="6630539" y="2917502"/>
            <a:chExt cx="371777" cy="349434"/>
          </a:xfrm>
        </p:grpSpPr>
        <p:sp>
          <p:nvSpPr>
            <p:cNvPr id="9693" name="Google Shape;9693;p6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0" name="Google Shape;9700;p65"/>
          <p:cNvGrpSpPr/>
          <p:nvPr/>
        </p:nvGrpSpPr>
        <p:grpSpPr>
          <a:xfrm>
            <a:off x="2171474" y="3194979"/>
            <a:ext cx="408156" cy="343737"/>
            <a:chOff x="2171474" y="3369229"/>
            <a:chExt cx="408156" cy="343737"/>
          </a:xfrm>
        </p:grpSpPr>
        <p:sp>
          <p:nvSpPr>
            <p:cNvPr id="9701" name="Google Shape;9701;p6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65"/>
          <p:cNvGrpSpPr/>
          <p:nvPr/>
        </p:nvGrpSpPr>
        <p:grpSpPr>
          <a:xfrm>
            <a:off x="4891198" y="2750858"/>
            <a:ext cx="334634" cy="334634"/>
            <a:chOff x="4891198" y="2925108"/>
            <a:chExt cx="334634" cy="334634"/>
          </a:xfrm>
        </p:grpSpPr>
        <p:sp>
          <p:nvSpPr>
            <p:cNvPr id="9706" name="Google Shape;9706;p6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4" name="Google Shape;9714;p65"/>
          <p:cNvGrpSpPr/>
          <p:nvPr/>
        </p:nvGrpSpPr>
        <p:grpSpPr>
          <a:xfrm>
            <a:off x="7976174" y="2750858"/>
            <a:ext cx="334666" cy="334634"/>
            <a:chOff x="7976174" y="2925108"/>
            <a:chExt cx="334666" cy="334634"/>
          </a:xfrm>
        </p:grpSpPr>
        <p:sp>
          <p:nvSpPr>
            <p:cNvPr id="9715" name="Google Shape;9715;p6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65"/>
          <p:cNvGrpSpPr/>
          <p:nvPr/>
        </p:nvGrpSpPr>
        <p:grpSpPr>
          <a:xfrm>
            <a:off x="3091957" y="3199881"/>
            <a:ext cx="354717" cy="332757"/>
            <a:chOff x="3091957" y="3374131"/>
            <a:chExt cx="354717" cy="332757"/>
          </a:xfrm>
        </p:grpSpPr>
        <p:sp>
          <p:nvSpPr>
            <p:cNvPr id="9725" name="Google Shape;9725;p6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65"/>
          <p:cNvGrpSpPr/>
          <p:nvPr/>
        </p:nvGrpSpPr>
        <p:grpSpPr>
          <a:xfrm>
            <a:off x="3988156" y="3205960"/>
            <a:ext cx="353954" cy="318880"/>
            <a:chOff x="3988156" y="3380210"/>
            <a:chExt cx="353954" cy="318880"/>
          </a:xfrm>
        </p:grpSpPr>
        <p:sp>
          <p:nvSpPr>
            <p:cNvPr id="9732" name="Google Shape;9732;p6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65"/>
          <p:cNvGrpSpPr/>
          <p:nvPr/>
        </p:nvGrpSpPr>
        <p:grpSpPr>
          <a:xfrm>
            <a:off x="3541011" y="3193070"/>
            <a:ext cx="348257" cy="346188"/>
            <a:chOff x="3541011" y="3367320"/>
            <a:chExt cx="348257" cy="346188"/>
          </a:xfrm>
        </p:grpSpPr>
        <p:sp>
          <p:nvSpPr>
            <p:cNvPr id="9738" name="Google Shape;9738;p6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5"/>
          <p:cNvGrpSpPr/>
          <p:nvPr/>
        </p:nvGrpSpPr>
        <p:grpSpPr>
          <a:xfrm>
            <a:off x="1314678" y="3183967"/>
            <a:ext cx="334666" cy="365348"/>
            <a:chOff x="1314678" y="3358217"/>
            <a:chExt cx="334666" cy="365348"/>
          </a:xfrm>
        </p:grpSpPr>
        <p:sp>
          <p:nvSpPr>
            <p:cNvPr id="9743" name="Google Shape;9743;p6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8" name="Google Shape;9748;p65"/>
          <p:cNvGrpSpPr/>
          <p:nvPr/>
        </p:nvGrpSpPr>
        <p:grpSpPr>
          <a:xfrm>
            <a:off x="1748582" y="3198385"/>
            <a:ext cx="359269" cy="335780"/>
            <a:chOff x="1748582" y="3372635"/>
            <a:chExt cx="359269" cy="335780"/>
          </a:xfrm>
        </p:grpSpPr>
        <p:sp>
          <p:nvSpPr>
            <p:cNvPr id="9749" name="Google Shape;9749;p6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0" name="Google Shape;9750;p65"/>
            <p:cNvGrpSpPr/>
            <p:nvPr/>
          </p:nvGrpSpPr>
          <p:grpSpPr>
            <a:xfrm>
              <a:off x="1748582" y="3372635"/>
              <a:ext cx="333520" cy="335780"/>
              <a:chOff x="1748582" y="3372635"/>
              <a:chExt cx="333520" cy="335780"/>
            </a:xfrm>
          </p:grpSpPr>
          <p:sp>
            <p:nvSpPr>
              <p:cNvPr id="9751" name="Google Shape;9751;p6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54" name="Google Shape;9754;p65"/>
          <p:cNvGrpSpPr/>
          <p:nvPr/>
        </p:nvGrpSpPr>
        <p:grpSpPr>
          <a:xfrm>
            <a:off x="2640993" y="3183585"/>
            <a:ext cx="365348" cy="364966"/>
            <a:chOff x="2640993" y="3357835"/>
            <a:chExt cx="365348" cy="364966"/>
          </a:xfrm>
        </p:grpSpPr>
        <p:sp>
          <p:nvSpPr>
            <p:cNvPr id="9755" name="Google Shape;9755;p6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5" name="Google Shape;9765;p65"/>
          <p:cNvGrpSpPr/>
          <p:nvPr/>
        </p:nvGrpSpPr>
        <p:grpSpPr>
          <a:xfrm>
            <a:off x="4886264" y="3191924"/>
            <a:ext cx="350548" cy="350198"/>
            <a:chOff x="4886264" y="3366174"/>
            <a:chExt cx="350548" cy="350198"/>
          </a:xfrm>
        </p:grpSpPr>
        <p:sp>
          <p:nvSpPr>
            <p:cNvPr id="9766" name="Google Shape;9766;p6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5"/>
          <p:cNvGrpSpPr/>
          <p:nvPr/>
        </p:nvGrpSpPr>
        <p:grpSpPr>
          <a:xfrm>
            <a:off x="5331913" y="3239697"/>
            <a:ext cx="347143" cy="254684"/>
            <a:chOff x="5331913" y="3413947"/>
            <a:chExt cx="347143" cy="254684"/>
          </a:xfrm>
        </p:grpSpPr>
        <p:sp>
          <p:nvSpPr>
            <p:cNvPr id="9780" name="Google Shape;9780;p6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65"/>
          <p:cNvGrpSpPr/>
          <p:nvPr/>
        </p:nvGrpSpPr>
        <p:grpSpPr>
          <a:xfrm>
            <a:off x="5776798" y="3235528"/>
            <a:ext cx="346379" cy="264518"/>
            <a:chOff x="5776798" y="3409778"/>
            <a:chExt cx="346379" cy="264518"/>
          </a:xfrm>
        </p:grpSpPr>
        <p:sp>
          <p:nvSpPr>
            <p:cNvPr id="9787" name="Google Shape;9787;p6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65"/>
          <p:cNvGrpSpPr/>
          <p:nvPr/>
        </p:nvGrpSpPr>
        <p:grpSpPr>
          <a:xfrm>
            <a:off x="7108015" y="3222255"/>
            <a:ext cx="344883" cy="290299"/>
            <a:chOff x="7108015" y="3396505"/>
            <a:chExt cx="344883" cy="290299"/>
          </a:xfrm>
        </p:grpSpPr>
        <p:sp>
          <p:nvSpPr>
            <p:cNvPr id="9794" name="Google Shape;9794;p6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8" name="Google Shape;9798;p65"/>
          <p:cNvGrpSpPr/>
          <p:nvPr/>
        </p:nvGrpSpPr>
        <p:grpSpPr>
          <a:xfrm>
            <a:off x="7551754" y="3216558"/>
            <a:ext cx="344883" cy="301311"/>
            <a:chOff x="7551754" y="3390808"/>
            <a:chExt cx="344883" cy="301311"/>
          </a:xfrm>
        </p:grpSpPr>
        <p:sp>
          <p:nvSpPr>
            <p:cNvPr id="9799" name="Google Shape;9799;p6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0" name="Google Shape;9810;p65"/>
          <p:cNvGrpSpPr/>
          <p:nvPr/>
        </p:nvGrpSpPr>
        <p:grpSpPr>
          <a:xfrm>
            <a:off x="6707084" y="3213153"/>
            <a:ext cx="261145" cy="308504"/>
            <a:chOff x="6707084" y="3387403"/>
            <a:chExt cx="261145" cy="308504"/>
          </a:xfrm>
        </p:grpSpPr>
        <p:sp>
          <p:nvSpPr>
            <p:cNvPr id="9811" name="Google Shape;9811;p6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5" name="Google Shape;9815;p65"/>
          <p:cNvGrpSpPr/>
          <p:nvPr/>
        </p:nvGrpSpPr>
        <p:grpSpPr>
          <a:xfrm>
            <a:off x="848978" y="4123387"/>
            <a:ext cx="377824" cy="324418"/>
            <a:chOff x="848978" y="4297637"/>
            <a:chExt cx="377824" cy="324418"/>
          </a:xfrm>
        </p:grpSpPr>
        <p:sp>
          <p:nvSpPr>
            <p:cNvPr id="9816" name="Google Shape;9816;p6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65"/>
          <p:cNvGrpSpPr/>
          <p:nvPr/>
        </p:nvGrpSpPr>
        <p:grpSpPr>
          <a:xfrm>
            <a:off x="1754279" y="4112343"/>
            <a:ext cx="351439" cy="345965"/>
            <a:chOff x="1754279" y="4286593"/>
            <a:chExt cx="351439" cy="345965"/>
          </a:xfrm>
        </p:grpSpPr>
        <p:sp>
          <p:nvSpPr>
            <p:cNvPr id="9819" name="Google Shape;9819;p6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65"/>
          <p:cNvGrpSpPr/>
          <p:nvPr/>
        </p:nvGrpSpPr>
        <p:grpSpPr>
          <a:xfrm>
            <a:off x="3996113" y="4116926"/>
            <a:ext cx="336512" cy="335048"/>
            <a:chOff x="3996113" y="4291176"/>
            <a:chExt cx="336512" cy="335048"/>
          </a:xfrm>
        </p:grpSpPr>
        <p:sp>
          <p:nvSpPr>
            <p:cNvPr id="9825" name="Google Shape;9825;p6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9" name="Google Shape;9829;p65"/>
          <p:cNvGrpSpPr/>
          <p:nvPr/>
        </p:nvGrpSpPr>
        <p:grpSpPr>
          <a:xfrm>
            <a:off x="2179081" y="4111261"/>
            <a:ext cx="397525" cy="348670"/>
            <a:chOff x="2179081" y="4285511"/>
            <a:chExt cx="397525" cy="348670"/>
          </a:xfrm>
        </p:grpSpPr>
        <p:sp>
          <p:nvSpPr>
            <p:cNvPr id="9830" name="Google Shape;9830;p6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2" name="Google Shape;9832;p65"/>
          <p:cNvGrpSpPr/>
          <p:nvPr/>
        </p:nvGrpSpPr>
        <p:grpSpPr>
          <a:xfrm>
            <a:off x="3584201" y="4120746"/>
            <a:ext cx="267574" cy="329415"/>
            <a:chOff x="3584201" y="4294996"/>
            <a:chExt cx="267574" cy="329415"/>
          </a:xfrm>
        </p:grpSpPr>
        <p:sp>
          <p:nvSpPr>
            <p:cNvPr id="9833" name="Google Shape;9833;p6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7" name="Google Shape;9837;p65"/>
          <p:cNvGrpSpPr/>
          <p:nvPr/>
        </p:nvGrpSpPr>
        <p:grpSpPr>
          <a:xfrm>
            <a:off x="3082855" y="4121478"/>
            <a:ext cx="375946" cy="327823"/>
            <a:chOff x="3082855" y="4295728"/>
            <a:chExt cx="375946" cy="327823"/>
          </a:xfrm>
        </p:grpSpPr>
        <p:sp>
          <p:nvSpPr>
            <p:cNvPr id="9838" name="Google Shape;9838;p6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9" name="Google Shape;9849;p65"/>
          <p:cNvGrpSpPr/>
          <p:nvPr/>
        </p:nvGrpSpPr>
        <p:grpSpPr>
          <a:xfrm>
            <a:off x="2749016" y="4116926"/>
            <a:ext cx="150831" cy="336926"/>
            <a:chOff x="2749016" y="4291176"/>
            <a:chExt cx="150831" cy="336926"/>
          </a:xfrm>
        </p:grpSpPr>
        <p:sp>
          <p:nvSpPr>
            <p:cNvPr id="9850" name="Google Shape;9850;p6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65"/>
          <p:cNvGrpSpPr/>
          <p:nvPr/>
        </p:nvGrpSpPr>
        <p:grpSpPr>
          <a:xfrm>
            <a:off x="7127716" y="4105182"/>
            <a:ext cx="248254" cy="361942"/>
            <a:chOff x="7127716" y="4279432"/>
            <a:chExt cx="248254" cy="361942"/>
          </a:xfrm>
        </p:grpSpPr>
        <p:sp>
          <p:nvSpPr>
            <p:cNvPr id="9855" name="Google Shape;9855;p6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65"/>
          <p:cNvGrpSpPr/>
          <p:nvPr/>
        </p:nvGrpSpPr>
        <p:grpSpPr>
          <a:xfrm>
            <a:off x="7565408" y="4105182"/>
            <a:ext cx="248255" cy="361942"/>
            <a:chOff x="7565408" y="4279432"/>
            <a:chExt cx="248255" cy="361942"/>
          </a:xfrm>
        </p:grpSpPr>
        <p:sp>
          <p:nvSpPr>
            <p:cNvPr id="9865" name="Google Shape;9865;p6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5"/>
          <p:cNvGrpSpPr/>
          <p:nvPr/>
        </p:nvGrpSpPr>
        <p:grpSpPr>
          <a:xfrm>
            <a:off x="6264109" y="4105182"/>
            <a:ext cx="225498" cy="361560"/>
            <a:chOff x="6264109" y="4279432"/>
            <a:chExt cx="225498" cy="361560"/>
          </a:xfrm>
        </p:grpSpPr>
        <p:sp>
          <p:nvSpPr>
            <p:cNvPr id="9874" name="Google Shape;9874;p6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65"/>
          <p:cNvGrpSpPr/>
          <p:nvPr/>
        </p:nvGrpSpPr>
        <p:grpSpPr>
          <a:xfrm>
            <a:off x="7929578" y="4110115"/>
            <a:ext cx="395266" cy="351312"/>
            <a:chOff x="7929578" y="4284365"/>
            <a:chExt cx="395266" cy="351312"/>
          </a:xfrm>
        </p:grpSpPr>
        <p:sp>
          <p:nvSpPr>
            <p:cNvPr id="9877" name="Google Shape;9877;p6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1" name="Google Shape;9881;p65"/>
          <p:cNvGrpSpPr/>
          <p:nvPr/>
        </p:nvGrpSpPr>
        <p:grpSpPr>
          <a:xfrm>
            <a:off x="6595502" y="4149527"/>
            <a:ext cx="426315" cy="332826"/>
            <a:chOff x="6639652" y="4323777"/>
            <a:chExt cx="426315" cy="332826"/>
          </a:xfrm>
        </p:grpSpPr>
        <p:sp>
          <p:nvSpPr>
            <p:cNvPr id="9882" name="Google Shape;9882;p6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65"/>
          <p:cNvGrpSpPr/>
          <p:nvPr/>
        </p:nvGrpSpPr>
        <p:grpSpPr>
          <a:xfrm>
            <a:off x="5357662" y="4123387"/>
            <a:ext cx="287275" cy="326296"/>
            <a:chOff x="5357662" y="4297637"/>
            <a:chExt cx="287275" cy="326296"/>
          </a:xfrm>
        </p:grpSpPr>
        <p:sp>
          <p:nvSpPr>
            <p:cNvPr id="9893" name="Google Shape;9893;p6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65"/>
          <p:cNvGrpSpPr/>
          <p:nvPr/>
        </p:nvGrpSpPr>
        <p:grpSpPr>
          <a:xfrm>
            <a:off x="5774124" y="4120300"/>
            <a:ext cx="331611" cy="331674"/>
            <a:chOff x="5774124" y="4294550"/>
            <a:chExt cx="331611" cy="331674"/>
          </a:xfrm>
        </p:grpSpPr>
        <p:sp>
          <p:nvSpPr>
            <p:cNvPr id="9899" name="Google Shape;9899;p6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5"/>
          <p:cNvGrpSpPr/>
          <p:nvPr/>
        </p:nvGrpSpPr>
        <p:grpSpPr>
          <a:xfrm>
            <a:off x="4890434" y="4113139"/>
            <a:ext cx="345997" cy="346029"/>
            <a:chOff x="4890434" y="4287389"/>
            <a:chExt cx="345997" cy="346029"/>
          </a:xfrm>
        </p:grpSpPr>
        <p:sp>
          <p:nvSpPr>
            <p:cNvPr id="9902" name="Google Shape;9902;p6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9" name="Google Shape;9909;p65"/>
          <p:cNvGrpSpPr/>
          <p:nvPr/>
        </p:nvGrpSpPr>
        <p:grpSpPr>
          <a:xfrm>
            <a:off x="2165809" y="3636809"/>
            <a:ext cx="422542" cy="342973"/>
            <a:chOff x="2165809" y="3811059"/>
            <a:chExt cx="422542" cy="342973"/>
          </a:xfrm>
        </p:grpSpPr>
        <p:sp>
          <p:nvSpPr>
            <p:cNvPr id="9910" name="Google Shape;9910;p6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8" name="Google Shape;9928;p6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9" name="Google Shape;9929;p65"/>
          <p:cNvGrpSpPr/>
          <p:nvPr/>
        </p:nvGrpSpPr>
        <p:grpSpPr>
          <a:xfrm>
            <a:off x="903530" y="3631875"/>
            <a:ext cx="264550" cy="353222"/>
            <a:chOff x="903530" y="3806125"/>
            <a:chExt cx="264550" cy="353222"/>
          </a:xfrm>
        </p:grpSpPr>
        <p:sp>
          <p:nvSpPr>
            <p:cNvPr id="9930" name="Google Shape;9930;p6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65"/>
          <p:cNvGrpSpPr/>
          <p:nvPr/>
        </p:nvGrpSpPr>
        <p:grpSpPr>
          <a:xfrm>
            <a:off x="850092" y="3178684"/>
            <a:ext cx="369517" cy="375660"/>
            <a:chOff x="850092" y="3352934"/>
            <a:chExt cx="369517" cy="375660"/>
          </a:xfrm>
        </p:grpSpPr>
        <p:sp>
          <p:nvSpPr>
            <p:cNvPr id="9935" name="Google Shape;9935;p6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0" name="Google Shape;9940;p65"/>
          <p:cNvGrpSpPr/>
          <p:nvPr/>
        </p:nvGrpSpPr>
        <p:grpSpPr>
          <a:xfrm>
            <a:off x="2611458" y="3642124"/>
            <a:ext cx="426329" cy="332375"/>
            <a:chOff x="2611458" y="3816374"/>
            <a:chExt cx="426329" cy="332375"/>
          </a:xfrm>
        </p:grpSpPr>
        <p:sp>
          <p:nvSpPr>
            <p:cNvPr id="9941" name="Google Shape;9941;p6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1" name="Google Shape;9951;p6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2" name="Google Shape;9952;p65"/>
          <p:cNvGrpSpPr/>
          <p:nvPr/>
        </p:nvGrpSpPr>
        <p:grpSpPr>
          <a:xfrm>
            <a:off x="4019984" y="3631143"/>
            <a:ext cx="293704" cy="353954"/>
            <a:chOff x="4019984" y="3805393"/>
            <a:chExt cx="293704" cy="353954"/>
          </a:xfrm>
        </p:grpSpPr>
        <p:sp>
          <p:nvSpPr>
            <p:cNvPr id="9953" name="Google Shape;9953;p6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65"/>
          <p:cNvGrpSpPr/>
          <p:nvPr/>
        </p:nvGrpSpPr>
        <p:grpSpPr>
          <a:xfrm>
            <a:off x="8006505" y="3215794"/>
            <a:ext cx="323654" cy="303189"/>
            <a:chOff x="8006505" y="3390044"/>
            <a:chExt cx="323654" cy="303189"/>
          </a:xfrm>
        </p:grpSpPr>
        <p:sp>
          <p:nvSpPr>
            <p:cNvPr id="9956" name="Google Shape;9956;p6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5"/>
          <p:cNvGrpSpPr/>
          <p:nvPr/>
        </p:nvGrpSpPr>
        <p:grpSpPr>
          <a:xfrm>
            <a:off x="1299146" y="3632257"/>
            <a:ext cx="367990" cy="351312"/>
            <a:chOff x="1299146" y="3806507"/>
            <a:chExt cx="367990" cy="351312"/>
          </a:xfrm>
        </p:grpSpPr>
        <p:sp>
          <p:nvSpPr>
            <p:cNvPr id="9963" name="Google Shape;9963;p6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5" name="Google Shape;9965;p6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6" name="Google Shape;9966;p65"/>
          <p:cNvGrpSpPr/>
          <p:nvPr/>
        </p:nvGrpSpPr>
        <p:grpSpPr>
          <a:xfrm>
            <a:off x="7550258" y="3658420"/>
            <a:ext cx="371395" cy="301279"/>
            <a:chOff x="7550258" y="3832670"/>
            <a:chExt cx="371395" cy="301279"/>
          </a:xfrm>
        </p:grpSpPr>
        <p:sp>
          <p:nvSpPr>
            <p:cNvPr id="9967" name="Google Shape;9967;p6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5" name="Google Shape;9985;p6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6" name="Google Shape;9986;p65"/>
          <p:cNvGrpSpPr/>
          <p:nvPr/>
        </p:nvGrpSpPr>
        <p:grpSpPr>
          <a:xfrm>
            <a:off x="6659725" y="3633785"/>
            <a:ext cx="367608" cy="350548"/>
            <a:chOff x="6659725" y="3808035"/>
            <a:chExt cx="367608" cy="350548"/>
          </a:xfrm>
        </p:grpSpPr>
        <p:sp>
          <p:nvSpPr>
            <p:cNvPr id="9987" name="Google Shape;9987;p6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65"/>
          <p:cNvGrpSpPr/>
          <p:nvPr/>
        </p:nvGrpSpPr>
        <p:grpSpPr>
          <a:xfrm>
            <a:off x="6219391" y="3642506"/>
            <a:ext cx="356627" cy="334252"/>
            <a:chOff x="6219391" y="3816756"/>
            <a:chExt cx="356627" cy="334252"/>
          </a:xfrm>
        </p:grpSpPr>
        <p:sp>
          <p:nvSpPr>
            <p:cNvPr id="9990" name="Google Shape;9990;p6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5"/>
          <p:cNvGrpSpPr/>
          <p:nvPr/>
        </p:nvGrpSpPr>
        <p:grpSpPr>
          <a:xfrm>
            <a:off x="5778676" y="3652722"/>
            <a:ext cx="349052" cy="313055"/>
            <a:chOff x="5778676" y="3826972"/>
            <a:chExt cx="349052" cy="313055"/>
          </a:xfrm>
        </p:grpSpPr>
        <p:sp>
          <p:nvSpPr>
            <p:cNvPr id="9995" name="Google Shape;9995;p6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65"/>
          <p:cNvGrpSpPr/>
          <p:nvPr/>
        </p:nvGrpSpPr>
        <p:grpSpPr>
          <a:xfrm>
            <a:off x="5355784" y="3660297"/>
            <a:ext cx="299019" cy="297905"/>
            <a:chOff x="5355784" y="3834547"/>
            <a:chExt cx="299019" cy="297905"/>
          </a:xfrm>
        </p:grpSpPr>
        <p:sp>
          <p:nvSpPr>
            <p:cNvPr id="10001" name="Google Shape;10001;p6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5" name="Google Shape;10005;p65"/>
          <p:cNvGrpSpPr/>
          <p:nvPr/>
        </p:nvGrpSpPr>
        <p:grpSpPr>
          <a:xfrm>
            <a:off x="8036455" y="3633021"/>
            <a:ext cx="292176" cy="353985"/>
            <a:chOff x="8036455" y="3807271"/>
            <a:chExt cx="292176" cy="353985"/>
          </a:xfrm>
        </p:grpSpPr>
        <p:sp>
          <p:nvSpPr>
            <p:cNvPr id="10006" name="Google Shape;10006;p6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08" name="Google Shape;10008;p65"/>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009" name="Google Shape;10009;p65"/>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010" name="Google Shape;10010;p65"/>
          <p:cNvGrpSpPr/>
          <p:nvPr/>
        </p:nvGrpSpPr>
        <p:grpSpPr>
          <a:xfrm>
            <a:off x="4874902" y="3634549"/>
            <a:ext cx="345615" cy="350835"/>
            <a:chOff x="4874902" y="3808799"/>
            <a:chExt cx="345615" cy="350835"/>
          </a:xfrm>
        </p:grpSpPr>
        <p:sp>
          <p:nvSpPr>
            <p:cNvPr id="10011" name="Google Shape;10011;p6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65"/>
          <p:cNvGrpSpPr/>
          <p:nvPr/>
        </p:nvGrpSpPr>
        <p:grpSpPr>
          <a:xfrm>
            <a:off x="3095745" y="3631143"/>
            <a:ext cx="352840" cy="354717"/>
            <a:chOff x="3095745" y="3805393"/>
            <a:chExt cx="352840" cy="354717"/>
          </a:xfrm>
        </p:grpSpPr>
        <p:sp>
          <p:nvSpPr>
            <p:cNvPr id="10029" name="Google Shape;10029;p6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38"/>
        <p:cNvGrpSpPr/>
        <p:nvPr/>
      </p:nvGrpSpPr>
      <p:grpSpPr>
        <a:xfrm>
          <a:off x="0" y="0"/>
          <a:ext cx="0" cy="0"/>
          <a:chOff x="0" y="0"/>
          <a:chExt cx="0" cy="0"/>
        </a:xfrm>
      </p:grpSpPr>
      <p:grpSp>
        <p:nvGrpSpPr>
          <p:cNvPr id="10039" name="Google Shape;10039;p66"/>
          <p:cNvGrpSpPr/>
          <p:nvPr/>
        </p:nvGrpSpPr>
        <p:grpSpPr>
          <a:xfrm>
            <a:off x="2733780" y="4039081"/>
            <a:ext cx="342144" cy="362704"/>
            <a:chOff x="2704005" y="4258781"/>
            <a:chExt cx="342144" cy="362704"/>
          </a:xfrm>
        </p:grpSpPr>
        <p:sp>
          <p:nvSpPr>
            <p:cNvPr id="10040" name="Google Shape;10040;p6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66"/>
          <p:cNvGrpSpPr/>
          <p:nvPr/>
        </p:nvGrpSpPr>
        <p:grpSpPr>
          <a:xfrm>
            <a:off x="2157462" y="4083096"/>
            <a:ext cx="347435" cy="363370"/>
            <a:chOff x="2157462" y="4258496"/>
            <a:chExt cx="347435" cy="363370"/>
          </a:xfrm>
        </p:grpSpPr>
        <p:sp>
          <p:nvSpPr>
            <p:cNvPr id="10048" name="Google Shape;10048;p6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1" name="Google Shape;10051;p66"/>
          <p:cNvGrpSpPr/>
          <p:nvPr/>
        </p:nvGrpSpPr>
        <p:grpSpPr>
          <a:xfrm>
            <a:off x="4010963" y="3588381"/>
            <a:ext cx="343665" cy="363211"/>
            <a:chOff x="4010963" y="3763781"/>
            <a:chExt cx="343665" cy="363211"/>
          </a:xfrm>
        </p:grpSpPr>
        <p:sp>
          <p:nvSpPr>
            <p:cNvPr id="10052" name="Google Shape;10052;p6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66"/>
          <p:cNvGrpSpPr/>
          <p:nvPr/>
        </p:nvGrpSpPr>
        <p:grpSpPr>
          <a:xfrm>
            <a:off x="2214042" y="3635109"/>
            <a:ext cx="368153" cy="311193"/>
            <a:chOff x="2214042" y="3810509"/>
            <a:chExt cx="368153" cy="311193"/>
          </a:xfrm>
        </p:grpSpPr>
        <p:sp>
          <p:nvSpPr>
            <p:cNvPr id="10058" name="Google Shape;10058;p6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66"/>
          <p:cNvGrpSpPr/>
          <p:nvPr/>
        </p:nvGrpSpPr>
        <p:grpSpPr>
          <a:xfrm>
            <a:off x="1797413" y="3606819"/>
            <a:ext cx="367805" cy="367773"/>
            <a:chOff x="1768938" y="3782219"/>
            <a:chExt cx="367805" cy="367773"/>
          </a:xfrm>
        </p:grpSpPr>
        <p:sp>
          <p:nvSpPr>
            <p:cNvPr id="10061" name="Google Shape;10061;p6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66"/>
          <p:cNvGrpSpPr/>
          <p:nvPr/>
        </p:nvGrpSpPr>
        <p:grpSpPr>
          <a:xfrm>
            <a:off x="2681385" y="3623039"/>
            <a:ext cx="325544" cy="327413"/>
            <a:chOff x="2681385" y="3798439"/>
            <a:chExt cx="325544" cy="327413"/>
          </a:xfrm>
        </p:grpSpPr>
        <p:sp>
          <p:nvSpPr>
            <p:cNvPr id="10067" name="Google Shape;10067;p6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66"/>
          <p:cNvGrpSpPr/>
          <p:nvPr/>
        </p:nvGrpSpPr>
        <p:grpSpPr>
          <a:xfrm>
            <a:off x="6243928" y="4088102"/>
            <a:ext cx="274254" cy="350824"/>
            <a:chOff x="6243928" y="4263502"/>
            <a:chExt cx="274254" cy="350824"/>
          </a:xfrm>
        </p:grpSpPr>
        <p:sp>
          <p:nvSpPr>
            <p:cNvPr id="10075" name="Google Shape;10075;p6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66"/>
          <p:cNvGrpSpPr/>
          <p:nvPr/>
        </p:nvGrpSpPr>
        <p:grpSpPr>
          <a:xfrm>
            <a:off x="3560600" y="3587938"/>
            <a:ext cx="352345" cy="363655"/>
            <a:chOff x="3560600" y="3763338"/>
            <a:chExt cx="352345" cy="363655"/>
          </a:xfrm>
        </p:grpSpPr>
        <p:sp>
          <p:nvSpPr>
            <p:cNvPr id="10084" name="Google Shape;10084;p6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66"/>
          <p:cNvGrpSpPr/>
          <p:nvPr/>
        </p:nvGrpSpPr>
        <p:grpSpPr>
          <a:xfrm>
            <a:off x="5790556" y="4085852"/>
            <a:ext cx="279513" cy="356083"/>
            <a:chOff x="5790556" y="4261252"/>
            <a:chExt cx="279513" cy="356083"/>
          </a:xfrm>
        </p:grpSpPr>
        <p:sp>
          <p:nvSpPr>
            <p:cNvPr id="10088" name="Google Shape;10088;p6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66"/>
          <p:cNvGrpSpPr/>
          <p:nvPr/>
        </p:nvGrpSpPr>
        <p:grpSpPr>
          <a:xfrm>
            <a:off x="5341333" y="4085852"/>
            <a:ext cx="278752" cy="356463"/>
            <a:chOff x="5341333" y="4261252"/>
            <a:chExt cx="278752" cy="356463"/>
          </a:xfrm>
        </p:grpSpPr>
        <p:sp>
          <p:nvSpPr>
            <p:cNvPr id="10096" name="Google Shape;10096;p6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3" name="Google Shape;10103;p6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4" name="Google Shape;10104;p66"/>
          <p:cNvGrpSpPr/>
          <p:nvPr/>
        </p:nvGrpSpPr>
        <p:grpSpPr>
          <a:xfrm>
            <a:off x="3103646" y="3590676"/>
            <a:ext cx="360233" cy="362451"/>
            <a:chOff x="3107608" y="3763401"/>
            <a:chExt cx="360233" cy="362451"/>
          </a:xfrm>
        </p:grpSpPr>
        <p:sp>
          <p:nvSpPr>
            <p:cNvPr id="10105" name="Google Shape;10105;p6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6"/>
          <p:cNvGrpSpPr/>
          <p:nvPr/>
        </p:nvGrpSpPr>
        <p:grpSpPr>
          <a:xfrm>
            <a:off x="889343" y="3625827"/>
            <a:ext cx="351585" cy="339705"/>
            <a:chOff x="889343" y="3801227"/>
            <a:chExt cx="351585" cy="339705"/>
          </a:xfrm>
        </p:grpSpPr>
        <p:sp>
          <p:nvSpPr>
            <p:cNvPr id="10109" name="Google Shape;10109;p6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66"/>
          <p:cNvGrpSpPr/>
          <p:nvPr/>
        </p:nvGrpSpPr>
        <p:grpSpPr>
          <a:xfrm>
            <a:off x="4896609" y="4085472"/>
            <a:ext cx="278784" cy="355323"/>
            <a:chOff x="4896609" y="4260872"/>
            <a:chExt cx="278784" cy="355323"/>
          </a:xfrm>
        </p:grpSpPr>
        <p:sp>
          <p:nvSpPr>
            <p:cNvPr id="10115" name="Google Shape;10115;p6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1" name="Google Shape;10121;p66"/>
          <p:cNvGrpSpPr/>
          <p:nvPr/>
        </p:nvGrpSpPr>
        <p:grpSpPr>
          <a:xfrm>
            <a:off x="7598438" y="4090731"/>
            <a:ext cx="260283" cy="345914"/>
            <a:chOff x="7598438" y="4266131"/>
            <a:chExt cx="260283" cy="345914"/>
          </a:xfrm>
        </p:grpSpPr>
        <p:sp>
          <p:nvSpPr>
            <p:cNvPr id="10122" name="Google Shape;10122;p6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9" name="Google Shape;10129;p66"/>
          <p:cNvGrpSpPr/>
          <p:nvPr/>
        </p:nvGrpSpPr>
        <p:grpSpPr>
          <a:xfrm>
            <a:off x="1767069" y="3184746"/>
            <a:ext cx="286324" cy="348163"/>
            <a:chOff x="1767069" y="3360146"/>
            <a:chExt cx="286324" cy="348163"/>
          </a:xfrm>
        </p:grpSpPr>
        <p:sp>
          <p:nvSpPr>
            <p:cNvPr id="10130" name="Google Shape;10130;p6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66"/>
          <p:cNvGrpSpPr/>
          <p:nvPr/>
        </p:nvGrpSpPr>
        <p:grpSpPr>
          <a:xfrm>
            <a:off x="7149944" y="4090731"/>
            <a:ext cx="260283" cy="345914"/>
            <a:chOff x="7149944" y="4266131"/>
            <a:chExt cx="260283" cy="345914"/>
          </a:xfrm>
        </p:grpSpPr>
        <p:sp>
          <p:nvSpPr>
            <p:cNvPr id="10138" name="Google Shape;10138;p6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66"/>
          <p:cNvGrpSpPr/>
          <p:nvPr/>
        </p:nvGrpSpPr>
        <p:grpSpPr>
          <a:xfrm>
            <a:off x="6695051" y="4083951"/>
            <a:ext cx="270104" cy="360233"/>
            <a:chOff x="6695051" y="4259351"/>
            <a:chExt cx="270104" cy="360233"/>
          </a:xfrm>
        </p:grpSpPr>
        <p:sp>
          <p:nvSpPr>
            <p:cNvPr id="10145" name="Google Shape;10145;p6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6"/>
          <p:cNvGrpSpPr/>
          <p:nvPr/>
        </p:nvGrpSpPr>
        <p:grpSpPr>
          <a:xfrm>
            <a:off x="8047661" y="4082051"/>
            <a:ext cx="277263" cy="362514"/>
            <a:chOff x="8047661" y="4257451"/>
            <a:chExt cx="277263" cy="362514"/>
          </a:xfrm>
        </p:grpSpPr>
        <p:sp>
          <p:nvSpPr>
            <p:cNvPr id="10150" name="Google Shape;10150;p6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6"/>
          <p:cNvGrpSpPr/>
          <p:nvPr/>
        </p:nvGrpSpPr>
        <p:grpSpPr>
          <a:xfrm>
            <a:off x="6248078" y="3609068"/>
            <a:ext cx="277263" cy="356115"/>
            <a:chOff x="6248078" y="3784468"/>
            <a:chExt cx="277263" cy="356115"/>
          </a:xfrm>
        </p:grpSpPr>
        <p:sp>
          <p:nvSpPr>
            <p:cNvPr id="10155" name="Google Shape;10155;p6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66"/>
          <p:cNvGrpSpPr/>
          <p:nvPr/>
        </p:nvGrpSpPr>
        <p:grpSpPr>
          <a:xfrm>
            <a:off x="5800725" y="3610589"/>
            <a:ext cx="277644" cy="354594"/>
            <a:chOff x="5800725" y="3785989"/>
            <a:chExt cx="277644" cy="354594"/>
          </a:xfrm>
        </p:grpSpPr>
        <p:sp>
          <p:nvSpPr>
            <p:cNvPr id="10161" name="Google Shape;10161;p6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66"/>
          <p:cNvGrpSpPr/>
          <p:nvPr/>
        </p:nvGrpSpPr>
        <p:grpSpPr>
          <a:xfrm>
            <a:off x="2206122" y="3185348"/>
            <a:ext cx="308183" cy="347561"/>
            <a:chOff x="2206122" y="3360748"/>
            <a:chExt cx="308183" cy="347561"/>
          </a:xfrm>
        </p:grpSpPr>
        <p:sp>
          <p:nvSpPr>
            <p:cNvPr id="10169" name="Google Shape;10169;p6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4" name="Google Shape;10174;p66"/>
          <p:cNvGrpSpPr/>
          <p:nvPr/>
        </p:nvGrpSpPr>
        <p:grpSpPr>
          <a:xfrm>
            <a:off x="5353403" y="3610209"/>
            <a:ext cx="277992" cy="354974"/>
            <a:chOff x="5353403" y="3785609"/>
            <a:chExt cx="277992" cy="354974"/>
          </a:xfrm>
        </p:grpSpPr>
        <p:sp>
          <p:nvSpPr>
            <p:cNvPr id="10175" name="Google Shape;10175;p6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1" name="Google Shape;10181;p66"/>
          <p:cNvGrpSpPr/>
          <p:nvPr/>
        </p:nvGrpSpPr>
        <p:grpSpPr>
          <a:xfrm>
            <a:off x="4896229" y="3610589"/>
            <a:ext cx="278784" cy="354594"/>
            <a:chOff x="4896229" y="3785989"/>
            <a:chExt cx="278784" cy="354594"/>
          </a:xfrm>
        </p:grpSpPr>
        <p:sp>
          <p:nvSpPr>
            <p:cNvPr id="10182" name="Google Shape;10182;p6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8" name="Google Shape;10188;p66"/>
          <p:cNvGrpSpPr/>
          <p:nvPr/>
        </p:nvGrpSpPr>
        <p:grpSpPr>
          <a:xfrm>
            <a:off x="7592387" y="3612458"/>
            <a:ext cx="273874" cy="351204"/>
            <a:chOff x="7592387" y="3787858"/>
            <a:chExt cx="273874" cy="351204"/>
          </a:xfrm>
        </p:grpSpPr>
        <p:sp>
          <p:nvSpPr>
            <p:cNvPr id="10189" name="Google Shape;10189;p6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66"/>
          <p:cNvGrpSpPr/>
          <p:nvPr/>
        </p:nvGrpSpPr>
        <p:grpSpPr>
          <a:xfrm>
            <a:off x="7145794" y="3612458"/>
            <a:ext cx="274254" cy="350444"/>
            <a:chOff x="7145794" y="3787858"/>
            <a:chExt cx="274254" cy="350444"/>
          </a:xfrm>
        </p:grpSpPr>
        <p:sp>
          <p:nvSpPr>
            <p:cNvPr id="10194" name="Google Shape;10194;p6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0" name="Google Shape;10200;p66"/>
          <p:cNvGrpSpPr/>
          <p:nvPr/>
        </p:nvGrpSpPr>
        <p:grpSpPr>
          <a:xfrm>
            <a:off x="8054060" y="3611698"/>
            <a:ext cx="266334" cy="353834"/>
            <a:chOff x="8054060" y="3787098"/>
            <a:chExt cx="266334" cy="353834"/>
          </a:xfrm>
        </p:grpSpPr>
        <p:sp>
          <p:nvSpPr>
            <p:cNvPr id="10201" name="Google Shape;10201;p6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66"/>
          <p:cNvGrpSpPr/>
          <p:nvPr/>
        </p:nvGrpSpPr>
        <p:grpSpPr>
          <a:xfrm>
            <a:off x="6702211" y="3607199"/>
            <a:ext cx="270104" cy="361754"/>
            <a:chOff x="6702211" y="3782599"/>
            <a:chExt cx="270104" cy="361754"/>
          </a:xfrm>
        </p:grpSpPr>
        <p:sp>
          <p:nvSpPr>
            <p:cNvPr id="10206" name="Google Shape;10206;p6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66"/>
          <p:cNvGrpSpPr/>
          <p:nvPr/>
        </p:nvGrpSpPr>
        <p:grpSpPr>
          <a:xfrm>
            <a:off x="3516886" y="3263327"/>
            <a:ext cx="391854" cy="269922"/>
            <a:chOff x="3516850" y="3406526"/>
            <a:chExt cx="369674" cy="254644"/>
          </a:xfrm>
        </p:grpSpPr>
        <p:sp>
          <p:nvSpPr>
            <p:cNvPr id="10212" name="Google Shape;10212;p6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6" name="Google Shape;10216;p66"/>
          <p:cNvGrpSpPr/>
          <p:nvPr/>
        </p:nvGrpSpPr>
        <p:grpSpPr>
          <a:xfrm>
            <a:off x="1310655" y="3185127"/>
            <a:ext cx="306314" cy="347403"/>
            <a:chOff x="1310655" y="3360527"/>
            <a:chExt cx="306314" cy="347403"/>
          </a:xfrm>
        </p:grpSpPr>
        <p:sp>
          <p:nvSpPr>
            <p:cNvPr id="10217" name="Google Shape;10217;p6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66"/>
          <p:cNvGrpSpPr/>
          <p:nvPr/>
        </p:nvGrpSpPr>
        <p:grpSpPr>
          <a:xfrm>
            <a:off x="3119678" y="3184746"/>
            <a:ext cx="269343" cy="348543"/>
            <a:chOff x="3119678" y="3360146"/>
            <a:chExt cx="269343" cy="348543"/>
          </a:xfrm>
        </p:grpSpPr>
        <p:sp>
          <p:nvSpPr>
            <p:cNvPr id="10223" name="Google Shape;10223;p6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66"/>
          <p:cNvGrpSpPr/>
          <p:nvPr/>
        </p:nvGrpSpPr>
        <p:grpSpPr>
          <a:xfrm>
            <a:off x="3967213" y="3181547"/>
            <a:ext cx="368185" cy="354753"/>
            <a:chOff x="3967213" y="3356947"/>
            <a:chExt cx="368185" cy="354753"/>
          </a:xfrm>
        </p:grpSpPr>
        <p:sp>
          <p:nvSpPr>
            <p:cNvPr id="10231" name="Google Shape;10231;p6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66"/>
          <p:cNvGrpSpPr/>
          <p:nvPr/>
        </p:nvGrpSpPr>
        <p:grpSpPr>
          <a:xfrm>
            <a:off x="871254" y="3184746"/>
            <a:ext cx="285183" cy="347023"/>
            <a:chOff x="871254" y="3360146"/>
            <a:chExt cx="285183" cy="347023"/>
          </a:xfrm>
        </p:grpSpPr>
        <p:sp>
          <p:nvSpPr>
            <p:cNvPr id="10237" name="Google Shape;10237;p6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66"/>
          <p:cNvGrpSpPr/>
          <p:nvPr/>
        </p:nvGrpSpPr>
        <p:grpSpPr>
          <a:xfrm>
            <a:off x="2665165" y="3184746"/>
            <a:ext cx="281794" cy="349684"/>
            <a:chOff x="2665165" y="3360146"/>
            <a:chExt cx="281794" cy="349684"/>
          </a:xfrm>
        </p:grpSpPr>
        <p:sp>
          <p:nvSpPr>
            <p:cNvPr id="10242" name="Google Shape;10242;p6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66"/>
          <p:cNvGrpSpPr/>
          <p:nvPr/>
        </p:nvGrpSpPr>
        <p:grpSpPr>
          <a:xfrm>
            <a:off x="7156344" y="3172296"/>
            <a:ext cx="264465" cy="353074"/>
            <a:chOff x="7156344" y="3347696"/>
            <a:chExt cx="264465" cy="353074"/>
          </a:xfrm>
        </p:grpSpPr>
        <p:sp>
          <p:nvSpPr>
            <p:cNvPr id="10248" name="Google Shape;10248;p6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3" name="Google Shape;10253;p66"/>
          <p:cNvGrpSpPr/>
          <p:nvPr/>
        </p:nvGrpSpPr>
        <p:grpSpPr>
          <a:xfrm>
            <a:off x="6703732" y="3171536"/>
            <a:ext cx="264813" cy="352693"/>
            <a:chOff x="6703732" y="3346936"/>
            <a:chExt cx="264813" cy="352693"/>
          </a:xfrm>
        </p:grpSpPr>
        <p:sp>
          <p:nvSpPr>
            <p:cNvPr id="10254" name="Google Shape;10254;p6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66"/>
          <p:cNvGrpSpPr/>
          <p:nvPr/>
        </p:nvGrpSpPr>
        <p:grpSpPr>
          <a:xfrm>
            <a:off x="6252228" y="3171536"/>
            <a:ext cx="265193" cy="352693"/>
            <a:chOff x="6252228" y="3346936"/>
            <a:chExt cx="265193" cy="352693"/>
          </a:xfrm>
        </p:grpSpPr>
        <p:sp>
          <p:nvSpPr>
            <p:cNvPr id="10260" name="Google Shape;10260;p6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66"/>
          <p:cNvGrpSpPr/>
          <p:nvPr/>
        </p:nvGrpSpPr>
        <p:grpSpPr>
          <a:xfrm>
            <a:off x="5801105" y="3172296"/>
            <a:ext cx="264813" cy="351933"/>
            <a:chOff x="5801105" y="3347696"/>
            <a:chExt cx="264813" cy="351933"/>
          </a:xfrm>
        </p:grpSpPr>
        <p:sp>
          <p:nvSpPr>
            <p:cNvPr id="10264" name="Google Shape;10264;p6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8" name="Google Shape;10268;p66"/>
          <p:cNvGrpSpPr/>
          <p:nvPr/>
        </p:nvGrpSpPr>
        <p:grpSpPr>
          <a:xfrm>
            <a:off x="5349253" y="3171536"/>
            <a:ext cx="265922" cy="352693"/>
            <a:chOff x="5349253" y="3346936"/>
            <a:chExt cx="265922" cy="352693"/>
          </a:xfrm>
        </p:grpSpPr>
        <p:sp>
          <p:nvSpPr>
            <p:cNvPr id="10269" name="Google Shape;10269;p6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5" name="Google Shape;10275;p66"/>
          <p:cNvGrpSpPr/>
          <p:nvPr/>
        </p:nvGrpSpPr>
        <p:grpSpPr>
          <a:xfrm>
            <a:off x="4907159" y="3171536"/>
            <a:ext cx="264845" cy="354214"/>
            <a:chOff x="4907159" y="3346936"/>
            <a:chExt cx="264845" cy="354214"/>
          </a:xfrm>
        </p:grpSpPr>
        <p:sp>
          <p:nvSpPr>
            <p:cNvPr id="10276" name="Google Shape;10276;p6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66"/>
          <p:cNvGrpSpPr/>
          <p:nvPr/>
        </p:nvGrpSpPr>
        <p:grpSpPr>
          <a:xfrm>
            <a:off x="8048421" y="3159086"/>
            <a:ext cx="276503" cy="369674"/>
            <a:chOff x="8048421" y="3334486"/>
            <a:chExt cx="276503" cy="369674"/>
          </a:xfrm>
        </p:grpSpPr>
        <p:sp>
          <p:nvSpPr>
            <p:cNvPr id="10279" name="Google Shape;10279;p6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66"/>
          <p:cNvGrpSpPr/>
          <p:nvPr/>
        </p:nvGrpSpPr>
        <p:grpSpPr>
          <a:xfrm>
            <a:off x="7575787" y="3154555"/>
            <a:ext cx="295384" cy="376834"/>
            <a:chOff x="7575787" y="3329955"/>
            <a:chExt cx="295384" cy="376834"/>
          </a:xfrm>
        </p:grpSpPr>
        <p:sp>
          <p:nvSpPr>
            <p:cNvPr id="10286" name="Google Shape;10286;p6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66"/>
          <p:cNvGrpSpPr/>
          <p:nvPr/>
        </p:nvGrpSpPr>
        <p:grpSpPr>
          <a:xfrm>
            <a:off x="864062" y="2709103"/>
            <a:ext cx="264084" cy="347783"/>
            <a:chOff x="864062" y="2884503"/>
            <a:chExt cx="264084" cy="347783"/>
          </a:xfrm>
        </p:grpSpPr>
        <p:sp>
          <p:nvSpPr>
            <p:cNvPr id="10293" name="Google Shape;10293;p6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66"/>
          <p:cNvGrpSpPr/>
          <p:nvPr/>
        </p:nvGrpSpPr>
        <p:grpSpPr>
          <a:xfrm>
            <a:off x="3978523" y="2709261"/>
            <a:ext cx="348955" cy="346516"/>
            <a:chOff x="3978523" y="2884661"/>
            <a:chExt cx="348955" cy="346516"/>
          </a:xfrm>
        </p:grpSpPr>
        <p:sp>
          <p:nvSpPr>
            <p:cNvPr id="10304" name="Google Shape;10304;p6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66"/>
          <p:cNvGrpSpPr/>
          <p:nvPr/>
        </p:nvGrpSpPr>
        <p:grpSpPr>
          <a:xfrm>
            <a:off x="3556255" y="2709863"/>
            <a:ext cx="347435" cy="345534"/>
            <a:chOff x="3527780" y="2885263"/>
            <a:chExt cx="347435" cy="345534"/>
          </a:xfrm>
        </p:grpSpPr>
        <p:sp>
          <p:nvSpPr>
            <p:cNvPr id="10313" name="Google Shape;10313;p6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66"/>
          <p:cNvGrpSpPr/>
          <p:nvPr/>
        </p:nvGrpSpPr>
        <p:grpSpPr>
          <a:xfrm>
            <a:off x="2239671" y="2709103"/>
            <a:ext cx="218053" cy="348543"/>
            <a:chOff x="2239671" y="2884503"/>
            <a:chExt cx="218053" cy="348543"/>
          </a:xfrm>
        </p:grpSpPr>
        <p:sp>
          <p:nvSpPr>
            <p:cNvPr id="10337" name="Google Shape;10337;p6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66"/>
          <p:cNvGrpSpPr/>
          <p:nvPr/>
        </p:nvGrpSpPr>
        <p:grpSpPr>
          <a:xfrm>
            <a:off x="2691555" y="2709103"/>
            <a:ext cx="215044" cy="348924"/>
            <a:chOff x="2691555" y="2884503"/>
            <a:chExt cx="215044" cy="348924"/>
          </a:xfrm>
        </p:grpSpPr>
        <p:sp>
          <p:nvSpPr>
            <p:cNvPr id="10343" name="Google Shape;10343;p6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66"/>
          <p:cNvGrpSpPr/>
          <p:nvPr/>
        </p:nvGrpSpPr>
        <p:grpSpPr>
          <a:xfrm>
            <a:off x="1770459" y="2709103"/>
            <a:ext cx="254644" cy="348828"/>
            <a:chOff x="1770459" y="2884503"/>
            <a:chExt cx="254644" cy="348828"/>
          </a:xfrm>
        </p:grpSpPr>
        <p:sp>
          <p:nvSpPr>
            <p:cNvPr id="10347" name="Google Shape;10347;p6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66"/>
          <p:cNvGrpSpPr/>
          <p:nvPr/>
        </p:nvGrpSpPr>
        <p:grpSpPr>
          <a:xfrm>
            <a:off x="1317466" y="2709483"/>
            <a:ext cx="258382" cy="348543"/>
            <a:chOff x="1317466" y="2884883"/>
            <a:chExt cx="258382" cy="348543"/>
          </a:xfrm>
        </p:grpSpPr>
        <p:sp>
          <p:nvSpPr>
            <p:cNvPr id="10356" name="Google Shape;10356;p6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66"/>
          <p:cNvGrpSpPr/>
          <p:nvPr/>
        </p:nvGrpSpPr>
        <p:grpSpPr>
          <a:xfrm>
            <a:off x="3121167" y="2709483"/>
            <a:ext cx="258414" cy="348543"/>
            <a:chOff x="3121167" y="2884883"/>
            <a:chExt cx="258414" cy="348543"/>
          </a:xfrm>
        </p:grpSpPr>
        <p:sp>
          <p:nvSpPr>
            <p:cNvPr id="10365" name="Google Shape;10365;p6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3" name="Google Shape;10373;p66"/>
          <p:cNvGrpSpPr/>
          <p:nvPr/>
        </p:nvGrpSpPr>
        <p:grpSpPr>
          <a:xfrm>
            <a:off x="4899999" y="2706695"/>
            <a:ext cx="271244" cy="346801"/>
            <a:chOff x="4899999" y="2882095"/>
            <a:chExt cx="271244" cy="346801"/>
          </a:xfrm>
        </p:grpSpPr>
        <p:sp>
          <p:nvSpPr>
            <p:cNvPr id="10374" name="Google Shape;10374;p6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66"/>
          <p:cNvGrpSpPr/>
          <p:nvPr/>
        </p:nvGrpSpPr>
        <p:grpSpPr>
          <a:xfrm>
            <a:off x="7162775" y="2705713"/>
            <a:ext cx="259523" cy="346294"/>
            <a:chOff x="7162775" y="2881113"/>
            <a:chExt cx="259523" cy="346294"/>
          </a:xfrm>
        </p:grpSpPr>
        <p:sp>
          <p:nvSpPr>
            <p:cNvPr id="10385" name="Google Shape;10385;p6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6"/>
          <p:cNvGrpSpPr/>
          <p:nvPr/>
        </p:nvGrpSpPr>
        <p:grpSpPr>
          <a:xfrm>
            <a:off x="6709751" y="2706442"/>
            <a:ext cx="261075" cy="347815"/>
            <a:chOff x="6709751" y="2881842"/>
            <a:chExt cx="261075" cy="347815"/>
          </a:xfrm>
        </p:grpSpPr>
        <p:sp>
          <p:nvSpPr>
            <p:cNvPr id="10392" name="Google Shape;10392;p6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6"/>
          <p:cNvGrpSpPr/>
          <p:nvPr/>
        </p:nvGrpSpPr>
        <p:grpSpPr>
          <a:xfrm>
            <a:off x="5807156" y="2705713"/>
            <a:ext cx="261043" cy="348163"/>
            <a:chOff x="5807156" y="2881113"/>
            <a:chExt cx="261043" cy="348163"/>
          </a:xfrm>
        </p:grpSpPr>
        <p:sp>
          <p:nvSpPr>
            <p:cNvPr id="10399" name="Google Shape;10399;p6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6"/>
          <p:cNvGrpSpPr/>
          <p:nvPr/>
        </p:nvGrpSpPr>
        <p:grpSpPr>
          <a:xfrm>
            <a:off x="5355653" y="2706093"/>
            <a:ext cx="262184" cy="346643"/>
            <a:chOff x="5355653" y="2881493"/>
            <a:chExt cx="262184" cy="346643"/>
          </a:xfrm>
        </p:grpSpPr>
        <p:sp>
          <p:nvSpPr>
            <p:cNvPr id="10405" name="Google Shape;10405;p6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0" name="Google Shape;10410;p66"/>
          <p:cNvGrpSpPr/>
          <p:nvPr/>
        </p:nvGrpSpPr>
        <p:grpSpPr>
          <a:xfrm>
            <a:off x="8055961" y="2706442"/>
            <a:ext cx="260283" cy="345914"/>
            <a:chOff x="8055961" y="2881842"/>
            <a:chExt cx="260283" cy="345914"/>
          </a:xfrm>
        </p:grpSpPr>
        <p:sp>
          <p:nvSpPr>
            <p:cNvPr id="10411" name="Google Shape;10411;p6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5" name="Google Shape;10415;p66"/>
          <p:cNvGrpSpPr/>
          <p:nvPr/>
        </p:nvGrpSpPr>
        <p:grpSpPr>
          <a:xfrm>
            <a:off x="7609368" y="2718512"/>
            <a:ext cx="264813" cy="353105"/>
            <a:chOff x="7609368" y="2893912"/>
            <a:chExt cx="264813" cy="353105"/>
          </a:xfrm>
        </p:grpSpPr>
        <p:sp>
          <p:nvSpPr>
            <p:cNvPr id="10416" name="Google Shape;10416;p6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6"/>
          <p:cNvGrpSpPr/>
          <p:nvPr/>
        </p:nvGrpSpPr>
        <p:grpSpPr>
          <a:xfrm>
            <a:off x="6248458" y="2694372"/>
            <a:ext cx="270864" cy="360645"/>
            <a:chOff x="6248458" y="2869772"/>
            <a:chExt cx="270864" cy="360645"/>
          </a:xfrm>
        </p:grpSpPr>
        <p:sp>
          <p:nvSpPr>
            <p:cNvPr id="10423" name="Google Shape;10423;p6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66"/>
          <p:cNvGrpSpPr/>
          <p:nvPr/>
        </p:nvGrpSpPr>
        <p:grpSpPr>
          <a:xfrm>
            <a:off x="3075928" y="2270398"/>
            <a:ext cx="363243" cy="300675"/>
            <a:chOff x="3075928" y="2445798"/>
            <a:chExt cx="363243" cy="300675"/>
          </a:xfrm>
        </p:grpSpPr>
        <p:sp>
          <p:nvSpPr>
            <p:cNvPr id="10429" name="Google Shape;10429;p6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66"/>
          <p:cNvGrpSpPr/>
          <p:nvPr/>
        </p:nvGrpSpPr>
        <p:grpSpPr>
          <a:xfrm>
            <a:off x="2633105" y="2256459"/>
            <a:ext cx="363243" cy="328585"/>
            <a:chOff x="2633105" y="2431859"/>
            <a:chExt cx="363243" cy="328585"/>
          </a:xfrm>
        </p:grpSpPr>
        <p:sp>
          <p:nvSpPr>
            <p:cNvPr id="10441" name="Google Shape;10441;p6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66"/>
          <p:cNvGrpSpPr/>
          <p:nvPr/>
        </p:nvGrpSpPr>
        <p:grpSpPr>
          <a:xfrm>
            <a:off x="2189142" y="2245910"/>
            <a:ext cx="365904" cy="350064"/>
            <a:chOff x="2189142" y="2421310"/>
            <a:chExt cx="365904" cy="350064"/>
          </a:xfrm>
        </p:grpSpPr>
        <p:sp>
          <p:nvSpPr>
            <p:cNvPr id="10450" name="Google Shape;10450;p6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9" name="Google Shape;10459;p6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0" name="Google Shape;10460;p66"/>
          <p:cNvGrpSpPr/>
          <p:nvPr/>
        </p:nvGrpSpPr>
        <p:grpSpPr>
          <a:xfrm>
            <a:off x="3961923" y="2310917"/>
            <a:ext cx="364415" cy="220936"/>
            <a:chOff x="3961923" y="2486317"/>
            <a:chExt cx="364415" cy="220936"/>
          </a:xfrm>
        </p:grpSpPr>
        <p:sp>
          <p:nvSpPr>
            <p:cNvPr id="10461" name="Google Shape;10461;p6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5" name="Google Shape;10465;p6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6" name="Google Shape;10466;p66"/>
          <p:cNvGrpSpPr/>
          <p:nvPr/>
        </p:nvGrpSpPr>
        <p:grpSpPr>
          <a:xfrm>
            <a:off x="1303876" y="2243977"/>
            <a:ext cx="363275" cy="354626"/>
            <a:chOff x="1303876" y="2419377"/>
            <a:chExt cx="363275" cy="354626"/>
          </a:xfrm>
        </p:grpSpPr>
        <p:sp>
          <p:nvSpPr>
            <p:cNvPr id="10467" name="Google Shape;10467;p6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66"/>
          <p:cNvGrpSpPr/>
          <p:nvPr/>
        </p:nvGrpSpPr>
        <p:grpSpPr>
          <a:xfrm>
            <a:off x="861053" y="2239510"/>
            <a:ext cx="362134" cy="363623"/>
            <a:chOff x="861053" y="2414910"/>
            <a:chExt cx="362134" cy="363623"/>
          </a:xfrm>
        </p:grpSpPr>
        <p:sp>
          <p:nvSpPr>
            <p:cNvPr id="10476" name="Google Shape;10476;p6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66"/>
          <p:cNvGrpSpPr/>
          <p:nvPr/>
        </p:nvGrpSpPr>
        <p:grpSpPr>
          <a:xfrm>
            <a:off x="7594288" y="2239859"/>
            <a:ext cx="279513" cy="355735"/>
            <a:chOff x="7594288" y="2415259"/>
            <a:chExt cx="279513" cy="355735"/>
          </a:xfrm>
        </p:grpSpPr>
        <p:sp>
          <p:nvSpPr>
            <p:cNvPr id="10482" name="Google Shape;10482;p6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66"/>
          <p:cNvGrpSpPr/>
          <p:nvPr/>
        </p:nvGrpSpPr>
        <p:grpSpPr>
          <a:xfrm>
            <a:off x="7145794" y="2240239"/>
            <a:ext cx="278784" cy="355735"/>
            <a:chOff x="7145794" y="2415639"/>
            <a:chExt cx="278784" cy="355735"/>
          </a:xfrm>
        </p:grpSpPr>
        <p:sp>
          <p:nvSpPr>
            <p:cNvPr id="10489" name="Google Shape;10489;p6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6"/>
          <p:cNvGrpSpPr/>
          <p:nvPr/>
        </p:nvGrpSpPr>
        <p:grpSpPr>
          <a:xfrm>
            <a:off x="6698441" y="2239130"/>
            <a:ext cx="277644" cy="357984"/>
            <a:chOff x="6698441" y="2414530"/>
            <a:chExt cx="277644" cy="357984"/>
          </a:xfrm>
        </p:grpSpPr>
        <p:sp>
          <p:nvSpPr>
            <p:cNvPr id="10500" name="Google Shape;10500;p6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6"/>
          <p:cNvGrpSpPr/>
          <p:nvPr/>
        </p:nvGrpSpPr>
        <p:grpSpPr>
          <a:xfrm>
            <a:off x="4897750" y="2240239"/>
            <a:ext cx="279513" cy="357255"/>
            <a:chOff x="4897750" y="2415639"/>
            <a:chExt cx="279513" cy="357255"/>
          </a:xfrm>
        </p:grpSpPr>
        <p:sp>
          <p:nvSpPr>
            <p:cNvPr id="10507" name="Google Shape;10507;p6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66"/>
          <p:cNvGrpSpPr/>
          <p:nvPr/>
        </p:nvGrpSpPr>
        <p:grpSpPr>
          <a:xfrm>
            <a:off x="5812066" y="2240619"/>
            <a:ext cx="264813" cy="353454"/>
            <a:chOff x="5812066" y="2416019"/>
            <a:chExt cx="264813" cy="353454"/>
          </a:xfrm>
        </p:grpSpPr>
        <p:sp>
          <p:nvSpPr>
            <p:cNvPr id="10516" name="Google Shape;10516;p6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3" name="Google Shape;10523;p66"/>
          <p:cNvGrpSpPr/>
          <p:nvPr/>
        </p:nvGrpSpPr>
        <p:grpSpPr>
          <a:xfrm>
            <a:off x="8054820" y="2240999"/>
            <a:ext cx="264433" cy="353454"/>
            <a:chOff x="8054820" y="2416399"/>
            <a:chExt cx="264433" cy="353454"/>
          </a:xfrm>
        </p:grpSpPr>
        <p:sp>
          <p:nvSpPr>
            <p:cNvPr id="10524" name="Google Shape;10524;p6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66"/>
          <p:cNvGrpSpPr/>
          <p:nvPr/>
        </p:nvGrpSpPr>
        <p:grpSpPr>
          <a:xfrm>
            <a:off x="5356413" y="2237990"/>
            <a:ext cx="271212" cy="361374"/>
            <a:chOff x="5356413" y="2413390"/>
            <a:chExt cx="271212" cy="361374"/>
          </a:xfrm>
        </p:grpSpPr>
        <p:sp>
          <p:nvSpPr>
            <p:cNvPr id="10531" name="Google Shape;10531;p6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6" name="Google Shape;10536;p66"/>
          <p:cNvGrpSpPr/>
          <p:nvPr/>
        </p:nvGrpSpPr>
        <p:grpSpPr>
          <a:xfrm>
            <a:off x="6255238" y="2236849"/>
            <a:ext cx="271244" cy="360994"/>
            <a:chOff x="6255238" y="2412249"/>
            <a:chExt cx="271244" cy="360994"/>
          </a:xfrm>
        </p:grpSpPr>
        <p:sp>
          <p:nvSpPr>
            <p:cNvPr id="10537" name="Google Shape;10537;p6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3" name="Google Shape;10543;p66"/>
          <p:cNvGrpSpPr/>
          <p:nvPr/>
        </p:nvGrpSpPr>
        <p:grpSpPr>
          <a:xfrm>
            <a:off x="2185372" y="1782399"/>
            <a:ext cx="366664" cy="366981"/>
            <a:chOff x="2185372" y="1957799"/>
            <a:chExt cx="366664" cy="366981"/>
          </a:xfrm>
        </p:grpSpPr>
        <p:sp>
          <p:nvSpPr>
            <p:cNvPr id="10544" name="Google Shape;10544;p6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2" name="Google Shape;10552;p66"/>
          <p:cNvGrpSpPr/>
          <p:nvPr/>
        </p:nvGrpSpPr>
        <p:grpSpPr>
          <a:xfrm>
            <a:off x="1737258" y="1812971"/>
            <a:ext cx="370814" cy="307359"/>
            <a:chOff x="1737258" y="1988371"/>
            <a:chExt cx="370814" cy="307359"/>
          </a:xfrm>
        </p:grpSpPr>
        <p:sp>
          <p:nvSpPr>
            <p:cNvPr id="10553" name="Google Shape;10553;p6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66"/>
          <p:cNvGrpSpPr/>
          <p:nvPr/>
        </p:nvGrpSpPr>
        <p:grpSpPr>
          <a:xfrm>
            <a:off x="848983" y="1814111"/>
            <a:ext cx="369294" cy="304350"/>
            <a:chOff x="848983" y="1989511"/>
            <a:chExt cx="369294" cy="304350"/>
          </a:xfrm>
        </p:grpSpPr>
        <p:sp>
          <p:nvSpPr>
            <p:cNvPr id="10558" name="Google Shape;10558;p6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6"/>
          <p:cNvGrpSpPr/>
          <p:nvPr/>
        </p:nvGrpSpPr>
        <p:grpSpPr>
          <a:xfrm>
            <a:off x="3074027" y="1808377"/>
            <a:ext cx="380604" cy="313854"/>
            <a:chOff x="3074027" y="1983777"/>
            <a:chExt cx="380604" cy="313854"/>
          </a:xfrm>
        </p:grpSpPr>
        <p:sp>
          <p:nvSpPr>
            <p:cNvPr id="10564" name="Google Shape;10564;p6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66"/>
          <p:cNvGrpSpPr/>
          <p:nvPr/>
        </p:nvGrpSpPr>
        <p:grpSpPr>
          <a:xfrm>
            <a:off x="3522521" y="1800457"/>
            <a:ext cx="367013" cy="331278"/>
            <a:chOff x="3522521" y="1975857"/>
            <a:chExt cx="367013" cy="331278"/>
          </a:xfrm>
        </p:grpSpPr>
        <p:sp>
          <p:nvSpPr>
            <p:cNvPr id="10570" name="Google Shape;10570;p6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6"/>
          <p:cNvGrpSpPr/>
          <p:nvPr/>
        </p:nvGrpSpPr>
        <p:grpSpPr>
          <a:xfrm>
            <a:off x="2630824" y="1801566"/>
            <a:ext cx="368185" cy="330454"/>
            <a:chOff x="2630824" y="1976966"/>
            <a:chExt cx="368185" cy="330454"/>
          </a:xfrm>
        </p:grpSpPr>
        <p:sp>
          <p:nvSpPr>
            <p:cNvPr id="10578" name="Google Shape;10578;p6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6" name="Google Shape;10586;p66"/>
          <p:cNvGrpSpPr/>
          <p:nvPr/>
        </p:nvGrpSpPr>
        <p:grpSpPr>
          <a:xfrm>
            <a:off x="1293706" y="1791016"/>
            <a:ext cx="369294" cy="350444"/>
            <a:chOff x="1293706" y="1966416"/>
            <a:chExt cx="369294" cy="350444"/>
          </a:xfrm>
        </p:grpSpPr>
        <p:sp>
          <p:nvSpPr>
            <p:cNvPr id="10587" name="Google Shape;10587;p6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66"/>
          <p:cNvGrpSpPr/>
          <p:nvPr/>
        </p:nvGrpSpPr>
        <p:grpSpPr>
          <a:xfrm>
            <a:off x="3967213" y="1800077"/>
            <a:ext cx="368185" cy="331816"/>
            <a:chOff x="3967213" y="1975477"/>
            <a:chExt cx="368185" cy="331816"/>
          </a:xfrm>
        </p:grpSpPr>
        <p:sp>
          <p:nvSpPr>
            <p:cNvPr id="10596" name="Google Shape;10596;p6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9" name="Google Shape;10599;p66"/>
          <p:cNvGrpSpPr/>
          <p:nvPr/>
        </p:nvGrpSpPr>
        <p:grpSpPr>
          <a:xfrm>
            <a:off x="8047661" y="1793646"/>
            <a:ext cx="279132" cy="356875"/>
            <a:chOff x="8047661" y="1969046"/>
            <a:chExt cx="279132" cy="356875"/>
          </a:xfrm>
        </p:grpSpPr>
        <p:sp>
          <p:nvSpPr>
            <p:cNvPr id="10600" name="Google Shape;10600;p6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66"/>
          <p:cNvGrpSpPr/>
          <p:nvPr/>
        </p:nvGrpSpPr>
        <p:grpSpPr>
          <a:xfrm>
            <a:off x="7596157" y="1792759"/>
            <a:ext cx="279544" cy="358142"/>
            <a:chOff x="7596157" y="1968159"/>
            <a:chExt cx="279544" cy="358142"/>
          </a:xfrm>
        </p:grpSpPr>
        <p:sp>
          <p:nvSpPr>
            <p:cNvPr id="10605" name="Google Shape;10605;p6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6"/>
          <p:cNvGrpSpPr/>
          <p:nvPr/>
        </p:nvGrpSpPr>
        <p:grpSpPr>
          <a:xfrm>
            <a:off x="7147315" y="1793646"/>
            <a:ext cx="279513" cy="357636"/>
            <a:chOff x="7147315" y="1969046"/>
            <a:chExt cx="279513" cy="357636"/>
          </a:xfrm>
        </p:grpSpPr>
        <p:sp>
          <p:nvSpPr>
            <p:cNvPr id="10612" name="Google Shape;10612;p6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66"/>
          <p:cNvGrpSpPr/>
          <p:nvPr/>
        </p:nvGrpSpPr>
        <p:grpSpPr>
          <a:xfrm>
            <a:off x="6697681" y="1792917"/>
            <a:ext cx="280305" cy="359093"/>
            <a:chOff x="6697681" y="1968317"/>
            <a:chExt cx="280305" cy="359093"/>
          </a:xfrm>
        </p:grpSpPr>
        <p:sp>
          <p:nvSpPr>
            <p:cNvPr id="10620" name="Google Shape;10620;p6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7" name="Google Shape;10627;p66"/>
          <p:cNvGrpSpPr/>
          <p:nvPr/>
        </p:nvGrpSpPr>
        <p:grpSpPr>
          <a:xfrm>
            <a:off x="6248839" y="1792537"/>
            <a:ext cx="280273" cy="358744"/>
            <a:chOff x="6248839" y="1967937"/>
            <a:chExt cx="280273" cy="358744"/>
          </a:xfrm>
        </p:grpSpPr>
        <p:sp>
          <p:nvSpPr>
            <p:cNvPr id="10628" name="Google Shape;10628;p6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6"/>
          <p:cNvGrpSpPr/>
          <p:nvPr/>
        </p:nvGrpSpPr>
        <p:grpSpPr>
          <a:xfrm>
            <a:off x="5801485" y="1793646"/>
            <a:ext cx="279164" cy="357794"/>
            <a:chOff x="5801485" y="1969046"/>
            <a:chExt cx="279164" cy="357794"/>
          </a:xfrm>
        </p:grpSpPr>
        <p:sp>
          <p:nvSpPr>
            <p:cNvPr id="10635" name="Google Shape;10635;p6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66"/>
          <p:cNvGrpSpPr/>
          <p:nvPr/>
        </p:nvGrpSpPr>
        <p:grpSpPr>
          <a:xfrm>
            <a:off x="5352643" y="1793646"/>
            <a:ext cx="278404" cy="358364"/>
            <a:chOff x="5352643" y="1969046"/>
            <a:chExt cx="278404" cy="358364"/>
          </a:xfrm>
        </p:grpSpPr>
        <p:sp>
          <p:nvSpPr>
            <p:cNvPr id="10649" name="Google Shape;10649;p6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6"/>
          <p:cNvGrpSpPr/>
          <p:nvPr/>
        </p:nvGrpSpPr>
        <p:grpSpPr>
          <a:xfrm>
            <a:off x="4897750" y="1792917"/>
            <a:ext cx="279132" cy="358364"/>
            <a:chOff x="4897750" y="1968317"/>
            <a:chExt cx="279132" cy="358364"/>
          </a:xfrm>
        </p:grpSpPr>
        <p:sp>
          <p:nvSpPr>
            <p:cNvPr id="10654" name="Google Shape;10654;p6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7" name="Google Shape;10667;p6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8" name="Google Shape;10668;p66"/>
          <p:cNvGrpSpPr/>
          <p:nvPr/>
        </p:nvGrpSpPr>
        <p:grpSpPr>
          <a:xfrm>
            <a:off x="1767449" y="1337644"/>
            <a:ext cx="324403" cy="347783"/>
            <a:chOff x="1767449" y="1513044"/>
            <a:chExt cx="324403" cy="347783"/>
          </a:xfrm>
        </p:grpSpPr>
        <p:sp>
          <p:nvSpPr>
            <p:cNvPr id="10669" name="Google Shape;10669;p6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66"/>
          <p:cNvGrpSpPr/>
          <p:nvPr/>
        </p:nvGrpSpPr>
        <p:grpSpPr>
          <a:xfrm>
            <a:off x="4007193" y="1337327"/>
            <a:ext cx="320633" cy="348100"/>
            <a:chOff x="4007193" y="1512727"/>
            <a:chExt cx="320633" cy="348100"/>
          </a:xfrm>
        </p:grpSpPr>
        <p:sp>
          <p:nvSpPr>
            <p:cNvPr id="10679" name="Google Shape;10679;p6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66"/>
          <p:cNvGrpSpPr/>
          <p:nvPr/>
        </p:nvGrpSpPr>
        <p:grpSpPr>
          <a:xfrm>
            <a:off x="3530425" y="1333347"/>
            <a:ext cx="368175" cy="344594"/>
            <a:chOff x="3530425" y="1508747"/>
            <a:chExt cx="368175" cy="344594"/>
          </a:xfrm>
        </p:grpSpPr>
        <p:sp>
          <p:nvSpPr>
            <p:cNvPr id="10685" name="Google Shape;10685;p6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66"/>
          <p:cNvGrpSpPr/>
          <p:nvPr/>
        </p:nvGrpSpPr>
        <p:grpSpPr>
          <a:xfrm>
            <a:off x="3127598" y="1337834"/>
            <a:ext cx="289714" cy="347593"/>
            <a:chOff x="3127598" y="1513234"/>
            <a:chExt cx="289714" cy="347593"/>
          </a:xfrm>
        </p:grpSpPr>
        <p:sp>
          <p:nvSpPr>
            <p:cNvPr id="10690" name="Google Shape;10690;p6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66"/>
          <p:cNvGrpSpPr/>
          <p:nvPr/>
        </p:nvGrpSpPr>
        <p:grpSpPr>
          <a:xfrm>
            <a:off x="2662884" y="1337644"/>
            <a:ext cx="322914" cy="348543"/>
            <a:chOff x="2662884" y="1513044"/>
            <a:chExt cx="322914" cy="348543"/>
          </a:xfrm>
        </p:grpSpPr>
        <p:sp>
          <p:nvSpPr>
            <p:cNvPr id="10696" name="Google Shape;10696;p6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66"/>
          <p:cNvGrpSpPr/>
          <p:nvPr/>
        </p:nvGrpSpPr>
        <p:grpSpPr>
          <a:xfrm>
            <a:off x="2232511" y="1337359"/>
            <a:ext cx="299534" cy="348068"/>
            <a:chOff x="2232511" y="1512759"/>
            <a:chExt cx="299534" cy="348068"/>
          </a:xfrm>
        </p:grpSpPr>
        <p:sp>
          <p:nvSpPr>
            <p:cNvPr id="10707" name="Google Shape;10707;p6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66"/>
          <p:cNvGrpSpPr/>
          <p:nvPr/>
        </p:nvGrpSpPr>
        <p:grpSpPr>
          <a:xfrm>
            <a:off x="1331406" y="1337961"/>
            <a:ext cx="301784" cy="348607"/>
            <a:chOff x="1331406" y="1513361"/>
            <a:chExt cx="301784" cy="348607"/>
          </a:xfrm>
        </p:grpSpPr>
        <p:sp>
          <p:nvSpPr>
            <p:cNvPr id="10719" name="Google Shape;10719;p6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3" name="Google Shape;10723;p66"/>
          <p:cNvGrpSpPr/>
          <p:nvPr/>
        </p:nvGrpSpPr>
        <p:grpSpPr>
          <a:xfrm>
            <a:off x="7144274" y="1324814"/>
            <a:ext cx="282174" cy="355735"/>
            <a:chOff x="7144274" y="1500214"/>
            <a:chExt cx="282174" cy="355735"/>
          </a:xfrm>
        </p:grpSpPr>
        <p:sp>
          <p:nvSpPr>
            <p:cNvPr id="10724" name="Google Shape;10724;p6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6"/>
          <p:cNvGrpSpPr/>
          <p:nvPr/>
        </p:nvGrpSpPr>
        <p:grpSpPr>
          <a:xfrm>
            <a:off x="6685262" y="1324814"/>
            <a:ext cx="289682" cy="354594"/>
            <a:chOff x="6685262" y="1500214"/>
            <a:chExt cx="289682" cy="354594"/>
          </a:xfrm>
        </p:grpSpPr>
        <p:sp>
          <p:nvSpPr>
            <p:cNvPr id="10731" name="Google Shape;10731;p6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5" name="Google Shape;10735;p66"/>
          <p:cNvGrpSpPr/>
          <p:nvPr/>
        </p:nvGrpSpPr>
        <p:grpSpPr>
          <a:xfrm>
            <a:off x="6200938" y="1325194"/>
            <a:ext cx="322154" cy="355355"/>
            <a:chOff x="6200938" y="1500594"/>
            <a:chExt cx="322154" cy="355355"/>
          </a:xfrm>
        </p:grpSpPr>
        <p:sp>
          <p:nvSpPr>
            <p:cNvPr id="10736" name="Google Shape;10736;p6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66"/>
          <p:cNvGrpSpPr/>
          <p:nvPr/>
        </p:nvGrpSpPr>
        <p:grpSpPr>
          <a:xfrm>
            <a:off x="5289631" y="1324814"/>
            <a:ext cx="332355" cy="354974"/>
            <a:chOff x="5289631" y="1500214"/>
            <a:chExt cx="332355" cy="354974"/>
          </a:xfrm>
        </p:grpSpPr>
        <p:sp>
          <p:nvSpPr>
            <p:cNvPr id="10742" name="Google Shape;10742;p6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66"/>
          <p:cNvGrpSpPr/>
          <p:nvPr/>
        </p:nvGrpSpPr>
        <p:grpSpPr>
          <a:xfrm>
            <a:off x="5748295" y="1324433"/>
            <a:ext cx="323294" cy="356115"/>
            <a:chOff x="5748295" y="1499833"/>
            <a:chExt cx="323294" cy="356115"/>
          </a:xfrm>
        </p:grpSpPr>
        <p:sp>
          <p:nvSpPr>
            <p:cNvPr id="10749" name="Google Shape;10749;p6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6"/>
          <p:cNvGrpSpPr/>
          <p:nvPr/>
        </p:nvGrpSpPr>
        <p:grpSpPr>
          <a:xfrm>
            <a:off x="8047661" y="1325637"/>
            <a:ext cx="278404" cy="355260"/>
            <a:chOff x="8047661" y="1501037"/>
            <a:chExt cx="278404" cy="355260"/>
          </a:xfrm>
        </p:grpSpPr>
        <p:sp>
          <p:nvSpPr>
            <p:cNvPr id="10757" name="Google Shape;10757;p6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1" name="Google Shape;10761;p66"/>
          <p:cNvGrpSpPr/>
          <p:nvPr/>
        </p:nvGrpSpPr>
        <p:grpSpPr>
          <a:xfrm>
            <a:off x="4903389" y="1324814"/>
            <a:ext cx="267854" cy="355735"/>
            <a:chOff x="4903389" y="1500214"/>
            <a:chExt cx="267854" cy="355735"/>
          </a:xfrm>
        </p:grpSpPr>
        <p:sp>
          <p:nvSpPr>
            <p:cNvPr id="10762" name="Google Shape;10762;p6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66"/>
          <p:cNvGrpSpPr/>
          <p:nvPr/>
        </p:nvGrpSpPr>
        <p:grpSpPr>
          <a:xfrm>
            <a:off x="7613518" y="1325954"/>
            <a:ext cx="264433" cy="353074"/>
            <a:chOff x="7613518" y="1501354"/>
            <a:chExt cx="264433" cy="353074"/>
          </a:xfrm>
        </p:grpSpPr>
        <p:sp>
          <p:nvSpPr>
            <p:cNvPr id="10768" name="Google Shape;10768;p6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4" name="Google Shape;10774;p66"/>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75" name="Google Shape;10775;p66"/>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79"/>
        <p:cNvGrpSpPr/>
        <p:nvPr/>
      </p:nvGrpSpPr>
      <p:grpSpPr>
        <a:xfrm>
          <a:off x="0" y="0"/>
          <a:ext cx="0" cy="0"/>
          <a:chOff x="0" y="0"/>
          <a:chExt cx="0" cy="0"/>
        </a:xfrm>
      </p:grpSpPr>
      <p:grpSp>
        <p:nvGrpSpPr>
          <p:cNvPr id="10780" name="Google Shape;10780;p67"/>
          <p:cNvGrpSpPr/>
          <p:nvPr/>
        </p:nvGrpSpPr>
        <p:grpSpPr>
          <a:xfrm>
            <a:off x="1757085" y="1325225"/>
            <a:ext cx="371069" cy="359396"/>
            <a:chOff x="1757085" y="1500675"/>
            <a:chExt cx="371069" cy="359396"/>
          </a:xfrm>
        </p:grpSpPr>
        <p:sp>
          <p:nvSpPr>
            <p:cNvPr id="10781" name="Google Shape;10781;p6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67"/>
          <p:cNvGrpSpPr/>
          <p:nvPr/>
        </p:nvGrpSpPr>
        <p:grpSpPr>
          <a:xfrm>
            <a:off x="2774209" y="1779241"/>
            <a:ext cx="116693" cy="374186"/>
            <a:chOff x="2774209" y="1954691"/>
            <a:chExt cx="116693" cy="374186"/>
          </a:xfrm>
        </p:grpSpPr>
        <p:sp>
          <p:nvSpPr>
            <p:cNvPr id="10811" name="Google Shape;10811;p6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7"/>
          <p:cNvGrpSpPr/>
          <p:nvPr/>
        </p:nvGrpSpPr>
        <p:grpSpPr>
          <a:xfrm>
            <a:off x="4017435" y="1324462"/>
            <a:ext cx="315092" cy="359397"/>
            <a:chOff x="4017435" y="1499912"/>
            <a:chExt cx="315092" cy="359397"/>
          </a:xfrm>
        </p:grpSpPr>
        <p:sp>
          <p:nvSpPr>
            <p:cNvPr id="10814" name="Google Shape;10814;p6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67"/>
          <p:cNvGrpSpPr/>
          <p:nvPr/>
        </p:nvGrpSpPr>
        <p:grpSpPr>
          <a:xfrm>
            <a:off x="3963652" y="1824309"/>
            <a:ext cx="374154" cy="284050"/>
            <a:chOff x="3963652" y="1999759"/>
            <a:chExt cx="374154" cy="284050"/>
          </a:xfrm>
        </p:grpSpPr>
        <p:sp>
          <p:nvSpPr>
            <p:cNvPr id="10817" name="Google Shape;10817;p6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67"/>
          <p:cNvGrpSpPr/>
          <p:nvPr/>
        </p:nvGrpSpPr>
        <p:grpSpPr>
          <a:xfrm>
            <a:off x="1777536" y="1839416"/>
            <a:ext cx="376444" cy="253772"/>
            <a:chOff x="1777536" y="2014866"/>
            <a:chExt cx="376444" cy="253772"/>
          </a:xfrm>
        </p:grpSpPr>
        <p:sp>
          <p:nvSpPr>
            <p:cNvPr id="10821" name="Google Shape;10821;p6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6" name="Google Shape;10826;p67"/>
          <p:cNvGrpSpPr/>
          <p:nvPr/>
        </p:nvGrpSpPr>
        <p:grpSpPr>
          <a:xfrm>
            <a:off x="1309875" y="1881876"/>
            <a:ext cx="374154" cy="169680"/>
            <a:chOff x="1309875" y="2057326"/>
            <a:chExt cx="374154" cy="169680"/>
          </a:xfrm>
        </p:grpSpPr>
        <p:sp>
          <p:nvSpPr>
            <p:cNvPr id="10827" name="Google Shape;10827;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9" name="Google Shape;10839;p67"/>
          <p:cNvGrpSpPr/>
          <p:nvPr/>
        </p:nvGrpSpPr>
        <p:grpSpPr>
          <a:xfrm>
            <a:off x="2347450" y="1779114"/>
            <a:ext cx="113639" cy="373168"/>
            <a:chOff x="2347450" y="1954564"/>
            <a:chExt cx="113639" cy="373168"/>
          </a:xfrm>
        </p:grpSpPr>
        <p:sp>
          <p:nvSpPr>
            <p:cNvPr id="10840" name="Google Shape;10840;p6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2" name="Google Shape;10842;p6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3" name="Google Shape;10843;p67"/>
          <p:cNvGrpSpPr/>
          <p:nvPr/>
        </p:nvGrpSpPr>
        <p:grpSpPr>
          <a:xfrm>
            <a:off x="3110102" y="1324430"/>
            <a:ext cx="330613" cy="358379"/>
            <a:chOff x="3110102" y="1499880"/>
            <a:chExt cx="330613" cy="358379"/>
          </a:xfrm>
        </p:grpSpPr>
        <p:sp>
          <p:nvSpPr>
            <p:cNvPr id="10844" name="Google Shape;10844;p6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1" name="Google Shape;10851;p6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2" name="Google Shape;10852;p67"/>
          <p:cNvGrpSpPr/>
          <p:nvPr/>
        </p:nvGrpSpPr>
        <p:grpSpPr>
          <a:xfrm>
            <a:off x="3485575" y="1824309"/>
            <a:ext cx="373772" cy="284050"/>
            <a:chOff x="3531200" y="1999759"/>
            <a:chExt cx="373772" cy="284050"/>
          </a:xfrm>
        </p:grpSpPr>
        <p:sp>
          <p:nvSpPr>
            <p:cNvPr id="10853" name="Google Shape;10853;p6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67"/>
          <p:cNvGrpSpPr/>
          <p:nvPr/>
        </p:nvGrpSpPr>
        <p:grpSpPr>
          <a:xfrm>
            <a:off x="2667058" y="1324843"/>
            <a:ext cx="330231" cy="359015"/>
            <a:chOff x="2667058" y="1500293"/>
            <a:chExt cx="330231" cy="359015"/>
          </a:xfrm>
        </p:grpSpPr>
        <p:sp>
          <p:nvSpPr>
            <p:cNvPr id="10858" name="Google Shape;10858;p6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67"/>
          <p:cNvGrpSpPr/>
          <p:nvPr/>
        </p:nvGrpSpPr>
        <p:grpSpPr>
          <a:xfrm>
            <a:off x="3567553" y="1324462"/>
            <a:ext cx="320022" cy="359778"/>
            <a:chOff x="3567553" y="1499912"/>
            <a:chExt cx="320022" cy="359778"/>
          </a:xfrm>
        </p:grpSpPr>
        <p:sp>
          <p:nvSpPr>
            <p:cNvPr id="10877" name="Google Shape;10877;p6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67"/>
          <p:cNvGrpSpPr/>
          <p:nvPr/>
        </p:nvGrpSpPr>
        <p:grpSpPr>
          <a:xfrm>
            <a:off x="1309875" y="1324462"/>
            <a:ext cx="359015" cy="358633"/>
            <a:chOff x="1309875" y="1499912"/>
            <a:chExt cx="359015" cy="358633"/>
          </a:xfrm>
        </p:grpSpPr>
        <p:sp>
          <p:nvSpPr>
            <p:cNvPr id="10884" name="Google Shape;10884;p6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67"/>
          <p:cNvGrpSpPr/>
          <p:nvPr/>
        </p:nvGrpSpPr>
        <p:grpSpPr>
          <a:xfrm>
            <a:off x="2219466" y="1324843"/>
            <a:ext cx="330613" cy="359015"/>
            <a:chOff x="2219466" y="1500293"/>
            <a:chExt cx="330613" cy="359015"/>
          </a:xfrm>
        </p:grpSpPr>
        <p:sp>
          <p:nvSpPr>
            <p:cNvPr id="10894" name="Google Shape;10894;p6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6" name="Google Shape;10896;p67"/>
          <p:cNvGrpSpPr/>
          <p:nvPr/>
        </p:nvGrpSpPr>
        <p:grpSpPr>
          <a:xfrm>
            <a:off x="5343544" y="1333908"/>
            <a:ext cx="244676" cy="351095"/>
            <a:chOff x="5343544" y="1509358"/>
            <a:chExt cx="244676" cy="351095"/>
          </a:xfrm>
        </p:grpSpPr>
        <p:sp>
          <p:nvSpPr>
            <p:cNvPr id="10897" name="Google Shape;10897;p6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67"/>
          <p:cNvGrpSpPr/>
          <p:nvPr/>
        </p:nvGrpSpPr>
        <p:grpSpPr>
          <a:xfrm>
            <a:off x="4882340" y="1333908"/>
            <a:ext cx="246171" cy="351095"/>
            <a:chOff x="4882340" y="1509358"/>
            <a:chExt cx="246171" cy="351095"/>
          </a:xfrm>
        </p:grpSpPr>
        <p:sp>
          <p:nvSpPr>
            <p:cNvPr id="10901" name="Google Shape;10901;p6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67"/>
          <p:cNvGrpSpPr/>
          <p:nvPr/>
        </p:nvGrpSpPr>
        <p:grpSpPr>
          <a:xfrm>
            <a:off x="6273204" y="1333558"/>
            <a:ext cx="236343" cy="351445"/>
            <a:chOff x="6273204" y="1509008"/>
            <a:chExt cx="236343" cy="351445"/>
          </a:xfrm>
        </p:grpSpPr>
        <p:sp>
          <p:nvSpPr>
            <p:cNvPr id="10907" name="Google Shape;10907;p6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9" name="Google Shape;10909;p6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0" name="Google Shape;10910;p67"/>
          <p:cNvGrpSpPr/>
          <p:nvPr/>
        </p:nvGrpSpPr>
        <p:grpSpPr>
          <a:xfrm>
            <a:off x="7219530" y="1332794"/>
            <a:ext cx="191625" cy="352209"/>
            <a:chOff x="7219530" y="1508244"/>
            <a:chExt cx="191625" cy="352209"/>
          </a:xfrm>
        </p:grpSpPr>
        <p:sp>
          <p:nvSpPr>
            <p:cNvPr id="10911" name="Google Shape;10911;p6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7"/>
          <p:cNvGrpSpPr/>
          <p:nvPr/>
        </p:nvGrpSpPr>
        <p:grpSpPr>
          <a:xfrm>
            <a:off x="7699309" y="1333176"/>
            <a:ext cx="154922" cy="351827"/>
            <a:chOff x="7699309" y="1508626"/>
            <a:chExt cx="154922" cy="351827"/>
          </a:xfrm>
        </p:grpSpPr>
        <p:sp>
          <p:nvSpPr>
            <p:cNvPr id="10914" name="Google Shape;10914;p6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1" name="Google Shape;10921;p67"/>
          <p:cNvGrpSpPr/>
          <p:nvPr/>
        </p:nvGrpSpPr>
        <p:grpSpPr>
          <a:xfrm>
            <a:off x="8161690" y="1333558"/>
            <a:ext cx="153396" cy="351064"/>
            <a:chOff x="8161690" y="1509008"/>
            <a:chExt cx="153396" cy="351064"/>
          </a:xfrm>
        </p:grpSpPr>
        <p:sp>
          <p:nvSpPr>
            <p:cNvPr id="10922" name="Google Shape;10922;p6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67"/>
          <p:cNvGrpSpPr/>
          <p:nvPr/>
        </p:nvGrpSpPr>
        <p:grpSpPr>
          <a:xfrm>
            <a:off x="6746940" y="1333431"/>
            <a:ext cx="213221" cy="352304"/>
            <a:chOff x="6746940" y="1508881"/>
            <a:chExt cx="213221" cy="352304"/>
          </a:xfrm>
        </p:grpSpPr>
        <p:sp>
          <p:nvSpPr>
            <p:cNvPr id="10927" name="Google Shape;10927;p6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67"/>
          <p:cNvGrpSpPr/>
          <p:nvPr/>
        </p:nvGrpSpPr>
        <p:grpSpPr>
          <a:xfrm>
            <a:off x="5770336" y="1832165"/>
            <a:ext cx="350682" cy="292097"/>
            <a:chOff x="5770336" y="2007615"/>
            <a:chExt cx="350682" cy="292097"/>
          </a:xfrm>
        </p:grpSpPr>
        <p:sp>
          <p:nvSpPr>
            <p:cNvPr id="10932" name="Google Shape;10932;p6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67"/>
          <p:cNvGrpSpPr/>
          <p:nvPr/>
        </p:nvGrpSpPr>
        <p:grpSpPr>
          <a:xfrm>
            <a:off x="5326878" y="1804908"/>
            <a:ext cx="350332" cy="346229"/>
            <a:chOff x="5326878" y="1980358"/>
            <a:chExt cx="350332" cy="346229"/>
          </a:xfrm>
        </p:grpSpPr>
        <p:sp>
          <p:nvSpPr>
            <p:cNvPr id="10937" name="Google Shape;10937;p6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1" name="Google Shape;10941;p6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2" name="Google Shape;10942;p67"/>
          <p:cNvGrpSpPr/>
          <p:nvPr/>
        </p:nvGrpSpPr>
        <p:grpSpPr>
          <a:xfrm>
            <a:off x="4883835" y="1817121"/>
            <a:ext cx="350300" cy="323043"/>
            <a:chOff x="4883835" y="1992571"/>
            <a:chExt cx="350300" cy="323043"/>
          </a:xfrm>
        </p:grpSpPr>
        <p:sp>
          <p:nvSpPr>
            <p:cNvPr id="10943" name="Google Shape;10943;p6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67"/>
          <p:cNvGrpSpPr/>
          <p:nvPr/>
        </p:nvGrpSpPr>
        <p:grpSpPr>
          <a:xfrm>
            <a:off x="7548967" y="1803477"/>
            <a:ext cx="333285" cy="349950"/>
            <a:chOff x="7548967" y="1978927"/>
            <a:chExt cx="333285" cy="349950"/>
          </a:xfrm>
        </p:grpSpPr>
        <p:sp>
          <p:nvSpPr>
            <p:cNvPr id="10950" name="Google Shape;10950;p6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67"/>
          <p:cNvGrpSpPr/>
          <p:nvPr/>
        </p:nvGrpSpPr>
        <p:grpSpPr>
          <a:xfrm>
            <a:off x="6214142" y="1803477"/>
            <a:ext cx="346515" cy="350300"/>
            <a:chOff x="6214142" y="1978927"/>
            <a:chExt cx="346515" cy="350300"/>
          </a:xfrm>
        </p:grpSpPr>
        <p:sp>
          <p:nvSpPr>
            <p:cNvPr id="10958" name="Google Shape;10958;p6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67"/>
          <p:cNvGrpSpPr/>
          <p:nvPr/>
        </p:nvGrpSpPr>
        <p:grpSpPr>
          <a:xfrm>
            <a:off x="7105923" y="1803095"/>
            <a:ext cx="333285" cy="350682"/>
            <a:chOff x="7105923" y="1978545"/>
            <a:chExt cx="333285" cy="350682"/>
          </a:xfrm>
        </p:grpSpPr>
        <p:sp>
          <p:nvSpPr>
            <p:cNvPr id="10961" name="Google Shape;10961;p6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8" name="Google Shape;10968;p6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0" name="Google Shape;10970;p67"/>
          <p:cNvGrpSpPr/>
          <p:nvPr/>
        </p:nvGrpSpPr>
        <p:grpSpPr>
          <a:xfrm>
            <a:off x="3616406" y="2246902"/>
            <a:ext cx="203393" cy="351827"/>
            <a:chOff x="3616406" y="2422352"/>
            <a:chExt cx="203393" cy="351827"/>
          </a:xfrm>
        </p:grpSpPr>
        <p:sp>
          <p:nvSpPr>
            <p:cNvPr id="10971" name="Google Shape;10971;p6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67"/>
          <p:cNvGrpSpPr/>
          <p:nvPr/>
        </p:nvGrpSpPr>
        <p:grpSpPr>
          <a:xfrm>
            <a:off x="878187" y="2246520"/>
            <a:ext cx="272696" cy="351827"/>
            <a:chOff x="913012" y="2421970"/>
            <a:chExt cx="272696" cy="351827"/>
          </a:xfrm>
        </p:grpSpPr>
        <p:sp>
          <p:nvSpPr>
            <p:cNvPr id="10974" name="Google Shape;10974;p6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67"/>
          <p:cNvGrpSpPr/>
          <p:nvPr/>
        </p:nvGrpSpPr>
        <p:grpSpPr>
          <a:xfrm>
            <a:off x="2274743" y="2246902"/>
            <a:ext cx="255649" cy="351445"/>
            <a:chOff x="2274743" y="2422352"/>
            <a:chExt cx="255649" cy="351445"/>
          </a:xfrm>
        </p:grpSpPr>
        <p:sp>
          <p:nvSpPr>
            <p:cNvPr id="10979" name="Google Shape;10979;p6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67"/>
          <p:cNvGrpSpPr/>
          <p:nvPr/>
        </p:nvGrpSpPr>
        <p:grpSpPr>
          <a:xfrm>
            <a:off x="2708723" y="2245789"/>
            <a:ext cx="246552" cy="352558"/>
            <a:chOff x="2708723" y="2421239"/>
            <a:chExt cx="246552" cy="352558"/>
          </a:xfrm>
        </p:grpSpPr>
        <p:sp>
          <p:nvSpPr>
            <p:cNvPr id="10983" name="Google Shape;10983;p6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5" name="Google Shape;10985;p67"/>
          <p:cNvGrpSpPr/>
          <p:nvPr/>
        </p:nvGrpSpPr>
        <p:grpSpPr>
          <a:xfrm>
            <a:off x="1835485" y="2246902"/>
            <a:ext cx="259433" cy="350714"/>
            <a:chOff x="1835485" y="2422352"/>
            <a:chExt cx="259433" cy="350714"/>
          </a:xfrm>
        </p:grpSpPr>
        <p:sp>
          <p:nvSpPr>
            <p:cNvPr id="10986" name="Google Shape;10986;p6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3" name="Google Shape;10993;p67"/>
          <p:cNvGrpSpPr/>
          <p:nvPr/>
        </p:nvGrpSpPr>
        <p:grpSpPr>
          <a:xfrm>
            <a:off x="3150240" y="2246902"/>
            <a:ext cx="212489" cy="351445"/>
            <a:chOff x="3150240" y="2422352"/>
            <a:chExt cx="212489" cy="351445"/>
          </a:xfrm>
        </p:grpSpPr>
        <p:sp>
          <p:nvSpPr>
            <p:cNvPr id="10994" name="Google Shape;10994;p6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67"/>
          <p:cNvGrpSpPr/>
          <p:nvPr/>
        </p:nvGrpSpPr>
        <p:grpSpPr>
          <a:xfrm>
            <a:off x="1367060" y="2246679"/>
            <a:ext cx="269261" cy="352050"/>
            <a:chOff x="1367060" y="2422129"/>
            <a:chExt cx="269261" cy="352050"/>
          </a:xfrm>
        </p:grpSpPr>
        <p:sp>
          <p:nvSpPr>
            <p:cNvPr id="10997" name="Google Shape;10997;p6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1" name="Google Shape;11011;p6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7"/>
          <p:cNvGrpSpPr/>
          <p:nvPr/>
        </p:nvGrpSpPr>
        <p:grpSpPr>
          <a:xfrm>
            <a:off x="4882690" y="2249955"/>
            <a:ext cx="274573" cy="350682"/>
            <a:chOff x="4882690" y="2425405"/>
            <a:chExt cx="274573" cy="350682"/>
          </a:xfrm>
        </p:grpSpPr>
        <p:sp>
          <p:nvSpPr>
            <p:cNvPr id="11013" name="Google Shape;11013;p6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67"/>
          <p:cNvGrpSpPr/>
          <p:nvPr/>
        </p:nvGrpSpPr>
        <p:grpSpPr>
          <a:xfrm>
            <a:off x="6627639" y="2268434"/>
            <a:ext cx="355993" cy="313247"/>
            <a:chOff x="6627639" y="2443884"/>
            <a:chExt cx="355993" cy="313247"/>
          </a:xfrm>
        </p:grpSpPr>
        <p:sp>
          <p:nvSpPr>
            <p:cNvPr id="11016" name="Google Shape;11016;p6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9" name="Google Shape;11019;p67"/>
          <p:cNvGrpSpPr/>
          <p:nvPr/>
        </p:nvGrpSpPr>
        <p:grpSpPr>
          <a:xfrm>
            <a:off x="6183451" y="2286690"/>
            <a:ext cx="351445" cy="277976"/>
            <a:chOff x="6183451" y="2462140"/>
            <a:chExt cx="351445" cy="277976"/>
          </a:xfrm>
        </p:grpSpPr>
        <p:sp>
          <p:nvSpPr>
            <p:cNvPr id="11020" name="Google Shape;11020;p6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7" name="Google Shape;11027;p67"/>
          <p:cNvGrpSpPr/>
          <p:nvPr/>
        </p:nvGrpSpPr>
        <p:grpSpPr>
          <a:xfrm>
            <a:off x="5735477" y="2254408"/>
            <a:ext cx="353354" cy="341299"/>
            <a:chOff x="5735477" y="2429858"/>
            <a:chExt cx="353354" cy="341299"/>
          </a:xfrm>
        </p:grpSpPr>
        <p:sp>
          <p:nvSpPr>
            <p:cNvPr id="11028" name="Google Shape;11028;p6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7"/>
          <p:cNvGrpSpPr/>
          <p:nvPr/>
        </p:nvGrpSpPr>
        <p:grpSpPr>
          <a:xfrm>
            <a:off x="5243735" y="2271523"/>
            <a:ext cx="405255" cy="275499"/>
            <a:chOff x="5283337" y="2478774"/>
            <a:chExt cx="358633" cy="243913"/>
          </a:xfrm>
        </p:grpSpPr>
        <p:sp>
          <p:nvSpPr>
            <p:cNvPr id="11035" name="Google Shape;11035;p6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67"/>
          <p:cNvGrpSpPr/>
          <p:nvPr/>
        </p:nvGrpSpPr>
        <p:grpSpPr>
          <a:xfrm>
            <a:off x="7964753" y="2295373"/>
            <a:ext cx="362068" cy="258670"/>
            <a:chOff x="7964753" y="2470823"/>
            <a:chExt cx="362068" cy="258670"/>
          </a:xfrm>
        </p:grpSpPr>
        <p:sp>
          <p:nvSpPr>
            <p:cNvPr id="11053" name="Google Shape;11053;p6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67"/>
          <p:cNvGrpSpPr/>
          <p:nvPr/>
        </p:nvGrpSpPr>
        <p:grpSpPr>
          <a:xfrm>
            <a:off x="7524349" y="2280997"/>
            <a:ext cx="350332" cy="288948"/>
            <a:chOff x="7524349" y="2456447"/>
            <a:chExt cx="350332" cy="288948"/>
          </a:xfrm>
        </p:grpSpPr>
        <p:sp>
          <p:nvSpPr>
            <p:cNvPr id="11063" name="Google Shape;11063;p6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67"/>
          <p:cNvGrpSpPr/>
          <p:nvPr/>
        </p:nvGrpSpPr>
        <p:grpSpPr>
          <a:xfrm>
            <a:off x="3972749" y="2719143"/>
            <a:ext cx="355230" cy="356725"/>
            <a:chOff x="3972749" y="2894211"/>
            <a:chExt cx="355230" cy="356725"/>
          </a:xfrm>
        </p:grpSpPr>
        <p:sp>
          <p:nvSpPr>
            <p:cNvPr id="11069" name="Google Shape;11069;p6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4" name="Google Shape;11074;p67"/>
          <p:cNvGrpSpPr/>
          <p:nvPr/>
        </p:nvGrpSpPr>
        <p:grpSpPr>
          <a:xfrm>
            <a:off x="3527797" y="2743553"/>
            <a:ext cx="355993" cy="307904"/>
            <a:chOff x="3527797" y="2918796"/>
            <a:chExt cx="355993" cy="307904"/>
          </a:xfrm>
        </p:grpSpPr>
        <p:sp>
          <p:nvSpPr>
            <p:cNvPr id="11075" name="Google Shape;11075;p6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67"/>
          <p:cNvGrpSpPr/>
          <p:nvPr/>
        </p:nvGrpSpPr>
        <p:grpSpPr>
          <a:xfrm>
            <a:off x="3082845" y="2746336"/>
            <a:ext cx="356375" cy="302338"/>
            <a:chOff x="3082845" y="2920959"/>
            <a:chExt cx="356375" cy="302338"/>
          </a:xfrm>
        </p:grpSpPr>
        <p:sp>
          <p:nvSpPr>
            <p:cNvPr id="11086" name="Google Shape;11086;p6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7"/>
          <p:cNvGrpSpPr/>
          <p:nvPr/>
        </p:nvGrpSpPr>
        <p:grpSpPr>
          <a:xfrm>
            <a:off x="2639038" y="2719699"/>
            <a:ext cx="355612" cy="355612"/>
            <a:chOff x="2639038" y="2894942"/>
            <a:chExt cx="355612" cy="355612"/>
          </a:xfrm>
        </p:grpSpPr>
        <p:sp>
          <p:nvSpPr>
            <p:cNvPr id="11089" name="Google Shape;11089;p6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67"/>
          <p:cNvGrpSpPr/>
          <p:nvPr/>
        </p:nvGrpSpPr>
        <p:grpSpPr>
          <a:xfrm>
            <a:off x="2194468" y="2763622"/>
            <a:ext cx="355993" cy="267766"/>
            <a:chOff x="2194468" y="2938865"/>
            <a:chExt cx="355993" cy="267766"/>
          </a:xfrm>
        </p:grpSpPr>
        <p:sp>
          <p:nvSpPr>
            <p:cNvPr id="11092" name="Google Shape;11092;p6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2" name="Google Shape;11112;p67"/>
          <p:cNvGrpSpPr/>
          <p:nvPr/>
        </p:nvGrpSpPr>
        <p:grpSpPr>
          <a:xfrm>
            <a:off x="1749897" y="2719699"/>
            <a:ext cx="355993" cy="355612"/>
            <a:chOff x="1749897" y="2894561"/>
            <a:chExt cx="355993" cy="355612"/>
          </a:xfrm>
        </p:grpSpPr>
        <p:sp>
          <p:nvSpPr>
            <p:cNvPr id="11113" name="Google Shape;11113;p6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67"/>
          <p:cNvGrpSpPr/>
          <p:nvPr/>
        </p:nvGrpSpPr>
        <p:grpSpPr>
          <a:xfrm>
            <a:off x="1305327" y="2718761"/>
            <a:ext cx="357520" cy="357488"/>
            <a:chOff x="1305327" y="2894211"/>
            <a:chExt cx="357520" cy="357488"/>
          </a:xfrm>
        </p:grpSpPr>
        <p:sp>
          <p:nvSpPr>
            <p:cNvPr id="11125" name="Google Shape;11125;p6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0" name="Google Shape;11130;p67"/>
          <p:cNvGrpSpPr/>
          <p:nvPr/>
        </p:nvGrpSpPr>
        <p:grpSpPr>
          <a:xfrm>
            <a:off x="853950" y="2720860"/>
            <a:ext cx="364104" cy="353290"/>
            <a:chOff x="853950" y="2894720"/>
            <a:chExt cx="364104" cy="353290"/>
          </a:xfrm>
        </p:grpSpPr>
        <p:sp>
          <p:nvSpPr>
            <p:cNvPr id="11131" name="Google Shape;11131;p6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67"/>
          <p:cNvGrpSpPr/>
          <p:nvPr/>
        </p:nvGrpSpPr>
        <p:grpSpPr>
          <a:xfrm>
            <a:off x="7066548" y="2737144"/>
            <a:ext cx="352209" cy="334938"/>
            <a:chOff x="7066548" y="2912594"/>
            <a:chExt cx="352209" cy="334938"/>
          </a:xfrm>
        </p:grpSpPr>
        <p:sp>
          <p:nvSpPr>
            <p:cNvPr id="11139" name="Google Shape;11139;p6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5" name="Google Shape;11145;p6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7" name="Google Shape;11147;p67"/>
          <p:cNvGrpSpPr/>
          <p:nvPr/>
        </p:nvGrpSpPr>
        <p:grpSpPr>
          <a:xfrm>
            <a:off x="7541397" y="2729352"/>
            <a:ext cx="318495" cy="352209"/>
            <a:chOff x="7541397" y="2904802"/>
            <a:chExt cx="318495" cy="352209"/>
          </a:xfrm>
        </p:grpSpPr>
        <p:sp>
          <p:nvSpPr>
            <p:cNvPr id="11148" name="Google Shape;11148;p6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67"/>
          <p:cNvGrpSpPr/>
          <p:nvPr/>
        </p:nvGrpSpPr>
        <p:grpSpPr>
          <a:xfrm>
            <a:off x="8003015" y="2728589"/>
            <a:ext cx="306759" cy="351445"/>
            <a:chOff x="8003015" y="2904039"/>
            <a:chExt cx="306759" cy="351445"/>
          </a:xfrm>
        </p:grpSpPr>
        <p:sp>
          <p:nvSpPr>
            <p:cNvPr id="11151" name="Google Shape;11151;p6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67"/>
          <p:cNvGrpSpPr/>
          <p:nvPr/>
        </p:nvGrpSpPr>
        <p:grpSpPr>
          <a:xfrm>
            <a:off x="5687770" y="2710046"/>
            <a:ext cx="369638" cy="369606"/>
            <a:chOff x="5687770" y="2885496"/>
            <a:chExt cx="369638" cy="369606"/>
          </a:xfrm>
        </p:grpSpPr>
        <p:sp>
          <p:nvSpPr>
            <p:cNvPr id="11158" name="Google Shape;11158;p6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67"/>
          <p:cNvGrpSpPr/>
          <p:nvPr/>
        </p:nvGrpSpPr>
        <p:grpSpPr>
          <a:xfrm>
            <a:off x="4881958" y="2729352"/>
            <a:ext cx="156417" cy="349537"/>
            <a:chOff x="4881958" y="2904802"/>
            <a:chExt cx="156417" cy="349537"/>
          </a:xfrm>
        </p:grpSpPr>
        <p:sp>
          <p:nvSpPr>
            <p:cNvPr id="11169" name="Google Shape;11169;p6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67"/>
          <p:cNvGrpSpPr/>
          <p:nvPr/>
        </p:nvGrpSpPr>
        <p:grpSpPr>
          <a:xfrm>
            <a:off x="5230318" y="2711064"/>
            <a:ext cx="371133" cy="367443"/>
            <a:chOff x="5230318" y="2886514"/>
            <a:chExt cx="371133" cy="367443"/>
          </a:xfrm>
        </p:grpSpPr>
        <p:sp>
          <p:nvSpPr>
            <p:cNvPr id="11177" name="Google Shape;11177;p6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67"/>
          <p:cNvGrpSpPr/>
          <p:nvPr/>
        </p:nvGrpSpPr>
        <p:grpSpPr>
          <a:xfrm>
            <a:off x="5748358" y="3259128"/>
            <a:ext cx="352590" cy="182561"/>
            <a:chOff x="5748358" y="3434578"/>
            <a:chExt cx="352590" cy="182561"/>
          </a:xfrm>
        </p:grpSpPr>
        <p:sp>
          <p:nvSpPr>
            <p:cNvPr id="11187" name="Google Shape;11187;p6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3" name="Google Shape;11193;p67"/>
          <p:cNvGrpSpPr/>
          <p:nvPr/>
        </p:nvGrpSpPr>
        <p:grpSpPr>
          <a:xfrm>
            <a:off x="862283" y="4099321"/>
            <a:ext cx="341204" cy="359301"/>
            <a:chOff x="862283" y="4274771"/>
            <a:chExt cx="341204" cy="359301"/>
          </a:xfrm>
        </p:grpSpPr>
        <p:sp>
          <p:nvSpPr>
            <p:cNvPr id="11194" name="Google Shape;11194;p6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1396957" y="4111915"/>
            <a:ext cx="301861" cy="332871"/>
            <a:chOff x="1396957" y="4287365"/>
            <a:chExt cx="301861" cy="332871"/>
          </a:xfrm>
        </p:grpSpPr>
        <p:sp>
          <p:nvSpPr>
            <p:cNvPr id="11198" name="Google Shape;11198;p6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7"/>
          <p:cNvGrpSpPr/>
          <p:nvPr/>
        </p:nvGrpSpPr>
        <p:grpSpPr>
          <a:xfrm>
            <a:off x="1865381" y="4102056"/>
            <a:ext cx="396131" cy="355612"/>
            <a:chOff x="1865381" y="4277506"/>
            <a:chExt cx="396131" cy="355612"/>
          </a:xfrm>
        </p:grpSpPr>
        <p:sp>
          <p:nvSpPr>
            <p:cNvPr id="11214" name="Google Shape;11214;p6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67"/>
          <p:cNvGrpSpPr/>
          <p:nvPr/>
        </p:nvGrpSpPr>
        <p:grpSpPr>
          <a:xfrm>
            <a:off x="2411823" y="4128549"/>
            <a:ext cx="334398" cy="299953"/>
            <a:chOff x="2411823" y="4303999"/>
            <a:chExt cx="334398" cy="299953"/>
          </a:xfrm>
        </p:grpSpPr>
        <p:sp>
          <p:nvSpPr>
            <p:cNvPr id="11221" name="Google Shape;11221;p6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67"/>
          <p:cNvGrpSpPr/>
          <p:nvPr/>
        </p:nvGrpSpPr>
        <p:grpSpPr>
          <a:xfrm>
            <a:off x="2903337" y="4103582"/>
            <a:ext cx="382519" cy="350682"/>
            <a:chOff x="2903337" y="4279032"/>
            <a:chExt cx="382519" cy="350682"/>
          </a:xfrm>
        </p:grpSpPr>
        <p:sp>
          <p:nvSpPr>
            <p:cNvPr id="11229" name="Google Shape;11229;p6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3933342" y="4140317"/>
            <a:ext cx="383632" cy="276449"/>
            <a:chOff x="3933342" y="4315767"/>
            <a:chExt cx="383632" cy="276449"/>
          </a:xfrm>
        </p:grpSpPr>
        <p:sp>
          <p:nvSpPr>
            <p:cNvPr id="11245" name="Google Shape;11245;p6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67"/>
          <p:cNvGrpSpPr/>
          <p:nvPr/>
        </p:nvGrpSpPr>
        <p:grpSpPr>
          <a:xfrm>
            <a:off x="3441065" y="4127055"/>
            <a:ext cx="337069" cy="302593"/>
            <a:chOff x="3441065" y="4302505"/>
            <a:chExt cx="337069" cy="302593"/>
          </a:xfrm>
        </p:grpSpPr>
        <p:sp>
          <p:nvSpPr>
            <p:cNvPr id="11252" name="Google Shape;11252;p6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3532345" y="3187185"/>
            <a:ext cx="339328" cy="336274"/>
            <a:chOff x="3532345" y="3362635"/>
            <a:chExt cx="339328" cy="336274"/>
          </a:xfrm>
        </p:grpSpPr>
        <p:sp>
          <p:nvSpPr>
            <p:cNvPr id="11266" name="Google Shape;11266;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1" name="Google Shape;11271;p6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2" name="Google Shape;11272;p67"/>
          <p:cNvGrpSpPr/>
          <p:nvPr/>
        </p:nvGrpSpPr>
        <p:grpSpPr>
          <a:xfrm>
            <a:off x="1883955" y="3633250"/>
            <a:ext cx="162873" cy="351445"/>
            <a:chOff x="1883955" y="3808700"/>
            <a:chExt cx="162873" cy="351445"/>
          </a:xfrm>
        </p:grpSpPr>
        <p:sp>
          <p:nvSpPr>
            <p:cNvPr id="11273" name="Google Shape;11273;p6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67"/>
          <p:cNvGrpSpPr/>
          <p:nvPr/>
        </p:nvGrpSpPr>
        <p:grpSpPr>
          <a:xfrm>
            <a:off x="939156" y="3633759"/>
            <a:ext cx="192007" cy="351318"/>
            <a:chOff x="939156" y="3809209"/>
            <a:chExt cx="192007" cy="351318"/>
          </a:xfrm>
        </p:grpSpPr>
        <p:sp>
          <p:nvSpPr>
            <p:cNvPr id="11276" name="Google Shape;11276;p6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8" name="Google Shape;11278;p67"/>
          <p:cNvGrpSpPr/>
          <p:nvPr/>
        </p:nvGrpSpPr>
        <p:grpSpPr>
          <a:xfrm>
            <a:off x="2306167" y="3634395"/>
            <a:ext cx="193915" cy="349155"/>
            <a:chOff x="2306167" y="3809845"/>
            <a:chExt cx="193915" cy="349155"/>
          </a:xfrm>
        </p:grpSpPr>
        <p:sp>
          <p:nvSpPr>
            <p:cNvPr id="11279" name="Google Shape;11279;p6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6" name="Google Shape;11286;p67"/>
          <p:cNvGrpSpPr/>
          <p:nvPr/>
        </p:nvGrpSpPr>
        <p:grpSpPr>
          <a:xfrm>
            <a:off x="1323901" y="3631723"/>
            <a:ext cx="356343" cy="356757"/>
            <a:chOff x="1323901" y="3807173"/>
            <a:chExt cx="356343" cy="356757"/>
          </a:xfrm>
        </p:grpSpPr>
        <p:sp>
          <p:nvSpPr>
            <p:cNvPr id="11287" name="Google Shape;11287;p6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1" name="Google Shape;11311;p6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2" name="Google Shape;11312;p67"/>
          <p:cNvGrpSpPr/>
          <p:nvPr/>
        </p:nvGrpSpPr>
        <p:grpSpPr>
          <a:xfrm>
            <a:off x="859262" y="3178470"/>
            <a:ext cx="306759" cy="351445"/>
            <a:chOff x="859262" y="3353920"/>
            <a:chExt cx="306759" cy="351445"/>
          </a:xfrm>
        </p:grpSpPr>
        <p:sp>
          <p:nvSpPr>
            <p:cNvPr id="11313" name="Google Shape;11313;p6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8" name="Google Shape;11318;p6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9" name="Google Shape;11319;p67"/>
          <p:cNvGrpSpPr/>
          <p:nvPr/>
        </p:nvGrpSpPr>
        <p:grpSpPr>
          <a:xfrm>
            <a:off x="3967437" y="3661652"/>
            <a:ext cx="364708" cy="295405"/>
            <a:chOff x="3967437" y="3837102"/>
            <a:chExt cx="364708" cy="295405"/>
          </a:xfrm>
        </p:grpSpPr>
        <p:sp>
          <p:nvSpPr>
            <p:cNvPr id="11320" name="Google Shape;11320;p6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5" name="Google Shape;11325;p6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8" name="Google Shape;11328;p67"/>
          <p:cNvGrpSpPr/>
          <p:nvPr/>
        </p:nvGrpSpPr>
        <p:grpSpPr>
          <a:xfrm>
            <a:off x="5811827" y="3631001"/>
            <a:ext cx="283743" cy="308444"/>
            <a:chOff x="5964227" y="3858701"/>
            <a:chExt cx="283743" cy="308444"/>
          </a:xfrm>
        </p:grpSpPr>
        <p:sp>
          <p:nvSpPr>
            <p:cNvPr id="11329" name="Google Shape;11329;p6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67"/>
          <p:cNvGrpSpPr/>
          <p:nvPr/>
        </p:nvGrpSpPr>
        <p:grpSpPr>
          <a:xfrm>
            <a:off x="6243508" y="3697623"/>
            <a:ext cx="320372" cy="213602"/>
            <a:chOff x="6395908" y="3873073"/>
            <a:chExt cx="320372" cy="213602"/>
          </a:xfrm>
        </p:grpSpPr>
        <p:sp>
          <p:nvSpPr>
            <p:cNvPr id="11334" name="Google Shape;11334;p6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67"/>
          <p:cNvGrpSpPr/>
          <p:nvPr/>
        </p:nvGrpSpPr>
        <p:grpSpPr>
          <a:xfrm>
            <a:off x="7262890" y="3627366"/>
            <a:ext cx="357138" cy="352018"/>
            <a:chOff x="7415290" y="3802816"/>
            <a:chExt cx="357138" cy="352018"/>
          </a:xfrm>
        </p:grpSpPr>
        <p:sp>
          <p:nvSpPr>
            <p:cNvPr id="11345" name="Google Shape;11345;p6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6737312" y="3657963"/>
            <a:ext cx="355230" cy="293401"/>
            <a:chOff x="6889712" y="3833413"/>
            <a:chExt cx="355230" cy="293401"/>
          </a:xfrm>
        </p:grpSpPr>
        <p:sp>
          <p:nvSpPr>
            <p:cNvPr id="11354" name="Google Shape;11354;p6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67"/>
          <p:cNvGrpSpPr/>
          <p:nvPr/>
        </p:nvGrpSpPr>
        <p:grpSpPr>
          <a:xfrm>
            <a:off x="7707152" y="3660420"/>
            <a:ext cx="282318" cy="337168"/>
            <a:chOff x="1635875" y="237775"/>
            <a:chExt cx="4370250" cy="5219325"/>
          </a:xfrm>
        </p:grpSpPr>
        <p:sp>
          <p:nvSpPr>
            <p:cNvPr id="11360" name="Google Shape;11360;p6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67"/>
          <p:cNvGrpSpPr/>
          <p:nvPr/>
        </p:nvGrpSpPr>
        <p:grpSpPr>
          <a:xfrm>
            <a:off x="3103963" y="3185690"/>
            <a:ext cx="297886" cy="337578"/>
            <a:chOff x="3103963" y="3361140"/>
            <a:chExt cx="297886" cy="337578"/>
          </a:xfrm>
        </p:grpSpPr>
        <p:sp>
          <p:nvSpPr>
            <p:cNvPr id="11363" name="Google Shape;11363;p6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7" name="Google Shape;11387;p67"/>
          <p:cNvGrpSpPr/>
          <p:nvPr/>
        </p:nvGrpSpPr>
        <p:grpSpPr>
          <a:xfrm>
            <a:off x="2667821" y="3185658"/>
            <a:ext cx="273046" cy="337801"/>
            <a:chOff x="2667821" y="3361108"/>
            <a:chExt cx="273046" cy="337801"/>
          </a:xfrm>
        </p:grpSpPr>
        <p:sp>
          <p:nvSpPr>
            <p:cNvPr id="11388" name="Google Shape;11388;p6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67"/>
          <p:cNvGrpSpPr/>
          <p:nvPr/>
        </p:nvGrpSpPr>
        <p:grpSpPr>
          <a:xfrm>
            <a:off x="2212469" y="3184863"/>
            <a:ext cx="282715" cy="338660"/>
            <a:chOff x="2212469" y="3360313"/>
            <a:chExt cx="282715" cy="338660"/>
          </a:xfrm>
        </p:grpSpPr>
        <p:sp>
          <p:nvSpPr>
            <p:cNvPr id="11408" name="Google Shape;11408;p6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67"/>
          <p:cNvGrpSpPr/>
          <p:nvPr/>
        </p:nvGrpSpPr>
        <p:grpSpPr>
          <a:xfrm>
            <a:off x="1768821" y="3185658"/>
            <a:ext cx="278739" cy="339073"/>
            <a:chOff x="1768821" y="3361108"/>
            <a:chExt cx="278739" cy="339073"/>
          </a:xfrm>
        </p:grpSpPr>
        <p:sp>
          <p:nvSpPr>
            <p:cNvPr id="11412" name="Google Shape;11412;p6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67"/>
          <p:cNvGrpSpPr/>
          <p:nvPr/>
        </p:nvGrpSpPr>
        <p:grpSpPr>
          <a:xfrm>
            <a:off x="5337883" y="3161423"/>
            <a:ext cx="307141" cy="376826"/>
            <a:chOff x="5337883" y="3336873"/>
            <a:chExt cx="307141" cy="376826"/>
          </a:xfrm>
        </p:grpSpPr>
        <p:sp>
          <p:nvSpPr>
            <p:cNvPr id="11424" name="Google Shape;11424;p6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67"/>
          <p:cNvGrpSpPr/>
          <p:nvPr/>
        </p:nvGrpSpPr>
        <p:grpSpPr>
          <a:xfrm>
            <a:off x="4883835" y="3161805"/>
            <a:ext cx="323425" cy="377557"/>
            <a:chOff x="4883835" y="3337255"/>
            <a:chExt cx="323425" cy="377557"/>
          </a:xfrm>
        </p:grpSpPr>
        <p:sp>
          <p:nvSpPr>
            <p:cNvPr id="11427" name="Google Shape;11427;p6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0" name="Google Shape;11430;p67"/>
          <p:cNvGrpSpPr/>
          <p:nvPr/>
        </p:nvGrpSpPr>
        <p:grpSpPr>
          <a:xfrm>
            <a:off x="6193310" y="3231839"/>
            <a:ext cx="352590" cy="237488"/>
            <a:chOff x="6193310" y="3407289"/>
            <a:chExt cx="352590" cy="237488"/>
          </a:xfrm>
        </p:grpSpPr>
        <p:sp>
          <p:nvSpPr>
            <p:cNvPr id="11431" name="Google Shape;11431;p6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67"/>
          <p:cNvGrpSpPr/>
          <p:nvPr/>
        </p:nvGrpSpPr>
        <p:grpSpPr>
          <a:xfrm>
            <a:off x="6637117" y="3222393"/>
            <a:ext cx="353735" cy="254504"/>
            <a:chOff x="6637117" y="3397843"/>
            <a:chExt cx="353735" cy="254504"/>
          </a:xfrm>
        </p:grpSpPr>
        <p:sp>
          <p:nvSpPr>
            <p:cNvPr id="11437" name="Google Shape;11437;p6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67"/>
          <p:cNvGrpSpPr/>
          <p:nvPr/>
        </p:nvGrpSpPr>
        <p:grpSpPr>
          <a:xfrm>
            <a:off x="7075994" y="3174081"/>
            <a:ext cx="360637" cy="352336"/>
            <a:chOff x="7075994" y="3349531"/>
            <a:chExt cx="360637" cy="352336"/>
          </a:xfrm>
        </p:grpSpPr>
        <p:sp>
          <p:nvSpPr>
            <p:cNvPr id="11444" name="Google Shape;11444;p6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1" name="Google Shape;11451;p67"/>
          <p:cNvGrpSpPr/>
          <p:nvPr/>
        </p:nvGrpSpPr>
        <p:grpSpPr>
          <a:xfrm>
            <a:off x="7651983" y="3173731"/>
            <a:ext cx="107183" cy="352399"/>
            <a:chOff x="7651983" y="3349181"/>
            <a:chExt cx="107183" cy="352399"/>
          </a:xfrm>
        </p:grpSpPr>
        <p:sp>
          <p:nvSpPr>
            <p:cNvPr id="11452" name="Google Shape;11452;p6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4" name="Google Shape;11454;p67"/>
          <p:cNvGrpSpPr/>
          <p:nvPr/>
        </p:nvGrpSpPr>
        <p:grpSpPr>
          <a:xfrm>
            <a:off x="7973468" y="3206872"/>
            <a:ext cx="352590" cy="287072"/>
            <a:chOff x="7973468" y="3382322"/>
            <a:chExt cx="352590" cy="287072"/>
          </a:xfrm>
        </p:grpSpPr>
        <p:sp>
          <p:nvSpPr>
            <p:cNvPr id="11455" name="Google Shape;11455;p6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7" name="Google Shape;11467;p67"/>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468" name="Google Shape;11468;p67"/>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72"/>
        <p:cNvGrpSpPr/>
        <p:nvPr/>
      </p:nvGrpSpPr>
      <p:grpSpPr>
        <a:xfrm>
          <a:off x="0" y="0"/>
          <a:ext cx="0" cy="0"/>
          <a:chOff x="0" y="0"/>
          <a:chExt cx="0" cy="0"/>
        </a:xfrm>
      </p:grpSpPr>
      <p:grpSp>
        <p:nvGrpSpPr>
          <p:cNvPr id="11473" name="Google Shape;11473;p68"/>
          <p:cNvGrpSpPr/>
          <p:nvPr/>
        </p:nvGrpSpPr>
        <p:grpSpPr>
          <a:xfrm>
            <a:off x="821808" y="1576858"/>
            <a:ext cx="347872" cy="347488"/>
            <a:chOff x="849677" y="1500658"/>
            <a:chExt cx="347872" cy="347488"/>
          </a:xfrm>
        </p:grpSpPr>
        <p:sp>
          <p:nvSpPr>
            <p:cNvPr id="11474" name="Google Shape;11474;p6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68"/>
          <p:cNvGrpSpPr/>
          <p:nvPr/>
        </p:nvGrpSpPr>
        <p:grpSpPr>
          <a:xfrm>
            <a:off x="1387984" y="1576858"/>
            <a:ext cx="315872" cy="347488"/>
            <a:chOff x="1415853" y="1500658"/>
            <a:chExt cx="315872" cy="347488"/>
          </a:xfrm>
        </p:grpSpPr>
        <p:sp>
          <p:nvSpPr>
            <p:cNvPr id="11481" name="Google Shape;11481;p6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68"/>
          <p:cNvGrpSpPr/>
          <p:nvPr/>
        </p:nvGrpSpPr>
        <p:grpSpPr>
          <a:xfrm>
            <a:off x="4669520" y="1576858"/>
            <a:ext cx="347520" cy="347104"/>
            <a:chOff x="4697389" y="1500658"/>
            <a:chExt cx="347520" cy="347104"/>
          </a:xfrm>
        </p:grpSpPr>
        <p:sp>
          <p:nvSpPr>
            <p:cNvPr id="11486" name="Google Shape;11486;p6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68"/>
          <p:cNvGrpSpPr/>
          <p:nvPr/>
        </p:nvGrpSpPr>
        <p:grpSpPr>
          <a:xfrm>
            <a:off x="3575664" y="2041146"/>
            <a:ext cx="347520" cy="353760"/>
            <a:chOff x="3603533" y="1964946"/>
            <a:chExt cx="347520" cy="353760"/>
          </a:xfrm>
        </p:grpSpPr>
        <p:sp>
          <p:nvSpPr>
            <p:cNvPr id="11490" name="Google Shape;11490;p6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3" name="Google Shape;11493;p68"/>
          <p:cNvGrpSpPr/>
          <p:nvPr/>
        </p:nvGrpSpPr>
        <p:grpSpPr>
          <a:xfrm>
            <a:off x="1922896" y="2040538"/>
            <a:ext cx="357792" cy="352448"/>
            <a:chOff x="1950765" y="1964338"/>
            <a:chExt cx="357792" cy="352448"/>
          </a:xfrm>
        </p:grpSpPr>
        <p:sp>
          <p:nvSpPr>
            <p:cNvPr id="11494" name="Google Shape;11494;p6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8" name="Google Shape;11498;p68"/>
          <p:cNvGrpSpPr/>
          <p:nvPr/>
        </p:nvGrpSpPr>
        <p:grpSpPr>
          <a:xfrm>
            <a:off x="7407760" y="2040890"/>
            <a:ext cx="367712" cy="353248"/>
            <a:chOff x="7435629" y="1964690"/>
            <a:chExt cx="367712" cy="353248"/>
          </a:xfrm>
        </p:grpSpPr>
        <p:sp>
          <p:nvSpPr>
            <p:cNvPr id="11499" name="Google Shape;11499;p6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8"/>
          <p:cNvGrpSpPr/>
          <p:nvPr/>
        </p:nvGrpSpPr>
        <p:grpSpPr>
          <a:xfrm>
            <a:off x="2484880" y="2041242"/>
            <a:ext cx="333024" cy="352896"/>
            <a:chOff x="2512749" y="1965042"/>
            <a:chExt cx="333024" cy="352896"/>
          </a:xfrm>
        </p:grpSpPr>
        <p:sp>
          <p:nvSpPr>
            <p:cNvPr id="11504" name="Google Shape;11504;p6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9" name="Google Shape;11509;p68"/>
          <p:cNvGrpSpPr/>
          <p:nvPr/>
        </p:nvGrpSpPr>
        <p:grpSpPr>
          <a:xfrm>
            <a:off x="1370448" y="2057978"/>
            <a:ext cx="365792" cy="335392"/>
            <a:chOff x="1398317" y="1981778"/>
            <a:chExt cx="365792" cy="335392"/>
          </a:xfrm>
        </p:grpSpPr>
        <p:sp>
          <p:nvSpPr>
            <p:cNvPr id="11510" name="Google Shape;11510;p6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68"/>
          <p:cNvGrpSpPr/>
          <p:nvPr/>
        </p:nvGrpSpPr>
        <p:grpSpPr>
          <a:xfrm>
            <a:off x="3024368" y="2079770"/>
            <a:ext cx="353600" cy="314752"/>
            <a:chOff x="3052237" y="2003570"/>
            <a:chExt cx="353600" cy="314752"/>
          </a:xfrm>
        </p:grpSpPr>
        <p:sp>
          <p:nvSpPr>
            <p:cNvPr id="11517" name="Google Shape;11517;p6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68"/>
          <p:cNvGrpSpPr/>
          <p:nvPr/>
        </p:nvGrpSpPr>
        <p:grpSpPr>
          <a:xfrm>
            <a:off x="1376144" y="3034266"/>
            <a:ext cx="368096" cy="223968"/>
            <a:chOff x="1404013" y="2958066"/>
            <a:chExt cx="368096" cy="223968"/>
          </a:xfrm>
        </p:grpSpPr>
        <p:sp>
          <p:nvSpPr>
            <p:cNvPr id="11521" name="Google Shape;11521;p6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68"/>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8"/>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68"/>
          <p:cNvGrpSpPr/>
          <p:nvPr/>
        </p:nvGrpSpPr>
        <p:grpSpPr>
          <a:xfrm>
            <a:off x="1923280" y="2961402"/>
            <a:ext cx="370368" cy="367328"/>
            <a:chOff x="1951149" y="2885202"/>
            <a:chExt cx="370368" cy="367328"/>
          </a:xfrm>
        </p:grpSpPr>
        <p:sp>
          <p:nvSpPr>
            <p:cNvPr id="11526" name="Google Shape;11526;p6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68"/>
          <p:cNvGrpSpPr/>
          <p:nvPr/>
        </p:nvGrpSpPr>
        <p:grpSpPr>
          <a:xfrm>
            <a:off x="2473808" y="2982362"/>
            <a:ext cx="367328" cy="327296"/>
            <a:chOff x="2501677" y="2906162"/>
            <a:chExt cx="367328" cy="327296"/>
          </a:xfrm>
        </p:grpSpPr>
        <p:sp>
          <p:nvSpPr>
            <p:cNvPr id="11530" name="Google Shape;11530;p6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3" name="Google Shape;11533;p68"/>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4" name="Google Shape;11534;p68"/>
          <p:cNvGrpSpPr/>
          <p:nvPr/>
        </p:nvGrpSpPr>
        <p:grpSpPr>
          <a:xfrm>
            <a:off x="3022448" y="2969914"/>
            <a:ext cx="367712" cy="354240"/>
            <a:chOff x="3050317" y="2893714"/>
            <a:chExt cx="367712" cy="354240"/>
          </a:xfrm>
        </p:grpSpPr>
        <p:sp>
          <p:nvSpPr>
            <p:cNvPr id="11535" name="Google Shape;11535;p6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7" name="Google Shape;11537;p68"/>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8"/>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9" name="Google Shape;11539;p68"/>
          <p:cNvGrpSpPr/>
          <p:nvPr/>
        </p:nvGrpSpPr>
        <p:grpSpPr>
          <a:xfrm>
            <a:off x="7503408" y="2962554"/>
            <a:ext cx="185184" cy="367296"/>
            <a:chOff x="7531277" y="2886354"/>
            <a:chExt cx="185184" cy="367296"/>
          </a:xfrm>
        </p:grpSpPr>
        <p:sp>
          <p:nvSpPr>
            <p:cNvPr id="11540" name="Google Shape;11540;p6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68"/>
          <p:cNvGrpSpPr/>
          <p:nvPr/>
        </p:nvGrpSpPr>
        <p:grpSpPr>
          <a:xfrm>
            <a:off x="6898768" y="2962938"/>
            <a:ext cx="297184" cy="367296"/>
            <a:chOff x="6926637" y="2886738"/>
            <a:chExt cx="297184" cy="367296"/>
          </a:xfrm>
        </p:grpSpPr>
        <p:sp>
          <p:nvSpPr>
            <p:cNvPr id="11544" name="Google Shape;11544;p6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7" name="Google Shape;11547;p68"/>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8"/>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9" name="Google Shape;11549;p68"/>
          <p:cNvGrpSpPr/>
          <p:nvPr/>
        </p:nvGrpSpPr>
        <p:grpSpPr>
          <a:xfrm>
            <a:off x="6312784" y="2962554"/>
            <a:ext cx="370368" cy="368064"/>
            <a:chOff x="6340653" y="2886354"/>
            <a:chExt cx="370368" cy="368064"/>
          </a:xfrm>
        </p:grpSpPr>
        <p:sp>
          <p:nvSpPr>
            <p:cNvPr id="11550" name="Google Shape;11550;p6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6" name="Google Shape;11556;p68"/>
          <p:cNvGrpSpPr/>
          <p:nvPr/>
        </p:nvGrpSpPr>
        <p:grpSpPr>
          <a:xfrm>
            <a:off x="5218928" y="2057626"/>
            <a:ext cx="354752" cy="336512"/>
            <a:chOff x="5246797" y="1981426"/>
            <a:chExt cx="354752" cy="336512"/>
          </a:xfrm>
        </p:grpSpPr>
        <p:sp>
          <p:nvSpPr>
            <p:cNvPr id="11557" name="Google Shape;11557;p6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68"/>
          <p:cNvGrpSpPr/>
          <p:nvPr/>
        </p:nvGrpSpPr>
        <p:grpSpPr>
          <a:xfrm>
            <a:off x="4120880" y="2178266"/>
            <a:ext cx="355136" cy="216256"/>
            <a:chOff x="4148749" y="2102066"/>
            <a:chExt cx="355136" cy="216256"/>
          </a:xfrm>
        </p:grpSpPr>
        <p:sp>
          <p:nvSpPr>
            <p:cNvPr id="11560" name="Google Shape;11560;p6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68"/>
          <p:cNvGrpSpPr/>
          <p:nvPr/>
        </p:nvGrpSpPr>
        <p:grpSpPr>
          <a:xfrm>
            <a:off x="5766800" y="2077626"/>
            <a:ext cx="354752" cy="315360"/>
            <a:chOff x="5794669" y="2001426"/>
            <a:chExt cx="354752" cy="315360"/>
          </a:xfrm>
        </p:grpSpPr>
        <p:sp>
          <p:nvSpPr>
            <p:cNvPr id="11563" name="Google Shape;11563;p6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68"/>
          <p:cNvGrpSpPr/>
          <p:nvPr/>
        </p:nvGrpSpPr>
        <p:grpSpPr>
          <a:xfrm>
            <a:off x="6317360" y="2106042"/>
            <a:ext cx="352832" cy="289216"/>
            <a:chOff x="6345229" y="2029842"/>
            <a:chExt cx="352832" cy="289216"/>
          </a:xfrm>
        </p:grpSpPr>
        <p:sp>
          <p:nvSpPr>
            <p:cNvPr id="11566" name="Google Shape;11566;p6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8" name="Google Shape;11568;p68"/>
          <p:cNvGrpSpPr/>
          <p:nvPr/>
        </p:nvGrpSpPr>
        <p:grpSpPr>
          <a:xfrm>
            <a:off x="4669520" y="2112538"/>
            <a:ext cx="354752" cy="281984"/>
            <a:chOff x="4697389" y="2036338"/>
            <a:chExt cx="354752" cy="281984"/>
          </a:xfrm>
        </p:grpSpPr>
        <p:sp>
          <p:nvSpPr>
            <p:cNvPr id="11569" name="Google Shape;11569;p6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1" name="Google Shape;11571;p68"/>
          <p:cNvGrpSpPr/>
          <p:nvPr/>
        </p:nvGrpSpPr>
        <p:grpSpPr>
          <a:xfrm>
            <a:off x="1376144" y="2500954"/>
            <a:ext cx="353600" cy="354944"/>
            <a:chOff x="1404013" y="2424754"/>
            <a:chExt cx="353600" cy="354944"/>
          </a:xfrm>
        </p:grpSpPr>
        <p:sp>
          <p:nvSpPr>
            <p:cNvPr id="11572" name="Google Shape;11572;p6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68"/>
          <p:cNvGrpSpPr/>
          <p:nvPr/>
        </p:nvGrpSpPr>
        <p:grpSpPr>
          <a:xfrm>
            <a:off x="826384" y="2504474"/>
            <a:ext cx="355104" cy="351040"/>
            <a:chOff x="854253" y="2428274"/>
            <a:chExt cx="355104" cy="351040"/>
          </a:xfrm>
        </p:grpSpPr>
        <p:sp>
          <p:nvSpPr>
            <p:cNvPr id="11578" name="Google Shape;11578;p6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68"/>
          <p:cNvGrpSpPr/>
          <p:nvPr/>
        </p:nvGrpSpPr>
        <p:grpSpPr>
          <a:xfrm>
            <a:off x="6869040" y="2517146"/>
            <a:ext cx="354752" cy="275904"/>
            <a:chOff x="6896909" y="2440946"/>
            <a:chExt cx="354752" cy="275904"/>
          </a:xfrm>
        </p:grpSpPr>
        <p:sp>
          <p:nvSpPr>
            <p:cNvPr id="11581" name="Google Shape;11581;p6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3" name="Google Shape;11583;p68"/>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4" name="Google Shape;11584;p68"/>
          <p:cNvGrpSpPr/>
          <p:nvPr/>
        </p:nvGrpSpPr>
        <p:grpSpPr>
          <a:xfrm>
            <a:off x="5237200" y="2500954"/>
            <a:ext cx="321984" cy="354560"/>
            <a:chOff x="5265069" y="2424754"/>
            <a:chExt cx="321984" cy="354560"/>
          </a:xfrm>
        </p:grpSpPr>
        <p:sp>
          <p:nvSpPr>
            <p:cNvPr id="11585" name="Google Shape;11585;p6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68"/>
          <p:cNvGrpSpPr/>
          <p:nvPr/>
        </p:nvGrpSpPr>
        <p:grpSpPr>
          <a:xfrm>
            <a:off x="4122800" y="2542970"/>
            <a:ext cx="355104" cy="259584"/>
            <a:chOff x="4150669" y="2466770"/>
            <a:chExt cx="355104" cy="259584"/>
          </a:xfrm>
        </p:grpSpPr>
        <p:sp>
          <p:nvSpPr>
            <p:cNvPr id="11588" name="Google Shape;11588;p6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2" name="Google Shape;11592;p68"/>
          <p:cNvGrpSpPr/>
          <p:nvPr/>
        </p:nvGrpSpPr>
        <p:grpSpPr>
          <a:xfrm>
            <a:off x="4671824" y="2501146"/>
            <a:ext cx="354336" cy="353984"/>
            <a:chOff x="4699693" y="2424946"/>
            <a:chExt cx="354336" cy="353984"/>
          </a:xfrm>
        </p:grpSpPr>
        <p:sp>
          <p:nvSpPr>
            <p:cNvPr id="11593" name="Google Shape;11593;p6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5" name="Google Shape;11595;p68"/>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8"/>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7" name="Google Shape;11597;p68"/>
          <p:cNvGrpSpPr/>
          <p:nvPr/>
        </p:nvGrpSpPr>
        <p:grpSpPr>
          <a:xfrm>
            <a:off x="1925168" y="2628442"/>
            <a:ext cx="355136" cy="227072"/>
            <a:chOff x="1953037" y="2552242"/>
            <a:chExt cx="355136" cy="227072"/>
          </a:xfrm>
        </p:grpSpPr>
        <p:sp>
          <p:nvSpPr>
            <p:cNvPr id="11598" name="Google Shape;11598;p6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0" name="Google Shape;11600;p68"/>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1" name="Google Shape;11601;p68"/>
          <p:cNvGrpSpPr/>
          <p:nvPr/>
        </p:nvGrpSpPr>
        <p:grpSpPr>
          <a:xfrm>
            <a:off x="2473072" y="2603418"/>
            <a:ext cx="355104" cy="250944"/>
            <a:chOff x="2500941" y="2527218"/>
            <a:chExt cx="355104" cy="250944"/>
          </a:xfrm>
        </p:grpSpPr>
        <p:sp>
          <p:nvSpPr>
            <p:cNvPr id="11602" name="Google Shape;11602;p6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7" name="Google Shape;11607;p68"/>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8" name="Google Shape;11608;p68"/>
          <p:cNvGrpSpPr/>
          <p:nvPr/>
        </p:nvGrpSpPr>
        <p:grpSpPr>
          <a:xfrm>
            <a:off x="7965936" y="2503322"/>
            <a:ext cx="356256" cy="351808"/>
            <a:chOff x="7993805" y="2427122"/>
            <a:chExt cx="356256" cy="351808"/>
          </a:xfrm>
        </p:grpSpPr>
        <p:sp>
          <p:nvSpPr>
            <p:cNvPr id="11609" name="Google Shape;11609;p6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2" name="Google Shape;11612;p68"/>
          <p:cNvGrpSpPr/>
          <p:nvPr/>
        </p:nvGrpSpPr>
        <p:grpSpPr>
          <a:xfrm>
            <a:off x="850768" y="2041210"/>
            <a:ext cx="308640" cy="353312"/>
            <a:chOff x="878637" y="1965010"/>
            <a:chExt cx="308640" cy="353312"/>
          </a:xfrm>
        </p:grpSpPr>
        <p:sp>
          <p:nvSpPr>
            <p:cNvPr id="11613" name="Google Shape;11613;p6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68"/>
          <p:cNvGrpSpPr/>
          <p:nvPr/>
        </p:nvGrpSpPr>
        <p:grpSpPr>
          <a:xfrm>
            <a:off x="6868272" y="2040922"/>
            <a:ext cx="348256" cy="352448"/>
            <a:chOff x="6896141" y="1964722"/>
            <a:chExt cx="348256" cy="352448"/>
          </a:xfrm>
        </p:grpSpPr>
        <p:sp>
          <p:nvSpPr>
            <p:cNvPr id="11617" name="Google Shape;11617;p6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68"/>
          <p:cNvGrpSpPr/>
          <p:nvPr/>
        </p:nvGrpSpPr>
        <p:grpSpPr>
          <a:xfrm>
            <a:off x="7962128" y="2091578"/>
            <a:ext cx="355136" cy="303328"/>
            <a:chOff x="7989997" y="2015378"/>
            <a:chExt cx="355136" cy="303328"/>
          </a:xfrm>
        </p:grpSpPr>
        <p:sp>
          <p:nvSpPr>
            <p:cNvPr id="11621" name="Google Shape;11621;p6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68"/>
          <p:cNvGrpSpPr/>
          <p:nvPr/>
        </p:nvGrpSpPr>
        <p:grpSpPr>
          <a:xfrm>
            <a:off x="3570352" y="1585562"/>
            <a:ext cx="348640" cy="330784"/>
            <a:chOff x="3598221" y="1509362"/>
            <a:chExt cx="348640" cy="330784"/>
          </a:xfrm>
        </p:grpSpPr>
        <p:sp>
          <p:nvSpPr>
            <p:cNvPr id="11625" name="Google Shape;11625;p6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68"/>
          <p:cNvGrpSpPr/>
          <p:nvPr/>
        </p:nvGrpSpPr>
        <p:grpSpPr>
          <a:xfrm>
            <a:off x="5218928" y="1576858"/>
            <a:ext cx="347872" cy="347488"/>
            <a:chOff x="5246797" y="1500658"/>
            <a:chExt cx="347872" cy="347488"/>
          </a:xfrm>
        </p:grpSpPr>
        <p:sp>
          <p:nvSpPr>
            <p:cNvPr id="11630" name="Google Shape;11630;p6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4" name="Google Shape;11634;p68"/>
          <p:cNvGrpSpPr/>
          <p:nvPr/>
        </p:nvGrpSpPr>
        <p:grpSpPr>
          <a:xfrm>
            <a:off x="5768720" y="1576858"/>
            <a:ext cx="349024" cy="346752"/>
            <a:chOff x="5796589" y="1500658"/>
            <a:chExt cx="349024" cy="346752"/>
          </a:xfrm>
        </p:grpSpPr>
        <p:sp>
          <p:nvSpPr>
            <p:cNvPr id="11635" name="Google Shape;11635;p6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6" name="Google Shape;11636;p68"/>
            <p:cNvGrpSpPr/>
            <p:nvPr/>
          </p:nvGrpSpPr>
          <p:grpSpPr>
            <a:xfrm>
              <a:off x="5796589" y="1500658"/>
              <a:ext cx="349024" cy="346752"/>
              <a:chOff x="5796589" y="1500658"/>
              <a:chExt cx="349024" cy="346752"/>
            </a:xfrm>
          </p:grpSpPr>
          <p:sp>
            <p:nvSpPr>
              <p:cNvPr id="11637" name="Google Shape;11637;p6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41" name="Google Shape;11641;p68"/>
          <p:cNvGrpSpPr/>
          <p:nvPr/>
        </p:nvGrpSpPr>
        <p:grpSpPr>
          <a:xfrm>
            <a:off x="6867504" y="1578778"/>
            <a:ext cx="348640" cy="343296"/>
            <a:chOff x="6895373" y="1502578"/>
            <a:chExt cx="348640" cy="343296"/>
          </a:xfrm>
        </p:grpSpPr>
        <p:sp>
          <p:nvSpPr>
            <p:cNvPr id="11642" name="Google Shape;11642;p6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5" name="Google Shape;11645;p68"/>
          <p:cNvGrpSpPr/>
          <p:nvPr/>
        </p:nvGrpSpPr>
        <p:grpSpPr>
          <a:xfrm>
            <a:off x="4119728" y="1581658"/>
            <a:ext cx="347904" cy="336992"/>
            <a:chOff x="4147597" y="1505458"/>
            <a:chExt cx="347904" cy="336992"/>
          </a:xfrm>
        </p:grpSpPr>
        <p:sp>
          <p:nvSpPr>
            <p:cNvPr id="11646" name="Google Shape;11646;p6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3" name="Google Shape;11653;p68"/>
          <p:cNvGrpSpPr/>
          <p:nvPr/>
        </p:nvGrpSpPr>
        <p:grpSpPr>
          <a:xfrm>
            <a:off x="2471536" y="1576090"/>
            <a:ext cx="347488" cy="348256"/>
            <a:chOff x="2499405" y="1499890"/>
            <a:chExt cx="347488" cy="348256"/>
          </a:xfrm>
        </p:grpSpPr>
        <p:sp>
          <p:nvSpPr>
            <p:cNvPr id="11654" name="Google Shape;11654;p6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68"/>
          <p:cNvGrpSpPr/>
          <p:nvPr/>
        </p:nvGrpSpPr>
        <p:grpSpPr>
          <a:xfrm>
            <a:off x="1928976" y="1576698"/>
            <a:ext cx="331520" cy="348032"/>
            <a:chOff x="1956845" y="1500498"/>
            <a:chExt cx="331520" cy="348032"/>
          </a:xfrm>
        </p:grpSpPr>
        <p:sp>
          <p:nvSpPr>
            <p:cNvPr id="11660" name="Google Shape;11660;p6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2" name="Google Shape;11672;p68"/>
          <p:cNvGrpSpPr/>
          <p:nvPr/>
        </p:nvGrpSpPr>
        <p:grpSpPr>
          <a:xfrm>
            <a:off x="6317744" y="1626074"/>
            <a:ext cx="348640" cy="250656"/>
            <a:chOff x="6345613" y="1549874"/>
            <a:chExt cx="348640" cy="250656"/>
          </a:xfrm>
        </p:grpSpPr>
        <p:sp>
          <p:nvSpPr>
            <p:cNvPr id="11673" name="Google Shape;11673;p6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9" name="Google Shape;11679;p68"/>
          <p:cNvGrpSpPr/>
          <p:nvPr/>
        </p:nvGrpSpPr>
        <p:grpSpPr>
          <a:xfrm>
            <a:off x="7416912" y="1583226"/>
            <a:ext cx="348640" cy="334272"/>
            <a:chOff x="7444781" y="1507026"/>
            <a:chExt cx="348640" cy="334272"/>
          </a:xfrm>
        </p:grpSpPr>
        <p:sp>
          <p:nvSpPr>
            <p:cNvPr id="11680" name="Google Shape;11680;p6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5" name="Google Shape;11685;p68"/>
          <p:cNvGrpSpPr/>
          <p:nvPr/>
        </p:nvGrpSpPr>
        <p:grpSpPr>
          <a:xfrm>
            <a:off x="7967472" y="1582938"/>
            <a:ext cx="347872" cy="334944"/>
            <a:chOff x="7995341" y="1506738"/>
            <a:chExt cx="347872" cy="334944"/>
          </a:xfrm>
        </p:grpSpPr>
        <p:sp>
          <p:nvSpPr>
            <p:cNvPr id="11686" name="Google Shape;11686;p6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68"/>
          <p:cNvGrpSpPr/>
          <p:nvPr/>
        </p:nvGrpSpPr>
        <p:grpSpPr>
          <a:xfrm>
            <a:off x="3020176" y="1599130"/>
            <a:ext cx="347872" cy="303904"/>
            <a:chOff x="3048045" y="1522930"/>
            <a:chExt cx="347872" cy="303904"/>
          </a:xfrm>
        </p:grpSpPr>
        <p:sp>
          <p:nvSpPr>
            <p:cNvPr id="11693" name="Google Shape;11693;p6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4" name="Google Shape;11694;p68"/>
            <p:cNvGrpSpPr/>
            <p:nvPr/>
          </p:nvGrpSpPr>
          <p:grpSpPr>
            <a:xfrm>
              <a:off x="3048045" y="1522930"/>
              <a:ext cx="347872" cy="303904"/>
              <a:chOff x="3048045" y="1522930"/>
              <a:chExt cx="347872" cy="303904"/>
            </a:xfrm>
          </p:grpSpPr>
          <p:sp>
            <p:nvSpPr>
              <p:cNvPr id="11695" name="Google Shape;11695;p6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97" name="Google Shape;11697;p68"/>
          <p:cNvGrpSpPr/>
          <p:nvPr/>
        </p:nvGrpSpPr>
        <p:grpSpPr>
          <a:xfrm>
            <a:off x="1105264" y="3428122"/>
            <a:ext cx="313984" cy="358560"/>
            <a:chOff x="1133133" y="3351922"/>
            <a:chExt cx="313984" cy="358560"/>
          </a:xfrm>
        </p:grpSpPr>
        <p:sp>
          <p:nvSpPr>
            <p:cNvPr id="11698" name="Google Shape;11698;p6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4" name="Google Shape;11714;p68"/>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5" name="Google Shape;11715;p68"/>
          <p:cNvGrpSpPr/>
          <p:nvPr/>
        </p:nvGrpSpPr>
        <p:grpSpPr>
          <a:xfrm>
            <a:off x="2767184" y="3428794"/>
            <a:ext cx="288448" cy="357120"/>
            <a:chOff x="2795053" y="3352594"/>
            <a:chExt cx="288448" cy="357120"/>
          </a:xfrm>
        </p:grpSpPr>
        <p:sp>
          <p:nvSpPr>
            <p:cNvPr id="11716" name="Google Shape;11716;p6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5" name="Google Shape;11725;p68"/>
          <p:cNvGrpSpPr/>
          <p:nvPr/>
        </p:nvGrpSpPr>
        <p:grpSpPr>
          <a:xfrm>
            <a:off x="2208656" y="3429402"/>
            <a:ext cx="304832" cy="356512"/>
            <a:chOff x="2236525" y="3353202"/>
            <a:chExt cx="304832" cy="356512"/>
          </a:xfrm>
        </p:grpSpPr>
        <p:sp>
          <p:nvSpPr>
            <p:cNvPr id="11726" name="Google Shape;11726;p6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9" name="Google Shape;11729;p68"/>
          <p:cNvGrpSpPr/>
          <p:nvPr/>
        </p:nvGrpSpPr>
        <p:grpSpPr>
          <a:xfrm>
            <a:off x="3882768" y="3428890"/>
            <a:ext cx="256800" cy="357024"/>
            <a:chOff x="3910637" y="3352690"/>
            <a:chExt cx="256800" cy="357024"/>
          </a:xfrm>
        </p:grpSpPr>
        <p:sp>
          <p:nvSpPr>
            <p:cNvPr id="11730" name="Google Shape;11730;p6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68"/>
          <p:cNvGrpSpPr/>
          <p:nvPr/>
        </p:nvGrpSpPr>
        <p:grpSpPr>
          <a:xfrm>
            <a:off x="6028560" y="3428122"/>
            <a:ext cx="360064" cy="360096"/>
            <a:chOff x="6056429" y="3351922"/>
            <a:chExt cx="360064" cy="360096"/>
          </a:xfrm>
        </p:grpSpPr>
        <p:sp>
          <p:nvSpPr>
            <p:cNvPr id="11734" name="Google Shape;11734;p6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68"/>
          <p:cNvGrpSpPr/>
          <p:nvPr/>
        </p:nvGrpSpPr>
        <p:grpSpPr>
          <a:xfrm>
            <a:off x="6581008" y="3429274"/>
            <a:ext cx="357408" cy="357408"/>
            <a:chOff x="6608877" y="3353074"/>
            <a:chExt cx="357408" cy="357408"/>
          </a:xfrm>
        </p:grpSpPr>
        <p:sp>
          <p:nvSpPr>
            <p:cNvPr id="11738" name="Google Shape;11738;p6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5" name="Google Shape;11745;p68"/>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8"/>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7" name="Google Shape;11747;p68"/>
          <p:cNvGrpSpPr/>
          <p:nvPr/>
        </p:nvGrpSpPr>
        <p:grpSpPr>
          <a:xfrm>
            <a:off x="4931664" y="3446426"/>
            <a:ext cx="357408" cy="323488"/>
            <a:chOff x="4959533" y="3370226"/>
            <a:chExt cx="357408" cy="323488"/>
          </a:xfrm>
        </p:grpSpPr>
        <p:sp>
          <p:nvSpPr>
            <p:cNvPr id="11748" name="Google Shape;11748;p6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68"/>
          <p:cNvGrpSpPr/>
          <p:nvPr/>
        </p:nvGrpSpPr>
        <p:grpSpPr>
          <a:xfrm>
            <a:off x="7130768" y="3429274"/>
            <a:ext cx="357056" cy="357408"/>
            <a:chOff x="7158637" y="3353074"/>
            <a:chExt cx="357056" cy="357408"/>
          </a:xfrm>
        </p:grpSpPr>
        <p:sp>
          <p:nvSpPr>
            <p:cNvPr id="11751" name="Google Shape;11751;p6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68"/>
          <p:cNvGrpSpPr/>
          <p:nvPr/>
        </p:nvGrpSpPr>
        <p:grpSpPr>
          <a:xfrm>
            <a:off x="3288400" y="3428602"/>
            <a:ext cx="344832" cy="356544"/>
            <a:chOff x="3316269" y="3352402"/>
            <a:chExt cx="344832" cy="356544"/>
          </a:xfrm>
        </p:grpSpPr>
        <p:sp>
          <p:nvSpPr>
            <p:cNvPr id="11756" name="Google Shape;11756;p6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9" name="Google Shape;11759;p68"/>
          <p:cNvGrpSpPr/>
          <p:nvPr/>
        </p:nvGrpSpPr>
        <p:grpSpPr>
          <a:xfrm>
            <a:off x="5481040" y="3447706"/>
            <a:ext cx="358560" cy="319552"/>
            <a:chOff x="5508909" y="3371506"/>
            <a:chExt cx="358560" cy="319552"/>
          </a:xfrm>
        </p:grpSpPr>
        <p:sp>
          <p:nvSpPr>
            <p:cNvPr id="11760" name="Google Shape;11760;p6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0" name="Google Shape;11770;p6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74"/>
        <p:cNvGrpSpPr/>
        <p:nvPr/>
      </p:nvGrpSpPr>
      <p:grpSpPr>
        <a:xfrm>
          <a:off x="0" y="0"/>
          <a:ext cx="0" cy="0"/>
          <a:chOff x="0" y="0"/>
          <a:chExt cx="0" cy="0"/>
        </a:xfrm>
      </p:grpSpPr>
      <p:sp>
        <p:nvSpPr>
          <p:cNvPr id="11775" name="Google Shape;11775;p69"/>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6" name="Google Shape;11776;p69"/>
          <p:cNvGrpSpPr/>
          <p:nvPr/>
        </p:nvGrpSpPr>
        <p:grpSpPr>
          <a:xfrm>
            <a:off x="3026217" y="3893352"/>
            <a:ext cx="346056" cy="345674"/>
            <a:chOff x="3303268" y="3817349"/>
            <a:chExt cx="346056" cy="345674"/>
          </a:xfrm>
        </p:grpSpPr>
        <p:sp>
          <p:nvSpPr>
            <p:cNvPr id="11777" name="Google Shape;11777;p6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69"/>
          <p:cNvGrpSpPr/>
          <p:nvPr/>
        </p:nvGrpSpPr>
        <p:grpSpPr>
          <a:xfrm>
            <a:off x="3475306" y="3893352"/>
            <a:ext cx="346056" cy="345674"/>
            <a:chOff x="3752358" y="3817349"/>
            <a:chExt cx="346056" cy="345674"/>
          </a:xfrm>
        </p:grpSpPr>
        <p:sp>
          <p:nvSpPr>
            <p:cNvPr id="11782" name="Google Shape;11782;p6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69"/>
          <p:cNvGrpSpPr/>
          <p:nvPr/>
        </p:nvGrpSpPr>
        <p:grpSpPr>
          <a:xfrm>
            <a:off x="4822956" y="3893352"/>
            <a:ext cx="346024" cy="345674"/>
            <a:chOff x="5100008" y="3817349"/>
            <a:chExt cx="346024" cy="345674"/>
          </a:xfrm>
        </p:grpSpPr>
        <p:sp>
          <p:nvSpPr>
            <p:cNvPr id="11787" name="Google Shape;11787;p6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0" name="Google Shape;11790;p69"/>
          <p:cNvGrpSpPr/>
          <p:nvPr/>
        </p:nvGrpSpPr>
        <p:grpSpPr>
          <a:xfrm>
            <a:off x="5721867" y="3893352"/>
            <a:ext cx="345674" cy="345674"/>
            <a:chOff x="5998919" y="3817349"/>
            <a:chExt cx="345674" cy="345674"/>
          </a:xfrm>
        </p:grpSpPr>
        <p:sp>
          <p:nvSpPr>
            <p:cNvPr id="11791" name="Google Shape;11791;p6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69"/>
          <p:cNvGrpSpPr/>
          <p:nvPr/>
        </p:nvGrpSpPr>
        <p:grpSpPr>
          <a:xfrm>
            <a:off x="3924396" y="3893352"/>
            <a:ext cx="346024" cy="345674"/>
            <a:chOff x="4201447" y="3817349"/>
            <a:chExt cx="346024" cy="345674"/>
          </a:xfrm>
        </p:grpSpPr>
        <p:sp>
          <p:nvSpPr>
            <p:cNvPr id="11795" name="Google Shape;11795;p6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69"/>
          <p:cNvGrpSpPr/>
          <p:nvPr/>
        </p:nvGrpSpPr>
        <p:grpSpPr>
          <a:xfrm>
            <a:off x="4373867" y="3893352"/>
            <a:ext cx="346024" cy="345674"/>
            <a:chOff x="4650919" y="3817349"/>
            <a:chExt cx="346024" cy="345674"/>
          </a:xfrm>
        </p:grpSpPr>
        <p:sp>
          <p:nvSpPr>
            <p:cNvPr id="11798" name="Google Shape;11798;p6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1" name="Google Shape;11801;p69"/>
          <p:cNvGrpSpPr/>
          <p:nvPr/>
        </p:nvGrpSpPr>
        <p:grpSpPr>
          <a:xfrm>
            <a:off x="5272810" y="3893352"/>
            <a:ext cx="345642" cy="345674"/>
            <a:chOff x="5549861" y="3817349"/>
            <a:chExt cx="345642" cy="345674"/>
          </a:xfrm>
        </p:grpSpPr>
        <p:sp>
          <p:nvSpPr>
            <p:cNvPr id="11802" name="Google Shape;11802;p6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69"/>
          <p:cNvGrpSpPr/>
          <p:nvPr/>
        </p:nvGrpSpPr>
        <p:grpSpPr>
          <a:xfrm>
            <a:off x="1281335" y="3474029"/>
            <a:ext cx="367255" cy="269855"/>
            <a:chOff x="1306445" y="3397829"/>
            <a:chExt cx="367255" cy="269855"/>
          </a:xfrm>
        </p:grpSpPr>
        <p:sp>
          <p:nvSpPr>
            <p:cNvPr id="11806" name="Google Shape;11806;p6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69"/>
          <p:cNvGrpSpPr/>
          <p:nvPr/>
        </p:nvGrpSpPr>
        <p:grpSpPr>
          <a:xfrm>
            <a:off x="1756207" y="3467600"/>
            <a:ext cx="367255" cy="282364"/>
            <a:chOff x="1781317" y="3391400"/>
            <a:chExt cx="367255" cy="282364"/>
          </a:xfrm>
        </p:grpSpPr>
        <p:sp>
          <p:nvSpPr>
            <p:cNvPr id="11813" name="Google Shape;11813;p6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69"/>
          <p:cNvGrpSpPr/>
          <p:nvPr/>
        </p:nvGrpSpPr>
        <p:grpSpPr>
          <a:xfrm>
            <a:off x="3653720" y="3447133"/>
            <a:ext cx="369164" cy="323297"/>
            <a:chOff x="3678830" y="3370933"/>
            <a:chExt cx="369164" cy="323297"/>
          </a:xfrm>
        </p:grpSpPr>
        <p:sp>
          <p:nvSpPr>
            <p:cNvPr id="11820" name="Google Shape;11820;p6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1" name="Google Shape;11831;p69"/>
          <p:cNvGrpSpPr/>
          <p:nvPr/>
        </p:nvGrpSpPr>
        <p:grpSpPr>
          <a:xfrm>
            <a:off x="834155" y="3424375"/>
            <a:ext cx="312316" cy="368400"/>
            <a:chOff x="859265" y="3348175"/>
            <a:chExt cx="312316" cy="368400"/>
          </a:xfrm>
        </p:grpSpPr>
        <p:sp>
          <p:nvSpPr>
            <p:cNvPr id="11832" name="Google Shape;11832;p6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7" name="Google Shape;11837;p69"/>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8" name="Google Shape;11838;p69"/>
          <p:cNvGrpSpPr/>
          <p:nvPr/>
        </p:nvGrpSpPr>
        <p:grpSpPr>
          <a:xfrm>
            <a:off x="2741264" y="3437213"/>
            <a:ext cx="330110" cy="308908"/>
            <a:chOff x="2766264" y="3394042"/>
            <a:chExt cx="294873" cy="275934"/>
          </a:xfrm>
        </p:grpSpPr>
        <p:sp>
          <p:nvSpPr>
            <p:cNvPr id="11839" name="Google Shape;11839;p6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69"/>
          <p:cNvGrpSpPr/>
          <p:nvPr/>
        </p:nvGrpSpPr>
        <p:grpSpPr>
          <a:xfrm>
            <a:off x="3189862" y="3435388"/>
            <a:ext cx="346406" cy="347552"/>
            <a:chOff x="3214972" y="3359188"/>
            <a:chExt cx="346406" cy="347552"/>
          </a:xfrm>
        </p:grpSpPr>
        <p:sp>
          <p:nvSpPr>
            <p:cNvPr id="11844" name="Google Shape;11844;p6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69"/>
          <p:cNvGrpSpPr/>
          <p:nvPr/>
        </p:nvGrpSpPr>
        <p:grpSpPr>
          <a:xfrm>
            <a:off x="4604196" y="3485393"/>
            <a:ext cx="367255" cy="244486"/>
            <a:chOff x="4629306" y="3409193"/>
            <a:chExt cx="367255" cy="244486"/>
          </a:xfrm>
        </p:grpSpPr>
        <p:sp>
          <p:nvSpPr>
            <p:cNvPr id="11859" name="Google Shape;11859;p6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69"/>
          <p:cNvGrpSpPr/>
          <p:nvPr/>
        </p:nvGrpSpPr>
        <p:grpSpPr>
          <a:xfrm>
            <a:off x="4168380" y="3426284"/>
            <a:ext cx="289939" cy="334661"/>
            <a:chOff x="4193490" y="3350084"/>
            <a:chExt cx="289939" cy="334661"/>
          </a:xfrm>
        </p:grpSpPr>
        <p:sp>
          <p:nvSpPr>
            <p:cNvPr id="11870" name="Google Shape;11870;p6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0" name="Google Shape;11880;p69"/>
          <p:cNvGrpSpPr/>
          <p:nvPr/>
        </p:nvGrpSpPr>
        <p:grpSpPr>
          <a:xfrm>
            <a:off x="6508171" y="3427430"/>
            <a:ext cx="357037" cy="357005"/>
            <a:chOff x="6533281" y="3351230"/>
            <a:chExt cx="357037" cy="357005"/>
          </a:xfrm>
        </p:grpSpPr>
        <p:sp>
          <p:nvSpPr>
            <p:cNvPr id="11881" name="Google Shape;11881;p6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69"/>
          <p:cNvGrpSpPr/>
          <p:nvPr/>
        </p:nvGrpSpPr>
        <p:grpSpPr>
          <a:xfrm>
            <a:off x="6033331" y="3427430"/>
            <a:ext cx="357387" cy="357005"/>
            <a:chOff x="6058441" y="3351230"/>
            <a:chExt cx="357387" cy="357005"/>
          </a:xfrm>
        </p:grpSpPr>
        <p:sp>
          <p:nvSpPr>
            <p:cNvPr id="11885" name="Google Shape;11885;p6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69"/>
          <p:cNvGrpSpPr/>
          <p:nvPr/>
        </p:nvGrpSpPr>
        <p:grpSpPr>
          <a:xfrm>
            <a:off x="7932373" y="3427048"/>
            <a:ext cx="357387" cy="357387"/>
            <a:chOff x="7957483" y="3350848"/>
            <a:chExt cx="357387" cy="357387"/>
          </a:xfrm>
        </p:grpSpPr>
        <p:sp>
          <p:nvSpPr>
            <p:cNvPr id="11888" name="Google Shape;11888;p6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69"/>
          <p:cNvGrpSpPr/>
          <p:nvPr/>
        </p:nvGrpSpPr>
        <p:grpSpPr>
          <a:xfrm>
            <a:off x="6982661" y="3427430"/>
            <a:ext cx="357387" cy="357005"/>
            <a:chOff x="7007771" y="3351230"/>
            <a:chExt cx="357387" cy="357005"/>
          </a:xfrm>
        </p:grpSpPr>
        <p:sp>
          <p:nvSpPr>
            <p:cNvPr id="11892" name="Google Shape;11892;p6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7" name="Google Shape;11897;p69"/>
          <p:cNvGrpSpPr/>
          <p:nvPr/>
        </p:nvGrpSpPr>
        <p:grpSpPr>
          <a:xfrm>
            <a:off x="5083620" y="3427430"/>
            <a:ext cx="357005" cy="357005"/>
            <a:chOff x="5108729" y="3351230"/>
            <a:chExt cx="357005" cy="357005"/>
          </a:xfrm>
        </p:grpSpPr>
        <p:sp>
          <p:nvSpPr>
            <p:cNvPr id="11898" name="Google Shape;11898;p6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69"/>
          <p:cNvGrpSpPr/>
          <p:nvPr/>
        </p:nvGrpSpPr>
        <p:grpSpPr>
          <a:xfrm>
            <a:off x="5558459" y="3427430"/>
            <a:ext cx="357419" cy="357005"/>
            <a:chOff x="5583569" y="3351230"/>
            <a:chExt cx="357419" cy="357005"/>
          </a:xfrm>
        </p:grpSpPr>
        <p:sp>
          <p:nvSpPr>
            <p:cNvPr id="11901" name="Google Shape;11901;p6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69"/>
          <p:cNvGrpSpPr/>
          <p:nvPr/>
        </p:nvGrpSpPr>
        <p:grpSpPr>
          <a:xfrm>
            <a:off x="7457119" y="3427430"/>
            <a:ext cx="357419" cy="357005"/>
            <a:chOff x="7482229" y="3351230"/>
            <a:chExt cx="357419" cy="357005"/>
          </a:xfrm>
        </p:grpSpPr>
        <p:sp>
          <p:nvSpPr>
            <p:cNvPr id="11904" name="Google Shape;11904;p6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69"/>
          <p:cNvGrpSpPr/>
          <p:nvPr/>
        </p:nvGrpSpPr>
        <p:grpSpPr>
          <a:xfrm>
            <a:off x="3739375" y="2966882"/>
            <a:ext cx="222874" cy="345737"/>
            <a:chOff x="3764485" y="2890682"/>
            <a:chExt cx="222874" cy="345737"/>
          </a:xfrm>
        </p:grpSpPr>
        <p:sp>
          <p:nvSpPr>
            <p:cNvPr id="11910" name="Google Shape;11910;p6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69"/>
          <p:cNvGrpSpPr/>
          <p:nvPr/>
        </p:nvGrpSpPr>
        <p:grpSpPr>
          <a:xfrm>
            <a:off x="2213507" y="2984331"/>
            <a:ext cx="422596" cy="310382"/>
            <a:chOff x="2278533" y="2937377"/>
            <a:chExt cx="346788" cy="254704"/>
          </a:xfrm>
        </p:grpSpPr>
        <p:sp>
          <p:nvSpPr>
            <p:cNvPr id="11914" name="Google Shape;11914;p6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6" name="Google Shape;11916;p69"/>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7" name="Google Shape;11917;p69"/>
          <p:cNvGrpSpPr/>
          <p:nvPr/>
        </p:nvGrpSpPr>
        <p:grpSpPr>
          <a:xfrm>
            <a:off x="1811527" y="2967710"/>
            <a:ext cx="286152" cy="346438"/>
            <a:chOff x="1836637" y="2891510"/>
            <a:chExt cx="286152" cy="346438"/>
          </a:xfrm>
        </p:grpSpPr>
        <p:sp>
          <p:nvSpPr>
            <p:cNvPr id="11918" name="Google Shape;11918;p6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1" name="Google Shape;11921;p69"/>
          <p:cNvGrpSpPr/>
          <p:nvPr/>
        </p:nvGrpSpPr>
        <p:grpSpPr>
          <a:xfrm>
            <a:off x="5560751" y="2982129"/>
            <a:ext cx="379764" cy="337684"/>
            <a:chOff x="5585861" y="2905929"/>
            <a:chExt cx="379764" cy="337684"/>
          </a:xfrm>
        </p:grpSpPr>
        <p:sp>
          <p:nvSpPr>
            <p:cNvPr id="11922" name="Google Shape;11922;p6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69"/>
          <p:cNvGrpSpPr/>
          <p:nvPr/>
        </p:nvGrpSpPr>
        <p:grpSpPr>
          <a:xfrm>
            <a:off x="1302566" y="2986680"/>
            <a:ext cx="347934" cy="310024"/>
            <a:chOff x="1327676" y="2910480"/>
            <a:chExt cx="347934" cy="310024"/>
          </a:xfrm>
        </p:grpSpPr>
        <p:sp>
          <p:nvSpPr>
            <p:cNvPr id="11927" name="Google Shape;11927;p6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2" name="Google Shape;11932;p69"/>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3" name="Google Shape;11933;p69"/>
          <p:cNvGrpSpPr/>
          <p:nvPr/>
        </p:nvGrpSpPr>
        <p:grpSpPr>
          <a:xfrm>
            <a:off x="2728291" y="2945764"/>
            <a:ext cx="382828" cy="358601"/>
            <a:chOff x="2753373" y="2902523"/>
            <a:chExt cx="347552" cy="325557"/>
          </a:xfrm>
        </p:grpSpPr>
        <p:sp>
          <p:nvSpPr>
            <p:cNvPr id="11934" name="Google Shape;11934;p6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69"/>
          <p:cNvGrpSpPr/>
          <p:nvPr/>
        </p:nvGrpSpPr>
        <p:grpSpPr>
          <a:xfrm>
            <a:off x="823906" y="2979455"/>
            <a:ext cx="356655" cy="335425"/>
            <a:chOff x="849016" y="2903255"/>
            <a:chExt cx="356655" cy="335425"/>
          </a:xfrm>
        </p:grpSpPr>
        <p:sp>
          <p:nvSpPr>
            <p:cNvPr id="11941" name="Google Shape;11941;p6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2" name="Google Shape;11952;p69"/>
          <p:cNvGrpSpPr/>
          <p:nvPr/>
        </p:nvGrpSpPr>
        <p:grpSpPr>
          <a:xfrm>
            <a:off x="4185823" y="3002977"/>
            <a:ext cx="280072" cy="275520"/>
            <a:chOff x="4210933" y="2926777"/>
            <a:chExt cx="280072" cy="275520"/>
          </a:xfrm>
        </p:grpSpPr>
        <p:sp>
          <p:nvSpPr>
            <p:cNvPr id="11953" name="Google Shape;11953;p6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69"/>
          <p:cNvGrpSpPr/>
          <p:nvPr/>
        </p:nvGrpSpPr>
        <p:grpSpPr>
          <a:xfrm>
            <a:off x="4642106" y="2991582"/>
            <a:ext cx="320273" cy="318395"/>
            <a:chOff x="4667216" y="2915382"/>
            <a:chExt cx="320273" cy="318395"/>
          </a:xfrm>
        </p:grpSpPr>
        <p:sp>
          <p:nvSpPr>
            <p:cNvPr id="11967" name="Google Shape;11967;p6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69"/>
          <p:cNvGrpSpPr/>
          <p:nvPr/>
        </p:nvGrpSpPr>
        <p:grpSpPr>
          <a:xfrm>
            <a:off x="5145370" y="3010839"/>
            <a:ext cx="261929" cy="280550"/>
            <a:chOff x="5170480" y="2934639"/>
            <a:chExt cx="261929" cy="280550"/>
          </a:xfrm>
        </p:grpSpPr>
        <p:sp>
          <p:nvSpPr>
            <p:cNvPr id="11972" name="Google Shape;11972;p6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69"/>
          <p:cNvGrpSpPr/>
          <p:nvPr/>
        </p:nvGrpSpPr>
        <p:grpSpPr>
          <a:xfrm>
            <a:off x="6044313" y="2968091"/>
            <a:ext cx="362321" cy="364231"/>
            <a:chOff x="6069423" y="2891892"/>
            <a:chExt cx="362321" cy="364231"/>
          </a:xfrm>
        </p:grpSpPr>
        <p:sp>
          <p:nvSpPr>
            <p:cNvPr id="11980" name="Google Shape;11980;p6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6" name="Google Shape;11986;p69"/>
          <p:cNvGrpSpPr/>
          <p:nvPr/>
        </p:nvGrpSpPr>
        <p:grpSpPr>
          <a:xfrm>
            <a:off x="6546845" y="2995370"/>
            <a:ext cx="308878" cy="311170"/>
            <a:chOff x="6571955" y="2919170"/>
            <a:chExt cx="308878" cy="311170"/>
          </a:xfrm>
        </p:grpSpPr>
        <p:sp>
          <p:nvSpPr>
            <p:cNvPr id="11987" name="Google Shape;11987;p6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69"/>
          <p:cNvGrpSpPr/>
          <p:nvPr/>
        </p:nvGrpSpPr>
        <p:grpSpPr>
          <a:xfrm>
            <a:off x="7474944" y="3010935"/>
            <a:ext cx="350576" cy="280454"/>
            <a:chOff x="7500054" y="2934735"/>
            <a:chExt cx="350576" cy="280454"/>
          </a:xfrm>
        </p:grpSpPr>
        <p:sp>
          <p:nvSpPr>
            <p:cNvPr id="11998" name="Google Shape;11998;p6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6" name="Google Shape;12006;p69"/>
          <p:cNvGrpSpPr/>
          <p:nvPr/>
        </p:nvGrpSpPr>
        <p:grpSpPr>
          <a:xfrm>
            <a:off x="6987570" y="2950862"/>
            <a:ext cx="332012" cy="355454"/>
            <a:chOff x="7055134" y="2919170"/>
            <a:chExt cx="290321" cy="310820"/>
          </a:xfrm>
        </p:grpSpPr>
        <p:sp>
          <p:nvSpPr>
            <p:cNvPr id="12007" name="Google Shape;12007;p6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1" name="Google Shape;12021;p69"/>
          <p:cNvGrpSpPr/>
          <p:nvPr/>
        </p:nvGrpSpPr>
        <p:grpSpPr>
          <a:xfrm>
            <a:off x="7960033" y="2976813"/>
            <a:ext cx="330109" cy="347552"/>
            <a:chOff x="7985143" y="2900613"/>
            <a:chExt cx="330109" cy="347552"/>
          </a:xfrm>
        </p:grpSpPr>
        <p:sp>
          <p:nvSpPr>
            <p:cNvPr id="12022" name="Google Shape;12022;p6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69"/>
          <p:cNvGrpSpPr/>
          <p:nvPr/>
        </p:nvGrpSpPr>
        <p:grpSpPr>
          <a:xfrm>
            <a:off x="7965731" y="2511426"/>
            <a:ext cx="354363" cy="353631"/>
            <a:chOff x="7990840" y="2435226"/>
            <a:chExt cx="354363" cy="353631"/>
          </a:xfrm>
        </p:grpSpPr>
        <p:sp>
          <p:nvSpPr>
            <p:cNvPr id="12031" name="Google Shape;12031;p6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4" name="Google Shape;12034;p69"/>
          <p:cNvGrpSpPr/>
          <p:nvPr/>
        </p:nvGrpSpPr>
        <p:grpSpPr>
          <a:xfrm>
            <a:off x="1792207" y="2556530"/>
            <a:ext cx="350958" cy="263043"/>
            <a:chOff x="1817317" y="2480330"/>
            <a:chExt cx="350958" cy="263043"/>
          </a:xfrm>
        </p:grpSpPr>
        <p:sp>
          <p:nvSpPr>
            <p:cNvPr id="12035" name="Google Shape;12035;p6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69"/>
          <p:cNvGrpSpPr/>
          <p:nvPr/>
        </p:nvGrpSpPr>
        <p:grpSpPr>
          <a:xfrm>
            <a:off x="1316617" y="2559549"/>
            <a:ext cx="419913" cy="308109"/>
            <a:chOff x="1341727" y="2483349"/>
            <a:chExt cx="419913" cy="308109"/>
          </a:xfrm>
        </p:grpSpPr>
        <p:sp>
          <p:nvSpPr>
            <p:cNvPr id="12041" name="Google Shape;12041;p6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4" name="Google Shape;12044;p69"/>
          <p:cNvGrpSpPr/>
          <p:nvPr/>
        </p:nvGrpSpPr>
        <p:grpSpPr>
          <a:xfrm>
            <a:off x="829222" y="2523936"/>
            <a:ext cx="376358" cy="330109"/>
            <a:chOff x="854332" y="2447736"/>
            <a:chExt cx="376358" cy="330109"/>
          </a:xfrm>
        </p:grpSpPr>
        <p:sp>
          <p:nvSpPr>
            <p:cNvPr id="12045" name="Google Shape;12045;p6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3" name="Google Shape;12053;p69"/>
          <p:cNvGrpSpPr/>
          <p:nvPr/>
        </p:nvGrpSpPr>
        <p:grpSpPr>
          <a:xfrm>
            <a:off x="4181653" y="2527151"/>
            <a:ext cx="322151" cy="322374"/>
            <a:chOff x="4206763" y="2450951"/>
            <a:chExt cx="322151" cy="322374"/>
          </a:xfrm>
        </p:grpSpPr>
        <p:sp>
          <p:nvSpPr>
            <p:cNvPr id="12054" name="Google Shape;12054;p6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6" name="Google Shape;12056;p69"/>
          <p:cNvGrpSpPr/>
          <p:nvPr/>
        </p:nvGrpSpPr>
        <p:grpSpPr>
          <a:xfrm>
            <a:off x="7491236" y="2526259"/>
            <a:ext cx="327976" cy="324316"/>
            <a:chOff x="7528096" y="2450059"/>
            <a:chExt cx="327976" cy="324316"/>
          </a:xfrm>
        </p:grpSpPr>
        <p:sp>
          <p:nvSpPr>
            <p:cNvPr id="12057" name="Google Shape;12057;p6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69"/>
          <p:cNvGrpSpPr/>
          <p:nvPr/>
        </p:nvGrpSpPr>
        <p:grpSpPr>
          <a:xfrm>
            <a:off x="7052019" y="2588742"/>
            <a:ext cx="282364" cy="198619"/>
            <a:chOff x="7077129" y="2512542"/>
            <a:chExt cx="282364" cy="198619"/>
          </a:xfrm>
        </p:grpSpPr>
        <p:sp>
          <p:nvSpPr>
            <p:cNvPr id="12063" name="Google Shape;12063;p6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69"/>
          <p:cNvGrpSpPr/>
          <p:nvPr/>
        </p:nvGrpSpPr>
        <p:grpSpPr>
          <a:xfrm>
            <a:off x="3700351" y="2520912"/>
            <a:ext cx="334279" cy="334661"/>
            <a:chOff x="3725461" y="2444712"/>
            <a:chExt cx="334279" cy="334661"/>
          </a:xfrm>
        </p:grpSpPr>
        <p:sp>
          <p:nvSpPr>
            <p:cNvPr id="12070" name="Google Shape;12070;p6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69"/>
          <p:cNvGrpSpPr/>
          <p:nvPr/>
        </p:nvGrpSpPr>
        <p:grpSpPr>
          <a:xfrm>
            <a:off x="6552128" y="2533421"/>
            <a:ext cx="332019" cy="310788"/>
            <a:chOff x="6577238" y="2457221"/>
            <a:chExt cx="332019" cy="310788"/>
          </a:xfrm>
        </p:grpSpPr>
        <p:sp>
          <p:nvSpPr>
            <p:cNvPr id="12078" name="Google Shape;12078;p6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69"/>
          <p:cNvGrpSpPr/>
          <p:nvPr/>
        </p:nvGrpSpPr>
        <p:grpSpPr>
          <a:xfrm>
            <a:off x="2793451" y="2515978"/>
            <a:ext cx="247892" cy="346024"/>
            <a:chOff x="2818561" y="2439778"/>
            <a:chExt cx="247892" cy="346024"/>
          </a:xfrm>
        </p:grpSpPr>
        <p:sp>
          <p:nvSpPr>
            <p:cNvPr id="12085" name="Google Shape;12085;p6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69"/>
          <p:cNvGrpSpPr/>
          <p:nvPr/>
        </p:nvGrpSpPr>
        <p:grpSpPr>
          <a:xfrm>
            <a:off x="3182668" y="2550832"/>
            <a:ext cx="419933" cy="275170"/>
            <a:chOff x="3207778" y="2474632"/>
            <a:chExt cx="419933" cy="275170"/>
          </a:xfrm>
        </p:grpSpPr>
        <p:sp>
          <p:nvSpPr>
            <p:cNvPr id="12098" name="Google Shape;12098;p6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2" name="Google Shape;12112;p69"/>
          <p:cNvGrpSpPr/>
          <p:nvPr/>
        </p:nvGrpSpPr>
        <p:grpSpPr>
          <a:xfrm>
            <a:off x="6074265" y="2532275"/>
            <a:ext cx="337684" cy="314194"/>
            <a:chOff x="6099375" y="2456075"/>
            <a:chExt cx="337684" cy="314194"/>
          </a:xfrm>
        </p:grpSpPr>
        <p:sp>
          <p:nvSpPr>
            <p:cNvPr id="12113" name="Google Shape;12113;p6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69"/>
          <p:cNvGrpSpPr/>
          <p:nvPr/>
        </p:nvGrpSpPr>
        <p:grpSpPr>
          <a:xfrm>
            <a:off x="2287513" y="2544784"/>
            <a:ext cx="312698" cy="286534"/>
            <a:chOff x="2312623" y="2468584"/>
            <a:chExt cx="312698" cy="286534"/>
          </a:xfrm>
        </p:grpSpPr>
        <p:sp>
          <p:nvSpPr>
            <p:cNvPr id="12116" name="Google Shape;12116;p6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69"/>
          <p:cNvGrpSpPr/>
          <p:nvPr/>
        </p:nvGrpSpPr>
        <p:grpSpPr>
          <a:xfrm>
            <a:off x="5593695" y="2517124"/>
            <a:ext cx="345292" cy="342618"/>
            <a:chOff x="5618805" y="2440924"/>
            <a:chExt cx="345292" cy="342618"/>
          </a:xfrm>
        </p:grpSpPr>
        <p:sp>
          <p:nvSpPr>
            <p:cNvPr id="12120" name="Google Shape;12120;p6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69"/>
          <p:cNvGrpSpPr/>
          <p:nvPr/>
        </p:nvGrpSpPr>
        <p:grpSpPr>
          <a:xfrm>
            <a:off x="4628069" y="2522790"/>
            <a:ext cx="377886" cy="331255"/>
            <a:chOff x="4653179" y="2446590"/>
            <a:chExt cx="377886" cy="331255"/>
          </a:xfrm>
        </p:grpSpPr>
        <p:sp>
          <p:nvSpPr>
            <p:cNvPr id="12126" name="Google Shape;12126;p6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0" name="Google Shape;12130;p69"/>
          <p:cNvGrpSpPr/>
          <p:nvPr/>
        </p:nvGrpSpPr>
        <p:grpSpPr>
          <a:xfrm>
            <a:off x="5159407" y="2535681"/>
            <a:ext cx="252062" cy="305122"/>
            <a:chOff x="5184517" y="2459481"/>
            <a:chExt cx="252062" cy="305122"/>
          </a:xfrm>
        </p:grpSpPr>
        <p:sp>
          <p:nvSpPr>
            <p:cNvPr id="12131" name="Google Shape;12131;p6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7" name="Google Shape;12137;p69"/>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8" name="Google Shape;12138;p69"/>
          <p:cNvGrpSpPr/>
          <p:nvPr/>
        </p:nvGrpSpPr>
        <p:grpSpPr>
          <a:xfrm>
            <a:off x="6130349" y="2045308"/>
            <a:ext cx="249770" cy="363849"/>
            <a:chOff x="6155459" y="1969108"/>
            <a:chExt cx="249770" cy="363849"/>
          </a:xfrm>
        </p:grpSpPr>
        <p:sp>
          <p:nvSpPr>
            <p:cNvPr id="12139" name="Google Shape;12139;p6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9"/>
          <p:cNvGrpSpPr/>
          <p:nvPr/>
        </p:nvGrpSpPr>
        <p:grpSpPr>
          <a:xfrm>
            <a:off x="2254919" y="2046804"/>
            <a:ext cx="353631" cy="354395"/>
            <a:chOff x="2280029" y="1970604"/>
            <a:chExt cx="353631" cy="354395"/>
          </a:xfrm>
        </p:grpSpPr>
        <p:sp>
          <p:nvSpPr>
            <p:cNvPr id="12149" name="Google Shape;12149;p6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69"/>
          <p:cNvGrpSpPr/>
          <p:nvPr/>
        </p:nvGrpSpPr>
        <p:grpSpPr>
          <a:xfrm>
            <a:off x="8039990" y="2076374"/>
            <a:ext cx="255086" cy="301685"/>
            <a:chOff x="8065100" y="2000174"/>
            <a:chExt cx="255086" cy="301685"/>
          </a:xfrm>
        </p:grpSpPr>
        <p:sp>
          <p:nvSpPr>
            <p:cNvPr id="12154" name="Google Shape;12154;p6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8" name="Google Shape;12158;p69"/>
          <p:cNvGrpSpPr/>
          <p:nvPr/>
        </p:nvGrpSpPr>
        <p:grpSpPr>
          <a:xfrm>
            <a:off x="6608595" y="2045308"/>
            <a:ext cx="249420" cy="363849"/>
            <a:chOff x="6633705" y="1969108"/>
            <a:chExt cx="249420" cy="363849"/>
          </a:xfrm>
        </p:grpSpPr>
        <p:sp>
          <p:nvSpPr>
            <p:cNvPr id="12159" name="Google Shape;12159;p6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69"/>
          <p:cNvGrpSpPr/>
          <p:nvPr/>
        </p:nvGrpSpPr>
        <p:grpSpPr>
          <a:xfrm>
            <a:off x="5185921" y="2045308"/>
            <a:ext cx="226661" cy="363467"/>
            <a:chOff x="5211031" y="1969108"/>
            <a:chExt cx="226661" cy="363467"/>
          </a:xfrm>
        </p:grpSpPr>
        <p:sp>
          <p:nvSpPr>
            <p:cNvPr id="12168" name="Google Shape;12168;p6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0" name="Google Shape;12170;p69"/>
          <p:cNvGrpSpPr/>
          <p:nvPr/>
        </p:nvGrpSpPr>
        <p:grpSpPr>
          <a:xfrm>
            <a:off x="3687842" y="2046804"/>
            <a:ext cx="354363" cy="354395"/>
            <a:chOff x="3712952" y="1970604"/>
            <a:chExt cx="354363" cy="354395"/>
          </a:xfrm>
        </p:grpSpPr>
        <p:sp>
          <p:nvSpPr>
            <p:cNvPr id="12171" name="Google Shape;12171;p6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69"/>
          <p:cNvGrpSpPr/>
          <p:nvPr/>
        </p:nvGrpSpPr>
        <p:grpSpPr>
          <a:xfrm>
            <a:off x="3210329" y="2046804"/>
            <a:ext cx="354363" cy="354745"/>
            <a:chOff x="3235438" y="1970604"/>
            <a:chExt cx="354363" cy="354745"/>
          </a:xfrm>
        </p:grpSpPr>
        <p:sp>
          <p:nvSpPr>
            <p:cNvPr id="12181" name="Google Shape;12181;p6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69"/>
          <p:cNvGrpSpPr/>
          <p:nvPr/>
        </p:nvGrpSpPr>
        <p:grpSpPr>
          <a:xfrm>
            <a:off x="1304475" y="2066125"/>
            <a:ext cx="341472" cy="335074"/>
            <a:chOff x="1329585" y="1989925"/>
            <a:chExt cx="341472" cy="335074"/>
          </a:xfrm>
        </p:grpSpPr>
        <p:sp>
          <p:nvSpPr>
            <p:cNvPr id="12195" name="Google Shape;12195;p6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8" name="Google Shape;12198;p69"/>
          <p:cNvGrpSpPr/>
          <p:nvPr/>
        </p:nvGrpSpPr>
        <p:grpSpPr>
          <a:xfrm>
            <a:off x="5566761" y="2066106"/>
            <a:ext cx="416649" cy="325597"/>
            <a:chOff x="5626763" y="2013829"/>
            <a:chExt cx="351722" cy="274788"/>
          </a:xfrm>
        </p:grpSpPr>
        <p:sp>
          <p:nvSpPr>
            <p:cNvPr id="12199" name="Google Shape;12199;p6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69"/>
          <p:cNvGrpSpPr/>
          <p:nvPr/>
        </p:nvGrpSpPr>
        <p:grpSpPr>
          <a:xfrm>
            <a:off x="7551495" y="2060077"/>
            <a:ext cx="276698" cy="333133"/>
            <a:chOff x="7576605" y="1983877"/>
            <a:chExt cx="276698" cy="333133"/>
          </a:xfrm>
        </p:grpSpPr>
        <p:sp>
          <p:nvSpPr>
            <p:cNvPr id="12210" name="Google Shape;12210;p6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69"/>
          <p:cNvGrpSpPr/>
          <p:nvPr/>
        </p:nvGrpSpPr>
        <p:grpSpPr>
          <a:xfrm>
            <a:off x="828458" y="2051738"/>
            <a:ext cx="337334" cy="353599"/>
            <a:chOff x="853568" y="1975538"/>
            <a:chExt cx="337334" cy="353599"/>
          </a:xfrm>
        </p:grpSpPr>
        <p:sp>
          <p:nvSpPr>
            <p:cNvPr id="12213" name="Google Shape;12213;p6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69"/>
          <p:cNvGrpSpPr/>
          <p:nvPr/>
        </p:nvGrpSpPr>
        <p:grpSpPr>
          <a:xfrm>
            <a:off x="2733192" y="2085828"/>
            <a:ext cx="327085" cy="277080"/>
            <a:chOff x="2770052" y="2009628"/>
            <a:chExt cx="327085" cy="277080"/>
          </a:xfrm>
        </p:grpSpPr>
        <p:sp>
          <p:nvSpPr>
            <p:cNvPr id="12218" name="Google Shape;12218;p6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0" name="Google Shape;12220;p69"/>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1" name="Google Shape;12221;p69"/>
          <p:cNvGrpSpPr/>
          <p:nvPr/>
        </p:nvGrpSpPr>
        <p:grpSpPr>
          <a:xfrm>
            <a:off x="4170289" y="2046804"/>
            <a:ext cx="344878" cy="343573"/>
            <a:chOff x="4195399" y="1970604"/>
            <a:chExt cx="344878" cy="343573"/>
          </a:xfrm>
        </p:grpSpPr>
        <p:sp>
          <p:nvSpPr>
            <p:cNvPr id="12222" name="Google Shape;12222;p6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9"/>
          <p:cNvGrpSpPr/>
          <p:nvPr/>
        </p:nvGrpSpPr>
        <p:grpSpPr>
          <a:xfrm>
            <a:off x="4649681" y="2053647"/>
            <a:ext cx="344528" cy="344114"/>
            <a:chOff x="4674791" y="1977447"/>
            <a:chExt cx="344528" cy="344114"/>
          </a:xfrm>
        </p:grpSpPr>
        <p:sp>
          <p:nvSpPr>
            <p:cNvPr id="12227" name="Google Shape;12227;p6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69"/>
          <p:cNvGrpSpPr/>
          <p:nvPr/>
        </p:nvGrpSpPr>
        <p:grpSpPr>
          <a:xfrm>
            <a:off x="6058700" y="1623497"/>
            <a:ext cx="382819" cy="310788"/>
            <a:chOff x="6083810" y="1547297"/>
            <a:chExt cx="382819" cy="310788"/>
          </a:xfrm>
        </p:grpSpPr>
        <p:sp>
          <p:nvSpPr>
            <p:cNvPr id="12254" name="Google Shape;12254;p6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2" name="Google Shape;12272;p69"/>
          <p:cNvGrpSpPr/>
          <p:nvPr/>
        </p:nvGrpSpPr>
        <p:grpSpPr>
          <a:xfrm>
            <a:off x="6533190" y="1614393"/>
            <a:ext cx="382788" cy="328613"/>
            <a:chOff x="6558300" y="1538193"/>
            <a:chExt cx="382788" cy="328613"/>
          </a:xfrm>
        </p:grpSpPr>
        <p:sp>
          <p:nvSpPr>
            <p:cNvPr id="12273" name="Google Shape;12273;p6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5" name="Google Shape;12275;p69"/>
          <p:cNvGrpSpPr/>
          <p:nvPr/>
        </p:nvGrpSpPr>
        <p:grpSpPr>
          <a:xfrm>
            <a:off x="5168892" y="1587497"/>
            <a:ext cx="259605" cy="346024"/>
            <a:chOff x="5194002" y="1511297"/>
            <a:chExt cx="259605" cy="346024"/>
          </a:xfrm>
        </p:grpSpPr>
        <p:sp>
          <p:nvSpPr>
            <p:cNvPr id="12276" name="Google Shape;12276;p6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69"/>
          <p:cNvGrpSpPr/>
          <p:nvPr/>
        </p:nvGrpSpPr>
        <p:grpSpPr>
          <a:xfrm>
            <a:off x="1369631" y="1588261"/>
            <a:ext cx="252444" cy="351722"/>
            <a:chOff x="1394741" y="1512061"/>
            <a:chExt cx="252444" cy="351722"/>
          </a:xfrm>
        </p:grpSpPr>
        <p:sp>
          <p:nvSpPr>
            <p:cNvPr id="12281" name="Google Shape;12281;p6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69"/>
          <p:cNvGrpSpPr/>
          <p:nvPr/>
        </p:nvGrpSpPr>
        <p:grpSpPr>
          <a:xfrm>
            <a:off x="829986" y="1580685"/>
            <a:ext cx="380910" cy="339594"/>
            <a:chOff x="855096" y="1504485"/>
            <a:chExt cx="380910" cy="339594"/>
          </a:xfrm>
        </p:grpSpPr>
        <p:sp>
          <p:nvSpPr>
            <p:cNvPr id="12299" name="Google Shape;12299;p6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69"/>
          <p:cNvGrpSpPr/>
          <p:nvPr/>
        </p:nvGrpSpPr>
        <p:grpSpPr>
          <a:xfrm>
            <a:off x="1794466" y="1587879"/>
            <a:ext cx="352103" cy="352103"/>
            <a:chOff x="1819576" y="1511679"/>
            <a:chExt cx="352103" cy="352103"/>
          </a:xfrm>
        </p:grpSpPr>
        <p:sp>
          <p:nvSpPr>
            <p:cNvPr id="12305" name="Google Shape;12305;p6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69"/>
          <p:cNvGrpSpPr/>
          <p:nvPr/>
        </p:nvGrpSpPr>
        <p:grpSpPr>
          <a:xfrm>
            <a:off x="5595987" y="1576961"/>
            <a:ext cx="371424" cy="355446"/>
            <a:chOff x="5621097" y="1500761"/>
            <a:chExt cx="371424" cy="355446"/>
          </a:xfrm>
        </p:grpSpPr>
        <p:sp>
          <p:nvSpPr>
            <p:cNvPr id="12310" name="Google Shape;12310;p6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69"/>
          <p:cNvGrpSpPr/>
          <p:nvPr/>
        </p:nvGrpSpPr>
        <p:grpSpPr>
          <a:xfrm>
            <a:off x="4645129" y="1617799"/>
            <a:ext cx="359679" cy="321833"/>
            <a:chOff x="4670239" y="1541599"/>
            <a:chExt cx="359679" cy="321833"/>
          </a:xfrm>
        </p:grpSpPr>
        <p:sp>
          <p:nvSpPr>
            <p:cNvPr id="12313" name="Google Shape;12313;p6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8" name="Google Shape;12318;p69"/>
          <p:cNvGrpSpPr/>
          <p:nvPr/>
        </p:nvGrpSpPr>
        <p:grpSpPr>
          <a:xfrm>
            <a:off x="4187319" y="1578585"/>
            <a:ext cx="321037" cy="353822"/>
            <a:chOff x="4212429" y="1502385"/>
            <a:chExt cx="321037" cy="353822"/>
          </a:xfrm>
        </p:grpSpPr>
        <p:sp>
          <p:nvSpPr>
            <p:cNvPr id="12319" name="Google Shape;12319;p6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69"/>
          <p:cNvGrpSpPr/>
          <p:nvPr/>
        </p:nvGrpSpPr>
        <p:grpSpPr>
          <a:xfrm>
            <a:off x="2277678" y="1582181"/>
            <a:ext cx="336188" cy="335425"/>
            <a:chOff x="2302788" y="1505981"/>
            <a:chExt cx="336188" cy="335425"/>
          </a:xfrm>
        </p:grpSpPr>
        <p:sp>
          <p:nvSpPr>
            <p:cNvPr id="12324" name="Google Shape;12324;p6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1" name="Google Shape;12341;p69"/>
          <p:cNvGrpSpPr/>
          <p:nvPr/>
        </p:nvGrpSpPr>
        <p:grpSpPr>
          <a:xfrm>
            <a:off x="2755191" y="1598096"/>
            <a:ext cx="333133" cy="321037"/>
            <a:chOff x="2780301" y="1521896"/>
            <a:chExt cx="333133" cy="321037"/>
          </a:xfrm>
        </p:grpSpPr>
        <p:sp>
          <p:nvSpPr>
            <p:cNvPr id="12342" name="Google Shape;12342;p6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2" name="Google Shape;12362;p69"/>
          <p:cNvGrpSpPr/>
          <p:nvPr/>
        </p:nvGrpSpPr>
        <p:grpSpPr>
          <a:xfrm>
            <a:off x="3291049" y="1591285"/>
            <a:ext cx="211892" cy="339594"/>
            <a:chOff x="3316159" y="1515085"/>
            <a:chExt cx="211892" cy="339594"/>
          </a:xfrm>
        </p:grpSpPr>
        <p:sp>
          <p:nvSpPr>
            <p:cNvPr id="12363" name="Google Shape;12363;p6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6" name="Google Shape;12366;p69"/>
            <p:cNvGrpSpPr/>
            <p:nvPr/>
          </p:nvGrpSpPr>
          <p:grpSpPr>
            <a:xfrm>
              <a:off x="3316159" y="1515085"/>
              <a:ext cx="211892" cy="339594"/>
              <a:chOff x="3316159" y="1515085"/>
              <a:chExt cx="211892" cy="339594"/>
            </a:xfrm>
          </p:grpSpPr>
          <p:sp>
            <p:nvSpPr>
              <p:cNvPr id="12367" name="Google Shape;12367;p6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73" name="Google Shape;12373;p69"/>
          <p:cNvGrpSpPr/>
          <p:nvPr/>
        </p:nvGrpSpPr>
        <p:grpSpPr>
          <a:xfrm>
            <a:off x="3691248" y="1620855"/>
            <a:ext cx="361971" cy="314958"/>
            <a:chOff x="3716358" y="1544655"/>
            <a:chExt cx="361971" cy="314958"/>
          </a:xfrm>
        </p:grpSpPr>
        <p:sp>
          <p:nvSpPr>
            <p:cNvPr id="12374" name="Google Shape;12374;p6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9" name="Google Shape;12379;p69"/>
            <p:cNvGrpSpPr/>
            <p:nvPr/>
          </p:nvGrpSpPr>
          <p:grpSpPr>
            <a:xfrm>
              <a:off x="3716358" y="1544655"/>
              <a:ext cx="361971" cy="314958"/>
              <a:chOff x="3716358" y="1544655"/>
              <a:chExt cx="361971" cy="314958"/>
            </a:xfrm>
          </p:grpSpPr>
          <p:sp>
            <p:nvSpPr>
              <p:cNvPr id="12380" name="Google Shape;12380;p6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85" name="Google Shape;12385;p69"/>
          <p:cNvGrpSpPr/>
          <p:nvPr/>
        </p:nvGrpSpPr>
        <p:grpSpPr>
          <a:xfrm>
            <a:off x="6986814" y="1633752"/>
            <a:ext cx="499533" cy="305136"/>
            <a:chOff x="7009649" y="1541981"/>
            <a:chExt cx="524940" cy="320655"/>
          </a:xfrm>
        </p:grpSpPr>
        <p:sp>
          <p:nvSpPr>
            <p:cNvPr id="12386" name="Google Shape;12386;p6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69"/>
          <p:cNvGrpSpPr/>
          <p:nvPr/>
        </p:nvGrpSpPr>
        <p:grpSpPr>
          <a:xfrm>
            <a:off x="8008924" y="1594309"/>
            <a:ext cx="282746" cy="340358"/>
            <a:chOff x="8034034" y="1518109"/>
            <a:chExt cx="282746" cy="340358"/>
          </a:xfrm>
        </p:grpSpPr>
        <p:sp>
          <p:nvSpPr>
            <p:cNvPr id="12395" name="Google Shape;12395;p6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9" name="Google Shape;12399;p69"/>
          <p:cNvGrpSpPr/>
          <p:nvPr/>
        </p:nvGrpSpPr>
        <p:grpSpPr>
          <a:xfrm>
            <a:off x="7557192" y="1576134"/>
            <a:ext cx="369133" cy="360411"/>
            <a:chOff x="7582302" y="1499934"/>
            <a:chExt cx="369133" cy="360411"/>
          </a:xfrm>
        </p:grpSpPr>
        <p:sp>
          <p:nvSpPr>
            <p:cNvPr id="12400" name="Google Shape;12400;p6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69"/>
          <p:cNvGrpSpPr/>
          <p:nvPr/>
        </p:nvGrpSpPr>
        <p:grpSpPr>
          <a:xfrm>
            <a:off x="6170979" y="3893352"/>
            <a:ext cx="346056" cy="345674"/>
            <a:chOff x="2238181" y="4120624"/>
            <a:chExt cx="346056" cy="345674"/>
          </a:xfrm>
        </p:grpSpPr>
        <p:grpSp>
          <p:nvGrpSpPr>
            <p:cNvPr id="12406" name="Google Shape;12406;p69"/>
            <p:cNvGrpSpPr/>
            <p:nvPr/>
          </p:nvGrpSpPr>
          <p:grpSpPr>
            <a:xfrm>
              <a:off x="2309155" y="4177413"/>
              <a:ext cx="203862" cy="231903"/>
              <a:chOff x="1512725" y="258500"/>
              <a:chExt cx="4570900" cy="5199625"/>
            </a:xfrm>
          </p:grpSpPr>
          <p:sp>
            <p:nvSpPr>
              <p:cNvPr id="12407" name="Google Shape;12407;p6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9" name="Google Shape;12409;p6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6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14"/>
        <p:cNvGrpSpPr/>
        <p:nvPr/>
      </p:nvGrpSpPr>
      <p:grpSpPr>
        <a:xfrm>
          <a:off x="0" y="0"/>
          <a:ext cx="0" cy="0"/>
          <a:chOff x="0" y="0"/>
          <a:chExt cx="0" cy="0"/>
        </a:xfrm>
      </p:grpSpPr>
      <p:pic>
        <p:nvPicPr>
          <p:cNvPr id="12415" name="Google Shape;12415;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Alzheimer's Disease Case Report by Slidesgo">
  <a:themeElements>
    <a:clrScheme name="Simple Light">
      <a:dk1>
        <a:srgbClr val="283D55"/>
      </a:dk1>
      <a:lt1>
        <a:srgbClr val="DDE6F7"/>
      </a:lt1>
      <a:dk2>
        <a:srgbClr val="D8E2F7"/>
      </a:dk2>
      <a:lt2>
        <a:srgbClr val="6D819A"/>
      </a:lt2>
      <a:accent1>
        <a:srgbClr val="4A6482"/>
      </a:accent1>
      <a:accent2>
        <a:srgbClr val="C6D0E3"/>
      </a:accent2>
      <a:accent3>
        <a:srgbClr val="FFFFFF"/>
      </a:accent3>
      <a:accent4>
        <a:srgbClr val="FFFFFF"/>
      </a:accent4>
      <a:accent5>
        <a:srgbClr val="FFFFFF"/>
      </a:accent5>
      <a:accent6>
        <a:srgbClr val="FFFFFF"/>
      </a:accent6>
      <a:hlink>
        <a:srgbClr val="283D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108</TotalTime>
  <Words>1423</Words>
  <Application>Microsoft Office PowerPoint</Application>
  <PresentationFormat>On-screen Show (16:9)</PresentationFormat>
  <Paragraphs>232</Paragraphs>
  <Slides>41</Slides>
  <Notes>41</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41</vt:i4>
      </vt:variant>
    </vt:vector>
  </HeadingPairs>
  <TitlesOfParts>
    <vt:vector size="53" baseType="lpstr">
      <vt:lpstr>Arial</vt:lpstr>
      <vt:lpstr>Be Vietnam Pro</vt:lpstr>
      <vt:lpstr>Bebas Neue</vt:lpstr>
      <vt:lpstr>Proxima Nova</vt:lpstr>
      <vt:lpstr>Be Vietnam Pro ExtraLight</vt:lpstr>
      <vt:lpstr>Open Sans</vt:lpstr>
      <vt:lpstr>Roboto Medium</vt:lpstr>
      <vt:lpstr>Calibri</vt:lpstr>
      <vt:lpstr>PT Sans</vt:lpstr>
      <vt:lpstr>Amatic SC</vt:lpstr>
      <vt:lpstr>Alzheimer's Disease Case Report by Slidesgo</vt:lpstr>
      <vt:lpstr>Slidesgo Final Pages</vt:lpstr>
      <vt:lpstr>AlzDx: AI-Based Early Detection of Alzheimer's Disease Using Speech and Machine Learning</vt:lpstr>
      <vt:lpstr>Introduction</vt:lpstr>
      <vt:lpstr>Abstract</vt:lpstr>
      <vt:lpstr>Table of contents</vt:lpstr>
      <vt:lpstr>Table of contents</vt:lpstr>
      <vt:lpstr>Research Gap</vt:lpstr>
      <vt:lpstr>Conclusion</vt:lpstr>
      <vt:lpstr>System architecture(the complicated fotu in mini hackathon) </vt:lpstr>
      <vt:lpstr> Outcomes</vt:lpstr>
      <vt:lpstr>PowerPoint Presentation</vt:lpstr>
      <vt:lpstr>Frontend</vt:lpstr>
      <vt:lpstr>Front end</vt:lpstr>
      <vt:lpstr>Comparative analysis</vt:lpstr>
      <vt:lpstr>Comparison with exiting work</vt:lpstr>
      <vt:lpstr>PowerPoint Presentation</vt:lpstr>
      <vt:lpstr>PowerPoint Presentation</vt:lpstr>
      <vt:lpstr>Discussion</vt:lpstr>
      <vt:lpstr>Outcomes and recommendations</vt:lpstr>
      <vt:lpstr>PowerPoint Presentation</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Laasya Priya</cp:lastModifiedBy>
  <cp:revision>2</cp:revision>
  <dcterms:modified xsi:type="dcterms:W3CDTF">2026-10-08T06:39:47Z</dcterms:modified>
</cp:coreProperties>
</file>